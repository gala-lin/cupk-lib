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svg" ContentType="image/svg+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Lst>
  <p:notesMasterIdLst>
    <p:notesMasterId r:id="rId190"/>
  </p:notesMasterIdLst>
  <p:sldIdLst>
    <p:sldId id="1146" r:id="rId3"/>
    <p:sldId id="873" r:id="rId4"/>
    <p:sldId id="1148" r:id="rId5"/>
    <p:sldId id="1151" r:id="rId6"/>
    <p:sldId id="1147" r:id="rId7"/>
    <p:sldId id="1152" r:id="rId8"/>
    <p:sldId id="645" r:id="rId9"/>
    <p:sldId id="257" r:id="rId10"/>
    <p:sldId id="290" r:id="rId11"/>
    <p:sldId id="291" r:id="rId12"/>
    <p:sldId id="328" r:id="rId13"/>
    <p:sldId id="395" r:id="rId14"/>
    <p:sldId id="396" r:id="rId15"/>
    <p:sldId id="400" r:id="rId16"/>
    <p:sldId id="401" r:id="rId17"/>
    <p:sldId id="406" r:id="rId18"/>
    <p:sldId id="755" r:id="rId19"/>
    <p:sldId id="341" r:id="rId20"/>
    <p:sldId id="1153" r:id="rId21"/>
    <p:sldId id="1154" r:id="rId22"/>
    <p:sldId id="1155" r:id="rId23"/>
    <p:sldId id="260" r:id="rId24"/>
    <p:sldId id="261" r:id="rId25"/>
    <p:sldId id="862" r:id="rId26"/>
    <p:sldId id="262" r:id="rId27"/>
    <p:sldId id="264" r:id="rId28"/>
    <p:sldId id="265" r:id="rId29"/>
    <p:sldId id="633" r:id="rId30"/>
    <p:sldId id="634" r:id="rId31"/>
    <p:sldId id="635" r:id="rId32"/>
    <p:sldId id="638" r:id="rId33"/>
    <p:sldId id="640" r:id="rId34"/>
    <p:sldId id="641" r:id="rId35"/>
    <p:sldId id="1156" r:id="rId36"/>
    <p:sldId id="872" r:id="rId37"/>
    <p:sldId id="353" r:id="rId38"/>
    <p:sldId id="1161" r:id="rId39"/>
    <p:sldId id="297" r:id="rId40"/>
    <p:sldId id="593" r:id="rId41"/>
    <p:sldId id="312" r:id="rId42"/>
    <p:sldId id="313" r:id="rId43"/>
    <p:sldId id="314" r:id="rId44"/>
    <p:sldId id="358" r:id="rId45"/>
    <p:sldId id="359" r:id="rId46"/>
    <p:sldId id="360" r:id="rId47"/>
    <p:sldId id="361" r:id="rId48"/>
    <p:sldId id="363" r:id="rId49"/>
    <p:sldId id="848" r:id="rId50"/>
    <p:sldId id="377" r:id="rId51"/>
    <p:sldId id="861" r:id="rId52"/>
    <p:sldId id="860" r:id="rId53"/>
    <p:sldId id="1162" r:id="rId54"/>
    <p:sldId id="1163" r:id="rId55"/>
    <p:sldId id="1157" r:id="rId56"/>
    <p:sldId id="1158" r:id="rId57"/>
    <p:sldId id="1159" r:id="rId58"/>
    <p:sldId id="1160" r:id="rId59"/>
    <p:sldId id="646" r:id="rId60"/>
    <p:sldId id="1149" r:id="rId61"/>
    <p:sldId id="1131" r:id="rId62"/>
    <p:sldId id="874" r:id="rId63"/>
    <p:sldId id="648" r:id="rId64"/>
    <p:sldId id="649" r:id="rId65"/>
    <p:sldId id="650" r:id="rId66"/>
    <p:sldId id="651" r:id="rId67"/>
    <p:sldId id="1133" r:id="rId68"/>
    <p:sldId id="652" r:id="rId69"/>
    <p:sldId id="1132" r:id="rId70"/>
    <p:sldId id="653" r:id="rId71"/>
    <p:sldId id="654" r:id="rId72"/>
    <p:sldId id="655" r:id="rId73"/>
    <p:sldId id="656" r:id="rId74"/>
    <p:sldId id="657" r:id="rId75"/>
    <p:sldId id="1134" r:id="rId76"/>
    <p:sldId id="658" r:id="rId77"/>
    <p:sldId id="659" r:id="rId78"/>
    <p:sldId id="660" r:id="rId79"/>
    <p:sldId id="661" r:id="rId80"/>
    <p:sldId id="662" r:id="rId81"/>
    <p:sldId id="663" r:id="rId82"/>
    <p:sldId id="664" r:id="rId83"/>
    <p:sldId id="665" r:id="rId84"/>
    <p:sldId id="666" r:id="rId85"/>
    <p:sldId id="667" r:id="rId86"/>
    <p:sldId id="668" r:id="rId87"/>
    <p:sldId id="669" r:id="rId88"/>
    <p:sldId id="670" r:id="rId89"/>
    <p:sldId id="671" r:id="rId90"/>
    <p:sldId id="1135" r:id="rId91"/>
    <p:sldId id="1138" r:id="rId92"/>
    <p:sldId id="691" r:id="rId93"/>
    <p:sldId id="1123" r:id="rId94"/>
    <p:sldId id="1124" r:id="rId95"/>
    <p:sldId id="1137" r:id="rId96"/>
    <p:sldId id="1125" r:id="rId97"/>
    <p:sldId id="1127" r:id="rId98"/>
    <p:sldId id="1136" r:id="rId99"/>
    <p:sldId id="1139" r:id="rId100"/>
    <p:sldId id="1140" r:id="rId101"/>
    <p:sldId id="1141" r:id="rId102"/>
    <p:sldId id="1145" r:id="rId103"/>
    <p:sldId id="1119" r:id="rId104"/>
    <p:sldId id="692" r:id="rId105"/>
    <p:sldId id="693" r:id="rId106"/>
    <p:sldId id="694" r:id="rId107"/>
    <p:sldId id="695" r:id="rId108"/>
    <p:sldId id="696" r:id="rId109"/>
    <p:sldId id="697" r:id="rId110"/>
    <p:sldId id="698" r:id="rId111"/>
    <p:sldId id="699" r:id="rId112"/>
    <p:sldId id="700" r:id="rId113"/>
    <p:sldId id="701" r:id="rId114"/>
    <p:sldId id="702" r:id="rId115"/>
    <p:sldId id="703" r:id="rId116"/>
    <p:sldId id="704" r:id="rId117"/>
    <p:sldId id="706" r:id="rId118"/>
    <p:sldId id="707" r:id="rId119"/>
    <p:sldId id="708" r:id="rId120"/>
    <p:sldId id="709" r:id="rId121"/>
    <p:sldId id="710" r:id="rId122"/>
    <p:sldId id="705" r:id="rId123"/>
    <p:sldId id="711" r:id="rId124"/>
    <p:sldId id="712" r:id="rId125"/>
    <p:sldId id="713" r:id="rId126"/>
    <p:sldId id="715" r:id="rId127"/>
    <p:sldId id="716" r:id="rId128"/>
    <p:sldId id="718" r:id="rId129"/>
    <p:sldId id="719" r:id="rId130"/>
    <p:sldId id="720" r:id="rId131"/>
    <p:sldId id="721" r:id="rId132"/>
    <p:sldId id="722" r:id="rId133"/>
    <p:sldId id="723" r:id="rId134"/>
    <p:sldId id="724" r:id="rId135"/>
    <p:sldId id="725" r:id="rId136"/>
    <p:sldId id="728" r:id="rId137"/>
    <p:sldId id="729" r:id="rId138"/>
    <p:sldId id="730" r:id="rId139"/>
    <p:sldId id="731" r:id="rId140"/>
    <p:sldId id="733" r:id="rId141"/>
    <p:sldId id="734" r:id="rId142"/>
    <p:sldId id="735" r:id="rId143"/>
    <p:sldId id="746" r:id="rId144"/>
    <p:sldId id="750" r:id="rId145"/>
    <p:sldId id="762" r:id="rId146"/>
    <p:sldId id="764" r:id="rId147"/>
    <p:sldId id="773" r:id="rId148"/>
    <p:sldId id="774" r:id="rId149"/>
    <p:sldId id="775" r:id="rId150"/>
    <p:sldId id="776" r:id="rId151"/>
    <p:sldId id="777" r:id="rId152"/>
    <p:sldId id="778" r:id="rId153"/>
    <p:sldId id="779" r:id="rId154"/>
    <p:sldId id="780" r:id="rId155"/>
    <p:sldId id="781" r:id="rId156"/>
    <p:sldId id="782" r:id="rId157"/>
    <p:sldId id="783" r:id="rId158"/>
    <p:sldId id="784" r:id="rId159"/>
    <p:sldId id="785" r:id="rId160"/>
    <p:sldId id="786" r:id="rId161"/>
    <p:sldId id="787" r:id="rId162"/>
    <p:sldId id="788" r:id="rId163"/>
    <p:sldId id="789" r:id="rId164"/>
    <p:sldId id="790" r:id="rId165"/>
    <p:sldId id="791" r:id="rId166"/>
    <p:sldId id="792" r:id="rId167"/>
    <p:sldId id="793" r:id="rId168"/>
    <p:sldId id="794" r:id="rId169"/>
    <p:sldId id="803" r:id="rId170"/>
    <p:sldId id="802" r:id="rId171"/>
    <p:sldId id="804" r:id="rId172"/>
    <p:sldId id="805" r:id="rId173"/>
    <p:sldId id="806" r:id="rId174"/>
    <p:sldId id="807" r:id="rId175"/>
    <p:sldId id="808" r:id="rId176"/>
    <p:sldId id="809" r:id="rId177"/>
    <p:sldId id="810" r:id="rId178"/>
    <p:sldId id="811" r:id="rId179"/>
    <p:sldId id="812" r:id="rId180"/>
    <p:sldId id="813" r:id="rId181"/>
    <p:sldId id="814" r:id="rId182"/>
    <p:sldId id="815" r:id="rId183"/>
    <p:sldId id="816" r:id="rId184"/>
    <p:sldId id="817" r:id="rId185"/>
    <p:sldId id="818" r:id="rId186"/>
    <p:sldId id="1142" r:id="rId187"/>
    <p:sldId id="1143" r:id="rId188"/>
    <p:sldId id="1144" r:id="rId189"/>
  </p:sldIdLst>
  <p:sldSz cx="9906000" cy="6858000" type="A4"/>
  <p:notesSz cx="6858000" cy="9144000"/>
  <p:defaultTextStyle>
    <a:defPPr>
      <a:defRPr lang="zh-CN"/>
    </a:defPPr>
    <a:lvl1pPr algn="l"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l"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l"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l"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l"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82" userDrawn="1">
          <p15:clr>
            <a:srgbClr val="A4A3A4"/>
          </p15:clr>
        </p15:guide>
        <p15:guide id="2" pos="312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00099"/>
    <a:srgbClr val="FFFF66"/>
    <a:srgbClr val="000000"/>
    <a:srgbClr val="FFCC00"/>
    <a:srgbClr val="000066"/>
    <a:srgbClr val="FF99FF"/>
    <a:srgbClr val="66FFFF"/>
    <a:srgbClr val="FF9900"/>
    <a:srgbClr val="99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11" autoAdjust="0"/>
  </p:normalViewPr>
  <p:slideViewPr>
    <p:cSldViewPr showGuides="1">
      <p:cViewPr varScale="1">
        <p:scale>
          <a:sx n="73" d="100"/>
          <a:sy n="73" d="100"/>
        </p:scale>
        <p:origin x="726" y="30"/>
      </p:cViewPr>
      <p:guideLst>
        <p:guide orient="horz" pos="2182"/>
        <p:guide pos="3123"/>
      </p:guideLst>
    </p:cSldViewPr>
  </p:slideViewPr>
  <p:notesTextViewPr>
    <p:cViewPr>
      <p:scale>
        <a:sx n="100" d="100"/>
        <a:sy n="100" d="100"/>
      </p:scale>
      <p:origin x="0" y="0"/>
    </p:cViewPr>
  </p:notesTextViewPr>
  <p:sorterViewPr>
    <p:cViewPr>
      <p:scale>
        <a:sx n="66" d="100"/>
        <a:sy n="66" d="100"/>
      </p:scale>
      <p:origin x="0" y="22926"/>
    </p:cViewPr>
  </p:sorter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63" Type="http://schemas.openxmlformats.org/officeDocument/2006/relationships/slide" Target="slides/slide61.xml"/><Relationship Id="rId84" Type="http://schemas.openxmlformats.org/officeDocument/2006/relationships/slide" Target="slides/slide82.xml"/><Relationship Id="rId138" Type="http://schemas.openxmlformats.org/officeDocument/2006/relationships/slide" Target="slides/slide136.xml"/><Relationship Id="rId159" Type="http://schemas.openxmlformats.org/officeDocument/2006/relationships/slide" Target="slides/slide157.xml"/><Relationship Id="rId170" Type="http://schemas.openxmlformats.org/officeDocument/2006/relationships/slide" Target="slides/slide168.xml"/><Relationship Id="rId191" Type="http://schemas.openxmlformats.org/officeDocument/2006/relationships/presProps" Target="presProps.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53" Type="http://schemas.openxmlformats.org/officeDocument/2006/relationships/slide" Target="slides/slide51.xml"/><Relationship Id="rId74" Type="http://schemas.openxmlformats.org/officeDocument/2006/relationships/slide" Target="slides/slide72.xml"/><Relationship Id="rId128" Type="http://schemas.openxmlformats.org/officeDocument/2006/relationships/slide" Target="slides/slide126.xml"/><Relationship Id="rId149" Type="http://schemas.openxmlformats.org/officeDocument/2006/relationships/slide" Target="slides/slide147.xml"/><Relationship Id="rId5" Type="http://schemas.openxmlformats.org/officeDocument/2006/relationships/slide" Target="slides/slide3.xml"/><Relationship Id="rId95" Type="http://schemas.openxmlformats.org/officeDocument/2006/relationships/slide" Target="slides/slide93.xml"/><Relationship Id="rId160" Type="http://schemas.openxmlformats.org/officeDocument/2006/relationships/slide" Target="slides/slide158.xml"/><Relationship Id="rId181" Type="http://schemas.openxmlformats.org/officeDocument/2006/relationships/slide" Target="slides/slide179.xml"/><Relationship Id="rId22" Type="http://schemas.openxmlformats.org/officeDocument/2006/relationships/slide" Target="slides/slide20.xml"/><Relationship Id="rId43" Type="http://schemas.openxmlformats.org/officeDocument/2006/relationships/slide" Target="slides/slide41.xml"/><Relationship Id="rId64" Type="http://schemas.openxmlformats.org/officeDocument/2006/relationships/slide" Target="slides/slide62.xml"/><Relationship Id="rId118" Type="http://schemas.openxmlformats.org/officeDocument/2006/relationships/slide" Target="slides/slide116.xml"/><Relationship Id="rId139" Type="http://schemas.openxmlformats.org/officeDocument/2006/relationships/slide" Target="slides/slide137.xml"/><Relationship Id="rId85" Type="http://schemas.openxmlformats.org/officeDocument/2006/relationships/slide" Target="slides/slide83.xml"/><Relationship Id="rId150" Type="http://schemas.openxmlformats.org/officeDocument/2006/relationships/slide" Target="slides/slide148.xml"/><Relationship Id="rId171" Type="http://schemas.openxmlformats.org/officeDocument/2006/relationships/slide" Target="slides/slide169.xml"/><Relationship Id="rId192" Type="http://schemas.openxmlformats.org/officeDocument/2006/relationships/viewProps" Target="viewProps.xml"/><Relationship Id="rId12" Type="http://schemas.openxmlformats.org/officeDocument/2006/relationships/slide" Target="slides/slide10.xml"/><Relationship Id="rId33" Type="http://schemas.openxmlformats.org/officeDocument/2006/relationships/slide" Target="slides/slide31.xml"/><Relationship Id="rId108" Type="http://schemas.openxmlformats.org/officeDocument/2006/relationships/slide" Target="slides/slide106.xml"/><Relationship Id="rId129" Type="http://schemas.openxmlformats.org/officeDocument/2006/relationships/slide" Target="slides/slide127.xml"/><Relationship Id="rId54" Type="http://schemas.openxmlformats.org/officeDocument/2006/relationships/slide" Target="slides/slide52.xml"/><Relationship Id="rId75" Type="http://schemas.openxmlformats.org/officeDocument/2006/relationships/slide" Target="slides/slide73.xml"/><Relationship Id="rId96" Type="http://schemas.openxmlformats.org/officeDocument/2006/relationships/slide" Target="slides/slide94.xml"/><Relationship Id="rId140" Type="http://schemas.openxmlformats.org/officeDocument/2006/relationships/slide" Target="slides/slide138.xml"/><Relationship Id="rId161" Type="http://schemas.openxmlformats.org/officeDocument/2006/relationships/slide" Target="slides/slide159.xml"/><Relationship Id="rId182" Type="http://schemas.openxmlformats.org/officeDocument/2006/relationships/slide" Target="slides/slide180.xml"/><Relationship Id="rId6" Type="http://schemas.openxmlformats.org/officeDocument/2006/relationships/slide" Target="slides/slide4.xml"/><Relationship Id="rId23" Type="http://schemas.openxmlformats.org/officeDocument/2006/relationships/slide" Target="slides/slide21.xml"/><Relationship Id="rId119" Type="http://schemas.openxmlformats.org/officeDocument/2006/relationships/slide" Target="slides/slide117.xml"/><Relationship Id="rId44" Type="http://schemas.openxmlformats.org/officeDocument/2006/relationships/slide" Target="slides/slide42.xml"/><Relationship Id="rId65" Type="http://schemas.openxmlformats.org/officeDocument/2006/relationships/slide" Target="slides/slide63.xml"/><Relationship Id="rId86" Type="http://schemas.openxmlformats.org/officeDocument/2006/relationships/slide" Target="slides/slide84.xml"/><Relationship Id="rId130" Type="http://schemas.openxmlformats.org/officeDocument/2006/relationships/slide" Target="slides/slide128.xml"/><Relationship Id="rId151" Type="http://schemas.openxmlformats.org/officeDocument/2006/relationships/slide" Target="slides/slide149.xml"/><Relationship Id="rId172" Type="http://schemas.openxmlformats.org/officeDocument/2006/relationships/slide" Target="slides/slide170.xml"/><Relationship Id="rId193" Type="http://schemas.openxmlformats.org/officeDocument/2006/relationships/theme" Target="theme/theme1.xml"/><Relationship Id="rId13" Type="http://schemas.openxmlformats.org/officeDocument/2006/relationships/slide" Target="slides/slide11.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slide" Target="slides/slide123.xml"/><Relationship Id="rId141" Type="http://schemas.openxmlformats.org/officeDocument/2006/relationships/slide" Target="slides/slide139.xml"/><Relationship Id="rId146" Type="http://schemas.openxmlformats.org/officeDocument/2006/relationships/slide" Target="slides/slide144.xml"/><Relationship Id="rId167" Type="http://schemas.openxmlformats.org/officeDocument/2006/relationships/slide" Target="slides/slide165.xml"/><Relationship Id="rId188" Type="http://schemas.openxmlformats.org/officeDocument/2006/relationships/slide" Target="slides/slide186.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162" Type="http://schemas.openxmlformats.org/officeDocument/2006/relationships/slide" Target="slides/slide160.xml"/><Relationship Id="rId183" Type="http://schemas.openxmlformats.org/officeDocument/2006/relationships/slide" Target="slides/slide181.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slide" Target="slides/slide129.xml"/><Relationship Id="rId136" Type="http://schemas.openxmlformats.org/officeDocument/2006/relationships/slide" Target="slides/slide134.xml"/><Relationship Id="rId157" Type="http://schemas.openxmlformats.org/officeDocument/2006/relationships/slide" Target="slides/slide155.xml"/><Relationship Id="rId178" Type="http://schemas.openxmlformats.org/officeDocument/2006/relationships/slide" Target="slides/slide176.xml"/><Relationship Id="rId61" Type="http://schemas.openxmlformats.org/officeDocument/2006/relationships/slide" Target="slides/slide59.xml"/><Relationship Id="rId82" Type="http://schemas.openxmlformats.org/officeDocument/2006/relationships/slide" Target="slides/slide80.xml"/><Relationship Id="rId152" Type="http://schemas.openxmlformats.org/officeDocument/2006/relationships/slide" Target="slides/slide150.xml"/><Relationship Id="rId173" Type="http://schemas.openxmlformats.org/officeDocument/2006/relationships/slide" Target="slides/slide171.xml"/><Relationship Id="rId194" Type="http://schemas.openxmlformats.org/officeDocument/2006/relationships/tableStyles" Target="tableStyles.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slide" Target="slides/slide124.xml"/><Relationship Id="rId147" Type="http://schemas.openxmlformats.org/officeDocument/2006/relationships/slide" Target="slides/slide145.xml"/><Relationship Id="rId168" Type="http://schemas.openxmlformats.org/officeDocument/2006/relationships/slide" Target="slides/slide166.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142" Type="http://schemas.openxmlformats.org/officeDocument/2006/relationships/slide" Target="slides/slide140.xml"/><Relationship Id="rId163" Type="http://schemas.openxmlformats.org/officeDocument/2006/relationships/slide" Target="slides/slide161.xml"/><Relationship Id="rId184" Type="http://schemas.openxmlformats.org/officeDocument/2006/relationships/slide" Target="slides/slide182.xml"/><Relationship Id="rId189" Type="http://schemas.openxmlformats.org/officeDocument/2006/relationships/slide" Target="slides/slide187.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137" Type="http://schemas.openxmlformats.org/officeDocument/2006/relationships/slide" Target="slides/slide135.xml"/><Relationship Id="rId158" Type="http://schemas.openxmlformats.org/officeDocument/2006/relationships/slide" Target="slides/slide156.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32" Type="http://schemas.openxmlformats.org/officeDocument/2006/relationships/slide" Target="slides/slide130.xml"/><Relationship Id="rId153" Type="http://schemas.openxmlformats.org/officeDocument/2006/relationships/slide" Target="slides/slide151.xml"/><Relationship Id="rId174" Type="http://schemas.openxmlformats.org/officeDocument/2006/relationships/slide" Target="slides/slide172.xml"/><Relationship Id="rId179" Type="http://schemas.openxmlformats.org/officeDocument/2006/relationships/slide" Target="slides/slide177.xml"/><Relationship Id="rId190" Type="http://schemas.openxmlformats.org/officeDocument/2006/relationships/notesMaster" Target="notesMasters/notesMaster1.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143" Type="http://schemas.openxmlformats.org/officeDocument/2006/relationships/slide" Target="slides/slide141.xml"/><Relationship Id="rId148" Type="http://schemas.openxmlformats.org/officeDocument/2006/relationships/slide" Target="slides/slide146.xml"/><Relationship Id="rId164" Type="http://schemas.openxmlformats.org/officeDocument/2006/relationships/slide" Target="slides/slide162.xml"/><Relationship Id="rId169" Type="http://schemas.openxmlformats.org/officeDocument/2006/relationships/slide" Target="slides/slide167.xml"/><Relationship Id="rId185" Type="http://schemas.openxmlformats.org/officeDocument/2006/relationships/slide" Target="slides/slide183.xml"/><Relationship Id="rId4" Type="http://schemas.openxmlformats.org/officeDocument/2006/relationships/slide" Target="slides/slide2.xml"/><Relationship Id="rId9" Type="http://schemas.openxmlformats.org/officeDocument/2006/relationships/slide" Target="slides/slide7.xml"/><Relationship Id="rId180" Type="http://schemas.openxmlformats.org/officeDocument/2006/relationships/slide" Target="slides/slide178.xml"/><Relationship Id="rId26" Type="http://schemas.openxmlformats.org/officeDocument/2006/relationships/slide" Target="slides/slide24.xml"/><Relationship Id="rId47" Type="http://schemas.openxmlformats.org/officeDocument/2006/relationships/slide" Target="slides/slide45.xml"/><Relationship Id="rId68" Type="http://schemas.openxmlformats.org/officeDocument/2006/relationships/slide" Target="slides/slide66.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slide" Target="slides/slide131.xml"/><Relationship Id="rId154" Type="http://schemas.openxmlformats.org/officeDocument/2006/relationships/slide" Target="slides/slide152.xml"/><Relationship Id="rId175" Type="http://schemas.openxmlformats.org/officeDocument/2006/relationships/slide" Target="slides/slide173.xml"/><Relationship Id="rId16" Type="http://schemas.openxmlformats.org/officeDocument/2006/relationships/slide" Target="slides/slide14.xml"/><Relationship Id="rId37" Type="http://schemas.openxmlformats.org/officeDocument/2006/relationships/slide" Target="slides/slide35.xml"/><Relationship Id="rId58" Type="http://schemas.openxmlformats.org/officeDocument/2006/relationships/slide" Target="slides/slide56.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44" Type="http://schemas.openxmlformats.org/officeDocument/2006/relationships/slide" Target="slides/slide142.xml"/><Relationship Id="rId90" Type="http://schemas.openxmlformats.org/officeDocument/2006/relationships/slide" Target="slides/slide88.xml"/><Relationship Id="rId165" Type="http://schemas.openxmlformats.org/officeDocument/2006/relationships/slide" Target="slides/slide163.xml"/><Relationship Id="rId186" Type="http://schemas.openxmlformats.org/officeDocument/2006/relationships/slide" Target="slides/slide184.xml"/><Relationship Id="rId27" Type="http://schemas.openxmlformats.org/officeDocument/2006/relationships/slide" Target="slides/slide25.xml"/><Relationship Id="rId48" Type="http://schemas.openxmlformats.org/officeDocument/2006/relationships/slide" Target="slides/slide46.xml"/><Relationship Id="rId69" Type="http://schemas.openxmlformats.org/officeDocument/2006/relationships/slide" Target="slides/slide67.xml"/><Relationship Id="rId113" Type="http://schemas.openxmlformats.org/officeDocument/2006/relationships/slide" Target="slides/slide111.xml"/><Relationship Id="rId134" Type="http://schemas.openxmlformats.org/officeDocument/2006/relationships/slide" Target="slides/slide132.xml"/><Relationship Id="rId80" Type="http://schemas.openxmlformats.org/officeDocument/2006/relationships/slide" Target="slides/slide78.xml"/><Relationship Id="rId155" Type="http://schemas.openxmlformats.org/officeDocument/2006/relationships/slide" Target="slides/slide153.xml"/><Relationship Id="rId176" Type="http://schemas.openxmlformats.org/officeDocument/2006/relationships/slide" Target="slides/slide174.xml"/><Relationship Id="rId17" Type="http://schemas.openxmlformats.org/officeDocument/2006/relationships/slide" Target="slides/slide15.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24" Type="http://schemas.openxmlformats.org/officeDocument/2006/relationships/slide" Target="slides/slide122.xml"/><Relationship Id="rId70" Type="http://schemas.openxmlformats.org/officeDocument/2006/relationships/slide" Target="slides/slide68.xml"/><Relationship Id="rId91" Type="http://schemas.openxmlformats.org/officeDocument/2006/relationships/slide" Target="slides/slide89.xml"/><Relationship Id="rId145" Type="http://schemas.openxmlformats.org/officeDocument/2006/relationships/slide" Target="slides/slide143.xml"/><Relationship Id="rId166" Type="http://schemas.openxmlformats.org/officeDocument/2006/relationships/slide" Target="slides/slide164.xml"/><Relationship Id="rId187" Type="http://schemas.openxmlformats.org/officeDocument/2006/relationships/slide" Target="slides/slide185.xml"/><Relationship Id="rId1" Type="http://schemas.openxmlformats.org/officeDocument/2006/relationships/slideMaster" Target="slideMasters/slideMaster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60" Type="http://schemas.openxmlformats.org/officeDocument/2006/relationships/slide" Target="slides/slide58.xml"/><Relationship Id="rId81" Type="http://schemas.openxmlformats.org/officeDocument/2006/relationships/slide" Target="slides/slide79.xml"/><Relationship Id="rId135" Type="http://schemas.openxmlformats.org/officeDocument/2006/relationships/slide" Target="slides/slide133.xml"/><Relationship Id="rId156" Type="http://schemas.openxmlformats.org/officeDocument/2006/relationships/slide" Target="slides/slide154.xml"/><Relationship Id="rId177" Type="http://schemas.openxmlformats.org/officeDocument/2006/relationships/slide" Target="slides/slide175.xml"/><Relationship Id="rId18" Type="http://schemas.openxmlformats.org/officeDocument/2006/relationships/slide" Target="slides/slide16.xml"/><Relationship Id="rId39" Type="http://schemas.openxmlformats.org/officeDocument/2006/relationships/slide" Target="slides/slide37.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9.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9.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49.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49.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49.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49.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49.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49.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91705B7-8C8A-42C4-AB17-1CFFB083E057}" type="datetimeFigureOut">
              <a:rPr lang="zh-CN" altLang="en-US" smtClean="0"/>
              <a:t>2025/11/20</a:t>
            </a:fld>
            <a:endParaRPr lang="zh-CN" altLang="en-US"/>
          </a:p>
        </p:txBody>
      </p:sp>
      <p:sp>
        <p:nvSpPr>
          <p:cNvPr id="4" name="幻灯片图像占位符 3"/>
          <p:cNvSpPr>
            <a:spLocks noGrp="1" noRot="1" noChangeAspect="1"/>
          </p:cNvSpPr>
          <p:nvPr>
            <p:ph type="sldImg" idx="2"/>
          </p:nvPr>
        </p:nvSpPr>
        <p:spPr>
          <a:xfrm>
            <a:off x="952500" y="685800"/>
            <a:ext cx="4953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03D7E5C-22A0-4D6E-B6E0-612BC81E1703}"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79.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80.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81.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82.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83.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84.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85.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86.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8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6E2A80B3-C0A5-413B-893E-AEC8AE2A60F3}" type="slidenum">
              <a:rPr lang="en-US" altLang="zh-CN"/>
              <a:t>9</a:t>
            </a:fld>
            <a:endParaRPr lang="en-US" altLang="zh-CN"/>
          </a:p>
        </p:txBody>
      </p:sp>
      <p:sp>
        <p:nvSpPr>
          <p:cNvPr id="327682" name="Rectangle 2"/>
          <p:cNvSpPr>
            <a:spLocks noGrp="1" noRot="1" noChangeAspect="1" noChangeArrowheads="1" noTextEdit="1"/>
          </p:cNvSpPr>
          <p:nvPr>
            <p:ph type="sldImg"/>
          </p:nvPr>
        </p:nvSpPr>
        <p:spPr/>
      </p:sp>
      <p:sp>
        <p:nvSpPr>
          <p:cNvPr id="327683"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401E3C24-B2DE-474F-9D4E-5031B58F49A3}" type="slidenum">
              <a:rPr lang="en-US" altLang="zh-CN"/>
              <a:t>10</a:t>
            </a:fld>
            <a:endParaRPr lang="en-US" altLang="zh-CN"/>
          </a:p>
        </p:txBody>
      </p:sp>
      <p:sp>
        <p:nvSpPr>
          <p:cNvPr id="329730" name="Rectangle 2"/>
          <p:cNvSpPr>
            <a:spLocks noGrp="1" noRot="1" noChangeAspect="1" noChangeArrowheads="1" noTextEdit="1"/>
          </p:cNvSpPr>
          <p:nvPr>
            <p:ph type="sldImg"/>
          </p:nvPr>
        </p:nvSpPr>
        <p:spPr/>
      </p:sp>
      <p:sp>
        <p:nvSpPr>
          <p:cNvPr id="32973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FE0EAA12-D355-4362-AB0E-81E5FDB943A9}" type="slidenum">
              <a:rPr lang="en-US" altLang="zh-CN"/>
              <a:t>11</a:t>
            </a:fld>
            <a:endParaRPr lang="en-US" altLang="zh-CN"/>
          </a:p>
        </p:txBody>
      </p:sp>
      <p:sp>
        <p:nvSpPr>
          <p:cNvPr id="209922" name="Rectangle 2"/>
          <p:cNvSpPr>
            <a:spLocks noGrp="1" noRot="1" noChangeAspect="1" noChangeArrowheads="1" noTextEdit="1"/>
          </p:cNvSpPr>
          <p:nvPr>
            <p:ph type="sldImg"/>
          </p:nvPr>
        </p:nvSpPr>
        <p:spPr/>
      </p:sp>
      <p:sp>
        <p:nvSpPr>
          <p:cNvPr id="209923"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8A4C91FE-31F0-4314-95CA-68F3B5AAB424}" type="slidenum">
              <a:rPr lang="en-US" altLang="zh-CN"/>
              <a:t>14</a:t>
            </a:fld>
            <a:endParaRPr lang="en-US" altLang="zh-CN"/>
          </a:p>
        </p:txBody>
      </p:sp>
      <p:sp>
        <p:nvSpPr>
          <p:cNvPr id="380930" name="Rectangle 2"/>
          <p:cNvSpPr>
            <a:spLocks noGrp="1" noRot="1" noChangeAspect="1" noChangeArrowheads="1" noTextEdit="1"/>
          </p:cNvSpPr>
          <p:nvPr>
            <p:ph type="sldImg"/>
          </p:nvPr>
        </p:nvSpPr>
        <p:spPr/>
      </p:sp>
      <p:sp>
        <p:nvSpPr>
          <p:cNvPr id="38093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4A78289B-38DA-4EDB-B4CE-606DE8339B31}" type="slidenum">
              <a:rPr lang="en-US" altLang="zh-CN"/>
              <a:t>16</a:t>
            </a:fld>
            <a:endParaRPr lang="en-US" altLang="zh-CN"/>
          </a:p>
        </p:txBody>
      </p:sp>
      <p:sp>
        <p:nvSpPr>
          <p:cNvPr id="237570" name="Rectangle 2"/>
          <p:cNvSpPr>
            <a:spLocks noGrp="1" noRot="1" noChangeAspect="1" noChangeArrowheads="1" noTextEdit="1"/>
          </p:cNvSpPr>
          <p:nvPr>
            <p:ph type="sldImg"/>
          </p:nvPr>
        </p:nvSpPr>
        <p:spPr/>
      </p:sp>
      <p:sp>
        <p:nvSpPr>
          <p:cNvPr id="23757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5C3D3496-1C0A-4DF1-B1A8-F03A4FB43450}" type="slidenum">
              <a:rPr lang="en-US" altLang="zh-CN"/>
              <a:t>19</a:t>
            </a:fld>
            <a:endParaRPr lang="en-US" altLang="zh-CN"/>
          </a:p>
        </p:txBody>
      </p:sp>
      <p:sp>
        <p:nvSpPr>
          <p:cNvPr id="253954" name="Rectangle 2"/>
          <p:cNvSpPr>
            <a:spLocks noGrp="1" noRot="1" noChangeAspect="1" noChangeArrowheads="1" noTextEdit="1"/>
          </p:cNvSpPr>
          <p:nvPr>
            <p:ph type="sldImg"/>
          </p:nvPr>
        </p:nvSpPr>
        <p:spPr/>
      </p:sp>
      <p:sp>
        <p:nvSpPr>
          <p:cNvPr id="25395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F58BB64D-82BF-4402-B1B4-2B119A77DE61}" type="slidenum">
              <a:rPr lang="en-US" altLang="zh-CN"/>
              <a:t>22</a:t>
            </a:fld>
            <a:endParaRPr lang="en-US" altLang="zh-CN"/>
          </a:p>
        </p:txBody>
      </p:sp>
      <p:sp>
        <p:nvSpPr>
          <p:cNvPr id="181250" name="Rectangle 2"/>
          <p:cNvSpPr>
            <a:spLocks noGrp="1" noRot="1" noChangeAspect="1" noChangeArrowheads="1" noTextEdit="1"/>
          </p:cNvSpPr>
          <p:nvPr>
            <p:ph type="sldImg"/>
          </p:nvPr>
        </p:nvSpPr>
        <p:spPr/>
      </p:sp>
      <p:sp>
        <p:nvSpPr>
          <p:cNvPr id="18125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F58BB64D-82BF-4402-B1B4-2B119A77DE61}" type="slidenum">
              <a:rPr lang="en-US" altLang="zh-CN"/>
              <a:t>23</a:t>
            </a:fld>
            <a:endParaRPr lang="en-US" altLang="zh-CN"/>
          </a:p>
        </p:txBody>
      </p:sp>
      <p:sp>
        <p:nvSpPr>
          <p:cNvPr id="181250" name="Rectangle 2"/>
          <p:cNvSpPr>
            <a:spLocks noGrp="1" noRot="1" noChangeAspect="1" noChangeArrowheads="1" noTextEdit="1"/>
          </p:cNvSpPr>
          <p:nvPr>
            <p:ph type="sldImg"/>
          </p:nvPr>
        </p:nvSpPr>
        <p:spPr/>
      </p:sp>
      <p:sp>
        <p:nvSpPr>
          <p:cNvPr id="18125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669359E1-CD3A-4561-AA5E-43EB198A1B85}" type="slidenum">
              <a:rPr lang="en-US" altLang="zh-CN"/>
              <a:t>24</a:t>
            </a:fld>
            <a:endParaRPr lang="en-US" altLang="zh-CN"/>
          </a:p>
        </p:txBody>
      </p:sp>
      <p:sp>
        <p:nvSpPr>
          <p:cNvPr id="183298" name="Rectangle 2"/>
          <p:cNvSpPr>
            <a:spLocks noGrp="1" noRot="1" noChangeAspect="1" noChangeArrowheads="1" noTextEdit="1"/>
          </p:cNvSpPr>
          <p:nvPr>
            <p:ph type="sldImg"/>
          </p:nvPr>
        </p:nvSpPr>
        <p:spPr/>
      </p:sp>
      <p:sp>
        <p:nvSpPr>
          <p:cNvPr id="18329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669359E1-CD3A-4561-AA5E-43EB198A1B85}" type="slidenum">
              <a:rPr lang="en-US" altLang="zh-CN"/>
              <a:t>25</a:t>
            </a:fld>
            <a:endParaRPr lang="en-US" altLang="zh-CN"/>
          </a:p>
        </p:txBody>
      </p:sp>
      <p:sp>
        <p:nvSpPr>
          <p:cNvPr id="183298" name="Rectangle 2"/>
          <p:cNvSpPr>
            <a:spLocks noGrp="1" noRot="1" noChangeAspect="1" noChangeArrowheads="1" noTextEdit="1"/>
          </p:cNvSpPr>
          <p:nvPr>
            <p:ph type="sldImg"/>
          </p:nvPr>
        </p:nvSpPr>
        <p:spPr/>
      </p:sp>
      <p:sp>
        <p:nvSpPr>
          <p:cNvPr id="18329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F9B74550-4683-484B-BE4E-306FB7D97BE9}" type="slidenum">
              <a:rPr lang="en-US" altLang="zh-CN"/>
              <a:t>26</a:t>
            </a:fld>
            <a:endParaRPr lang="en-US" altLang="zh-CN"/>
          </a:p>
        </p:txBody>
      </p:sp>
      <p:sp>
        <p:nvSpPr>
          <p:cNvPr id="186370" name="Rectangle 2"/>
          <p:cNvSpPr>
            <a:spLocks noGrp="1" noRot="1" noChangeAspect="1" noChangeArrowheads="1" noTextEdit="1"/>
          </p:cNvSpPr>
          <p:nvPr>
            <p:ph type="sldImg"/>
          </p:nvPr>
        </p:nvSpPr>
        <p:spPr/>
      </p:sp>
      <p:sp>
        <p:nvSpPr>
          <p:cNvPr id="18637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F9B74550-4683-484B-BE4E-306FB7D97BE9}" type="slidenum">
              <a:rPr lang="en-US" altLang="zh-CN"/>
              <a:t>27</a:t>
            </a:fld>
            <a:endParaRPr lang="en-US" altLang="zh-CN"/>
          </a:p>
        </p:txBody>
      </p:sp>
      <p:sp>
        <p:nvSpPr>
          <p:cNvPr id="186370" name="Rectangle 2"/>
          <p:cNvSpPr>
            <a:spLocks noGrp="1" noRot="1" noChangeAspect="1" noChangeArrowheads="1" noTextEdit="1"/>
          </p:cNvSpPr>
          <p:nvPr>
            <p:ph type="sldImg"/>
          </p:nvPr>
        </p:nvSpPr>
        <p:spPr/>
      </p:sp>
      <p:sp>
        <p:nvSpPr>
          <p:cNvPr id="18637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AA6E0FC0-8F07-4FF0-AEA6-ABFA6A246775}" type="slidenum">
              <a:rPr lang="en-US" altLang="zh-CN"/>
              <a:t>28</a:t>
            </a:fld>
            <a:endParaRPr lang="en-US" altLang="zh-CN"/>
          </a:p>
        </p:txBody>
      </p:sp>
      <p:sp>
        <p:nvSpPr>
          <p:cNvPr id="270338" name="Rectangle 2"/>
          <p:cNvSpPr>
            <a:spLocks noGrp="1" noRot="1" noChangeAspect="1" noChangeArrowheads="1" noTextEdit="1"/>
          </p:cNvSpPr>
          <p:nvPr>
            <p:ph type="sldImg"/>
          </p:nvPr>
        </p:nvSpPr>
        <p:spPr/>
      </p:sp>
      <p:sp>
        <p:nvSpPr>
          <p:cNvPr id="27033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DA2099C-E03D-4BEA-80BD-EC59252D8E32}" type="slidenum">
              <a:rPr lang="zh-CN" altLang="en-US" smtClean="0"/>
              <a:t>38</a:t>
            </a:fld>
            <a:endParaRPr lang="en-US"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07F40855-6124-4D1D-B4C0-33846E201992}" type="slidenum">
              <a:rPr lang="en-US" altLang="zh-CN"/>
              <a:t>40</a:t>
            </a:fld>
            <a:endParaRPr lang="en-US" altLang="zh-CN"/>
          </a:p>
        </p:txBody>
      </p:sp>
      <p:sp>
        <p:nvSpPr>
          <p:cNvPr id="548866" name="Rectangle 2"/>
          <p:cNvSpPr>
            <a:spLocks noGrp="1" noRot="1" noChangeAspect="1" noChangeArrowheads="1" noTextEdit="1"/>
          </p:cNvSpPr>
          <p:nvPr>
            <p:ph type="sldImg"/>
          </p:nvPr>
        </p:nvSpPr>
        <p:spPr/>
      </p:sp>
      <p:sp>
        <p:nvSpPr>
          <p:cNvPr id="548867"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6F269F7E-9E13-451D-B92F-BFAEF68B867E}" type="slidenum">
              <a:rPr lang="en-US" altLang="zh-CN"/>
              <a:t>41</a:t>
            </a:fld>
            <a:endParaRPr lang="en-US" altLang="zh-CN"/>
          </a:p>
        </p:txBody>
      </p:sp>
      <p:sp>
        <p:nvSpPr>
          <p:cNvPr id="549890" name="Rectangle 2"/>
          <p:cNvSpPr>
            <a:spLocks noGrp="1" noRot="1" noChangeAspect="1" noChangeArrowheads="1" noTextEdit="1"/>
          </p:cNvSpPr>
          <p:nvPr>
            <p:ph type="sldImg"/>
          </p:nvPr>
        </p:nvSpPr>
        <p:spPr/>
      </p:sp>
      <p:sp>
        <p:nvSpPr>
          <p:cNvPr id="54989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18B408A4-A3C3-4E9C-A32F-7580D7024A16}" type="slidenum">
              <a:rPr lang="en-US" altLang="zh-CN"/>
              <a:t>42</a:t>
            </a:fld>
            <a:endParaRPr lang="en-US" altLang="zh-CN"/>
          </a:p>
        </p:txBody>
      </p:sp>
      <p:sp>
        <p:nvSpPr>
          <p:cNvPr id="550914" name="Rectangle 2"/>
          <p:cNvSpPr>
            <a:spLocks noGrp="1" noRot="1" noChangeAspect="1" noChangeArrowheads="1" noTextEdit="1"/>
          </p:cNvSpPr>
          <p:nvPr>
            <p:ph type="sldImg"/>
          </p:nvPr>
        </p:nvSpPr>
        <p:spPr/>
      </p:sp>
      <p:sp>
        <p:nvSpPr>
          <p:cNvPr id="55091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DA2099C-E03D-4BEA-80BD-EC59252D8E32}" type="slidenum">
              <a:rPr lang="zh-CN" altLang="en-US" smtClean="0"/>
              <a:t>43</a:t>
            </a:fld>
            <a:endParaRPr lang="en-US"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EBCC8F95-1A45-4C17-9E4D-B22B48F20B08}" type="slidenum">
              <a:rPr lang="en-US" altLang="zh-CN"/>
              <a:t>45</a:t>
            </a:fld>
            <a:endParaRPr lang="en-US" altLang="zh-CN"/>
          </a:p>
        </p:txBody>
      </p:sp>
      <p:sp>
        <p:nvSpPr>
          <p:cNvPr id="645122" name="Rectangle 2"/>
          <p:cNvSpPr>
            <a:spLocks noGrp="1" noRot="1" noChangeAspect="1" noChangeArrowheads="1" noTextEdit="1"/>
          </p:cNvSpPr>
          <p:nvPr>
            <p:ph type="sldImg"/>
          </p:nvPr>
        </p:nvSpPr>
        <p:spPr/>
      </p:sp>
      <p:sp>
        <p:nvSpPr>
          <p:cNvPr id="645123"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6297E903-FEAD-46E2-AE3E-691652B75F85}" type="slidenum">
              <a:rPr lang="en-US" altLang="zh-CN"/>
              <a:t>46</a:t>
            </a:fld>
            <a:endParaRPr lang="en-US" altLang="zh-CN"/>
          </a:p>
        </p:txBody>
      </p:sp>
      <p:sp>
        <p:nvSpPr>
          <p:cNvPr id="595970" name="Rectangle 2"/>
          <p:cNvSpPr>
            <a:spLocks noGrp="1" noRot="1" noChangeAspect="1" noChangeArrowheads="1" noTextEdit="1"/>
          </p:cNvSpPr>
          <p:nvPr>
            <p:ph type="sldImg"/>
          </p:nvPr>
        </p:nvSpPr>
        <p:spPr/>
      </p:sp>
      <p:sp>
        <p:nvSpPr>
          <p:cNvPr id="595971" name="Rectangle 3"/>
          <p:cNvSpPr>
            <a:spLocks noGrp="1" noChangeArrowheads="1"/>
          </p:cNvSpPr>
          <p:nvPr>
            <p:ph type="body" idx="1"/>
          </p:nvPr>
        </p:nvSpPr>
        <p:spPr/>
        <p:txBody>
          <a:bodyPr/>
          <a:lstStyle/>
          <a:p>
            <a:r>
              <a:rPr lang="zh-CN" altLang="en-US" dirty="0"/>
              <a:t>光纤调制解调器的作用就是进行电信号和光信号的转变。由于光纤带来的时延很小，并且带宽很宽，因此使用这种方法可以很容易的使主机和几公里之外的集线器相连接。如果使用多个集线器，就可以连接成覆盖更大范围的多级星型结构的以太网。例如，一个学院的三个系各有一个</a:t>
            </a:r>
            <a:r>
              <a:rPr lang="en-US" altLang="zh-CN" dirty="0"/>
              <a:t>10BASE-T</a:t>
            </a:r>
            <a:r>
              <a:rPr lang="zh-CN" altLang="en-US" dirty="0"/>
              <a:t>以太网，可以通过一个主干集线器把各系的以太网连接起来，成为一个更大的以太网。</a:t>
            </a:r>
            <a:endParaRPr lang="en-US" altLang="zh-CN" dirty="0"/>
          </a:p>
          <a:p>
            <a:endParaRPr lang="zh-CN" altLang="zh-CN"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D1BE5D66-098C-4A68-BC6F-A65947489FDD}" type="slidenum">
              <a:rPr lang="en-US" altLang="zh-CN"/>
              <a:t>47</a:t>
            </a:fld>
            <a:endParaRPr lang="en-US" altLang="zh-CN"/>
          </a:p>
        </p:txBody>
      </p:sp>
      <p:sp>
        <p:nvSpPr>
          <p:cNvPr id="598018" name="Rectangle 2"/>
          <p:cNvSpPr>
            <a:spLocks noGrp="1" noRot="1" noChangeAspect="1" noChangeArrowheads="1" noTextEdit="1"/>
          </p:cNvSpPr>
          <p:nvPr>
            <p:ph type="sldImg"/>
          </p:nvPr>
        </p:nvSpPr>
        <p:spPr/>
      </p:sp>
      <p:sp>
        <p:nvSpPr>
          <p:cNvPr id="59801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D1BE5D66-098C-4A68-BC6F-A65947489FDD}" type="slidenum">
              <a:rPr kumimoji="0" lang="en-US" altLang="zh-CN" sz="12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48</a:t>
            </a:fld>
            <a:endParaRPr kumimoji="0" lang="en-US" altLang="zh-CN" sz="12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598018" name="Rectangle 2"/>
          <p:cNvSpPr>
            <a:spLocks noGrp="1" noRot="1" noChangeAspect="1" noChangeArrowheads="1" noTextEdit="1"/>
          </p:cNvSpPr>
          <p:nvPr>
            <p:ph type="sldImg"/>
          </p:nvPr>
        </p:nvSpPr>
        <p:spPr/>
      </p:sp>
      <p:sp>
        <p:nvSpPr>
          <p:cNvPr id="59801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362318B5-3A8E-4CC1-951F-506CEE882461}" type="slidenum">
              <a:rPr lang="en-US" altLang="zh-CN" sz="1200">
                <a:latin typeface="Arial" panose="020B0604020202020204" pitchFamily="34" charset="0"/>
              </a:rPr>
              <a:t>63</a:t>
            </a:fld>
            <a:endParaRPr lang="en-US" altLang="zh-CN" sz="1200">
              <a:latin typeface="Arial" panose="020B0604020202020204" pitchFamily="34" charset="0"/>
            </a:endParaRPr>
          </a:p>
        </p:txBody>
      </p:sp>
      <p:sp>
        <p:nvSpPr>
          <p:cNvPr id="31747" name="Rectangle 2"/>
          <p:cNvSpPr>
            <a:spLocks noGrp="1" noRot="1" noChangeAspect="1" noChangeArrowheads="1" noTextEdit="1"/>
          </p:cNvSpPr>
          <p:nvPr>
            <p:ph type="sldImg"/>
          </p:nvPr>
        </p:nvSpPr>
        <p:spPr/>
      </p:sp>
      <p:sp>
        <p:nvSpPr>
          <p:cNvPr id="31748" name="Rectangle 3"/>
          <p:cNvSpPr>
            <a:spLocks noGrp="1" noChangeArrowheads="1"/>
          </p:cNvSpPr>
          <p:nvPr>
            <p:ph type="body" idx="1"/>
          </p:nvPr>
        </p:nvSpPr>
        <p:spPr>
          <a:noFill/>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3948000D-7B90-4030-8BBA-A050511F1FCD}" type="slidenum">
              <a:rPr lang="en-US" altLang="zh-CN" sz="1200">
                <a:latin typeface="Arial" panose="020B0604020202020204" pitchFamily="34" charset="0"/>
              </a:rPr>
              <a:t>64</a:t>
            </a:fld>
            <a:endParaRPr lang="en-US" altLang="zh-CN" sz="1200">
              <a:latin typeface="Arial" panose="020B0604020202020204" pitchFamily="34" charset="0"/>
            </a:endParaRPr>
          </a:p>
        </p:txBody>
      </p:sp>
      <p:sp>
        <p:nvSpPr>
          <p:cNvPr id="33795" name="Rectangle 2"/>
          <p:cNvSpPr>
            <a:spLocks noGrp="1" noRot="1" noChangeAspect="1" noChangeArrowheads="1" noTextEdit="1"/>
          </p:cNvSpPr>
          <p:nvPr>
            <p:ph type="sldImg"/>
          </p:nvPr>
        </p:nvSpPr>
        <p:spPr/>
      </p:sp>
      <p:sp>
        <p:nvSpPr>
          <p:cNvPr id="33796" name="Rectangle 3"/>
          <p:cNvSpPr>
            <a:spLocks noGrp="1" noChangeArrowheads="1"/>
          </p:cNvSpPr>
          <p:nvPr>
            <p:ph type="body" idx="1"/>
          </p:nvPr>
        </p:nvSpPr>
        <p:spPr>
          <a:noFill/>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F258536F-3E42-4A32-A403-80B99AAFE183}" type="slidenum">
              <a:rPr lang="en-US" altLang="zh-CN" sz="1200">
                <a:latin typeface="Arial" panose="020B0604020202020204" pitchFamily="34" charset="0"/>
              </a:rPr>
              <a:t>67</a:t>
            </a:fld>
            <a:endParaRPr lang="en-US" altLang="zh-CN" sz="1200">
              <a:latin typeface="Arial" panose="020B0604020202020204" pitchFamily="34" charset="0"/>
            </a:endParaRPr>
          </a:p>
        </p:txBody>
      </p:sp>
      <p:sp>
        <p:nvSpPr>
          <p:cNvPr id="36867" name="Rectangle 2"/>
          <p:cNvSpPr>
            <a:spLocks noGrp="1" noRot="1" noChangeAspect="1" noChangeArrowheads="1" noTextEdit="1"/>
          </p:cNvSpPr>
          <p:nvPr>
            <p:ph type="sldImg"/>
          </p:nvPr>
        </p:nvSpPr>
        <p:spPr/>
      </p:sp>
      <p:sp>
        <p:nvSpPr>
          <p:cNvPr id="36868" name="Rectangle 3"/>
          <p:cNvSpPr>
            <a:spLocks noGrp="1" noChangeArrowheads="1"/>
          </p:cNvSpPr>
          <p:nvPr>
            <p:ph type="body" idx="1"/>
          </p:nvPr>
        </p:nvSpPr>
        <p:spPr>
          <a:noFill/>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F258536F-3E42-4A32-A403-80B99AAFE183}" type="slidenum">
              <a:rPr lang="en-US" altLang="zh-CN" sz="1200">
                <a:latin typeface="Arial" panose="020B0604020202020204" pitchFamily="34" charset="0"/>
              </a:rPr>
              <a:t>68</a:t>
            </a:fld>
            <a:endParaRPr lang="en-US" altLang="zh-CN" sz="1200">
              <a:latin typeface="Arial" panose="020B0604020202020204" pitchFamily="34" charset="0"/>
            </a:endParaRPr>
          </a:p>
        </p:txBody>
      </p:sp>
      <p:sp>
        <p:nvSpPr>
          <p:cNvPr id="36867" name="Rectangle 2"/>
          <p:cNvSpPr>
            <a:spLocks noGrp="1" noRot="1" noChangeAspect="1" noChangeArrowheads="1" noTextEdit="1"/>
          </p:cNvSpPr>
          <p:nvPr>
            <p:ph type="sldImg"/>
          </p:nvPr>
        </p:nvSpPr>
        <p:spPr/>
      </p:sp>
      <p:sp>
        <p:nvSpPr>
          <p:cNvPr id="36868" name="Rectangle 3"/>
          <p:cNvSpPr>
            <a:spLocks noGrp="1" noChangeArrowheads="1"/>
          </p:cNvSpPr>
          <p:nvPr>
            <p:ph type="body" idx="1"/>
          </p:nvPr>
        </p:nvSpPr>
        <p:spPr>
          <a:noFill/>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F258536F-3E42-4A32-A403-80B99AAFE183}" type="slidenum">
              <a:rPr lang="en-US" altLang="zh-CN" sz="1200">
                <a:latin typeface="Arial" panose="020B0604020202020204" pitchFamily="34" charset="0"/>
              </a:rPr>
              <a:t>69</a:t>
            </a:fld>
            <a:endParaRPr lang="en-US" altLang="zh-CN" sz="1200">
              <a:latin typeface="Arial" panose="020B0604020202020204" pitchFamily="34" charset="0"/>
            </a:endParaRPr>
          </a:p>
        </p:txBody>
      </p:sp>
      <p:sp>
        <p:nvSpPr>
          <p:cNvPr id="36867" name="Rectangle 2"/>
          <p:cNvSpPr>
            <a:spLocks noGrp="1" noRot="1" noChangeAspect="1" noChangeArrowheads="1" noTextEdit="1"/>
          </p:cNvSpPr>
          <p:nvPr>
            <p:ph type="sldImg"/>
          </p:nvPr>
        </p:nvSpPr>
        <p:spPr/>
      </p:sp>
      <p:sp>
        <p:nvSpPr>
          <p:cNvPr id="36868" name="Rectangle 3"/>
          <p:cNvSpPr>
            <a:spLocks noGrp="1" noChangeArrowheads="1"/>
          </p:cNvSpPr>
          <p:nvPr>
            <p:ph type="body" idx="1"/>
          </p:nvPr>
        </p:nvSpPr>
        <p:spPr>
          <a:noFill/>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66FFD0F2-9519-4030-92F0-ED93B4D89C25}" type="slidenum">
              <a:rPr lang="en-US" altLang="zh-CN" sz="1200">
                <a:latin typeface="Arial" panose="020B0604020202020204" pitchFamily="34" charset="0"/>
              </a:rPr>
              <a:t>70</a:t>
            </a:fld>
            <a:endParaRPr lang="en-US" altLang="zh-CN" sz="1200">
              <a:latin typeface="Arial" panose="020B0604020202020204" pitchFamily="34" charset="0"/>
            </a:endParaRPr>
          </a:p>
        </p:txBody>
      </p:sp>
      <p:sp>
        <p:nvSpPr>
          <p:cNvPr id="38915" name="Rectangle 2"/>
          <p:cNvSpPr>
            <a:spLocks noGrp="1" noRot="1" noChangeAspect="1" noChangeArrowheads="1" noTextEdit="1"/>
          </p:cNvSpPr>
          <p:nvPr>
            <p:ph type="sldImg"/>
          </p:nvPr>
        </p:nvSpPr>
        <p:spPr/>
      </p:sp>
      <p:sp>
        <p:nvSpPr>
          <p:cNvPr id="38916" name="Rectangle 3"/>
          <p:cNvSpPr>
            <a:spLocks noGrp="1" noChangeArrowheads="1"/>
          </p:cNvSpPr>
          <p:nvPr>
            <p:ph type="body" idx="1"/>
          </p:nvPr>
        </p:nvSpPr>
        <p:spPr>
          <a:noFill/>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4ACBF8C6-E7F9-4CF9-A77A-31F71F14A7AD}" type="slidenum">
              <a:rPr lang="en-US" altLang="zh-CN" sz="1200">
                <a:latin typeface="Arial" panose="020B0604020202020204" pitchFamily="34" charset="0"/>
              </a:rPr>
              <a:t>71</a:t>
            </a:fld>
            <a:endParaRPr lang="en-US" altLang="zh-CN" sz="1200">
              <a:latin typeface="Arial" panose="020B0604020202020204" pitchFamily="34" charset="0"/>
            </a:endParaRPr>
          </a:p>
        </p:txBody>
      </p:sp>
      <p:sp>
        <p:nvSpPr>
          <p:cNvPr id="40963" name="Rectangle 2"/>
          <p:cNvSpPr>
            <a:spLocks noGrp="1" noRot="1" noChangeAspect="1" noChangeArrowheads="1" noTextEdit="1"/>
          </p:cNvSpPr>
          <p:nvPr>
            <p:ph type="sldImg"/>
          </p:nvPr>
        </p:nvSpPr>
        <p:spPr/>
      </p:sp>
      <p:sp>
        <p:nvSpPr>
          <p:cNvPr id="40964" name="Rectangle 3"/>
          <p:cNvSpPr>
            <a:spLocks noGrp="1" noChangeArrowheads="1"/>
          </p:cNvSpPr>
          <p:nvPr>
            <p:ph type="body" idx="1"/>
          </p:nvPr>
        </p:nvSpPr>
        <p:spPr>
          <a:noFill/>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B3A18536-26F4-43ED-B59F-3172FDDA804F}" type="slidenum">
              <a:rPr lang="en-US" altLang="zh-CN" sz="1200">
                <a:latin typeface="Arial" panose="020B0604020202020204" pitchFamily="34" charset="0"/>
              </a:rPr>
              <a:t>72</a:t>
            </a:fld>
            <a:endParaRPr lang="en-US" altLang="zh-CN" sz="1200">
              <a:latin typeface="Arial" panose="020B0604020202020204" pitchFamily="34" charset="0"/>
            </a:endParaRPr>
          </a:p>
        </p:txBody>
      </p:sp>
      <p:sp>
        <p:nvSpPr>
          <p:cNvPr id="43011" name="Rectangle 2"/>
          <p:cNvSpPr>
            <a:spLocks noGrp="1" noRot="1" noChangeAspect="1" noChangeArrowheads="1" noTextEdit="1"/>
          </p:cNvSpPr>
          <p:nvPr>
            <p:ph type="sldImg"/>
          </p:nvPr>
        </p:nvSpPr>
        <p:spPr/>
      </p:sp>
      <p:sp>
        <p:nvSpPr>
          <p:cNvPr id="43012" name="Rectangle 3"/>
          <p:cNvSpPr>
            <a:spLocks noGrp="1" noChangeArrowheads="1"/>
          </p:cNvSpPr>
          <p:nvPr>
            <p:ph type="body" idx="1"/>
          </p:nvPr>
        </p:nvSpPr>
        <p:spPr>
          <a:noFill/>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893004CF-C4E9-4FE5-9D99-759CC71DBC68}" type="slidenum">
              <a:rPr lang="en-US" altLang="zh-CN" sz="1200">
                <a:latin typeface="Arial" panose="020B0604020202020204" pitchFamily="34" charset="0"/>
              </a:rPr>
              <a:t>88</a:t>
            </a:fld>
            <a:endParaRPr lang="en-US" altLang="zh-CN" sz="1200">
              <a:latin typeface="Arial" panose="020B0604020202020204" pitchFamily="34" charset="0"/>
            </a:endParaRPr>
          </a:p>
        </p:txBody>
      </p:sp>
      <p:sp>
        <p:nvSpPr>
          <p:cNvPr id="59395" name="Rectangle 2"/>
          <p:cNvSpPr>
            <a:spLocks noGrp="1" noRot="1" noChangeAspect="1" noChangeArrowheads="1" noTextEdit="1"/>
          </p:cNvSpPr>
          <p:nvPr>
            <p:ph type="sldImg"/>
          </p:nvPr>
        </p:nvSpPr>
        <p:spPr/>
      </p:sp>
      <p:sp>
        <p:nvSpPr>
          <p:cNvPr id="59396" name="Rectangle 3"/>
          <p:cNvSpPr>
            <a:spLocks noGrp="1" noChangeArrowheads="1"/>
          </p:cNvSpPr>
          <p:nvPr>
            <p:ph type="body" idx="1"/>
          </p:nvPr>
        </p:nvSpPr>
        <p:spPr>
          <a:noFill/>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893004CF-C4E9-4FE5-9D99-759CC71DBC68}" type="slidenum">
              <a:rPr lang="en-US" altLang="zh-CN" sz="1200">
                <a:latin typeface="Arial" panose="020B0604020202020204" pitchFamily="34" charset="0"/>
              </a:rPr>
              <a:t>89</a:t>
            </a:fld>
            <a:endParaRPr lang="en-US" altLang="zh-CN" sz="1200">
              <a:latin typeface="Arial" panose="020B0604020202020204" pitchFamily="34" charset="0"/>
            </a:endParaRPr>
          </a:p>
        </p:txBody>
      </p:sp>
      <p:sp>
        <p:nvSpPr>
          <p:cNvPr id="59395" name="Rectangle 2"/>
          <p:cNvSpPr>
            <a:spLocks noGrp="1" noRot="1" noChangeAspect="1" noChangeArrowheads="1" noTextEdit="1"/>
          </p:cNvSpPr>
          <p:nvPr>
            <p:ph type="sldImg"/>
          </p:nvPr>
        </p:nvSpPr>
        <p:spPr/>
      </p:sp>
      <p:sp>
        <p:nvSpPr>
          <p:cNvPr id="59396" name="Rectangle 3"/>
          <p:cNvSpPr>
            <a:spLocks noGrp="1" noChangeArrowheads="1"/>
          </p:cNvSpPr>
          <p:nvPr>
            <p:ph type="body" idx="1"/>
          </p:nvPr>
        </p:nvSpPr>
        <p:spPr>
          <a:noFill/>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893004CF-C4E9-4FE5-9D99-759CC71DBC68}" type="slidenum">
              <a:rPr lang="en-US" altLang="zh-CN" sz="1200">
                <a:latin typeface="Arial" panose="020B0604020202020204" pitchFamily="34" charset="0"/>
              </a:rPr>
              <a:t>90</a:t>
            </a:fld>
            <a:endParaRPr lang="en-US" altLang="zh-CN" sz="1200">
              <a:latin typeface="Arial" panose="020B0604020202020204" pitchFamily="34" charset="0"/>
            </a:endParaRPr>
          </a:p>
        </p:txBody>
      </p:sp>
      <p:sp>
        <p:nvSpPr>
          <p:cNvPr id="59395" name="Rectangle 2"/>
          <p:cNvSpPr>
            <a:spLocks noGrp="1" noRot="1" noChangeAspect="1" noChangeArrowheads="1" noTextEdit="1"/>
          </p:cNvSpPr>
          <p:nvPr>
            <p:ph type="sldImg"/>
          </p:nvPr>
        </p:nvSpPr>
        <p:spPr/>
      </p:sp>
      <p:sp>
        <p:nvSpPr>
          <p:cNvPr id="59396" name="Rectangle 3"/>
          <p:cNvSpPr>
            <a:spLocks noGrp="1" noChangeArrowheads="1"/>
          </p:cNvSpPr>
          <p:nvPr>
            <p:ph type="body" idx="1"/>
          </p:nvPr>
        </p:nvSpPr>
        <p:spPr>
          <a:noFill/>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893004CF-C4E9-4FE5-9D99-759CC71DBC68}" type="slidenum">
              <a:rPr lang="en-US" altLang="zh-CN" sz="1200">
                <a:latin typeface="Arial" panose="020B0604020202020204" pitchFamily="34" charset="0"/>
              </a:rPr>
              <a:t>97</a:t>
            </a:fld>
            <a:endParaRPr lang="en-US" altLang="zh-CN" sz="1200">
              <a:latin typeface="Arial" panose="020B0604020202020204" pitchFamily="34" charset="0"/>
            </a:endParaRPr>
          </a:p>
        </p:txBody>
      </p:sp>
      <p:sp>
        <p:nvSpPr>
          <p:cNvPr id="59395" name="Rectangle 2"/>
          <p:cNvSpPr>
            <a:spLocks noGrp="1" noRot="1" noChangeAspect="1" noChangeArrowheads="1" noTextEdit="1"/>
          </p:cNvSpPr>
          <p:nvPr>
            <p:ph type="sldImg"/>
          </p:nvPr>
        </p:nvSpPr>
        <p:spPr/>
      </p:sp>
      <p:sp>
        <p:nvSpPr>
          <p:cNvPr id="59396" name="Rectangle 3"/>
          <p:cNvSpPr>
            <a:spLocks noGrp="1" noChangeArrowheads="1"/>
          </p:cNvSpPr>
          <p:nvPr>
            <p:ph type="body" idx="1"/>
          </p:nvPr>
        </p:nvSpPr>
        <p:spPr>
          <a:noFill/>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893004CF-C4E9-4FE5-9D99-759CC71DBC68}" type="slidenum">
              <a:rPr lang="en-US" altLang="zh-CN" sz="1200">
                <a:latin typeface="Arial" panose="020B0604020202020204" pitchFamily="34" charset="0"/>
              </a:rPr>
              <a:t>98</a:t>
            </a:fld>
            <a:endParaRPr lang="en-US" altLang="zh-CN" sz="1200">
              <a:latin typeface="Arial" panose="020B0604020202020204" pitchFamily="34" charset="0"/>
            </a:endParaRPr>
          </a:p>
        </p:txBody>
      </p:sp>
      <p:sp>
        <p:nvSpPr>
          <p:cNvPr id="59395" name="Rectangle 2"/>
          <p:cNvSpPr>
            <a:spLocks noGrp="1" noRot="1" noChangeAspect="1" noChangeArrowheads="1" noTextEdit="1"/>
          </p:cNvSpPr>
          <p:nvPr>
            <p:ph type="sldImg"/>
          </p:nvPr>
        </p:nvSpPr>
        <p:spPr/>
      </p:sp>
      <p:sp>
        <p:nvSpPr>
          <p:cNvPr id="59396" name="Rectangle 3"/>
          <p:cNvSpPr>
            <a:spLocks noGrp="1" noChangeArrowheads="1"/>
          </p:cNvSpPr>
          <p:nvPr>
            <p:ph type="body" idx="1"/>
          </p:nvPr>
        </p:nvSpPr>
        <p:spPr>
          <a:noFill/>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893004CF-C4E9-4FE5-9D99-759CC71DBC68}" type="slidenum">
              <a:rPr lang="en-US" altLang="zh-CN" sz="1200">
                <a:latin typeface="Arial" panose="020B0604020202020204" pitchFamily="34" charset="0"/>
              </a:rPr>
              <a:t>99</a:t>
            </a:fld>
            <a:endParaRPr lang="en-US" altLang="zh-CN" sz="1200">
              <a:latin typeface="Arial" panose="020B0604020202020204" pitchFamily="34" charset="0"/>
            </a:endParaRPr>
          </a:p>
        </p:txBody>
      </p:sp>
      <p:sp>
        <p:nvSpPr>
          <p:cNvPr id="59395" name="Rectangle 2"/>
          <p:cNvSpPr>
            <a:spLocks noGrp="1" noRot="1" noChangeAspect="1" noChangeArrowheads="1" noTextEdit="1"/>
          </p:cNvSpPr>
          <p:nvPr>
            <p:ph type="sldImg"/>
          </p:nvPr>
        </p:nvSpPr>
        <p:spPr/>
      </p:sp>
      <p:sp>
        <p:nvSpPr>
          <p:cNvPr id="59396" name="Rectangle 3"/>
          <p:cNvSpPr>
            <a:spLocks noGrp="1" noChangeArrowheads="1"/>
          </p:cNvSpPr>
          <p:nvPr>
            <p:ph type="body" idx="1"/>
          </p:nvPr>
        </p:nvSpPr>
        <p:spPr>
          <a:noFill/>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893004CF-C4E9-4FE5-9D99-759CC71DBC68}" type="slidenum">
              <a:rPr lang="en-US" altLang="zh-CN" sz="1200">
                <a:latin typeface="Arial" panose="020B0604020202020204" pitchFamily="34" charset="0"/>
              </a:rPr>
              <a:t>100</a:t>
            </a:fld>
            <a:endParaRPr lang="en-US" altLang="zh-CN" sz="1200">
              <a:latin typeface="Arial" panose="020B0604020202020204" pitchFamily="34" charset="0"/>
            </a:endParaRPr>
          </a:p>
        </p:txBody>
      </p:sp>
      <p:sp>
        <p:nvSpPr>
          <p:cNvPr id="59395" name="Rectangle 2"/>
          <p:cNvSpPr>
            <a:spLocks noGrp="1" noRot="1" noChangeAspect="1" noChangeArrowheads="1" noTextEdit="1"/>
          </p:cNvSpPr>
          <p:nvPr>
            <p:ph type="sldImg"/>
          </p:nvPr>
        </p:nvSpPr>
        <p:spPr/>
      </p:sp>
      <p:sp>
        <p:nvSpPr>
          <p:cNvPr id="59396" name="Rectangle 3"/>
          <p:cNvSpPr>
            <a:spLocks noGrp="1" noChangeArrowheads="1"/>
          </p:cNvSpPr>
          <p:nvPr>
            <p:ph type="body" idx="1"/>
          </p:nvPr>
        </p:nvSpPr>
        <p:spPr>
          <a:noFill/>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96758432-00AD-4FB1-9218-07AA9E0F8719}" type="slidenum">
              <a:rPr lang="en-US" altLang="zh-CN" sz="1200">
                <a:latin typeface="Arial" panose="020B0604020202020204" pitchFamily="34" charset="0"/>
              </a:rPr>
              <a:t>103</a:t>
            </a:fld>
            <a:endParaRPr lang="en-US" altLang="zh-CN" sz="1200">
              <a:latin typeface="Arial" panose="020B0604020202020204" pitchFamily="34" charset="0"/>
            </a:endParaRPr>
          </a:p>
        </p:txBody>
      </p:sp>
      <p:sp>
        <p:nvSpPr>
          <p:cNvPr id="99331" name="Rectangle 2"/>
          <p:cNvSpPr>
            <a:spLocks noGrp="1" noRot="1" noChangeAspect="1" noChangeArrowheads="1" noTextEdit="1"/>
          </p:cNvSpPr>
          <p:nvPr>
            <p:ph type="sldImg"/>
          </p:nvPr>
        </p:nvSpPr>
        <p:spPr/>
      </p:sp>
      <p:sp>
        <p:nvSpPr>
          <p:cNvPr id="99332" name="Rectangle 3"/>
          <p:cNvSpPr>
            <a:spLocks noGrp="1" noChangeArrowheads="1"/>
          </p:cNvSpPr>
          <p:nvPr>
            <p:ph type="body" idx="1"/>
          </p:nvPr>
        </p:nvSpPr>
        <p:spPr>
          <a:noFill/>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DE54D266-0709-4BAC-880C-A85B5865C5AA}" type="slidenum">
              <a:rPr lang="en-US" altLang="zh-CN" sz="1200">
                <a:latin typeface="Arial" panose="020B0604020202020204" pitchFamily="34" charset="0"/>
              </a:rPr>
              <a:t>104</a:t>
            </a:fld>
            <a:endParaRPr lang="en-US" altLang="zh-CN" sz="1200">
              <a:latin typeface="Arial" panose="020B0604020202020204" pitchFamily="34" charset="0"/>
            </a:endParaRPr>
          </a:p>
        </p:txBody>
      </p:sp>
      <p:sp>
        <p:nvSpPr>
          <p:cNvPr id="101379" name="Rectangle 2"/>
          <p:cNvSpPr>
            <a:spLocks noGrp="1" noRot="1" noChangeAspect="1" noChangeArrowheads="1" noTextEdit="1"/>
          </p:cNvSpPr>
          <p:nvPr>
            <p:ph type="sldImg"/>
          </p:nvPr>
        </p:nvSpPr>
        <p:spPr/>
      </p:sp>
      <p:sp>
        <p:nvSpPr>
          <p:cNvPr id="101380" name="Rectangle 3"/>
          <p:cNvSpPr>
            <a:spLocks noGrp="1" noChangeArrowheads="1"/>
          </p:cNvSpPr>
          <p:nvPr>
            <p:ph type="body" idx="1"/>
          </p:nvPr>
        </p:nvSpPr>
        <p:spPr>
          <a:noFill/>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736AD0BF-44DA-4D8C-8C53-122691BA6C1E}" type="slidenum">
              <a:rPr lang="en-US" altLang="zh-CN" sz="1200">
                <a:latin typeface="Arial" panose="020B0604020202020204" pitchFamily="34" charset="0"/>
              </a:rPr>
              <a:t>105</a:t>
            </a:fld>
            <a:endParaRPr lang="en-US" altLang="zh-CN" sz="1200">
              <a:latin typeface="Arial" panose="020B0604020202020204" pitchFamily="34" charset="0"/>
            </a:endParaRPr>
          </a:p>
        </p:txBody>
      </p:sp>
      <p:sp>
        <p:nvSpPr>
          <p:cNvPr id="103427" name="Rectangle 2"/>
          <p:cNvSpPr>
            <a:spLocks noGrp="1" noRot="1" noChangeAspect="1" noChangeArrowheads="1" noTextEdit="1"/>
          </p:cNvSpPr>
          <p:nvPr>
            <p:ph type="sldImg"/>
          </p:nvPr>
        </p:nvSpPr>
        <p:spPr/>
      </p:sp>
      <p:sp>
        <p:nvSpPr>
          <p:cNvPr id="103428" name="Rectangle 3"/>
          <p:cNvSpPr>
            <a:spLocks noGrp="1" noChangeArrowheads="1"/>
          </p:cNvSpPr>
          <p:nvPr>
            <p:ph type="body" idx="1"/>
          </p:nvPr>
        </p:nvSpPr>
        <p:spPr>
          <a:noFill/>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66316D19-0D7B-45C1-9482-0DD810A93779}" type="slidenum">
              <a:rPr lang="en-US" altLang="zh-CN" sz="1200">
                <a:latin typeface="Arial" panose="020B0604020202020204" pitchFamily="34" charset="0"/>
              </a:rPr>
              <a:t>106</a:t>
            </a:fld>
            <a:endParaRPr lang="en-US" altLang="zh-CN" sz="1200">
              <a:latin typeface="Arial" panose="020B0604020202020204" pitchFamily="34" charset="0"/>
            </a:endParaRPr>
          </a:p>
        </p:txBody>
      </p:sp>
      <p:sp>
        <p:nvSpPr>
          <p:cNvPr id="105475" name="Rectangle 2"/>
          <p:cNvSpPr>
            <a:spLocks noGrp="1" noRot="1" noChangeAspect="1" noChangeArrowheads="1" noTextEdit="1"/>
          </p:cNvSpPr>
          <p:nvPr>
            <p:ph type="sldImg"/>
          </p:nvPr>
        </p:nvSpPr>
        <p:spPr/>
      </p:sp>
      <p:sp>
        <p:nvSpPr>
          <p:cNvPr id="105476" name="Rectangle 3"/>
          <p:cNvSpPr>
            <a:spLocks noGrp="1" noChangeArrowheads="1"/>
          </p:cNvSpPr>
          <p:nvPr>
            <p:ph type="body" idx="1"/>
          </p:nvPr>
        </p:nvSpPr>
        <p:spPr>
          <a:noFill/>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F5070B8C-B215-4763-A115-EA3510FAA8EF}" type="slidenum">
              <a:rPr lang="en-US" altLang="zh-CN" sz="1200">
                <a:latin typeface="Arial" panose="020B0604020202020204" pitchFamily="34" charset="0"/>
              </a:rPr>
              <a:t>107</a:t>
            </a:fld>
            <a:endParaRPr lang="en-US" altLang="zh-CN" sz="1200">
              <a:latin typeface="Arial" panose="020B0604020202020204" pitchFamily="34" charset="0"/>
            </a:endParaRPr>
          </a:p>
        </p:txBody>
      </p:sp>
      <p:sp>
        <p:nvSpPr>
          <p:cNvPr id="107523" name="Rectangle 2"/>
          <p:cNvSpPr>
            <a:spLocks noGrp="1" noRot="1" noChangeAspect="1" noChangeArrowheads="1" noTextEdit="1"/>
          </p:cNvSpPr>
          <p:nvPr>
            <p:ph type="sldImg"/>
          </p:nvPr>
        </p:nvSpPr>
        <p:spPr/>
      </p:sp>
      <p:sp>
        <p:nvSpPr>
          <p:cNvPr id="107524" name="Rectangle 3"/>
          <p:cNvSpPr>
            <a:spLocks noGrp="1" noChangeArrowheads="1"/>
          </p:cNvSpPr>
          <p:nvPr>
            <p:ph type="body" idx="1"/>
          </p:nvPr>
        </p:nvSpPr>
        <p:spPr>
          <a:noFill/>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F02859AC-47E4-47A9-AD74-48598880F73E}" type="slidenum">
              <a:rPr lang="en-US" altLang="zh-CN" sz="1200">
                <a:latin typeface="Arial" panose="020B0604020202020204" pitchFamily="34" charset="0"/>
              </a:rPr>
              <a:t>108</a:t>
            </a:fld>
            <a:endParaRPr lang="en-US" altLang="zh-CN" sz="1200">
              <a:latin typeface="Arial" panose="020B0604020202020204" pitchFamily="34" charset="0"/>
            </a:endParaRPr>
          </a:p>
        </p:txBody>
      </p:sp>
      <p:sp>
        <p:nvSpPr>
          <p:cNvPr id="109571" name="Rectangle 2"/>
          <p:cNvSpPr>
            <a:spLocks noGrp="1" noRot="1" noChangeAspect="1" noChangeArrowheads="1" noTextEdit="1"/>
          </p:cNvSpPr>
          <p:nvPr>
            <p:ph type="sldImg"/>
          </p:nvPr>
        </p:nvSpPr>
        <p:spPr/>
      </p:sp>
      <p:sp>
        <p:nvSpPr>
          <p:cNvPr id="109572" name="Rectangle 3"/>
          <p:cNvSpPr>
            <a:spLocks noGrp="1" noChangeArrowheads="1"/>
          </p:cNvSpPr>
          <p:nvPr>
            <p:ph type="body" idx="1"/>
          </p:nvPr>
        </p:nvSpPr>
        <p:spPr>
          <a:noFill/>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F220E10F-2636-4871-8AA4-8EF5997652C5}" type="slidenum">
              <a:rPr lang="en-US" altLang="zh-CN" sz="1200">
                <a:latin typeface="Arial" panose="020B0604020202020204" pitchFamily="34" charset="0"/>
              </a:rPr>
              <a:t>109</a:t>
            </a:fld>
            <a:endParaRPr lang="en-US" altLang="zh-CN" sz="1200">
              <a:latin typeface="Arial" panose="020B0604020202020204" pitchFamily="34" charset="0"/>
            </a:endParaRPr>
          </a:p>
        </p:txBody>
      </p:sp>
      <p:sp>
        <p:nvSpPr>
          <p:cNvPr id="111619" name="Rectangle 2"/>
          <p:cNvSpPr>
            <a:spLocks noGrp="1" noRot="1" noChangeAspect="1" noChangeArrowheads="1" noTextEdit="1"/>
          </p:cNvSpPr>
          <p:nvPr>
            <p:ph type="sldImg"/>
          </p:nvPr>
        </p:nvSpPr>
        <p:spPr/>
      </p:sp>
      <p:sp>
        <p:nvSpPr>
          <p:cNvPr id="111620" name="Rectangle 3"/>
          <p:cNvSpPr>
            <a:spLocks noGrp="1" noChangeArrowheads="1"/>
          </p:cNvSpPr>
          <p:nvPr>
            <p:ph type="body" idx="1"/>
          </p:nvPr>
        </p:nvSpPr>
        <p:spPr>
          <a:noFill/>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8C006C03-CA6E-465C-8CF4-E99C9A8610CB}" type="slidenum">
              <a:rPr lang="en-US" altLang="zh-CN" sz="1200">
                <a:latin typeface="Arial" panose="020B0604020202020204" pitchFamily="34" charset="0"/>
              </a:rPr>
              <a:t>110</a:t>
            </a:fld>
            <a:endParaRPr lang="en-US" altLang="zh-CN" sz="1200">
              <a:latin typeface="Arial" panose="020B0604020202020204" pitchFamily="34" charset="0"/>
            </a:endParaRPr>
          </a:p>
        </p:txBody>
      </p:sp>
      <p:sp>
        <p:nvSpPr>
          <p:cNvPr id="113667" name="Rectangle 2"/>
          <p:cNvSpPr>
            <a:spLocks noGrp="1" noRot="1" noChangeAspect="1" noChangeArrowheads="1" noTextEdit="1"/>
          </p:cNvSpPr>
          <p:nvPr>
            <p:ph type="sldImg"/>
          </p:nvPr>
        </p:nvSpPr>
        <p:spPr/>
      </p:sp>
      <p:sp>
        <p:nvSpPr>
          <p:cNvPr id="113668" name="Rectangle 3"/>
          <p:cNvSpPr>
            <a:spLocks noGrp="1" noChangeArrowheads="1"/>
          </p:cNvSpPr>
          <p:nvPr>
            <p:ph type="body" idx="1"/>
          </p:nvPr>
        </p:nvSpPr>
        <p:spPr>
          <a:noFill/>
        </p:spPr>
        <p:txBody>
          <a:bodyPr/>
          <a:lstStyle/>
          <a:p>
            <a:pPr eaLnBrk="1" hangingPunct="1"/>
            <a:endParaRPr lang="zh-CN" altLang="zh-CN" dirty="0">
              <a:latin typeface="Arial" panose="020B0604020202020204" pitchFamily="34" charset="0"/>
              <a:ea typeface="宋体" panose="02010600030101010101" pitchFamily="2" charset="-122"/>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1BE057E2-C06C-449E-9055-D0CD63F2EBA2}" type="slidenum">
              <a:rPr lang="en-US" altLang="zh-CN" sz="1200">
                <a:latin typeface="Arial" panose="020B0604020202020204" pitchFamily="34" charset="0"/>
              </a:rPr>
              <a:t>111</a:t>
            </a:fld>
            <a:endParaRPr lang="en-US" altLang="zh-CN" sz="1200">
              <a:latin typeface="Arial" panose="020B0604020202020204" pitchFamily="34" charset="0"/>
            </a:endParaRPr>
          </a:p>
        </p:txBody>
      </p:sp>
      <p:sp>
        <p:nvSpPr>
          <p:cNvPr id="115715" name="Rectangle 2"/>
          <p:cNvSpPr>
            <a:spLocks noGrp="1" noRot="1" noChangeAspect="1" noChangeArrowheads="1" noTextEdit="1"/>
          </p:cNvSpPr>
          <p:nvPr>
            <p:ph type="sldImg"/>
          </p:nvPr>
        </p:nvSpPr>
        <p:spPr/>
      </p:sp>
      <p:sp>
        <p:nvSpPr>
          <p:cNvPr id="115716" name="Rectangle 3"/>
          <p:cNvSpPr>
            <a:spLocks noGrp="1" noChangeArrowheads="1"/>
          </p:cNvSpPr>
          <p:nvPr>
            <p:ph type="body" idx="1"/>
          </p:nvPr>
        </p:nvSpPr>
        <p:spPr>
          <a:noFill/>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43F534B7-FD04-48C5-AEA8-FCACB77411C0}" type="slidenum">
              <a:rPr lang="en-US" altLang="zh-CN" sz="1200">
                <a:latin typeface="Arial" panose="020B0604020202020204" pitchFamily="34" charset="0"/>
              </a:rPr>
              <a:t>112</a:t>
            </a:fld>
            <a:endParaRPr lang="en-US" altLang="zh-CN" sz="1200">
              <a:latin typeface="Arial" panose="020B0604020202020204" pitchFamily="34" charset="0"/>
            </a:endParaRPr>
          </a:p>
        </p:txBody>
      </p:sp>
      <p:sp>
        <p:nvSpPr>
          <p:cNvPr id="117763" name="Rectangle 2"/>
          <p:cNvSpPr>
            <a:spLocks noGrp="1" noRot="1" noChangeAspect="1" noChangeArrowheads="1" noTextEdit="1"/>
          </p:cNvSpPr>
          <p:nvPr>
            <p:ph type="sldImg"/>
          </p:nvPr>
        </p:nvSpPr>
        <p:spPr/>
      </p:sp>
      <p:sp>
        <p:nvSpPr>
          <p:cNvPr id="117764" name="Rectangle 3"/>
          <p:cNvSpPr>
            <a:spLocks noGrp="1" noChangeArrowheads="1"/>
          </p:cNvSpPr>
          <p:nvPr>
            <p:ph type="body" idx="1"/>
          </p:nvPr>
        </p:nvSpPr>
        <p:spPr>
          <a:noFill/>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43F534B7-FD04-48C5-AEA8-FCACB77411C0}" type="slidenum">
              <a:rPr lang="en-US" altLang="zh-CN" sz="1200">
                <a:latin typeface="Arial" panose="020B0604020202020204" pitchFamily="34" charset="0"/>
              </a:rPr>
              <a:t>113</a:t>
            </a:fld>
            <a:endParaRPr lang="en-US" altLang="zh-CN" sz="1200">
              <a:latin typeface="Arial" panose="020B0604020202020204" pitchFamily="34" charset="0"/>
            </a:endParaRPr>
          </a:p>
        </p:txBody>
      </p:sp>
      <p:sp>
        <p:nvSpPr>
          <p:cNvPr id="117763" name="Rectangle 2"/>
          <p:cNvSpPr>
            <a:spLocks noGrp="1" noRot="1" noChangeAspect="1" noChangeArrowheads="1" noTextEdit="1"/>
          </p:cNvSpPr>
          <p:nvPr>
            <p:ph type="sldImg"/>
          </p:nvPr>
        </p:nvSpPr>
        <p:spPr/>
      </p:sp>
      <p:sp>
        <p:nvSpPr>
          <p:cNvPr id="117764" name="Rectangle 3"/>
          <p:cNvSpPr>
            <a:spLocks noGrp="1" noChangeArrowheads="1"/>
          </p:cNvSpPr>
          <p:nvPr>
            <p:ph type="body" idx="1"/>
          </p:nvPr>
        </p:nvSpPr>
        <p:spPr>
          <a:noFill/>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AA5EF30D-B635-45D2-938A-298864C3FD41}" type="slidenum">
              <a:rPr lang="en-US" altLang="zh-CN" sz="1200">
                <a:latin typeface="Arial" panose="020B0604020202020204" pitchFamily="34" charset="0"/>
              </a:rPr>
              <a:t>114</a:t>
            </a:fld>
            <a:endParaRPr lang="en-US" altLang="zh-CN" sz="1200">
              <a:latin typeface="Arial" panose="020B0604020202020204" pitchFamily="34" charset="0"/>
            </a:endParaRPr>
          </a:p>
        </p:txBody>
      </p:sp>
      <p:sp>
        <p:nvSpPr>
          <p:cNvPr id="119811" name="Rectangle 2"/>
          <p:cNvSpPr>
            <a:spLocks noGrp="1" noRot="1" noChangeAspect="1" noChangeArrowheads="1" noTextEdit="1"/>
          </p:cNvSpPr>
          <p:nvPr>
            <p:ph type="sldImg"/>
          </p:nvPr>
        </p:nvSpPr>
        <p:spPr/>
      </p:sp>
      <p:sp>
        <p:nvSpPr>
          <p:cNvPr id="119812" name="Rectangle 3"/>
          <p:cNvSpPr>
            <a:spLocks noGrp="1" noChangeArrowheads="1"/>
          </p:cNvSpPr>
          <p:nvPr>
            <p:ph type="body" idx="1"/>
          </p:nvPr>
        </p:nvSpPr>
        <p:spPr>
          <a:noFill/>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75D1D9B8-B121-4CBE-B906-E7E93A7FCA81}" type="slidenum">
              <a:rPr lang="en-US" altLang="zh-CN" sz="1200">
                <a:latin typeface="Arial" panose="020B0604020202020204" pitchFamily="34" charset="0"/>
              </a:rPr>
              <a:t>115</a:t>
            </a:fld>
            <a:endParaRPr lang="en-US" altLang="zh-CN" sz="1200">
              <a:latin typeface="Arial" panose="020B0604020202020204" pitchFamily="34" charset="0"/>
            </a:endParaRPr>
          </a:p>
        </p:txBody>
      </p:sp>
      <p:sp>
        <p:nvSpPr>
          <p:cNvPr id="121859" name="Rectangle 2"/>
          <p:cNvSpPr>
            <a:spLocks noGrp="1" noRot="1" noChangeAspect="1" noChangeArrowheads="1" noTextEdit="1"/>
          </p:cNvSpPr>
          <p:nvPr>
            <p:ph type="sldImg"/>
          </p:nvPr>
        </p:nvSpPr>
        <p:spPr/>
      </p:sp>
      <p:sp>
        <p:nvSpPr>
          <p:cNvPr id="121860" name="Rectangle 3"/>
          <p:cNvSpPr>
            <a:spLocks noGrp="1" noChangeArrowheads="1"/>
          </p:cNvSpPr>
          <p:nvPr>
            <p:ph type="body" idx="1"/>
          </p:nvPr>
        </p:nvSpPr>
        <p:spPr>
          <a:noFill/>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050F311B-F405-428A-BB36-60689CFFC530}" type="slidenum">
              <a:rPr lang="en-US" altLang="zh-CN" sz="1200">
                <a:latin typeface="Arial" panose="020B0604020202020204" pitchFamily="34" charset="0"/>
              </a:rPr>
              <a:t>116</a:t>
            </a:fld>
            <a:endParaRPr lang="en-US" altLang="zh-CN" sz="1200">
              <a:latin typeface="Arial" panose="020B0604020202020204" pitchFamily="34" charset="0"/>
            </a:endParaRPr>
          </a:p>
        </p:txBody>
      </p:sp>
      <p:sp>
        <p:nvSpPr>
          <p:cNvPr id="123907" name="Rectangle 2"/>
          <p:cNvSpPr>
            <a:spLocks noGrp="1" noRot="1" noChangeAspect="1" noChangeArrowheads="1" noTextEdit="1"/>
          </p:cNvSpPr>
          <p:nvPr>
            <p:ph type="sldImg"/>
          </p:nvPr>
        </p:nvSpPr>
        <p:spPr/>
      </p:sp>
      <p:sp>
        <p:nvSpPr>
          <p:cNvPr id="123908" name="Rectangle 3"/>
          <p:cNvSpPr>
            <a:spLocks noGrp="1" noChangeArrowheads="1"/>
          </p:cNvSpPr>
          <p:nvPr>
            <p:ph type="body" idx="1"/>
          </p:nvPr>
        </p:nvSpPr>
        <p:spPr>
          <a:noFill/>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97D76355-5643-4E4B-8F99-ED36B351C6B0}" type="slidenum">
              <a:rPr lang="en-US" altLang="zh-CN" sz="1200">
                <a:latin typeface="Arial" panose="020B0604020202020204" pitchFamily="34" charset="0"/>
              </a:rPr>
              <a:t>117</a:t>
            </a:fld>
            <a:endParaRPr lang="en-US" altLang="zh-CN" sz="1200">
              <a:latin typeface="Arial" panose="020B0604020202020204" pitchFamily="34" charset="0"/>
            </a:endParaRPr>
          </a:p>
        </p:txBody>
      </p:sp>
      <p:sp>
        <p:nvSpPr>
          <p:cNvPr id="125955" name="Rectangle 2"/>
          <p:cNvSpPr>
            <a:spLocks noGrp="1" noRot="1" noChangeAspect="1" noChangeArrowheads="1" noTextEdit="1"/>
          </p:cNvSpPr>
          <p:nvPr>
            <p:ph type="sldImg"/>
          </p:nvPr>
        </p:nvSpPr>
        <p:spPr/>
      </p:sp>
      <p:sp>
        <p:nvSpPr>
          <p:cNvPr id="125956" name="Rectangle 3"/>
          <p:cNvSpPr>
            <a:spLocks noGrp="1" noChangeArrowheads="1"/>
          </p:cNvSpPr>
          <p:nvPr>
            <p:ph type="body" idx="1"/>
          </p:nvPr>
        </p:nvSpPr>
        <p:spPr>
          <a:noFill/>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90827A7C-DD2C-453C-B37D-58FE1ECDDA90}" type="slidenum">
              <a:rPr lang="en-US" altLang="zh-CN" sz="1200">
                <a:latin typeface="Arial" panose="020B0604020202020204" pitchFamily="34" charset="0"/>
              </a:rPr>
              <a:t>118</a:t>
            </a:fld>
            <a:endParaRPr lang="en-US" altLang="zh-CN" sz="1200">
              <a:latin typeface="Arial" panose="020B0604020202020204" pitchFamily="34" charset="0"/>
            </a:endParaRPr>
          </a:p>
        </p:txBody>
      </p:sp>
      <p:sp>
        <p:nvSpPr>
          <p:cNvPr id="128003" name="Rectangle 2"/>
          <p:cNvSpPr>
            <a:spLocks noGrp="1" noRot="1" noChangeAspect="1" noChangeArrowheads="1" noTextEdit="1"/>
          </p:cNvSpPr>
          <p:nvPr>
            <p:ph type="sldImg"/>
          </p:nvPr>
        </p:nvSpPr>
        <p:spPr/>
      </p:sp>
      <p:sp>
        <p:nvSpPr>
          <p:cNvPr id="128004" name="Rectangle 3"/>
          <p:cNvSpPr>
            <a:spLocks noGrp="1" noChangeArrowheads="1"/>
          </p:cNvSpPr>
          <p:nvPr>
            <p:ph type="body" idx="1"/>
          </p:nvPr>
        </p:nvSpPr>
        <p:spPr>
          <a:noFill/>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F7AAE894-2A4B-41E6-953A-528D7B92F8BF}" type="slidenum">
              <a:rPr lang="en-US" altLang="zh-CN" sz="1200">
                <a:latin typeface="Arial" panose="020B0604020202020204" pitchFamily="34" charset="0"/>
              </a:rPr>
              <a:t>119</a:t>
            </a:fld>
            <a:endParaRPr lang="en-US" altLang="zh-CN" sz="1200">
              <a:latin typeface="Arial" panose="020B0604020202020204" pitchFamily="34" charset="0"/>
            </a:endParaRPr>
          </a:p>
        </p:txBody>
      </p:sp>
      <p:sp>
        <p:nvSpPr>
          <p:cNvPr id="130051" name="Rectangle 2"/>
          <p:cNvSpPr>
            <a:spLocks noGrp="1" noRot="1" noChangeAspect="1" noChangeArrowheads="1" noTextEdit="1"/>
          </p:cNvSpPr>
          <p:nvPr>
            <p:ph type="sldImg"/>
          </p:nvPr>
        </p:nvSpPr>
        <p:spPr/>
      </p:sp>
      <p:sp>
        <p:nvSpPr>
          <p:cNvPr id="130052" name="Rectangle 3"/>
          <p:cNvSpPr>
            <a:spLocks noGrp="1" noChangeArrowheads="1"/>
          </p:cNvSpPr>
          <p:nvPr>
            <p:ph type="body" idx="1"/>
          </p:nvPr>
        </p:nvSpPr>
        <p:spPr>
          <a:noFill/>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FCB25D2C-3153-47EB-A892-1A31BCA69827}" type="slidenum">
              <a:rPr lang="en-US" altLang="zh-CN" sz="1200">
                <a:latin typeface="Arial" panose="020B0604020202020204" pitchFamily="34" charset="0"/>
              </a:rPr>
              <a:t>120</a:t>
            </a:fld>
            <a:endParaRPr lang="en-US" altLang="zh-CN" sz="1200">
              <a:latin typeface="Arial" panose="020B0604020202020204" pitchFamily="34" charset="0"/>
            </a:endParaRPr>
          </a:p>
        </p:txBody>
      </p:sp>
      <p:sp>
        <p:nvSpPr>
          <p:cNvPr id="132099" name="Rectangle 2"/>
          <p:cNvSpPr>
            <a:spLocks noGrp="1" noRot="1" noChangeAspect="1" noChangeArrowheads="1" noTextEdit="1"/>
          </p:cNvSpPr>
          <p:nvPr>
            <p:ph type="sldImg"/>
          </p:nvPr>
        </p:nvSpPr>
        <p:spPr/>
      </p:sp>
      <p:sp>
        <p:nvSpPr>
          <p:cNvPr id="132100" name="Rectangle 3"/>
          <p:cNvSpPr>
            <a:spLocks noGrp="1" noChangeArrowheads="1"/>
          </p:cNvSpPr>
          <p:nvPr>
            <p:ph type="body" idx="1"/>
          </p:nvPr>
        </p:nvSpPr>
        <p:spPr>
          <a:noFill/>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A6651D48-E918-474F-8323-3FA9C3FB6EBE}" type="slidenum">
              <a:rPr lang="en-US" altLang="zh-CN" sz="1200">
                <a:latin typeface="Arial" panose="020B0604020202020204" pitchFamily="34" charset="0"/>
              </a:rPr>
              <a:t>122</a:t>
            </a:fld>
            <a:endParaRPr lang="en-US" altLang="zh-CN" sz="1200">
              <a:latin typeface="Arial" panose="020B0604020202020204" pitchFamily="34" charset="0"/>
            </a:endParaRPr>
          </a:p>
        </p:txBody>
      </p:sp>
      <p:sp>
        <p:nvSpPr>
          <p:cNvPr id="134147" name="Rectangle 2"/>
          <p:cNvSpPr>
            <a:spLocks noGrp="1" noRot="1" noChangeAspect="1" noChangeArrowheads="1" noTextEdit="1"/>
          </p:cNvSpPr>
          <p:nvPr>
            <p:ph type="sldImg"/>
          </p:nvPr>
        </p:nvSpPr>
        <p:spPr/>
      </p:sp>
      <p:sp>
        <p:nvSpPr>
          <p:cNvPr id="134148" name="Rectangle 3"/>
          <p:cNvSpPr>
            <a:spLocks noGrp="1" noChangeArrowheads="1"/>
          </p:cNvSpPr>
          <p:nvPr>
            <p:ph type="body" idx="1"/>
          </p:nvPr>
        </p:nvSpPr>
        <p:spPr>
          <a:noFill/>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4B79CD6A-4CB8-44D6-A207-E8CE0005241D}" type="slidenum">
              <a:rPr lang="en-US" altLang="zh-CN" sz="1200">
                <a:latin typeface="Arial" panose="020B0604020202020204" pitchFamily="34" charset="0"/>
              </a:rPr>
              <a:t>123</a:t>
            </a:fld>
            <a:endParaRPr lang="en-US" altLang="zh-CN" sz="1200">
              <a:latin typeface="Arial" panose="020B0604020202020204" pitchFamily="34" charset="0"/>
            </a:endParaRPr>
          </a:p>
        </p:txBody>
      </p:sp>
      <p:sp>
        <p:nvSpPr>
          <p:cNvPr id="136195" name="Rectangle 2"/>
          <p:cNvSpPr>
            <a:spLocks noGrp="1" noRot="1" noChangeAspect="1" noChangeArrowheads="1" noTextEdit="1"/>
          </p:cNvSpPr>
          <p:nvPr>
            <p:ph type="sldImg"/>
          </p:nvPr>
        </p:nvSpPr>
        <p:spPr/>
      </p:sp>
      <p:sp>
        <p:nvSpPr>
          <p:cNvPr id="136196" name="Rectangle 3"/>
          <p:cNvSpPr>
            <a:spLocks noGrp="1" noChangeArrowheads="1"/>
          </p:cNvSpPr>
          <p:nvPr>
            <p:ph type="body" idx="1"/>
          </p:nvPr>
        </p:nvSpPr>
        <p:spPr>
          <a:noFill/>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7E6DF5D3-2C5D-4B22-823D-F8CE689E7F90}" type="slidenum">
              <a:rPr lang="en-US" altLang="zh-CN" sz="1200">
                <a:latin typeface="Arial" panose="020B0604020202020204" pitchFamily="34" charset="0"/>
              </a:rPr>
              <a:t>124</a:t>
            </a:fld>
            <a:endParaRPr lang="en-US" altLang="zh-CN" sz="1200">
              <a:latin typeface="Arial" panose="020B0604020202020204" pitchFamily="34" charset="0"/>
            </a:endParaRPr>
          </a:p>
        </p:txBody>
      </p:sp>
      <p:sp>
        <p:nvSpPr>
          <p:cNvPr id="138243" name="Rectangle 2"/>
          <p:cNvSpPr>
            <a:spLocks noGrp="1" noRot="1" noChangeAspect="1" noChangeArrowheads="1" noTextEdit="1"/>
          </p:cNvSpPr>
          <p:nvPr>
            <p:ph type="sldImg"/>
          </p:nvPr>
        </p:nvSpPr>
        <p:spPr/>
      </p:sp>
      <p:sp>
        <p:nvSpPr>
          <p:cNvPr id="138244" name="Rectangle 3"/>
          <p:cNvSpPr>
            <a:spLocks noGrp="1" noChangeArrowheads="1"/>
          </p:cNvSpPr>
          <p:nvPr>
            <p:ph type="body" idx="1"/>
          </p:nvPr>
        </p:nvSpPr>
        <p:spPr>
          <a:noFill/>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84F2407E-E322-446A-90F6-5882B5370F7B}" type="slidenum">
              <a:rPr lang="en-US" altLang="zh-CN" sz="1200">
                <a:latin typeface="Arial" panose="020B0604020202020204" pitchFamily="34" charset="0"/>
              </a:rPr>
              <a:t>127</a:t>
            </a:fld>
            <a:endParaRPr lang="en-US" altLang="zh-CN" sz="1200">
              <a:latin typeface="Arial" panose="020B0604020202020204" pitchFamily="34" charset="0"/>
            </a:endParaRPr>
          </a:p>
        </p:txBody>
      </p:sp>
      <p:sp>
        <p:nvSpPr>
          <p:cNvPr id="145411" name="Rectangle 2"/>
          <p:cNvSpPr>
            <a:spLocks noGrp="1" noRot="1" noChangeAspect="1" noChangeArrowheads="1" noTextEdit="1"/>
          </p:cNvSpPr>
          <p:nvPr>
            <p:ph type="sldImg"/>
          </p:nvPr>
        </p:nvSpPr>
        <p:spPr/>
      </p:sp>
      <p:sp>
        <p:nvSpPr>
          <p:cNvPr id="145412" name="Rectangle 3"/>
          <p:cNvSpPr>
            <a:spLocks noGrp="1" noChangeArrowheads="1"/>
          </p:cNvSpPr>
          <p:nvPr>
            <p:ph type="body" idx="1"/>
          </p:nvPr>
        </p:nvSpPr>
        <p:spPr>
          <a:noFill/>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58428C97-0D62-47A1-83E2-7506F1162D26}" type="slidenum">
              <a:rPr lang="en-US" altLang="zh-CN" sz="1200">
                <a:latin typeface="Arial" panose="020B0604020202020204" pitchFamily="34" charset="0"/>
              </a:rPr>
              <a:t>128</a:t>
            </a:fld>
            <a:endParaRPr lang="en-US" altLang="zh-CN" sz="1200">
              <a:latin typeface="Arial" panose="020B0604020202020204" pitchFamily="34" charset="0"/>
            </a:endParaRPr>
          </a:p>
        </p:txBody>
      </p:sp>
      <p:sp>
        <p:nvSpPr>
          <p:cNvPr id="147459" name="Rectangle 2"/>
          <p:cNvSpPr>
            <a:spLocks noGrp="1" noRot="1" noChangeAspect="1" noChangeArrowheads="1" noTextEdit="1"/>
          </p:cNvSpPr>
          <p:nvPr>
            <p:ph type="sldImg"/>
          </p:nvPr>
        </p:nvSpPr>
        <p:spPr/>
      </p:sp>
      <p:sp>
        <p:nvSpPr>
          <p:cNvPr id="147460" name="Rectangle 3"/>
          <p:cNvSpPr>
            <a:spLocks noGrp="1" noChangeArrowheads="1"/>
          </p:cNvSpPr>
          <p:nvPr>
            <p:ph type="body" idx="1"/>
          </p:nvPr>
        </p:nvSpPr>
        <p:spPr>
          <a:noFill/>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C45AFDEE-584E-4671-A049-5102E978FCDF}" type="slidenum">
              <a:rPr lang="en-US" altLang="zh-CN" sz="1200">
                <a:latin typeface="Arial" panose="020B0604020202020204" pitchFamily="34" charset="0"/>
              </a:rPr>
              <a:t>129</a:t>
            </a:fld>
            <a:endParaRPr lang="en-US" altLang="zh-CN" sz="1200">
              <a:latin typeface="Arial" panose="020B0604020202020204" pitchFamily="34" charset="0"/>
            </a:endParaRPr>
          </a:p>
        </p:txBody>
      </p:sp>
      <p:sp>
        <p:nvSpPr>
          <p:cNvPr id="149507" name="Rectangle 2"/>
          <p:cNvSpPr>
            <a:spLocks noGrp="1" noRot="1" noChangeAspect="1" noChangeArrowheads="1" noTextEdit="1"/>
          </p:cNvSpPr>
          <p:nvPr>
            <p:ph type="sldImg"/>
          </p:nvPr>
        </p:nvSpPr>
        <p:spPr/>
      </p:sp>
      <p:sp>
        <p:nvSpPr>
          <p:cNvPr id="149508" name="Rectangle 3"/>
          <p:cNvSpPr>
            <a:spLocks noGrp="1" noChangeArrowheads="1"/>
          </p:cNvSpPr>
          <p:nvPr>
            <p:ph type="body" idx="1"/>
          </p:nvPr>
        </p:nvSpPr>
        <p:spPr>
          <a:noFill/>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F6DA90B0-E310-4C59-BE33-7FB9DFE184B0}" type="slidenum">
              <a:rPr lang="en-US" altLang="zh-CN" sz="1200">
                <a:latin typeface="Arial" panose="020B0604020202020204" pitchFamily="34" charset="0"/>
              </a:rPr>
              <a:t>130</a:t>
            </a:fld>
            <a:endParaRPr lang="en-US" altLang="zh-CN" sz="1200">
              <a:latin typeface="Arial" panose="020B0604020202020204" pitchFamily="34" charset="0"/>
            </a:endParaRPr>
          </a:p>
        </p:txBody>
      </p:sp>
      <p:sp>
        <p:nvSpPr>
          <p:cNvPr id="151555" name="Rectangle 2"/>
          <p:cNvSpPr>
            <a:spLocks noGrp="1" noRot="1" noChangeAspect="1" noChangeArrowheads="1" noTextEdit="1"/>
          </p:cNvSpPr>
          <p:nvPr>
            <p:ph type="sldImg"/>
          </p:nvPr>
        </p:nvSpPr>
        <p:spPr/>
      </p:sp>
      <p:sp>
        <p:nvSpPr>
          <p:cNvPr id="151556" name="Rectangle 3"/>
          <p:cNvSpPr>
            <a:spLocks noGrp="1" noChangeArrowheads="1"/>
          </p:cNvSpPr>
          <p:nvPr>
            <p:ph type="body" idx="1"/>
          </p:nvPr>
        </p:nvSpPr>
        <p:spPr>
          <a:noFill/>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D622A74F-6536-4563-8691-7AAD5DE25117}" type="slidenum">
              <a:rPr lang="en-US" altLang="zh-CN" sz="1200">
                <a:latin typeface="Arial" panose="020B0604020202020204" pitchFamily="34" charset="0"/>
              </a:rPr>
              <a:t>131</a:t>
            </a:fld>
            <a:endParaRPr lang="en-US" altLang="zh-CN" sz="1200">
              <a:latin typeface="Arial" panose="020B0604020202020204" pitchFamily="34" charset="0"/>
            </a:endParaRPr>
          </a:p>
        </p:txBody>
      </p:sp>
      <p:sp>
        <p:nvSpPr>
          <p:cNvPr id="153603" name="Rectangle 2"/>
          <p:cNvSpPr>
            <a:spLocks noGrp="1" noRot="1" noChangeAspect="1" noChangeArrowheads="1" noTextEdit="1"/>
          </p:cNvSpPr>
          <p:nvPr>
            <p:ph type="sldImg"/>
          </p:nvPr>
        </p:nvSpPr>
        <p:spPr/>
      </p:sp>
      <p:sp>
        <p:nvSpPr>
          <p:cNvPr id="153604" name="Rectangle 3"/>
          <p:cNvSpPr>
            <a:spLocks noGrp="1" noChangeArrowheads="1"/>
          </p:cNvSpPr>
          <p:nvPr>
            <p:ph type="body" idx="1"/>
          </p:nvPr>
        </p:nvSpPr>
        <p:spPr>
          <a:noFill/>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F9F4657A-2B9B-496F-B68E-E4B2151C2DC4}" type="slidenum">
              <a:rPr lang="en-US" altLang="zh-CN" sz="1200">
                <a:latin typeface="Arial" panose="020B0604020202020204" pitchFamily="34" charset="0"/>
              </a:rPr>
              <a:t>132</a:t>
            </a:fld>
            <a:endParaRPr lang="en-US" altLang="zh-CN" sz="1200">
              <a:latin typeface="Arial" panose="020B0604020202020204" pitchFamily="34" charset="0"/>
            </a:endParaRPr>
          </a:p>
        </p:txBody>
      </p:sp>
      <p:sp>
        <p:nvSpPr>
          <p:cNvPr id="155651" name="Rectangle 2"/>
          <p:cNvSpPr>
            <a:spLocks noGrp="1" noRot="1" noChangeAspect="1" noChangeArrowheads="1" noTextEdit="1"/>
          </p:cNvSpPr>
          <p:nvPr>
            <p:ph type="sldImg"/>
          </p:nvPr>
        </p:nvSpPr>
        <p:spPr/>
      </p:sp>
      <p:sp>
        <p:nvSpPr>
          <p:cNvPr id="155652" name="Rectangle 3"/>
          <p:cNvSpPr>
            <a:spLocks noGrp="1" noChangeArrowheads="1"/>
          </p:cNvSpPr>
          <p:nvPr>
            <p:ph type="body" idx="1"/>
          </p:nvPr>
        </p:nvSpPr>
        <p:spPr>
          <a:noFill/>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619BF4E5-DE2E-4BC9-9F2D-032EE0E3927A}" type="slidenum">
              <a:rPr lang="en-US" altLang="zh-CN" sz="1200">
                <a:latin typeface="Arial" panose="020B0604020202020204" pitchFamily="34" charset="0"/>
              </a:rPr>
              <a:t>133</a:t>
            </a:fld>
            <a:endParaRPr lang="en-US" altLang="zh-CN" sz="1200">
              <a:latin typeface="Arial" panose="020B0604020202020204" pitchFamily="34" charset="0"/>
            </a:endParaRPr>
          </a:p>
        </p:txBody>
      </p:sp>
      <p:sp>
        <p:nvSpPr>
          <p:cNvPr id="157699" name="Rectangle 2"/>
          <p:cNvSpPr>
            <a:spLocks noGrp="1" noRot="1" noChangeAspect="1" noChangeArrowheads="1" noTextEdit="1"/>
          </p:cNvSpPr>
          <p:nvPr>
            <p:ph type="sldImg"/>
          </p:nvPr>
        </p:nvSpPr>
        <p:spPr/>
      </p:sp>
      <p:sp>
        <p:nvSpPr>
          <p:cNvPr id="157700" name="Rectangle 3"/>
          <p:cNvSpPr>
            <a:spLocks noGrp="1" noChangeArrowheads="1"/>
          </p:cNvSpPr>
          <p:nvPr>
            <p:ph type="body" idx="1"/>
          </p:nvPr>
        </p:nvSpPr>
        <p:spPr>
          <a:noFill/>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92BDAD19-7738-4B13-AE9B-E024A223F0CE}" type="slidenum">
              <a:rPr lang="en-US" altLang="zh-CN" sz="1200">
                <a:latin typeface="Arial" panose="020B0604020202020204" pitchFamily="34" charset="0"/>
              </a:rPr>
              <a:t>134</a:t>
            </a:fld>
            <a:endParaRPr lang="en-US" altLang="zh-CN" sz="1200">
              <a:latin typeface="Arial" panose="020B0604020202020204" pitchFamily="34" charset="0"/>
            </a:endParaRPr>
          </a:p>
        </p:txBody>
      </p:sp>
      <p:sp>
        <p:nvSpPr>
          <p:cNvPr id="159747" name="Rectangle 2"/>
          <p:cNvSpPr>
            <a:spLocks noGrp="1" noRot="1" noChangeAspect="1" noChangeArrowheads="1" noTextEdit="1"/>
          </p:cNvSpPr>
          <p:nvPr>
            <p:ph type="sldImg"/>
          </p:nvPr>
        </p:nvSpPr>
        <p:spPr/>
      </p:sp>
      <p:sp>
        <p:nvSpPr>
          <p:cNvPr id="159748" name="Rectangle 3"/>
          <p:cNvSpPr>
            <a:spLocks noGrp="1" noChangeArrowheads="1"/>
          </p:cNvSpPr>
          <p:nvPr>
            <p:ph type="body" idx="1"/>
          </p:nvPr>
        </p:nvSpPr>
        <p:spPr>
          <a:noFill/>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FDF19E45-EE36-47CE-BFAE-8C1F902AA11A}" type="slidenum">
              <a:rPr lang="en-US" altLang="zh-CN" sz="1200">
                <a:latin typeface="Arial" panose="020B0604020202020204" pitchFamily="34" charset="0"/>
              </a:rPr>
              <a:t>135</a:t>
            </a:fld>
            <a:endParaRPr lang="en-US" altLang="zh-CN" sz="1200">
              <a:latin typeface="Arial" panose="020B0604020202020204" pitchFamily="34" charset="0"/>
            </a:endParaRPr>
          </a:p>
        </p:txBody>
      </p:sp>
      <p:sp>
        <p:nvSpPr>
          <p:cNvPr id="165891" name="Rectangle 2"/>
          <p:cNvSpPr>
            <a:spLocks noGrp="1" noRot="1" noChangeAspect="1" noChangeArrowheads="1" noTextEdit="1"/>
          </p:cNvSpPr>
          <p:nvPr>
            <p:ph type="sldImg"/>
          </p:nvPr>
        </p:nvSpPr>
        <p:spPr/>
      </p:sp>
      <p:sp>
        <p:nvSpPr>
          <p:cNvPr id="165892" name="Rectangle 3"/>
          <p:cNvSpPr>
            <a:spLocks noGrp="1" noChangeArrowheads="1"/>
          </p:cNvSpPr>
          <p:nvPr>
            <p:ph type="body" idx="1"/>
          </p:nvPr>
        </p:nvSpPr>
        <p:spPr>
          <a:noFill/>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B28B4623-CAE4-4096-92F5-06EE59583F71}" type="slidenum">
              <a:rPr lang="en-US" altLang="zh-CN" sz="1200">
                <a:latin typeface="Arial" panose="020B0604020202020204" pitchFamily="34" charset="0"/>
              </a:rPr>
              <a:t>136</a:t>
            </a:fld>
            <a:endParaRPr lang="en-US" altLang="zh-CN" sz="1200">
              <a:latin typeface="Arial" panose="020B0604020202020204" pitchFamily="34" charset="0"/>
            </a:endParaRPr>
          </a:p>
        </p:txBody>
      </p:sp>
      <p:sp>
        <p:nvSpPr>
          <p:cNvPr id="167939" name="Rectangle 2"/>
          <p:cNvSpPr>
            <a:spLocks noGrp="1" noRot="1" noChangeAspect="1" noChangeArrowheads="1" noTextEdit="1"/>
          </p:cNvSpPr>
          <p:nvPr>
            <p:ph type="sldImg"/>
          </p:nvPr>
        </p:nvSpPr>
        <p:spPr/>
      </p:sp>
      <p:sp>
        <p:nvSpPr>
          <p:cNvPr id="167940" name="Rectangle 3"/>
          <p:cNvSpPr>
            <a:spLocks noGrp="1" noChangeArrowheads="1"/>
          </p:cNvSpPr>
          <p:nvPr>
            <p:ph type="body" idx="1"/>
          </p:nvPr>
        </p:nvSpPr>
        <p:spPr>
          <a:noFill/>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DECD60F7-C22B-4652-9128-E776820A3BD8}" type="slidenum">
              <a:rPr lang="en-US" altLang="zh-CN" sz="1200">
                <a:latin typeface="Arial" panose="020B0604020202020204" pitchFamily="34" charset="0"/>
              </a:rPr>
              <a:t>137</a:t>
            </a:fld>
            <a:endParaRPr lang="en-US" altLang="zh-CN" sz="1200">
              <a:latin typeface="Arial" panose="020B0604020202020204" pitchFamily="34" charset="0"/>
            </a:endParaRPr>
          </a:p>
        </p:txBody>
      </p:sp>
      <p:sp>
        <p:nvSpPr>
          <p:cNvPr id="169987" name="Rectangle 2"/>
          <p:cNvSpPr>
            <a:spLocks noGrp="1" noRot="1" noChangeAspect="1" noChangeArrowheads="1" noTextEdit="1"/>
          </p:cNvSpPr>
          <p:nvPr>
            <p:ph type="sldImg"/>
          </p:nvPr>
        </p:nvSpPr>
        <p:spPr/>
      </p:sp>
      <p:sp>
        <p:nvSpPr>
          <p:cNvPr id="169988" name="Rectangle 3"/>
          <p:cNvSpPr>
            <a:spLocks noGrp="1" noChangeArrowheads="1"/>
          </p:cNvSpPr>
          <p:nvPr>
            <p:ph type="body" idx="1"/>
          </p:nvPr>
        </p:nvSpPr>
        <p:spPr>
          <a:noFill/>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A24E7E24-8E76-4970-B72E-74BC7260EEDB}" type="slidenum">
              <a:rPr lang="en-US" altLang="zh-CN" sz="1200">
                <a:latin typeface="Arial" panose="020B0604020202020204" pitchFamily="34" charset="0"/>
              </a:rPr>
              <a:t>138</a:t>
            </a:fld>
            <a:endParaRPr lang="en-US" altLang="zh-CN" sz="1200">
              <a:latin typeface="Arial" panose="020B0604020202020204" pitchFamily="34" charset="0"/>
            </a:endParaRPr>
          </a:p>
        </p:txBody>
      </p:sp>
      <p:sp>
        <p:nvSpPr>
          <p:cNvPr id="172035" name="Rectangle 2"/>
          <p:cNvSpPr>
            <a:spLocks noGrp="1" noRot="1" noChangeAspect="1" noChangeArrowheads="1" noTextEdit="1"/>
          </p:cNvSpPr>
          <p:nvPr>
            <p:ph type="sldImg"/>
          </p:nvPr>
        </p:nvSpPr>
        <p:spPr/>
      </p:sp>
      <p:sp>
        <p:nvSpPr>
          <p:cNvPr id="172036" name="Rectangle 3"/>
          <p:cNvSpPr>
            <a:spLocks noGrp="1" noChangeArrowheads="1"/>
          </p:cNvSpPr>
          <p:nvPr>
            <p:ph type="body" idx="1"/>
          </p:nvPr>
        </p:nvSpPr>
        <p:spPr>
          <a:noFill/>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9093B38E-BBE4-4D5E-AA52-E3B8E13DAED6}" type="slidenum">
              <a:rPr lang="en-US" altLang="zh-CN" sz="1200">
                <a:latin typeface="Arial" panose="020B0604020202020204" pitchFamily="34" charset="0"/>
              </a:rPr>
              <a:t>140</a:t>
            </a:fld>
            <a:endParaRPr lang="en-US" altLang="zh-CN" sz="1200">
              <a:latin typeface="Arial" panose="020B0604020202020204" pitchFamily="34" charset="0"/>
            </a:endParaRPr>
          </a:p>
        </p:txBody>
      </p:sp>
      <p:sp>
        <p:nvSpPr>
          <p:cNvPr id="177155" name="Rectangle 2"/>
          <p:cNvSpPr>
            <a:spLocks noGrp="1" noRot="1" noChangeAspect="1" noChangeArrowheads="1" noTextEdit="1"/>
          </p:cNvSpPr>
          <p:nvPr>
            <p:ph type="sldImg"/>
          </p:nvPr>
        </p:nvSpPr>
        <p:spPr/>
      </p:sp>
      <p:sp>
        <p:nvSpPr>
          <p:cNvPr id="177156" name="Rectangle 3"/>
          <p:cNvSpPr>
            <a:spLocks noGrp="1" noChangeArrowheads="1"/>
          </p:cNvSpPr>
          <p:nvPr>
            <p:ph type="body" idx="1"/>
          </p:nvPr>
        </p:nvSpPr>
        <p:spPr>
          <a:noFill/>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041258A4-76FA-49B1-85BE-B7677688812A}" type="slidenum">
              <a:rPr lang="en-US" altLang="zh-CN" sz="1200">
                <a:latin typeface="Arial" panose="020B0604020202020204" pitchFamily="34" charset="0"/>
              </a:rPr>
              <a:t>141</a:t>
            </a:fld>
            <a:endParaRPr lang="en-US" altLang="zh-CN" sz="1200">
              <a:latin typeface="Arial" panose="020B0604020202020204" pitchFamily="34" charset="0"/>
            </a:endParaRPr>
          </a:p>
        </p:txBody>
      </p:sp>
      <p:sp>
        <p:nvSpPr>
          <p:cNvPr id="179203" name="Rectangle 2"/>
          <p:cNvSpPr>
            <a:spLocks noGrp="1" noRot="1" noChangeAspect="1" noChangeArrowheads="1" noTextEdit="1"/>
          </p:cNvSpPr>
          <p:nvPr>
            <p:ph type="sldImg"/>
          </p:nvPr>
        </p:nvSpPr>
        <p:spPr/>
      </p:sp>
      <p:sp>
        <p:nvSpPr>
          <p:cNvPr id="179204" name="Rectangle 3"/>
          <p:cNvSpPr>
            <a:spLocks noGrp="1" noChangeArrowheads="1"/>
          </p:cNvSpPr>
          <p:nvPr>
            <p:ph type="body" idx="1"/>
          </p:nvPr>
        </p:nvSpPr>
        <p:spPr>
          <a:noFill/>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55A53176-2942-4D5F-8849-8B8703F6E32D}" type="slidenum">
              <a:rPr lang="en-US" altLang="zh-CN" sz="1200">
                <a:latin typeface="Arial" panose="020B0604020202020204" pitchFamily="34" charset="0"/>
              </a:rPr>
              <a:t>142</a:t>
            </a:fld>
            <a:endParaRPr lang="en-US" altLang="zh-CN" sz="1200">
              <a:latin typeface="Arial" panose="020B0604020202020204" pitchFamily="34" charset="0"/>
            </a:endParaRPr>
          </a:p>
        </p:txBody>
      </p:sp>
      <p:sp>
        <p:nvSpPr>
          <p:cNvPr id="201731" name="Rectangle 2"/>
          <p:cNvSpPr>
            <a:spLocks noGrp="1" noRot="1" noChangeAspect="1" noChangeArrowheads="1" noTextEdit="1"/>
          </p:cNvSpPr>
          <p:nvPr>
            <p:ph type="sldImg"/>
          </p:nvPr>
        </p:nvSpPr>
        <p:spPr/>
      </p:sp>
      <p:sp>
        <p:nvSpPr>
          <p:cNvPr id="201732" name="Rectangle 3"/>
          <p:cNvSpPr>
            <a:spLocks noGrp="1" noChangeArrowheads="1"/>
          </p:cNvSpPr>
          <p:nvPr>
            <p:ph type="body" idx="1"/>
          </p:nvPr>
        </p:nvSpPr>
        <p:spPr>
          <a:noFill/>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0C72F2B7-F9DA-4522-AAFE-DC638F04D872}" type="slidenum">
              <a:rPr lang="en-US" altLang="zh-CN" sz="1200">
                <a:latin typeface="Arial" panose="020B0604020202020204" pitchFamily="34" charset="0"/>
              </a:rPr>
              <a:t>143</a:t>
            </a:fld>
            <a:endParaRPr lang="en-US" altLang="zh-CN" sz="1200">
              <a:latin typeface="Arial" panose="020B0604020202020204" pitchFamily="34" charset="0"/>
            </a:endParaRPr>
          </a:p>
        </p:txBody>
      </p:sp>
      <p:sp>
        <p:nvSpPr>
          <p:cNvPr id="203779" name="Rectangle 2"/>
          <p:cNvSpPr>
            <a:spLocks noGrp="1" noRot="1" noChangeAspect="1" noChangeArrowheads="1" noTextEdit="1"/>
          </p:cNvSpPr>
          <p:nvPr>
            <p:ph type="sldImg"/>
          </p:nvPr>
        </p:nvSpPr>
        <p:spPr/>
      </p:sp>
      <p:sp>
        <p:nvSpPr>
          <p:cNvPr id="203780" name="Rectangle 3"/>
          <p:cNvSpPr>
            <a:spLocks noGrp="1" noChangeArrowheads="1"/>
          </p:cNvSpPr>
          <p:nvPr>
            <p:ph type="body" idx="1"/>
          </p:nvPr>
        </p:nvSpPr>
        <p:spPr>
          <a:noFill/>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4"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441C277D-E93C-4D71-8F21-B329B2353488}" type="slidenum">
              <a:rPr lang="en-US" altLang="zh-CN" sz="1200">
                <a:latin typeface="Arial" panose="020B0604020202020204" pitchFamily="34" charset="0"/>
              </a:rPr>
              <a:t>144</a:t>
            </a:fld>
            <a:endParaRPr lang="en-US" altLang="zh-CN" sz="1200">
              <a:latin typeface="Arial" panose="020B0604020202020204" pitchFamily="34" charset="0"/>
            </a:endParaRPr>
          </a:p>
        </p:txBody>
      </p:sp>
      <p:sp>
        <p:nvSpPr>
          <p:cNvPr id="228355" name="Rectangle 2"/>
          <p:cNvSpPr>
            <a:spLocks noGrp="1" noRot="1" noChangeAspect="1" noChangeArrowheads="1" noTextEdit="1"/>
          </p:cNvSpPr>
          <p:nvPr>
            <p:ph type="sldImg"/>
          </p:nvPr>
        </p:nvSpPr>
        <p:spPr/>
      </p:sp>
      <p:sp>
        <p:nvSpPr>
          <p:cNvPr id="228356" name="Rectangle 3"/>
          <p:cNvSpPr>
            <a:spLocks noGrp="1" noChangeArrowheads="1"/>
          </p:cNvSpPr>
          <p:nvPr>
            <p:ph type="body" idx="1"/>
          </p:nvPr>
        </p:nvSpPr>
        <p:spPr>
          <a:noFill/>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6"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DAB1EA23-F01A-4D09-BDA1-3E14EE4ADC26}" type="slidenum">
              <a:rPr lang="en-US" altLang="zh-CN" sz="1200">
                <a:latin typeface="Arial" panose="020B0604020202020204" pitchFamily="34" charset="0"/>
              </a:rPr>
              <a:t>145</a:t>
            </a:fld>
            <a:endParaRPr lang="en-US" altLang="zh-CN" sz="1200">
              <a:latin typeface="Arial" panose="020B0604020202020204" pitchFamily="34" charset="0"/>
            </a:endParaRPr>
          </a:p>
        </p:txBody>
      </p:sp>
      <p:sp>
        <p:nvSpPr>
          <p:cNvPr id="231427" name="Rectangle 2"/>
          <p:cNvSpPr>
            <a:spLocks noGrp="1" noRot="1" noChangeAspect="1" noChangeArrowheads="1" noTextEdit="1"/>
          </p:cNvSpPr>
          <p:nvPr>
            <p:ph type="sldImg"/>
          </p:nvPr>
        </p:nvSpPr>
        <p:spPr/>
      </p:sp>
      <p:sp>
        <p:nvSpPr>
          <p:cNvPr id="231428" name="Rectangle 3"/>
          <p:cNvSpPr>
            <a:spLocks noGrp="1" noChangeArrowheads="1"/>
          </p:cNvSpPr>
          <p:nvPr>
            <p:ph type="body" idx="1"/>
          </p:nvPr>
        </p:nvSpPr>
        <p:spPr>
          <a:noFill/>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6"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A53C188A-D847-4340-A186-E4360F9EAD56}" type="slidenum">
              <a:rPr lang="en-US" altLang="zh-CN" sz="1200">
                <a:latin typeface="Arial" panose="020B0604020202020204" pitchFamily="34" charset="0"/>
              </a:rPr>
              <a:t>147</a:t>
            </a:fld>
            <a:endParaRPr lang="en-US" altLang="zh-CN" sz="1200">
              <a:latin typeface="Arial" panose="020B0604020202020204" pitchFamily="34" charset="0"/>
            </a:endParaRPr>
          </a:p>
        </p:txBody>
      </p:sp>
      <p:sp>
        <p:nvSpPr>
          <p:cNvPr id="241667" name="Rectangle 2"/>
          <p:cNvSpPr>
            <a:spLocks noGrp="1" noRot="1" noChangeAspect="1" noChangeArrowheads="1" noTextEdit="1"/>
          </p:cNvSpPr>
          <p:nvPr>
            <p:ph type="sldImg"/>
          </p:nvPr>
        </p:nvSpPr>
        <p:spPr/>
      </p:sp>
      <p:sp>
        <p:nvSpPr>
          <p:cNvPr id="241668" name="Rectangle 3"/>
          <p:cNvSpPr>
            <a:spLocks noGrp="1" noChangeArrowheads="1"/>
          </p:cNvSpPr>
          <p:nvPr>
            <p:ph type="body" idx="1"/>
          </p:nvPr>
        </p:nvSpPr>
        <p:spPr>
          <a:noFill/>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150FFFAA-8722-462E-8F76-05C862564025}" type="slidenum">
              <a:rPr lang="en-US" altLang="zh-CN" sz="1200">
                <a:latin typeface="Arial" panose="020B0604020202020204" pitchFamily="34" charset="0"/>
              </a:rPr>
              <a:t>148</a:t>
            </a:fld>
            <a:endParaRPr lang="en-US" altLang="zh-CN" sz="1200">
              <a:latin typeface="Arial" panose="020B0604020202020204" pitchFamily="34" charset="0"/>
            </a:endParaRPr>
          </a:p>
        </p:txBody>
      </p:sp>
      <p:sp>
        <p:nvSpPr>
          <p:cNvPr id="243715" name="Rectangle 2"/>
          <p:cNvSpPr>
            <a:spLocks noGrp="1" noRot="1" noChangeAspect="1" noChangeArrowheads="1" noTextEdit="1"/>
          </p:cNvSpPr>
          <p:nvPr>
            <p:ph type="sldImg"/>
          </p:nvPr>
        </p:nvSpPr>
        <p:spPr/>
      </p:sp>
      <p:sp>
        <p:nvSpPr>
          <p:cNvPr id="243716" name="Rectangle 3"/>
          <p:cNvSpPr>
            <a:spLocks noGrp="1" noChangeArrowheads="1"/>
          </p:cNvSpPr>
          <p:nvPr>
            <p:ph type="body" idx="1"/>
          </p:nvPr>
        </p:nvSpPr>
        <p:spPr>
          <a:noFill/>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2"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BE0E71AA-33F2-4748-A2FE-2EF8894B4E7F}" type="slidenum">
              <a:rPr lang="en-US" altLang="zh-CN" sz="1200">
                <a:latin typeface="Arial" panose="020B0604020202020204" pitchFamily="34" charset="0"/>
              </a:rPr>
              <a:t>149</a:t>
            </a:fld>
            <a:endParaRPr lang="en-US" altLang="zh-CN" sz="1200">
              <a:latin typeface="Arial" panose="020B0604020202020204" pitchFamily="34" charset="0"/>
            </a:endParaRPr>
          </a:p>
        </p:txBody>
      </p:sp>
      <p:sp>
        <p:nvSpPr>
          <p:cNvPr id="245763" name="Rectangle 2"/>
          <p:cNvSpPr>
            <a:spLocks noGrp="1" noRot="1" noChangeAspect="1" noChangeArrowheads="1" noTextEdit="1"/>
          </p:cNvSpPr>
          <p:nvPr>
            <p:ph type="sldImg"/>
          </p:nvPr>
        </p:nvSpPr>
        <p:spPr/>
      </p:sp>
      <p:sp>
        <p:nvSpPr>
          <p:cNvPr id="245764" name="Rectangle 3"/>
          <p:cNvSpPr>
            <a:spLocks noGrp="1" noChangeArrowheads="1"/>
          </p:cNvSpPr>
          <p:nvPr>
            <p:ph type="body" idx="1"/>
          </p:nvPr>
        </p:nvSpPr>
        <p:spPr>
          <a:noFill/>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10"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704F7B6C-3FF6-46FC-B418-13AFCD4CAED6}" type="slidenum">
              <a:rPr lang="en-US" altLang="zh-CN" sz="1200">
                <a:latin typeface="Arial" panose="020B0604020202020204" pitchFamily="34" charset="0"/>
              </a:rPr>
              <a:t>150</a:t>
            </a:fld>
            <a:endParaRPr lang="en-US" altLang="zh-CN" sz="1200">
              <a:latin typeface="Arial" panose="020B0604020202020204" pitchFamily="34" charset="0"/>
            </a:endParaRPr>
          </a:p>
        </p:txBody>
      </p:sp>
      <p:sp>
        <p:nvSpPr>
          <p:cNvPr id="247811" name="Rectangle 2"/>
          <p:cNvSpPr>
            <a:spLocks noGrp="1" noRot="1" noChangeAspect="1" noChangeArrowheads="1" noTextEdit="1"/>
          </p:cNvSpPr>
          <p:nvPr>
            <p:ph type="sldImg"/>
          </p:nvPr>
        </p:nvSpPr>
        <p:spPr/>
      </p:sp>
      <p:sp>
        <p:nvSpPr>
          <p:cNvPr id="247812" name="Rectangle 3"/>
          <p:cNvSpPr>
            <a:spLocks noGrp="1" noChangeArrowheads="1"/>
          </p:cNvSpPr>
          <p:nvPr>
            <p:ph type="body" idx="1"/>
          </p:nvPr>
        </p:nvSpPr>
        <p:spPr>
          <a:noFill/>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8"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2A31A6F5-B0E4-4CBF-8D23-36E57787A5C2}" type="slidenum">
              <a:rPr lang="en-US" altLang="zh-CN" sz="1200">
                <a:latin typeface="Arial" panose="020B0604020202020204" pitchFamily="34" charset="0"/>
              </a:rPr>
              <a:t>151</a:t>
            </a:fld>
            <a:endParaRPr lang="en-US" altLang="zh-CN" sz="1200">
              <a:latin typeface="Arial" panose="020B0604020202020204" pitchFamily="34" charset="0"/>
            </a:endParaRPr>
          </a:p>
        </p:txBody>
      </p:sp>
      <p:sp>
        <p:nvSpPr>
          <p:cNvPr id="249859" name="Rectangle 2"/>
          <p:cNvSpPr>
            <a:spLocks noGrp="1" noRot="1" noChangeAspect="1" noChangeArrowheads="1" noTextEdit="1"/>
          </p:cNvSpPr>
          <p:nvPr>
            <p:ph type="sldImg"/>
          </p:nvPr>
        </p:nvSpPr>
        <p:spPr/>
      </p:sp>
      <p:sp>
        <p:nvSpPr>
          <p:cNvPr id="249860" name="Rectangle 3"/>
          <p:cNvSpPr>
            <a:spLocks noGrp="1" noChangeArrowheads="1"/>
          </p:cNvSpPr>
          <p:nvPr>
            <p:ph type="body" idx="1"/>
          </p:nvPr>
        </p:nvSpPr>
        <p:spPr>
          <a:noFill/>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954"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03188689-98FF-4461-AC02-69E66E268044}" type="slidenum">
              <a:rPr lang="en-US" altLang="zh-CN" sz="1200">
                <a:latin typeface="Arial" panose="020B0604020202020204" pitchFamily="34" charset="0"/>
              </a:rPr>
              <a:t>154</a:t>
            </a:fld>
            <a:endParaRPr lang="en-US" altLang="zh-CN" sz="1200">
              <a:latin typeface="Arial" panose="020B0604020202020204" pitchFamily="34" charset="0"/>
            </a:endParaRPr>
          </a:p>
        </p:txBody>
      </p:sp>
      <p:sp>
        <p:nvSpPr>
          <p:cNvPr id="253955" name="Rectangle 2"/>
          <p:cNvSpPr>
            <a:spLocks noGrp="1" noRot="1" noChangeAspect="1" noChangeArrowheads="1" noTextEdit="1"/>
          </p:cNvSpPr>
          <p:nvPr>
            <p:ph type="sldImg"/>
          </p:nvPr>
        </p:nvSpPr>
        <p:spPr/>
      </p:sp>
      <p:sp>
        <p:nvSpPr>
          <p:cNvPr id="253956" name="Rectangle 3"/>
          <p:cNvSpPr>
            <a:spLocks noGrp="1" noChangeArrowheads="1"/>
          </p:cNvSpPr>
          <p:nvPr>
            <p:ph type="body" idx="1"/>
          </p:nvPr>
        </p:nvSpPr>
        <p:spPr>
          <a:noFill/>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2"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3578DEF0-EE48-48ED-824B-9C07BB837FDA}" type="slidenum">
              <a:rPr lang="en-US" altLang="zh-CN" sz="1200">
                <a:latin typeface="Arial" panose="020B0604020202020204" pitchFamily="34" charset="0"/>
              </a:rPr>
              <a:t>155</a:t>
            </a:fld>
            <a:endParaRPr lang="en-US" altLang="zh-CN" sz="1200">
              <a:latin typeface="Arial" panose="020B0604020202020204" pitchFamily="34" charset="0"/>
            </a:endParaRPr>
          </a:p>
        </p:txBody>
      </p:sp>
      <p:sp>
        <p:nvSpPr>
          <p:cNvPr id="256003" name="Rectangle 2"/>
          <p:cNvSpPr>
            <a:spLocks noGrp="1" noRot="1" noChangeAspect="1" noChangeArrowheads="1" noTextEdit="1"/>
          </p:cNvSpPr>
          <p:nvPr>
            <p:ph type="sldImg"/>
          </p:nvPr>
        </p:nvSpPr>
        <p:spPr/>
      </p:sp>
      <p:sp>
        <p:nvSpPr>
          <p:cNvPr id="256004" name="Rectangle 3"/>
          <p:cNvSpPr>
            <a:spLocks noGrp="1" noChangeArrowheads="1"/>
          </p:cNvSpPr>
          <p:nvPr>
            <p:ph type="body" idx="1"/>
          </p:nvPr>
        </p:nvSpPr>
        <p:spPr>
          <a:noFill/>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050"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B5E768BE-045A-4CB9-AA66-832D5213DF59}" type="slidenum">
              <a:rPr lang="en-US" altLang="zh-CN" sz="1200">
                <a:latin typeface="Arial" panose="020B0604020202020204" pitchFamily="34" charset="0"/>
              </a:rPr>
              <a:t>156</a:t>
            </a:fld>
            <a:endParaRPr lang="en-US" altLang="zh-CN" sz="1200">
              <a:latin typeface="Arial" panose="020B0604020202020204" pitchFamily="34" charset="0"/>
            </a:endParaRPr>
          </a:p>
        </p:txBody>
      </p:sp>
      <p:sp>
        <p:nvSpPr>
          <p:cNvPr id="258051" name="Rectangle 2"/>
          <p:cNvSpPr>
            <a:spLocks noGrp="1" noRot="1" noChangeAspect="1" noChangeArrowheads="1" noTextEdit="1"/>
          </p:cNvSpPr>
          <p:nvPr>
            <p:ph type="sldImg"/>
          </p:nvPr>
        </p:nvSpPr>
        <p:spPr/>
      </p:sp>
      <p:sp>
        <p:nvSpPr>
          <p:cNvPr id="258052" name="Rectangle 3"/>
          <p:cNvSpPr>
            <a:spLocks noGrp="1" noChangeArrowheads="1"/>
          </p:cNvSpPr>
          <p:nvPr>
            <p:ph type="body" idx="1"/>
          </p:nvPr>
        </p:nvSpPr>
        <p:spPr>
          <a:noFill/>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098"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548A09F0-33E5-4FCF-93E7-C1E8DC7315C2}" type="slidenum">
              <a:rPr lang="en-US" altLang="zh-CN" sz="1200">
                <a:latin typeface="Arial" panose="020B0604020202020204" pitchFamily="34" charset="0"/>
              </a:rPr>
              <a:t>157</a:t>
            </a:fld>
            <a:endParaRPr lang="en-US" altLang="zh-CN" sz="1200">
              <a:latin typeface="Arial" panose="020B0604020202020204" pitchFamily="34" charset="0"/>
            </a:endParaRPr>
          </a:p>
        </p:txBody>
      </p:sp>
      <p:sp>
        <p:nvSpPr>
          <p:cNvPr id="260099" name="Rectangle 2"/>
          <p:cNvSpPr>
            <a:spLocks noGrp="1" noRot="1" noChangeAspect="1" noChangeArrowheads="1" noTextEdit="1"/>
          </p:cNvSpPr>
          <p:nvPr>
            <p:ph type="sldImg"/>
          </p:nvPr>
        </p:nvSpPr>
        <p:spPr/>
      </p:sp>
      <p:sp>
        <p:nvSpPr>
          <p:cNvPr id="260100" name="Rectangle 3"/>
          <p:cNvSpPr>
            <a:spLocks noGrp="1" noChangeArrowheads="1"/>
          </p:cNvSpPr>
          <p:nvPr>
            <p:ph type="body" idx="1"/>
          </p:nvPr>
        </p:nvSpPr>
        <p:spPr>
          <a:noFill/>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146"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76FC4CB0-EF66-4EAB-B1C1-FFF379729148}" type="slidenum">
              <a:rPr lang="en-US" altLang="zh-CN" sz="1200">
                <a:latin typeface="Arial" panose="020B0604020202020204" pitchFamily="34" charset="0"/>
              </a:rPr>
              <a:t>158</a:t>
            </a:fld>
            <a:endParaRPr lang="en-US" altLang="zh-CN" sz="1200">
              <a:latin typeface="Arial" panose="020B0604020202020204" pitchFamily="34" charset="0"/>
            </a:endParaRPr>
          </a:p>
        </p:txBody>
      </p:sp>
      <p:sp>
        <p:nvSpPr>
          <p:cNvPr id="262147" name="Rectangle 2"/>
          <p:cNvSpPr>
            <a:spLocks noGrp="1" noRot="1" noChangeAspect="1" noChangeArrowheads="1" noTextEdit="1"/>
          </p:cNvSpPr>
          <p:nvPr>
            <p:ph type="sldImg"/>
          </p:nvPr>
        </p:nvSpPr>
        <p:spPr/>
      </p:sp>
      <p:sp>
        <p:nvSpPr>
          <p:cNvPr id="262148" name="Rectangle 3"/>
          <p:cNvSpPr>
            <a:spLocks noGrp="1" noChangeArrowheads="1"/>
          </p:cNvSpPr>
          <p:nvPr>
            <p:ph type="body" idx="1"/>
          </p:nvPr>
        </p:nvSpPr>
        <p:spPr>
          <a:noFill/>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194"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63CE72CF-0CC1-4FF6-A91E-E638A9EAC889}" type="slidenum">
              <a:rPr lang="en-US" altLang="zh-CN" sz="1200">
                <a:latin typeface="Arial" panose="020B0604020202020204" pitchFamily="34" charset="0"/>
              </a:rPr>
              <a:t>159</a:t>
            </a:fld>
            <a:endParaRPr lang="en-US" altLang="zh-CN" sz="1200">
              <a:latin typeface="Arial" panose="020B0604020202020204" pitchFamily="34" charset="0"/>
            </a:endParaRPr>
          </a:p>
        </p:txBody>
      </p:sp>
      <p:sp>
        <p:nvSpPr>
          <p:cNvPr id="264195" name="Rectangle 2"/>
          <p:cNvSpPr>
            <a:spLocks noGrp="1" noRot="1" noChangeAspect="1" noChangeArrowheads="1" noTextEdit="1"/>
          </p:cNvSpPr>
          <p:nvPr>
            <p:ph type="sldImg"/>
          </p:nvPr>
        </p:nvSpPr>
        <p:spPr/>
      </p:sp>
      <p:sp>
        <p:nvSpPr>
          <p:cNvPr id="264196" name="Rectangle 3"/>
          <p:cNvSpPr>
            <a:spLocks noGrp="1" noChangeArrowheads="1"/>
          </p:cNvSpPr>
          <p:nvPr>
            <p:ph type="body" idx="1"/>
          </p:nvPr>
        </p:nvSpPr>
        <p:spPr>
          <a:noFill/>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2"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9AD057EE-5C3A-428A-A200-21E19ED34053}" type="slidenum">
              <a:rPr lang="en-US" altLang="zh-CN" sz="1200">
                <a:latin typeface="Arial" panose="020B0604020202020204" pitchFamily="34" charset="0"/>
              </a:rPr>
              <a:t>160</a:t>
            </a:fld>
            <a:endParaRPr lang="en-US" altLang="zh-CN" sz="1200">
              <a:latin typeface="Arial" panose="020B0604020202020204" pitchFamily="34" charset="0"/>
            </a:endParaRPr>
          </a:p>
        </p:txBody>
      </p:sp>
      <p:sp>
        <p:nvSpPr>
          <p:cNvPr id="266243" name="Rectangle 2"/>
          <p:cNvSpPr>
            <a:spLocks noGrp="1" noRot="1" noChangeAspect="1" noChangeArrowheads="1" noTextEdit="1"/>
          </p:cNvSpPr>
          <p:nvPr>
            <p:ph type="sldImg"/>
          </p:nvPr>
        </p:nvSpPr>
        <p:spPr/>
      </p:sp>
      <p:sp>
        <p:nvSpPr>
          <p:cNvPr id="266244" name="Rectangle 3"/>
          <p:cNvSpPr>
            <a:spLocks noGrp="1" noChangeArrowheads="1"/>
          </p:cNvSpPr>
          <p:nvPr>
            <p:ph type="body" idx="1"/>
          </p:nvPr>
        </p:nvSpPr>
        <p:spPr>
          <a:noFill/>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290"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651ADA2A-E34E-4B4B-9BA0-6AC6FC1FF4C8}" type="slidenum">
              <a:rPr lang="en-US" altLang="zh-CN" sz="1200">
                <a:latin typeface="Arial" panose="020B0604020202020204" pitchFamily="34" charset="0"/>
              </a:rPr>
              <a:t>161</a:t>
            </a:fld>
            <a:endParaRPr lang="en-US" altLang="zh-CN" sz="1200">
              <a:latin typeface="Arial" panose="020B0604020202020204" pitchFamily="34" charset="0"/>
            </a:endParaRPr>
          </a:p>
        </p:txBody>
      </p:sp>
      <p:sp>
        <p:nvSpPr>
          <p:cNvPr id="268291" name="Rectangle 2"/>
          <p:cNvSpPr>
            <a:spLocks noGrp="1" noRot="1" noChangeAspect="1" noChangeArrowheads="1" noTextEdit="1"/>
          </p:cNvSpPr>
          <p:nvPr>
            <p:ph type="sldImg"/>
          </p:nvPr>
        </p:nvSpPr>
        <p:spPr/>
      </p:sp>
      <p:sp>
        <p:nvSpPr>
          <p:cNvPr id="268292" name="Rectangle 3"/>
          <p:cNvSpPr>
            <a:spLocks noGrp="1" noChangeArrowheads="1"/>
          </p:cNvSpPr>
          <p:nvPr>
            <p:ph type="body" idx="1"/>
          </p:nvPr>
        </p:nvSpPr>
        <p:spPr>
          <a:noFill/>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338"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679ACA04-3DAC-4BEC-B6E9-67756EE2474E}" type="slidenum">
              <a:rPr lang="en-US" altLang="zh-CN" sz="1200">
                <a:latin typeface="Arial" panose="020B0604020202020204" pitchFamily="34" charset="0"/>
              </a:rPr>
              <a:t>162</a:t>
            </a:fld>
            <a:endParaRPr lang="en-US" altLang="zh-CN" sz="1200">
              <a:latin typeface="Arial" panose="020B0604020202020204" pitchFamily="34" charset="0"/>
            </a:endParaRPr>
          </a:p>
        </p:txBody>
      </p:sp>
      <p:sp>
        <p:nvSpPr>
          <p:cNvPr id="270339" name="Rectangle 2"/>
          <p:cNvSpPr>
            <a:spLocks noGrp="1" noRot="1" noChangeAspect="1" noChangeArrowheads="1" noTextEdit="1"/>
          </p:cNvSpPr>
          <p:nvPr>
            <p:ph type="sldImg"/>
          </p:nvPr>
        </p:nvSpPr>
        <p:spPr/>
      </p:sp>
      <p:sp>
        <p:nvSpPr>
          <p:cNvPr id="270340" name="Rectangle 3"/>
          <p:cNvSpPr>
            <a:spLocks noGrp="1" noChangeArrowheads="1"/>
          </p:cNvSpPr>
          <p:nvPr>
            <p:ph type="body" idx="1"/>
          </p:nvPr>
        </p:nvSpPr>
        <p:spPr>
          <a:noFill/>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386"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81EE98E2-6E06-498C-BB41-2943D05B75D9}" type="slidenum">
              <a:rPr lang="en-US" altLang="zh-CN" sz="1200">
                <a:latin typeface="Arial" panose="020B0604020202020204" pitchFamily="34" charset="0"/>
              </a:rPr>
              <a:t>163</a:t>
            </a:fld>
            <a:endParaRPr lang="en-US" altLang="zh-CN" sz="1200">
              <a:latin typeface="Arial" panose="020B0604020202020204" pitchFamily="34" charset="0"/>
            </a:endParaRPr>
          </a:p>
        </p:txBody>
      </p:sp>
      <p:sp>
        <p:nvSpPr>
          <p:cNvPr id="272387" name="Rectangle 2"/>
          <p:cNvSpPr>
            <a:spLocks noGrp="1" noRot="1" noChangeAspect="1" noChangeArrowheads="1" noTextEdit="1"/>
          </p:cNvSpPr>
          <p:nvPr>
            <p:ph type="sldImg"/>
          </p:nvPr>
        </p:nvSpPr>
        <p:spPr/>
      </p:sp>
      <p:sp>
        <p:nvSpPr>
          <p:cNvPr id="272388" name="Rectangle 3"/>
          <p:cNvSpPr>
            <a:spLocks noGrp="1" noChangeArrowheads="1"/>
          </p:cNvSpPr>
          <p:nvPr>
            <p:ph type="body" idx="1"/>
          </p:nvPr>
        </p:nvSpPr>
        <p:spPr>
          <a:noFill/>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458"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8EE2513B-AB90-4E27-AC7A-FFFE94A48A0B}" type="slidenum">
              <a:rPr lang="en-US" altLang="zh-CN" sz="1200">
                <a:latin typeface="Arial" panose="020B0604020202020204" pitchFamily="34" charset="0"/>
              </a:rPr>
              <a:t>165</a:t>
            </a:fld>
            <a:endParaRPr lang="en-US" altLang="zh-CN" sz="1200">
              <a:latin typeface="Arial" panose="020B0604020202020204" pitchFamily="34" charset="0"/>
            </a:endParaRPr>
          </a:p>
        </p:txBody>
      </p:sp>
      <p:sp>
        <p:nvSpPr>
          <p:cNvPr id="275459" name="Rectangle 2"/>
          <p:cNvSpPr>
            <a:spLocks noGrp="1" noRot="1" noChangeAspect="1" noChangeArrowheads="1" noTextEdit="1"/>
          </p:cNvSpPr>
          <p:nvPr>
            <p:ph type="sldImg"/>
          </p:nvPr>
        </p:nvSpPr>
        <p:spPr/>
      </p:sp>
      <p:sp>
        <p:nvSpPr>
          <p:cNvPr id="275460" name="Rectangle 3"/>
          <p:cNvSpPr>
            <a:spLocks noGrp="1" noChangeArrowheads="1"/>
          </p:cNvSpPr>
          <p:nvPr>
            <p:ph type="body" idx="1"/>
          </p:nvPr>
        </p:nvSpPr>
        <p:spPr>
          <a:noFill/>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506"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8D9360C5-330A-425B-9C2C-D5F74892BE77}" type="slidenum">
              <a:rPr lang="en-US" altLang="zh-CN" sz="1200">
                <a:latin typeface="Arial" panose="020B0604020202020204" pitchFamily="34" charset="0"/>
              </a:rPr>
              <a:t>166</a:t>
            </a:fld>
            <a:endParaRPr lang="en-US" altLang="zh-CN" sz="1200">
              <a:latin typeface="Arial" panose="020B0604020202020204" pitchFamily="34" charset="0"/>
            </a:endParaRPr>
          </a:p>
        </p:txBody>
      </p:sp>
      <p:sp>
        <p:nvSpPr>
          <p:cNvPr id="277507" name="Rectangle 2"/>
          <p:cNvSpPr>
            <a:spLocks noGrp="1" noRot="1" noChangeAspect="1" noChangeArrowheads="1" noTextEdit="1"/>
          </p:cNvSpPr>
          <p:nvPr>
            <p:ph type="sldImg"/>
          </p:nvPr>
        </p:nvSpPr>
        <p:spPr/>
      </p:sp>
      <p:sp>
        <p:nvSpPr>
          <p:cNvPr id="277508" name="Rectangle 3"/>
          <p:cNvSpPr>
            <a:spLocks noGrp="1" noChangeArrowheads="1"/>
          </p:cNvSpPr>
          <p:nvPr>
            <p:ph type="body" idx="1"/>
          </p:nvPr>
        </p:nvSpPr>
        <p:spPr>
          <a:noFill/>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9554"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97F5BF5E-8BBC-49D6-86EA-5A64FAF70514}" type="slidenum">
              <a:rPr lang="en-US" altLang="zh-CN" sz="1200">
                <a:latin typeface="Arial" panose="020B0604020202020204" pitchFamily="34" charset="0"/>
              </a:rPr>
              <a:t>167</a:t>
            </a:fld>
            <a:endParaRPr lang="en-US" altLang="zh-CN" sz="1200">
              <a:latin typeface="Arial" panose="020B0604020202020204" pitchFamily="34" charset="0"/>
            </a:endParaRPr>
          </a:p>
        </p:txBody>
      </p:sp>
      <p:sp>
        <p:nvSpPr>
          <p:cNvPr id="279555" name="Rectangle 2"/>
          <p:cNvSpPr>
            <a:spLocks noGrp="1" noRot="1" noChangeAspect="1" noChangeArrowheads="1" noTextEdit="1"/>
          </p:cNvSpPr>
          <p:nvPr>
            <p:ph type="sldImg"/>
          </p:nvPr>
        </p:nvSpPr>
        <p:spPr/>
      </p:sp>
      <p:sp>
        <p:nvSpPr>
          <p:cNvPr id="279556" name="Rectangle 3"/>
          <p:cNvSpPr>
            <a:spLocks noGrp="1" noChangeArrowheads="1"/>
          </p:cNvSpPr>
          <p:nvPr>
            <p:ph type="body" idx="1"/>
          </p:nvPr>
        </p:nvSpPr>
        <p:spPr>
          <a:noFill/>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5938"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623C525B-354C-4852-BCF7-4727C57ACF36}" type="slidenum">
              <a:rPr lang="en-US" altLang="zh-CN" sz="1200">
                <a:latin typeface="Arial" panose="020B0604020202020204" pitchFamily="34" charset="0"/>
              </a:rPr>
              <a:t>168</a:t>
            </a:fld>
            <a:endParaRPr lang="en-US" altLang="zh-CN" sz="1200">
              <a:latin typeface="Arial" panose="020B0604020202020204" pitchFamily="34" charset="0"/>
            </a:endParaRPr>
          </a:p>
        </p:txBody>
      </p:sp>
      <p:sp>
        <p:nvSpPr>
          <p:cNvPr id="295939" name="Rectangle 2"/>
          <p:cNvSpPr>
            <a:spLocks noGrp="1" noRot="1" noChangeAspect="1" noChangeArrowheads="1" noTextEdit="1"/>
          </p:cNvSpPr>
          <p:nvPr>
            <p:ph type="sldImg"/>
          </p:nvPr>
        </p:nvSpPr>
        <p:spPr/>
      </p:sp>
      <p:sp>
        <p:nvSpPr>
          <p:cNvPr id="295940" name="Rectangle 3"/>
          <p:cNvSpPr>
            <a:spLocks noGrp="1" noChangeArrowheads="1"/>
          </p:cNvSpPr>
          <p:nvPr>
            <p:ph type="body" idx="1"/>
          </p:nvPr>
        </p:nvSpPr>
        <p:spPr>
          <a:noFill/>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890"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BD2CFAA8-9136-46BA-B8CF-6DE586EFC7B8}" type="slidenum">
              <a:rPr lang="en-US" altLang="zh-CN" sz="1200">
                <a:latin typeface="Arial" panose="020B0604020202020204" pitchFamily="34" charset="0"/>
              </a:rPr>
              <a:t>169</a:t>
            </a:fld>
            <a:endParaRPr lang="en-US" altLang="zh-CN" sz="1200">
              <a:latin typeface="Arial" panose="020B0604020202020204" pitchFamily="34" charset="0"/>
            </a:endParaRPr>
          </a:p>
        </p:txBody>
      </p:sp>
      <p:sp>
        <p:nvSpPr>
          <p:cNvPr id="293891" name="Rectangle 2"/>
          <p:cNvSpPr>
            <a:spLocks noGrp="1" noRot="1" noChangeAspect="1" noChangeArrowheads="1" noTextEdit="1"/>
          </p:cNvSpPr>
          <p:nvPr>
            <p:ph type="sldImg"/>
          </p:nvPr>
        </p:nvSpPr>
        <p:spPr/>
      </p:sp>
      <p:sp>
        <p:nvSpPr>
          <p:cNvPr id="293892" name="Rectangle 3"/>
          <p:cNvSpPr>
            <a:spLocks noGrp="1" noChangeArrowheads="1"/>
          </p:cNvSpPr>
          <p:nvPr>
            <p:ph type="body" idx="1"/>
          </p:nvPr>
        </p:nvSpPr>
        <p:spPr>
          <a:noFill/>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986"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269AAE18-608F-4584-A5BD-3611F9469C20}" type="slidenum">
              <a:rPr lang="en-US" altLang="zh-CN" sz="1200">
                <a:latin typeface="Arial" panose="020B0604020202020204" pitchFamily="34" charset="0"/>
              </a:rPr>
              <a:t>170</a:t>
            </a:fld>
            <a:endParaRPr lang="en-US" altLang="zh-CN" sz="1200">
              <a:latin typeface="Arial" panose="020B0604020202020204" pitchFamily="34" charset="0"/>
            </a:endParaRPr>
          </a:p>
        </p:txBody>
      </p:sp>
      <p:sp>
        <p:nvSpPr>
          <p:cNvPr id="297987" name="Rectangle 2"/>
          <p:cNvSpPr>
            <a:spLocks noGrp="1" noRot="1" noChangeAspect="1" noChangeArrowheads="1" noTextEdit="1"/>
          </p:cNvSpPr>
          <p:nvPr>
            <p:ph type="sldImg"/>
          </p:nvPr>
        </p:nvSpPr>
        <p:spPr/>
      </p:sp>
      <p:sp>
        <p:nvSpPr>
          <p:cNvPr id="297988" name="Rectangle 3"/>
          <p:cNvSpPr>
            <a:spLocks noGrp="1" noChangeArrowheads="1"/>
          </p:cNvSpPr>
          <p:nvPr>
            <p:ph type="body" idx="1"/>
          </p:nvPr>
        </p:nvSpPr>
        <p:spPr>
          <a:noFill/>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034"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4FD223DB-77A9-4E23-8057-9B145EE8D612}" type="slidenum">
              <a:rPr lang="en-US" altLang="zh-CN" sz="1200">
                <a:latin typeface="Arial" panose="020B0604020202020204" pitchFamily="34" charset="0"/>
              </a:rPr>
              <a:t>171</a:t>
            </a:fld>
            <a:endParaRPr lang="en-US" altLang="zh-CN" sz="1200">
              <a:latin typeface="Arial" panose="020B0604020202020204" pitchFamily="34" charset="0"/>
            </a:endParaRPr>
          </a:p>
        </p:txBody>
      </p:sp>
      <p:sp>
        <p:nvSpPr>
          <p:cNvPr id="300035" name="Rectangle 2"/>
          <p:cNvSpPr>
            <a:spLocks noGrp="1" noRot="1" noChangeAspect="1" noChangeArrowheads="1" noTextEdit="1"/>
          </p:cNvSpPr>
          <p:nvPr>
            <p:ph type="sldImg"/>
          </p:nvPr>
        </p:nvSpPr>
        <p:spPr/>
      </p:sp>
      <p:sp>
        <p:nvSpPr>
          <p:cNvPr id="300036" name="Rectangle 3"/>
          <p:cNvSpPr>
            <a:spLocks noGrp="1" noChangeArrowheads="1"/>
          </p:cNvSpPr>
          <p:nvPr>
            <p:ph type="body" idx="1"/>
          </p:nvPr>
        </p:nvSpPr>
        <p:spPr>
          <a:noFill/>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2082"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F0AFA689-EAA9-419C-9AF3-12D6AC39E85E}" type="slidenum">
              <a:rPr lang="en-US" altLang="zh-CN" sz="1200">
                <a:latin typeface="Arial" panose="020B0604020202020204" pitchFamily="34" charset="0"/>
              </a:rPr>
              <a:t>172</a:t>
            </a:fld>
            <a:endParaRPr lang="en-US" altLang="zh-CN" sz="1200">
              <a:latin typeface="Arial" panose="020B0604020202020204" pitchFamily="34" charset="0"/>
            </a:endParaRPr>
          </a:p>
        </p:txBody>
      </p:sp>
      <p:sp>
        <p:nvSpPr>
          <p:cNvPr id="302083" name="Rectangle 2"/>
          <p:cNvSpPr>
            <a:spLocks noGrp="1" noRot="1" noChangeAspect="1" noChangeArrowheads="1" noTextEdit="1"/>
          </p:cNvSpPr>
          <p:nvPr>
            <p:ph type="sldImg"/>
          </p:nvPr>
        </p:nvSpPr>
        <p:spPr/>
      </p:sp>
      <p:sp>
        <p:nvSpPr>
          <p:cNvPr id="302084" name="Rectangle 3"/>
          <p:cNvSpPr>
            <a:spLocks noGrp="1" noChangeArrowheads="1"/>
          </p:cNvSpPr>
          <p:nvPr>
            <p:ph type="body" idx="1"/>
          </p:nvPr>
        </p:nvSpPr>
        <p:spPr>
          <a:noFill/>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4130"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D3B23192-A0FD-4E2F-9D3A-AF272ACD9A76}" type="slidenum">
              <a:rPr lang="en-US" altLang="zh-CN" sz="1200">
                <a:latin typeface="Arial" panose="020B0604020202020204" pitchFamily="34" charset="0"/>
              </a:rPr>
              <a:t>173</a:t>
            </a:fld>
            <a:endParaRPr lang="en-US" altLang="zh-CN" sz="1200">
              <a:latin typeface="Arial" panose="020B0604020202020204" pitchFamily="34" charset="0"/>
            </a:endParaRPr>
          </a:p>
        </p:txBody>
      </p:sp>
      <p:sp>
        <p:nvSpPr>
          <p:cNvPr id="304131" name="Rectangle 2"/>
          <p:cNvSpPr>
            <a:spLocks noGrp="1" noRot="1" noChangeAspect="1" noChangeArrowheads="1" noTextEdit="1"/>
          </p:cNvSpPr>
          <p:nvPr>
            <p:ph type="sldImg"/>
          </p:nvPr>
        </p:nvSpPr>
        <p:spPr/>
      </p:sp>
      <p:sp>
        <p:nvSpPr>
          <p:cNvPr id="304132" name="Rectangle 3"/>
          <p:cNvSpPr>
            <a:spLocks noGrp="1" noChangeArrowheads="1"/>
          </p:cNvSpPr>
          <p:nvPr>
            <p:ph type="body" idx="1"/>
          </p:nvPr>
        </p:nvSpPr>
        <p:spPr>
          <a:noFill/>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6178"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DBDBA080-0E9A-4B82-B404-22F90B62DF46}" type="slidenum">
              <a:rPr lang="en-US" altLang="zh-CN" sz="1200">
                <a:latin typeface="Arial" panose="020B0604020202020204" pitchFamily="34" charset="0"/>
              </a:rPr>
              <a:t>174</a:t>
            </a:fld>
            <a:endParaRPr lang="en-US" altLang="zh-CN" sz="1200">
              <a:latin typeface="Arial" panose="020B0604020202020204" pitchFamily="34" charset="0"/>
            </a:endParaRPr>
          </a:p>
        </p:txBody>
      </p:sp>
      <p:sp>
        <p:nvSpPr>
          <p:cNvPr id="306179" name="Rectangle 2"/>
          <p:cNvSpPr>
            <a:spLocks noGrp="1" noRot="1" noChangeAspect="1" noChangeArrowheads="1" noTextEdit="1"/>
          </p:cNvSpPr>
          <p:nvPr>
            <p:ph type="sldImg"/>
          </p:nvPr>
        </p:nvSpPr>
        <p:spPr/>
      </p:sp>
      <p:sp>
        <p:nvSpPr>
          <p:cNvPr id="306180" name="Rectangle 3"/>
          <p:cNvSpPr>
            <a:spLocks noGrp="1" noChangeArrowheads="1"/>
          </p:cNvSpPr>
          <p:nvPr>
            <p:ph type="body" idx="1"/>
          </p:nvPr>
        </p:nvSpPr>
        <p:spPr>
          <a:noFill/>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226"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2E72B09D-92D2-4F7E-811F-87BA0EEE863F}" type="slidenum">
              <a:rPr lang="en-US" altLang="zh-CN" sz="1200">
                <a:latin typeface="Arial" panose="020B0604020202020204" pitchFamily="34" charset="0"/>
              </a:rPr>
              <a:t>175</a:t>
            </a:fld>
            <a:endParaRPr lang="en-US" altLang="zh-CN" sz="1200">
              <a:latin typeface="Arial" panose="020B0604020202020204" pitchFamily="34" charset="0"/>
            </a:endParaRPr>
          </a:p>
        </p:txBody>
      </p:sp>
      <p:sp>
        <p:nvSpPr>
          <p:cNvPr id="308227" name="Rectangle 2"/>
          <p:cNvSpPr>
            <a:spLocks noGrp="1" noRot="1" noChangeAspect="1" noChangeArrowheads="1" noTextEdit="1"/>
          </p:cNvSpPr>
          <p:nvPr>
            <p:ph type="sldImg"/>
          </p:nvPr>
        </p:nvSpPr>
        <p:spPr/>
      </p:sp>
      <p:sp>
        <p:nvSpPr>
          <p:cNvPr id="308228" name="Rectangle 3"/>
          <p:cNvSpPr>
            <a:spLocks noGrp="1" noChangeArrowheads="1"/>
          </p:cNvSpPr>
          <p:nvPr>
            <p:ph type="body" idx="1"/>
          </p:nvPr>
        </p:nvSpPr>
        <p:spPr>
          <a:noFill/>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0274"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CE74B998-35EB-472B-9BA6-8C4B5793B188}" type="slidenum">
              <a:rPr lang="en-US" altLang="zh-CN" sz="1200">
                <a:latin typeface="Arial" panose="020B0604020202020204" pitchFamily="34" charset="0"/>
              </a:rPr>
              <a:t>176</a:t>
            </a:fld>
            <a:endParaRPr lang="en-US" altLang="zh-CN" sz="1200">
              <a:latin typeface="Arial" panose="020B0604020202020204" pitchFamily="34" charset="0"/>
            </a:endParaRPr>
          </a:p>
        </p:txBody>
      </p:sp>
      <p:sp>
        <p:nvSpPr>
          <p:cNvPr id="310275" name="Rectangle 2"/>
          <p:cNvSpPr>
            <a:spLocks noGrp="1" noRot="1" noChangeAspect="1" noChangeArrowheads="1" noTextEdit="1"/>
          </p:cNvSpPr>
          <p:nvPr>
            <p:ph type="sldImg"/>
          </p:nvPr>
        </p:nvSpPr>
        <p:spPr/>
      </p:sp>
      <p:sp>
        <p:nvSpPr>
          <p:cNvPr id="310276" name="Rectangle 3"/>
          <p:cNvSpPr>
            <a:spLocks noGrp="1" noChangeArrowheads="1"/>
          </p:cNvSpPr>
          <p:nvPr>
            <p:ph type="body" idx="1"/>
          </p:nvPr>
        </p:nvSpPr>
        <p:spPr>
          <a:noFill/>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322"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08A9898C-E95E-45EE-B357-2FD84FA38348}" type="slidenum">
              <a:rPr lang="en-US" altLang="zh-CN" sz="1200">
                <a:latin typeface="Arial" panose="020B0604020202020204" pitchFamily="34" charset="0"/>
              </a:rPr>
              <a:t>177</a:t>
            </a:fld>
            <a:endParaRPr lang="en-US" altLang="zh-CN" sz="1200">
              <a:latin typeface="Arial" panose="020B0604020202020204" pitchFamily="34" charset="0"/>
            </a:endParaRPr>
          </a:p>
        </p:txBody>
      </p:sp>
      <p:sp>
        <p:nvSpPr>
          <p:cNvPr id="312323" name="Rectangle 2"/>
          <p:cNvSpPr>
            <a:spLocks noGrp="1" noRot="1" noChangeAspect="1" noChangeArrowheads="1" noTextEdit="1"/>
          </p:cNvSpPr>
          <p:nvPr>
            <p:ph type="sldImg"/>
          </p:nvPr>
        </p:nvSpPr>
        <p:spPr/>
      </p:sp>
      <p:sp>
        <p:nvSpPr>
          <p:cNvPr id="312324" name="Rectangle 3"/>
          <p:cNvSpPr>
            <a:spLocks noGrp="1" noChangeArrowheads="1"/>
          </p:cNvSpPr>
          <p:nvPr>
            <p:ph type="body" idx="1"/>
          </p:nvPr>
        </p:nvSpPr>
        <p:spPr>
          <a:noFill/>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4370"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1F9C7F13-3F90-40EE-8992-D81FFC8A9658}" type="slidenum">
              <a:rPr lang="en-US" altLang="zh-CN" sz="1200">
                <a:latin typeface="Arial" panose="020B0604020202020204" pitchFamily="34" charset="0"/>
              </a:rPr>
              <a:t>178</a:t>
            </a:fld>
            <a:endParaRPr lang="en-US" altLang="zh-CN" sz="1200">
              <a:latin typeface="Arial" panose="020B0604020202020204" pitchFamily="34" charset="0"/>
            </a:endParaRPr>
          </a:p>
        </p:txBody>
      </p:sp>
      <p:sp>
        <p:nvSpPr>
          <p:cNvPr id="314371" name="Rectangle 2"/>
          <p:cNvSpPr>
            <a:spLocks noGrp="1" noRot="1" noChangeAspect="1" noChangeArrowheads="1" noTextEdit="1"/>
          </p:cNvSpPr>
          <p:nvPr>
            <p:ph type="sldImg"/>
          </p:nvPr>
        </p:nvSpPr>
        <p:spPr/>
      </p:sp>
      <p:sp>
        <p:nvSpPr>
          <p:cNvPr id="314372" name="Rectangle 3"/>
          <p:cNvSpPr>
            <a:spLocks noGrp="1" noChangeArrowheads="1"/>
          </p:cNvSpPr>
          <p:nvPr>
            <p:ph type="body" idx="1"/>
          </p:nvPr>
        </p:nvSpPr>
        <p:spPr>
          <a:noFill/>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6418"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BD08F3CA-D9E0-441C-8CFA-C463CFB60712}" type="slidenum">
              <a:rPr lang="en-US" altLang="zh-CN" sz="1200">
                <a:latin typeface="Arial" panose="020B0604020202020204" pitchFamily="34" charset="0"/>
              </a:rPr>
              <a:t>179</a:t>
            </a:fld>
            <a:endParaRPr lang="en-US" altLang="zh-CN" sz="1200">
              <a:latin typeface="Arial" panose="020B0604020202020204" pitchFamily="34" charset="0"/>
            </a:endParaRPr>
          </a:p>
        </p:txBody>
      </p:sp>
      <p:sp>
        <p:nvSpPr>
          <p:cNvPr id="316419" name="Rectangle 2"/>
          <p:cNvSpPr>
            <a:spLocks noGrp="1" noRot="1" noChangeAspect="1" noChangeArrowheads="1" noTextEdit="1"/>
          </p:cNvSpPr>
          <p:nvPr>
            <p:ph type="sldImg"/>
          </p:nvPr>
        </p:nvSpPr>
        <p:spPr/>
      </p:sp>
      <p:sp>
        <p:nvSpPr>
          <p:cNvPr id="316420" name="Rectangle 3"/>
          <p:cNvSpPr>
            <a:spLocks noGrp="1" noChangeArrowheads="1"/>
          </p:cNvSpPr>
          <p:nvPr>
            <p:ph type="body" idx="1"/>
          </p:nvPr>
        </p:nvSpPr>
        <p:spPr>
          <a:noFill/>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8466"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082ABD7E-7CA1-4553-8CC3-9EF1314C4111}" type="slidenum">
              <a:rPr lang="en-US" altLang="zh-CN" sz="1200">
                <a:latin typeface="Arial" panose="020B0604020202020204" pitchFamily="34" charset="0"/>
              </a:rPr>
              <a:t>180</a:t>
            </a:fld>
            <a:endParaRPr lang="en-US" altLang="zh-CN" sz="1200">
              <a:latin typeface="Arial" panose="020B0604020202020204" pitchFamily="34" charset="0"/>
            </a:endParaRPr>
          </a:p>
        </p:txBody>
      </p:sp>
      <p:sp>
        <p:nvSpPr>
          <p:cNvPr id="318467" name="Rectangle 2"/>
          <p:cNvSpPr>
            <a:spLocks noGrp="1" noRot="1" noChangeAspect="1" noChangeArrowheads="1" noTextEdit="1"/>
          </p:cNvSpPr>
          <p:nvPr>
            <p:ph type="sldImg"/>
          </p:nvPr>
        </p:nvSpPr>
        <p:spPr/>
      </p:sp>
      <p:sp>
        <p:nvSpPr>
          <p:cNvPr id="318468" name="Rectangle 3"/>
          <p:cNvSpPr>
            <a:spLocks noGrp="1" noChangeArrowheads="1"/>
          </p:cNvSpPr>
          <p:nvPr>
            <p:ph type="body" idx="1"/>
          </p:nvPr>
        </p:nvSpPr>
        <p:spPr>
          <a:noFill/>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0514"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626BE2D8-AD6A-40DC-A2EE-35BD8F021AC3}" type="slidenum">
              <a:rPr lang="en-US" altLang="zh-CN" sz="1200">
                <a:latin typeface="Arial" panose="020B0604020202020204" pitchFamily="34" charset="0"/>
              </a:rPr>
              <a:t>181</a:t>
            </a:fld>
            <a:endParaRPr lang="en-US" altLang="zh-CN" sz="1200">
              <a:latin typeface="Arial" panose="020B0604020202020204" pitchFamily="34" charset="0"/>
            </a:endParaRPr>
          </a:p>
        </p:txBody>
      </p:sp>
      <p:sp>
        <p:nvSpPr>
          <p:cNvPr id="320515" name="Rectangle 2"/>
          <p:cNvSpPr>
            <a:spLocks noGrp="1" noRot="1" noChangeAspect="1" noChangeArrowheads="1" noTextEdit="1"/>
          </p:cNvSpPr>
          <p:nvPr>
            <p:ph type="sldImg"/>
          </p:nvPr>
        </p:nvSpPr>
        <p:spPr/>
      </p:sp>
      <p:sp>
        <p:nvSpPr>
          <p:cNvPr id="320516" name="Rectangle 3"/>
          <p:cNvSpPr>
            <a:spLocks noGrp="1" noChangeArrowheads="1"/>
          </p:cNvSpPr>
          <p:nvPr>
            <p:ph type="body" idx="1"/>
          </p:nvPr>
        </p:nvSpPr>
        <p:spPr>
          <a:noFill/>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2562"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D5150274-48F5-4171-AA70-FF5FAFF334A2}" type="slidenum">
              <a:rPr lang="en-US" altLang="zh-CN" sz="1200">
                <a:latin typeface="Arial" panose="020B0604020202020204" pitchFamily="34" charset="0"/>
              </a:rPr>
              <a:t>182</a:t>
            </a:fld>
            <a:endParaRPr lang="en-US" altLang="zh-CN" sz="1200">
              <a:latin typeface="Arial" panose="020B0604020202020204" pitchFamily="34" charset="0"/>
            </a:endParaRPr>
          </a:p>
        </p:txBody>
      </p:sp>
      <p:sp>
        <p:nvSpPr>
          <p:cNvPr id="322563" name="Rectangle 2"/>
          <p:cNvSpPr>
            <a:spLocks noGrp="1" noRot="1" noChangeAspect="1" noChangeArrowheads="1" noTextEdit="1"/>
          </p:cNvSpPr>
          <p:nvPr>
            <p:ph type="sldImg"/>
          </p:nvPr>
        </p:nvSpPr>
        <p:spPr/>
      </p:sp>
      <p:sp>
        <p:nvSpPr>
          <p:cNvPr id="322564" name="Rectangle 3"/>
          <p:cNvSpPr>
            <a:spLocks noGrp="1" noChangeArrowheads="1"/>
          </p:cNvSpPr>
          <p:nvPr>
            <p:ph type="body" idx="1"/>
          </p:nvPr>
        </p:nvSpPr>
        <p:spPr>
          <a:noFill/>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4610"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0DAA30E0-880A-41D7-8C75-A640FE36B39C}" type="slidenum">
              <a:rPr lang="en-US" altLang="zh-CN" sz="1200">
                <a:latin typeface="Arial" panose="020B0604020202020204" pitchFamily="34" charset="0"/>
              </a:rPr>
              <a:t>183</a:t>
            </a:fld>
            <a:endParaRPr lang="en-US" altLang="zh-CN" sz="1200">
              <a:latin typeface="Arial" panose="020B0604020202020204" pitchFamily="34" charset="0"/>
            </a:endParaRPr>
          </a:p>
        </p:txBody>
      </p:sp>
      <p:sp>
        <p:nvSpPr>
          <p:cNvPr id="324611" name="Rectangle 2"/>
          <p:cNvSpPr>
            <a:spLocks noGrp="1" noRot="1" noChangeAspect="1" noChangeArrowheads="1" noTextEdit="1"/>
          </p:cNvSpPr>
          <p:nvPr>
            <p:ph type="sldImg"/>
          </p:nvPr>
        </p:nvSpPr>
        <p:spPr/>
      </p:sp>
      <p:sp>
        <p:nvSpPr>
          <p:cNvPr id="324612" name="Rectangle 3"/>
          <p:cNvSpPr>
            <a:spLocks noGrp="1" noChangeArrowheads="1"/>
          </p:cNvSpPr>
          <p:nvPr>
            <p:ph type="body" idx="1"/>
          </p:nvPr>
        </p:nvSpPr>
        <p:spPr>
          <a:noFill/>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658"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12C93BA9-B194-4C7E-BE2C-4DB71047404B}" type="slidenum">
              <a:rPr lang="en-US" altLang="zh-CN" sz="1200">
                <a:latin typeface="Arial" panose="020B0604020202020204" pitchFamily="34" charset="0"/>
              </a:rPr>
              <a:t>184</a:t>
            </a:fld>
            <a:endParaRPr lang="en-US" altLang="zh-CN" sz="1200">
              <a:latin typeface="Arial" panose="020B0604020202020204" pitchFamily="34" charset="0"/>
            </a:endParaRPr>
          </a:p>
        </p:txBody>
      </p:sp>
      <p:sp>
        <p:nvSpPr>
          <p:cNvPr id="326659" name="Rectangle 2"/>
          <p:cNvSpPr>
            <a:spLocks noGrp="1" noRot="1" noChangeAspect="1" noChangeArrowheads="1" noTextEdit="1"/>
          </p:cNvSpPr>
          <p:nvPr>
            <p:ph type="sldImg"/>
          </p:nvPr>
        </p:nvSpPr>
        <p:spPr/>
      </p:sp>
      <p:sp>
        <p:nvSpPr>
          <p:cNvPr id="326660" name="Rectangle 3"/>
          <p:cNvSpPr>
            <a:spLocks noGrp="1" noChangeArrowheads="1"/>
          </p:cNvSpPr>
          <p:nvPr>
            <p:ph type="body" idx="1"/>
          </p:nvPr>
        </p:nvSpPr>
        <p:spPr>
          <a:noFill/>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893004CF-C4E9-4FE5-9D99-759CC71DBC68}" type="slidenum">
              <a:rPr lang="en-US" altLang="zh-CN" sz="1200">
                <a:latin typeface="Arial" panose="020B0604020202020204" pitchFamily="34" charset="0"/>
              </a:rPr>
              <a:t>185</a:t>
            </a:fld>
            <a:endParaRPr lang="en-US" altLang="zh-CN" sz="1200">
              <a:latin typeface="Arial" panose="020B0604020202020204" pitchFamily="34" charset="0"/>
            </a:endParaRPr>
          </a:p>
        </p:txBody>
      </p:sp>
      <p:sp>
        <p:nvSpPr>
          <p:cNvPr id="59395" name="Rectangle 2"/>
          <p:cNvSpPr>
            <a:spLocks noGrp="1" noRot="1" noChangeAspect="1" noChangeArrowheads="1" noTextEdit="1"/>
          </p:cNvSpPr>
          <p:nvPr>
            <p:ph type="sldImg"/>
          </p:nvPr>
        </p:nvSpPr>
        <p:spPr/>
      </p:sp>
      <p:sp>
        <p:nvSpPr>
          <p:cNvPr id="59396" name="Rectangle 3"/>
          <p:cNvSpPr>
            <a:spLocks noGrp="1" noChangeArrowheads="1"/>
          </p:cNvSpPr>
          <p:nvPr>
            <p:ph type="body" idx="1"/>
          </p:nvPr>
        </p:nvSpPr>
        <p:spPr>
          <a:noFill/>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893004CF-C4E9-4FE5-9D99-759CC71DBC68}" type="slidenum">
              <a:rPr lang="en-US" altLang="zh-CN" sz="1200">
                <a:latin typeface="Arial" panose="020B0604020202020204" pitchFamily="34" charset="0"/>
              </a:rPr>
              <a:t>186</a:t>
            </a:fld>
            <a:endParaRPr lang="en-US" altLang="zh-CN" sz="1200">
              <a:latin typeface="Arial" panose="020B0604020202020204" pitchFamily="34" charset="0"/>
            </a:endParaRPr>
          </a:p>
        </p:txBody>
      </p:sp>
      <p:sp>
        <p:nvSpPr>
          <p:cNvPr id="59395" name="Rectangle 2"/>
          <p:cNvSpPr>
            <a:spLocks noGrp="1" noRot="1" noChangeAspect="1" noChangeArrowheads="1" noTextEdit="1"/>
          </p:cNvSpPr>
          <p:nvPr>
            <p:ph type="sldImg"/>
          </p:nvPr>
        </p:nvSpPr>
        <p:spPr/>
      </p:sp>
      <p:sp>
        <p:nvSpPr>
          <p:cNvPr id="59396" name="Rectangle 3"/>
          <p:cNvSpPr>
            <a:spLocks noGrp="1" noChangeArrowheads="1"/>
          </p:cNvSpPr>
          <p:nvPr>
            <p:ph type="body" idx="1"/>
          </p:nvPr>
        </p:nvSpPr>
        <p:spPr>
          <a:noFill/>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fld id="{893004CF-C4E9-4FE5-9D99-759CC71DBC68}" type="slidenum">
              <a:rPr lang="en-US" altLang="zh-CN" sz="1200">
                <a:latin typeface="Arial" panose="020B0604020202020204" pitchFamily="34" charset="0"/>
              </a:rPr>
              <a:t>187</a:t>
            </a:fld>
            <a:endParaRPr lang="en-US" altLang="zh-CN" sz="1200">
              <a:latin typeface="Arial" panose="020B0604020202020204" pitchFamily="34" charset="0"/>
            </a:endParaRPr>
          </a:p>
        </p:txBody>
      </p:sp>
      <p:sp>
        <p:nvSpPr>
          <p:cNvPr id="59395" name="Rectangle 2"/>
          <p:cNvSpPr>
            <a:spLocks noGrp="1" noRot="1" noChangeAspect="1" noChangeArrowheads="1" noTextEdit="1"/>
          </p:cNvSpPr>
          <p:nvPr>
            <p:ph type="sldImg"/>
          </p:nvPr>
        </p:nvSpPr>
        <p:spPr/>
      </p:sp>
      <p:sp>
        <p:nvSpPr>
          <p:cNvPr id="59396" name="Rectangle 3"/>
          <p:cNvSpPr>
            <a:spLocks noGrp="1" noChangeArrowheads="1"/>
          </p:cNvSpPr>
          <p:nvPr>
            <p:ph type="body" idx="1"/>
          </p:nvPr>
        </p:nvSpPr>
        <p:spPr>
          <a:noFill/>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25612" name="Rectangle 12"/>
          <p:cNvSpPr>
            <a:spLocks noGrp="1" noChangeArrowheads="1"/>
          </p:cNvSpPr>
          <p:nvPr>
            <p:ph type="ctrTitle"/>
          </p:nvPr>
        </p:nvSpPr>
        <p:spPr>
          <a:xfrm>
            <a:off x="741600" y="620689"/>
            <a:ext cx="8424936" cy="2160240"/>
          </a:xfrm>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ctr">
              <a:defRPr lang="zh-CN" altLang="en-US" sz="5400" noProof="0" smtClean="0">
                <a:latin typeface="+mj-lt"/>
                <a:ea typeface="黑体" panose="02010609060101010101" pitchFamily="2" charset="-122"/>
              </a:defRPr>
            </a:lvl1pPr>
          </a:lstStyle>
          <a:p>
            <a:pPr lvl="0" algn="ctr" eaLnBrk="1" hangingPunct="1"/>
            <a:r>
              <a:rPr lang="zh-CN" altLang="en-US" noProof="0"/>
              <a:t>单击此处编辑母版标题样式</a:t>
            </a:r>
            <a:endParaRPr lang="zh-CN" altLang="en-US" noProof="0" dirty="0"/>
          </a:p>
        </p:txBody>
      </p:sp>
      <p:sp>
        <p:nvSpPr>
          <p:cNvPr id="25613" name="Rectangle 13"/>
          <p:cNvSpPr>
            <a:spLocks noGrp="1" noChangeArrowheads="1"/>
          </p:cNvSpPr>
          <p:nvPr>
            <p:ph type="subTitle" idx="1"/>
          </p:nvPr>
        </p:nvSpPr>
        <p:spPr>
          <a:xfrm>
            <a:off x="1486800" y="3268800"/>
            <a:ext cx="6922800" cy="2210400"/>
          </a:xfrm>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lang="zh-CN" altLang="en-US" sz="3600" noProof="0" smtClean="0">
                <a:solidFill>
                  <a:schemeClr val="tx1"/>
                </a:solidFill>
                <a:latin typeface="+mj-lt"/>
                <a:ea typeface="黑体" panose="02010609060101010101" pitchFamily="2" charset="-122"/>
              </a:defRPr>
            </a:lvl1pPr>
          </a:lstStyle>
          <a:p>
            <a:pPr marL="0" lvl="0" indent="0" algn="ctr" eaLnBrk="1" hangingPunct="1">
              <a:lnSpc>
                <a:spcPct val="110000"/>
              </a:lnSpc>
              <a:spcBef>
                <a:spcPts val="600"/>
              </a:spcBef>
              <a:buNone/>
            </a:pPr>
            <a:r>
              <a:rPr lang="zh-CN" altLang="en-US" noProof="0"/>
              <a:t>单击此处编辑母版副标题样式</a:t>
            </a:r>
            <a:endParaRPr lang="zh-CN" altLang="en-US" noProof="0" dirty="0"/>
          </a:p>
        </p:txBody>
      </p:sp>
      <p:sp>
        <p:nvSpPr>
          <p:cNvPr id="20" name="Rectangle 8" descr="Gold bar"/>
          <p:cNvSpPr>
            <a:spLocks noChangeArrowheads="1"/>
          </p:cNvSpPr>
          <p:nvPr userDrawn="1"/>
        </p:nvSpPr>
        <p:spPr bwMode="auto">
          <a:xfrm>
            <a:off x="247650" y="2889250"/>
            <a:ext cx="3109913" cy="201613"/>
          </a:xfrm>
          <a:prstGeom prst="rect">
            <a:avLst/>
          </a:prstGeom>
          <a:solidFill>
            <a:srgbClr val="FFCC00"/>
          </a:solidFill>
          <a:ln>
            <a:noFill/>
          </a:ln>
          <a:effectLst/>
        </p:spPr>
        <p:txBody>
          <a:bodyPr wrap="none" anchor="ctr"/>
          <a:lstStyle/>
          <a:p>
            <a:endParaRPr lang="zh-CN" altLang="en-US"/>
          </a:p>
        </p:txBody>
      </p:sp>
      <p:sp>
        <p:nvSpPr>
          <p:cNvPr id="21" name="Rectangle 9" descr="Orange bar"/>
          <p:cNvSpPr>
            <a:spLocks noChangeArrowheads="1"/>
          </p:cNvSpPr>
          <p:nvPr userDrawn="1"/>
        </p:nvSpPr>
        <p:spPr bwMode="auto">
          <a:xfrm>
            <a:off x="3357563" y="2889250"/>
            <a:ext cx="3108325" cy="201613"/>
          </a:xfrm>
          <a:prstGeom prst="rect">
            <a:avLst/>
          </a:prstGeom>
          <a:solidFill>
            <a:srgbClr val="FF9900"/>
          </a:solidFill>
          <a:ln>
            <a:noFill/>
          </a:ln>
          <a:effectLst/>
        </p:spPr>
        <p:txBody>
          <a:bodyPr wrap="none" anchor="ctr"/>
          <a:lstStyle/>
          <a:p>
            <a:endParaRPr lang="zh-CN" altLang="en-US"/>
          </a:p>
        </p:txBody>
      </p:sp>
      <p:sp>
        <p:nvSpPr>
          <p:cNvPr id="22" name="Rectangle 10" descr="Slate bar"/>
          <p:cNvSpPr>
            <a:spLocks noChangeArrowheads="1"/>
          </p:cNvSpPr>
          <p:nvPr userDrawn="1"/>
        </p:nvSpPr>
        <p:spPr bwMode="auto">
          <a:xfrm>
            <a:off x="6465888" y="2889250"/>
            <a:ext cx="3109912" cy="201613"/>
          </a:xfrm>
          <a:prstGeom prst="rect">
            <a:avLst/>
          </a:prstGeom>
          <a:solidFill>
            <a:srgbClr val="333399"/>
          </a:solidFill>
          <a:ln>
            <a:noFill/>
          </a:ln>
          <a:effectLst/>
        </p:spPr>
        <p:txBody>
          <a:bodyPr wrap="none" anchor="ctr"/>
          <a:lstStyle/>
          <a:p>
            <a:endParaRPr lang="zh-CN" altLang="en-US">
              <a:solidFill>
                <a:srgbClr val="333399"/>
              </a:solidFill>
            </a:endParaRPr>
          </a:p>
        </p:txBody>
      </p:sp>
      <p:sp>
        <p:nvSpPr>
          <p:cNvPr id="23" name="Rectangle 4"/>
          <p:cNvSpPr>
            <a:spLocks noGrp="1" noChangeArrowheads="1"/>
          </p:cNvSpPr>
          <p:nvPr>
            <p:ph type="dt" sz="half" idx="2"/>
          </p:nvPr>
        </p:nvSpPr>
        <p:spPr>
          <a:xfrm>
            <a:off x="495300" y="6356176"/>
            <a:ext cx="2311400" cy="457200"/>
          </a:xfrm>
          <a:prstGeom prst="rect">
            <a:avLst/>
          </a:prstGeom>
        </p:spPr>
        <p:txBody>
          <a:bodyPr/>
          <a:lstStyle>
            <a:lvl1pPr>
              <a:defRPr/>
            </a:lvl1pPr>
          </a:lstStyle>
          <a:p>
            <a:endParaRPr lang="en-US" altLang="zh-CN"/>
          </a:p>
        </p:txBody>
      </p:sp>
      <p:sp>
        <p:nvSpPr>
          <p:cNvPr id="24" name="Rectangle 5"/>
          <p:cNvSpPr>
            <a:spLocks noGrp="1" noChangeArrowheads="1"/>
          </p:cNvSpPr>
          <p:nvPr>
            <p:ph type="ftr" sz="quarter" idx="3"/>
          </p:nvPr>
        </p:nvSpPr>
        <p:spPr>
          <a:xfrm>
            <a:off x="3384550" y="6356176"/>
            <a:ext cx="3136900" cy="457200"/>
          </a:xfrm>
          <a:prstGeom prst="rect">
            <a:avLst/>
          </a:prstGeom>
        </p:spPr>
        <p:txBody>
          <a:bodyPr/>
          <a:lstStyle>
            <a:lvl1pPr>
              <a:defRPr/>
            </a:lvl1pPr>
          </a:lstStyle>
          <a:p>
            <a:endParaRPr lang="en-US" altLang="zh-CN"/>
          </a:p>
        </p:txBody>
      </p:sp>
      <p:sp>
        <p:nvSpPr>
          <p:cNvPr id="25" name="Rectangle 6"/>
          <p:cNvSpPr>
            <a:spLocks noGrp="1" noChangeArrowheads="1"/>
          </p:cNvSpPr>
          <p:nvPr>
            <p:ph type="sldNum" sz="quarter" idx="4"/>
          </p:nvPr>
        </p:nvSpPr>
        <p:spPr>
          <a:xfrm>
            <a:off x="7099300" y="6356176"/>
            <a:ext cx="2311400" cy="457200"/>
          </a:xfrm>
          <a:prstGeom prst="rect">
            <a:avLst/>
          </a:prstGeom>
        </p:spPr>
        <p:txBody>
          <a:bodyPr/>
          <a:lstStyle>
            <a:lvl1pPr>
              <a:defRPr/>
            </a:lvl1pPr>
          </a:lstStyle>
          <a:p>
            <a:fld id="{AC80574E-8B94-4515-ADE1-BF6C35829DF0}" type="slidenum">
              <a:rPr lang="zh-CN" altLang="en-US"/>
              <a:t>‹#›</a:t>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96800" y="188640"/>
            <a:ext cx="9064800" cy="792000"/>
          </a:xfrm>
        </p:spPr>
        <p:txBody>
          <a:bodyPr/>
          <a:lstStyle/>
          <a:p>
            <a:r>
              <a:rPr lang="zh-CN" altLang="en-US"/>
              <a:t>单击此处编辑母版标题样式</a:t>
            </a:r>
            <a:endParaRPr lang="zh-CN" altLang="en-US" dirty="0"/>
          </a:p>
        </p:txBody>
      </p:sp>
      <p:sp>
        <p:nvSpPr>
          <p:cNvPr id="3" name="内容占位符 2"/>
          <p:cNvSpPr>
            <a:spLocks noGrp="1"/>
          </p:cNvSpPr>
          <p:nvPr>
            <p:ph idx="1"/>
          </p:nvPr>
        </p:nvSpPr>
        <p:spPr>
          <a:xfrm>
            <a:off x="496800" y="1195200"/>
            <a:ext cx="9064800" cy="4935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7" name="Line 8"/>
          <p:cNvSpPr>
            <a:spLocks noChangeShapeType="1"/>
          </p:cNvSpPr>
          <p:nvPr userDrawn="1"/>
        </p:nvSpPr>
        <p:spPr bwMode="auto">
          <a:xfrm>
            <a:off x="495300" y="1051200"/>
            <a:ext cx="9066212" cy="0"/>
          </a:xfrm>
          <a:prstGeom prst="line">
            <a:avLst/>
          </a:prstGeom>
          <a:noFill/>
          <a:ln w="2857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 name="日期占位符 3"/>
          <p:cNvSpPr>
            <a:spLocks noGrp="1"/>
          </p:cNvSpPr>
          <p:nvPr>
            <p:ph type="dt" sz="half" idx="10"/>
          </p:nvPr>
        </p:nvSpPr>
        <p:spPr>
          <a:xfrm>
            <a:off x="495300" y="6356176"/>
            <a:ext cx="2311400" cy="457200"/>
          </a:xfrm>
          <a:prstGeom prst="rect">
            <a:avLst/>
          </a:prstGeom>
        </p:spPr>
        <p:txBody>
          <a:bodyPr/>
          <a:lstStyle>
            <a:lvl1pPr>
              <a:defRPr/>
            </a:lvl1pPr>
          </a:lstStyle>
          <a:p>
            <a:endParaRPr lang="en-US" altLang="zh-CN" dirty="0"/>
          </a:p>
        </p:txBody>
      </p:sp>
      <p:sp>
        <p:nvSpPr>
          <p:cNvPr id="9" name="页脚占位符 4"/>
          <p:cNvSpPr>
            <a:spLocks noGrp="1"/>
          </p:cNvSpPr>
          <p:nvPr>
            <p:ph type="ftr" sz="quarter" idx="11"/>
          </p:nvPr>
        </p:nvSpPr>
        <p:spPr>
          <a:xfrm>
            <a:off x="3384550" y="6356176"/>
            <a:ext cx="3136900" cy="457200"/>
          </a:xfrm>
          <a:prstGeom prst="rect">
            <a:avLst/>
          </a:prstGeom>
        </p:spPr>
        <p:txBody>
          <a:bodyPr/>
          <a:lstStyle>
            <a:lvl1pPr>
              <a:defRPr/>
            </a:lvl1pPr>
          </a:lstStyle>
          <a:p>
            <a:endParaRPr lang="en-US" altLang="zh-CN"/>
          </a:p>
        </p:txBody>
      </p:sp>
      <p:sp>
        <p:nvSpPr>
          <p:cNvPr id="10" name="灯片编号占位符 5"/>
          <p:cNvSpPr>
            <a:spLocks noGrp="1"/>
          </p:cNvSpPr>
          <p:nvPr>
            <p:ph type="sldNum" sz="quarter" idx="12"/>
          </p:nvPr>
        </p:nvSpPr>
        <p:spPr>
          <a:xfrm>
            <a:off x="7099300" y="6356176"/>
            <a:ext cx="2311400" cy="457200"/>
          </a:xfrm>
          <a:prstGeom prst="rect">
            <a:avLst/>
          </a:prstGeom>
        </p:spPr>
        <p:txBody>
          <a:bodyPr/>
          <a:lstStyle>
            <a:lvl1pPr>
              <a:defRPr/>
            </a:lvl1pPr>
          </a:lstStyle>
          <a:p>
            <a:fld id="{7AC79822-BC0D-4DE8-A7E5-90A3732A2B82}" type="slidenum">
              <a:rPr lang="zh-CN" altLang="en-US"/>
              <a:t>‹#›</a:t>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82506" y="4406901"/>
            <a:ext cx="84201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82506" y="2906713"/>
            <a:ext cx="84201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p:cNvSpPr>
            <a:spLocks noGrp="1"/>
          </p:cNvSpPr>
          <p:nvPr>
            <p:ph type="dt" sz="half" idx="10"/>
          </p:nvPr>
        </p:nvSpPr>
        <p:spPr>
          <a:xfrm>
            <a:off x="1258888" y="6243638"/>
            <a:ext cx="2063750" cy="457200"/>
          </a:xfrm>
          <a:prstGeom prst="rect">
            <a:avLst/>
          </a:prstGeom>
        </p:spPr>
        <p:txBody>
          <a:bodyPr/>
          <a:lstStyle>
            <a:lvl1pPr>
              <a:defRPr/>
            </a:lvl1pPr>
          </a:lstStyle>
          <a:p>
            <a:endParaRPr lang="en-US" altLang="zh-CN"/>
          </a:p>
        </p:txBody>
      </p:sp>
      <p:sp>
        <p:nvSpPr>
          <p:cNvPr id="5" name="页脚占位符 4"/>
          <p:cNvSpPr>
            <a:spLocks noGrp="1"/>
          </p:cNvSpPr>
          <p:nvPr>
            <p:ph type="ftr" sz="quarter" idx="11"/>
          </p:nvPr>
        </p:nvSpPr>
        <p:spPr>
          <a:xfrm>
            <a:off x="6769100" y="6237288"/>
            <a:ext cx="3136900" cy="457200"/>
          </a:xfrm>
          <a:prstGeom prst="rect">
            <a:avLst/>
          </a:prstGeom>
        </p:spPr>
        <p:txBody>
          <a:bodyPr/>
          <a:lstStyle>
            <a:lvl1pPr>
              <a:defRPr/>
            </a:lvl1pPr>
          </a:lstStyle>
          <a:p>
            <a:r>
              <a:rPr lang="zh-CN" altLang="en-US"/>
              <a:t>课件制作人：谢希仁</a:t>
            </a:r>
          </a:p>
        </p:txBody>
      </p:sp>
      <p:sp>
        <p:nvSpPr>
          <p:cNvPr id="6" name="灯片编号占位符 5"/>
          <p:cNvSpPr>
            <a:spLocks noGrp="1"/>
          </p:cNvSpPr>
          <p:nvPr>
            <p:ph type="sldNum" sz="quarter" idx="12"/>
          </p:nvPr>
        </p:nvSpPr>
        <p:spPr>
          <a:xfrm>
            <a:off x="7628996" y="6243638"/>
            <a:ext cx="2063750" cy="457200"/>
          </a:xfrm>
          <a:prstGeom prst="rect">
            <a:avLst/>
          </a:prstGeom>
        </p:spPr>
        <p:txBody>
          <a:bodyPr/>
          <a:lstStyle>
            <a:lvl1pPr>
              <a:defRPr/>
            </a:lvl1pPr>
          </a:lstStyle>
          <a:p>
            <a:fld id="{DB64909C-A723-4592-96C4-A002F19CFC87}" type="slidenum">
              <a:rPr lang="en-US" altLang="zh-CN"/>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96800" y="188640"/>
            <a:ext cx="9064800" cy="792000"/>
          </a:xfrm>
        </p:spPr>
        <p:txBody>
          <a:bodyPr/>
          <a:lstStyle/>
          <a:p>
            <a:r>
              <a:rPr lang="zh-CN" altLang="en-US"/>
              <a:t>单击此处编辑母版标题样式</a:t>
            </a:r>
            <a:endParaRPr lang="zh-CN" altLang="en-US" dirty="0"/>
          </a:p>
        </p:txBody>
      </p:sp>
      <p:sp>
        <p:nvSpPr>
          <p:cNvPr id="3" name="内容占位符 2"/>
          <p:cNvSpPr>
            <a:spLocks noGrp="1"/>
          </p:cNvSpPr>
          <p:nvPr>
            <p:ph sz="half" idx="1"/>
          </p:nvPr>
        </p:nvSpPr>
        <p:spPr>
          <a:xfrm>
            <a:off x="495300" y="1196752"/>
            <a:ext cx="4460400" cy="4935600"/>
          </a:xfrm>
        </p:spPr>
        <p:txBody>
          <a:bodyPr/>
          <a:lstStyle>
            <a:lvl1pPr>
              <a:defRPr sz="3200"/>
            </a:lvl1pPr>
            <a:lvl2pPr>
              <a:defRPr sz="2800"/>
            </a:lvl2pPr>
            <a:lvl3pPr>
              <a:defRPr sz="2400"/>
            </a:lvl3pPr>
            <a:lvl4pPr>
              <a:defRPr sz="2000"/>
            </a:lvl4pPr>
            <a:lvl5pPr>
              <a:defRPr sz="20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内容占位符 3"/>
          <p:cNvSpPr>
            <a:spLocks noGrp="1"/>
          </p:cNvSpPr>
          <p:nvPr>
            <p:ph sz="half" idx="2"/>
          </p:nvPr>
        </p:nvSpPr>
        <p:spPr>
          <a:xfrm>
            <a:off x="5101200" y="1196752"/>
            <a:ext cx="4460400" cy="4935600"/>
          </a:xfrm>
        </p:spPr>
        <p:txBody>
          <a:bodyPr/>
          <a:lstStyle>
            <a:lvl1pPr>
              <a:defRPr sz="3200"/>
            </a:lvl1pPr>
            <a:lvl2pPr>
              <a:defRPr sz="2800"/>
            </a:lvl2pPr>
            <a:lvl3pPr>
              <a:defRPr sz="2400"/>
            </a:lvl3pPr>
            <a:lvl4pPr>
              <a:defRPr sz="2000"/>
            </a:lvl4pPr>
            <a:lvl5pPr>
              <a:defRPr sz="20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8" name="日期占位符 4"/>
          <p:cNvSpPr>
            <a:spLocks noGrp="1"/>
          </p:cNvSpPr>
          <p:nvPr>
            <p:ph type="dt" sz="half" idx="10"/>
          </p:nvPr>
        </p:nvSpPr>
        <p:spPr>
          <a:xfrm>
            <a:off x="495300" y="6356176"/>
            <a:ext cx="2311400" cy="457200"/>
          </a:xfrm>
        </p:spPr>
        <p:txBody>
          <a:bodyPr/>
          <a:lstStyle>
            <a:lvl1pPr>
              <a:defRPr/>
            </a:lvl1pPr>
          </a:lstStyle>
          <a:p>
            <a:endParaRPr lang="en-US" altLang="zh-CN"/>
          </a:p>
        </p:txBody>
      </p:sp>
      <p:sp>
        <p:nvSpPr>
          <p:cNvPr id="9" name="页脚占位符 5"/>
          <p:cNvSpPr>
            <a:spLocks noGrp="1"/>
          </p:cNvSpPr>
          <p:nvPr>
            <p:ph type="ftr" sz="quarter" idx="11"/>
          </p:nvPr>
        </p:nvSpPr>
        <p:spPr>
          <a:xfrm>
            <a:off x="3384550" y="6356176"/>
            <a:ext cx="3136900" cy="457200"/>
          </a:xfrm>
        </p:spPr>
        <p:txBody>
          <a:bodyPr/>
          <a:lstStyle>
            <a:lvl1pPr>
              <a:defRPr/>
            </a:lvl1pPr>
          </a:lstStyle>
          <a:p>
            <a:endParaRPr lang="en-US" altLang="zh-CN"/>
          </a:p>
        </p:txBody>
      </p:sp>
      <p:sp>
        <p:nvSpPr>
          <p:cNvPr id="10" name="灯片编号占位符 6"/>
          <p:cNvSpPr>
            <a:spLocks noGrp="1"/>
          </p:cNvSpPr>
          <p:nvPr>
            <p:ph type="sldNum" sz="quarter" idx="12"/>
          </p:nvPr>
        </p:nvSpPr>
        <p:spPr>
          <a:xfrm>
            <a:off x="7099300" y="6356176"/>
            <a:ext cx="2311400" cy="457200"/>
          </a:xfrm>
        </p:spPr>
        <p:txBody>
          <a:bodyPr/>
          <a:lstStyle>
            <a:lvl1pPr>
              <a:defRPr/>
            </a:lvl1pPr>
          </a:lstStyle>
          <a:p>
            <a:fld id="{40B52295-AD8D-47A8-A4D5-D2F6B9F48E3F}" type="slidenum">
              <a:rPr lang="zh-CN" altLang="en-US"/>
              <a:t>‹#›</a:t>
            </a:fld>
            <a:endParaRPr lang="en-US" altLang="zh-CN"/>
          </a:p>
        </p:txBody>
      </p:sp>
      <p:sp>
        <p:nvSpPr>
          <p:cNvPr id="11" name="Line 8"/>
          <p:cNvSpPr>
            <a:spLocks noChangeShapeType="1"/>
          </p:cNvSpPr>
          <p:nvPr userDrawn="1"/>
        </p:nvSpPr>
        <p:spPr bwMode="auto">
          <a:xfrm>
            <a:off x="495300" y="1052736"/>
            <a:ext cx="9066212" cy="0"/>
          </a:xfrm>
          <a:prstGeom prst="line">
            <a:avLst/>
          </a:prstGeom>
          <a:noFill/>
          <a:ln w="2857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95300" y="274638"/>
            <a:ext cx="89154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95300" y="1535113"/>
            <a:ext cx="437687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95300" y="2174875"/>
            <a:ext cx="437687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5032111" y="1535113"/>
            <a:ext cx="437859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5032111" y="2174875"/>
            <a:ext cx="437859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a:xfrm>
            <a:off x="1258888" y="6243638"/>
            <a:ext cx="2063750" cy="457200"/>
          </a:xfrm>
          <a:prstGeom prst="rect">
            <a:avLst/>
          </a:prstGeom>
        </p:spPr>
        <p:txBody>
          <a:bodyPr/>
          <a:lstStyle>
            <a:lvl1pPr>
              <a:defRPr/>
            </a:lvl1pPr>
          </a:lstStyle>
          <a:p>
            <a:endParaRPr lang="en-US" altLang="zh-CN"/>
          </a:p>
        </p:txBody>
      </p:sp>
      <p:sp>
        <p:nvSpPr>
          <p:cNvPr id="8" name="页脚占位符 7"/>
          <p:cNvSpPr>
            <a:spLocks noGrp="1"/>
          </p:cNvSpPr>
          <p:nvPr>
            <p:ph type="ftr" sz="quarter" idx="11"/>
          </p:nvPr>
        </p:nvSpPr>
        <p:spPr>
          <a:xfrm>
            <a:off x="6769100" y="6237288"/>
            <a:ext cx="3136900" cy="457200"/>
          </a:xfrm>
          <a:prstGeom prst="rect">
            <a:avLst/>
          </a:prstGeom>
        </p:spPr>
        <p:txBody>
          <a:bodyPr/>
          <a:lstStyle>
            <a:lvl1pPr>
              <a:defRPr/>
            </a:lvl1pPr>
          </a:lstStyle>
          <a:p>
            <a:r>
              <a:rPr lang="zh-CN" altLang="en-US"/>
              <a:t>课件制作人：谢希仁</a:t>
            </a:r>
          </a:p>
        </p:txBody>
      </p:sp>
      <p:sp>
        <p:nvSpPr>
          <p:cNvPr id="9" name="灯片编号占位符 8"/>
          <p:cNvSpPr>
            <a:spLocks noGrp="1"/>
          </p:cNvSpPr>
          <p:nvPr>
            <p:ph type="sldNum" sz="quarter" idx="12"/>
          </p:nvPr>
        </p:nvSpPr>
        <p:spPr>
          <a:xfrm>
            <a:off x="7628996" y="6243638"/>
            <a:ext cx="2063750" cy="457200"/>
          </a:xfrm>
          <a:prstGeom prst="rect">
            <a:avLst/>
          </a:prstGeom>
        </p:spPr>
        <p:txBody>
          <a:bodyPr/>
          <a:lstStyle>
            <a:lvl1pPr>
              <a:defRPr/>
            </a:lvl1pPr>
          </a:lstStyle>
          <a:p>
            <a:fld id="{03C3AFE9-B973-41B6-92DA-FDC8626D61B1}" type="slidenum">
              <a:rPr lang="en-US" altLang="zh-CN"/>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dirty="0"/>
          </a:p>
        </p:txBody>
      </p:sp>
      <p:sp>
        <p:nvSpPr>
          <p:cNvPr id="6" name="Line 8"/>
          <p:cNvSpPr>
            <a:spLocks noChangeShapeType="1"/>
          </p:cNvSpPr>
          <p:nvPr userDrawn="1"/>
        </p:nvSpPr>
        <p:spPr bwMode="auto">
          <a:xfrm>
            <a:off x="495300" y="1052736"/>
            <a:ext cx="9066212" cy="0"/>
          </a:xfrm>
          <a:prstGeom prst="line">
            <a:avLst/>
          </a:prstGeom>
          <a:noFill/>
          <a:ln w="2857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 name="Rectangle 4"/>
          <p:cNvSpPr>
            <a:spLocks noGrp="1" noChangeArrowheads="1"/>
          </p:cNvSpPr>
          <p:nvPr>
            <p:ph type="dt" sz="half" idx="2"/>
          </p:nvPr>
        </p:nvSpPr>
        <p:spPr bwMode="auto">
          <a:xfrm>
            <a:off x="495300" y="6356176"/>
            <a:ext cx="2311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000">
                <a:ea typeface="宋体" panose="02010600030101010101" pitchFamily="2" charset="-122"/>
              </a:defRPr>
            </a:lvl1pPr>
          </a:lstStyle>
          <a:p>
            <a:endParaRPr lang="en-US" altLang="zh-CN" dirty="0"/>
          </a:p>
        </p:txBody>
      </p:sp>
      <p:sp>
        <p:nvSpPr>
          <p:cNvPr id="8" name="Rectangle 5"/>
          <p:cNvSpPr>
            <a:spLocks noGrp="1" noChangeArrowheads="1"/>
          </p:cNvSpPr>
          <p:nvPr>
            <p:ph type="ftr" sz="quarter" idx="3"/>
          </p:nvPr>
        </p:nvSpPr>
        <p:spPr bwMode="auto">
          <a:xfrm>
            <a:off x="3384550" y="6356176"/>
            <a:ext cx="31369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eaLnBrk="1" hangingPunct="1">
              <a:defRPr sz="1000">
                <a:ea typeface="宋体" panose="02010600030101010101" pitchFamily="2" charset="-122"/>
              </a:defRPr>
            </a:lvl1pPr>
          </a:lstStyle>
          <a:p>
            <a:endParaRPr lang="en-US" altLang="zh-CN"/>
          </a:p>
        </p:txBody>
      </p:sp>
      <p:sp>
        <p:nvSpPr>
          <p:cNvPr id="9" name="Rectangle 6"/>
          <p:cNvSpPr>
            <a:spLocks noGrp="1" noChangeArrowheads="1"/>
          </p:cNvSpPr>
          <p:nvPr>
            <p:ph type="sldNum" sz="quarter" idx="4"/>
          </p:nvPr>
        </p:nvSpPr>
        <p:spPr bwMode="auto">
          <a:xfrm>
            <a:off x="7099300" y="6356176"/>
            <a:ext cx="2311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000">
                <a:ea typeface="宋体" panose="02010600030101010101" pitchFamily="2" charset="-122"/>
              </a:defRPr>
            </a:lvl1pPr>
          </a:lstStyle>
          <a:p>
            <a:fld id="{67B052E9-C54A-4603-AE2F-EB72B006DB6C}" type="slidenum">
              <a:rPr lang="zh-CN" altLang="en-US"/>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5" name="Rectangle 4"/>
          <p:cNvSpPr>
            <a:spLocks noGrp="1" noChangeArrowheads="1"/>
          </p:cNvSpPr>
          <p:nvPr>
            <p:ph type="dt" sz="half" idx="2"/>
          </p:nvPr>
        </p:nvSpPr>
        <p:spPr bwMode="auto">
          <a:xfrm>
            <a:off x="495300" y="6356176"/>
            <a:ext cx="2311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000">
                <a:ea typeface="宋体" panose="02010600030101010101" pitchFamily="2" charset="-122"/>
              </a:defRPr>
            </a:lvl1pPr>
          </a:lstStyle>
          <a:p>
            <a:endParaRPr lang="en-US" altLang="zh-CN" dirty="0"/>
          </a:p>
        </p:txBody>
      </p:sp>
      <p:sp>
        <p:nvSpPr>
          <p:cNvPr id="6" name="Rectangle 5"/>
          <p:cNvSpPr>
            <a:spLocks noGrp="1" noChangeArrowheads="1"/>
          </p:cNvSpPr>
          <p:nvPr>
            <p:ph type="ftr" sz="quarter" idx="3"/>
          </p:nvPr>
        </p:nvSpPr>
        <p:spPr bwMode="auto">
          <a:xfrm>
            <a:off x="3384550" y="6356176"/>
            <a:ext cx="31369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eaLnBrk="1" hangingPunct="1">
              <a:defRPr sz="1000">
                <a:ea typeface="宋体" panose="02010600030101010101" pitchFamily="2" charset="-122"/>
              </a:defRPr>
            </a:lvl1pPr>
          </a:lstStyle>
          <a:p>
            <a:endParaRPr lang="en-US" altLang="zh-CN"/>
          </a:p>
        </p:txBody>
      </p:sp>
      <p:sp>
        <p:nvSpPr>
          <p:cNvPr id="7" name="Rectangle 6"/>
          <p:cNvSpPr>
            <a:spLocks noGrp="1" noChangeArrowheads="1"/>
          </p:cNvSpPr>
          <p:nvPr>
            <p:ph type="sldNum" sz="quarter" idx="4"/>
          </p:nvPr>
        </p:nvSpPr>
        <p:spPr bwMode="auto">
          <a:xfrm>
            <a:off x="7099300" y="6356176"/>
            <a:ext cx="2311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000">
                <a:ea typeface="宋体" panose="02010600030101010101" pitchFamily="2" charset="-122"/>
              </a:defRPr>
            </a:lvl1pPr>
          </a:lstStyle>
          <a:p>
            <a:fld id="{67B052E9-C54A-4603-AE2F-EB72B006DB6C}" type="slidenum">
              <a:rPr lang="zh-CN" altLang="en-US"/>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95300" y="273050"/>
            <a:ext cx="3259006" cy="1162050"/>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872971" y="273051"/>
            <a:ext cx="5537729"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95300" y="1435101"/>
            <a:ext cx="3259006"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a:xfrm>
            <a:off x="1258888" y="6243638"/>
            <a:ext cx="2063750" cy="457200"/>
          </a:xfrm>
          <a:prstGeom prst="rect">
            <a:avLst/>
          </a:prstGeom>
        </p:spPr>
        <p:txBody>
          <a:bodyPr/>
          <a:lstStyle>
            <a:lvl1pPr>
              <a:defRPr/>
            </a:lvl1pPr>
          </a:lstStyle>
          <a:p>
            <a:endParaRPr lang="en-US" altLang="zh-CN"/>
          </a:p>
        </p:txBody>
      </p:sp>
      <p:sp>
        <p:nvSpPr>
          <p:cNvPr id="6" name="页脚占位符 5"/>
          <p:cNvSpPr>
            <a:spLocks noGrp="1"/>
          </p:cNvSpPr>
          <p:nvPr>
            <p:ph type="ftr" sz="quarter" idx="11"/>
          </p:nvPr>
        </p:nvSpPr>
        <p:spPr>
          <a:xfrm>
            <a:off x="6769100" y="6237288"/>
            <a:ext cx="3136900" cy="457200"/>
          </a:xfrm>
          <a:prstGeom prst="rect">
            <a:avLst/>
          </a:prstGeom>
        </p:spPr>
        <p:txBody>
          <a:bodyPr/>
          <a:lstStyle>
            <a:lvl1pPr>
              <a:defRPr/>
            </a:lvl1pPr>
          </a:lstStyle>
          <a:p>
            <a:r>
              <a:rPr lang="zh-CN" altLang="en-US"/>
              <a:t>课件制作人：谢希仁</a:t>
            </a:r>
          </a:p>
        </p:txBody>
      </p:sp>
      <p:sp>
        <p:nvSpPr>
          <p:cNvPr id="7" name="灯片编号占位符 6"/>
          <p:cNvSpPr>
            <a:spLocks noGrp="1"/>
          </p:cNvSpPr>
          <p:nvPr>
            <p:ph type="sldNum" sz="quarter" idx="12"/>
          </p:nvPr>
        </p:nvSpPr>
        <p:spPr>
          <a:xfrm>
            <a:off x="7628996" y="6243638"/>
            <a:ext cx="2063750" cy="457200"/>
          </a:xfrm>
          <a:prstGeom prst="rect">
            <a:avLst/>
          </a:prstGeom>
        </p:spPr>
        <p:txBody>
          <a:bodyPr/>
          <a:lstStyle>
            <a:lvl1pPr>
              <a:defRPr/>
            </a:lvl1pPr>
          </a:lstStyle>
          <a:p>
            <a:fld id="{A14D14F2-2223-435E-8478-3AA8EA550D60}" type="slidenum">
              <a:rPr lang="en-US" altLang="zh-CN"/>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941645" y="4800600"/>
            <a:ext cx="5943600" cy="566738"/>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941645"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p:cNvSpPr>
            <a:spLocks noGrp="1"/>
          </p:cNvSpPr>
          <p:nvPr>
            <p:ph type="body" sz="half" idx="2"/>
          </p:nvPr>
        </p:nvSpPr>
        <p:spPr>
          <a:xfrm>
            <a:off x="1941645"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a:xfrm>
            <a:off x="1258888" y="6243638"/>
            <a:ext cx="2063750" cy="457200"/>
          </a:xfrm>
          <a:prstGeom prst="rect">
            <a:avLst/>
          </a:prstGeom>
        </p:spPr>
        <p:txBody>
          <a:bodyPr/>
          <a:lstStyle>
            <a:lvl1pPr>
              <a:defRPr/>
            </a:lvl1pPr>
          </a:lstStyle>
          <a:p>
            <a:endParaRPr lang="en-US" altLang="zh-CN"/>
          </a:p>
        </p:txBody>
      </p:sp>
      <p:sp>
        <p:nvSpPr>
          <p:cNvPr id="6" name="页脚占位符 5"/>
          <p:cNvSpPr>
            <a:spLocks noGrp="1"/>
          </p:cNvSpPr>
          <p:nvPr>
            <p:ph type="ftr" sz="quarter" idx="11"/>
          </p:nvPr>
        </p:nvSpPr>
        <p:spPr>
          <a:xfrm>
            <a:off x="6769100" y="6237288"/>
            <a:ext cx="3136900" cy="457200"/>
          </a:xfrm>
          <a:prstGeom prst="rect">
            <a:avLst/>
          </a:prstGeom>
        </p:spPr>
        <p:txBody>
          <a:bodyPr/>
          <a:lstStyle>
            <a:lvl1pPr>
              <a:defRPr/>
            </a:lvl1pPr>
          </a:lstStyle>
          <a:p>
            <a:r>
              <a:rPr lang="zh-CN" altLang="en-US"/>
              <a:t>课件制作人：谢希仁</a:t>
            </a:r>
          </a:p>
        </p:txBody>
      </p:sp>
      <p:sp>
        <p:nvSpPr>
          <p:cNvPr id="7" name="灯片编号占位符 6"/>
          <p:cNvSpPr>
            <a:spLocks noGrp="1"/>
          </p:cNvSpPr>
          <p:nvPr>
            <p:ph type="sldNum" sz="quarter" idx="12"/>
          </p:nvPr>
        </p:nvSpPr>
        <p:spPr>
          <a:xfrm>
            <a:off x="7628996" y="6243638"/>
            <a:ext cx="2063750" cy="457200"/>
          </a:xfrm>
          <a:prstGeom prst="rect">
            <a:avLst/>
          </a:prstGeom>
        </p:spPr>
        <p:txBody>
          <a:bodyPr/>
          <a:lstStyle>
            <a:lvl1pPr>
              <a:defRPr/>
            </a:lvl1pPr>
          </a:lstStyle>
          <a:p>
            <a:fld id="{BF4D1B2F-1A08-44D8-8AC4-BBE6BFB00621}" type="slidenum">
              <a:rPr lang="en-US" altLang="zh-CN"/>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1258888" y="6243638"/>
            <a:ext cx="2063750" cy="457200"/>
          </a:xfrm>
          <a:prstGeom prst="rect">
            <a:avLst/>
          </a:prstGeom>
        </p:spPr>
        <p:txBody>
          <a:bodyPr/>
          <a:lstStyle>
            <a:lvl1pPr>
              <a:defRPr/>
            </a:lvl1pPr>
          </a:lstStyle>
          <a:p>
            <a:endParaRPr lang="en-US" altLang="zh-CN"/>
          </a:p>
        </p:txBody>
      </p:sp>
      <p:sp>
        <p:nvSpPr>
          <p:cNvPr id="5" name="页脚占位符 4"/>
          <p:cNvSpPr>
            <a:spLocks noGrp="1"/>
          </p:cNvSpPr>
          <p:nvPr>
            <p:ph type="ftr" sz="quarter" idx="11"/>
          </p:nvPr>
        </p:nvSpPr>
        <p:spPr>
          <a:xfrm>
            <a:off x="6769100" y="6237288"/>
            <a:ext cx="3136900" cy="457200"/>
          </a:xfrm>
          <a:prstGeom prst="rect">
            <a:avLst/>
          </a:prstGeom>
        </p:spPr>
        <p:txBody>
          <a:bodyPr/>
          <a:lstStyle>
            <a:lvl1pPr>
              <a:defRPr/>
            </a:lvl1pPr>
          </a:lstStyle>
          <a:p>
            <a:r>
              <a:rPr lang="zh-CN" altLang="en-US"/>
              <a:t>课件制作人：谢希仁</a:t>
            </a:r>
          </a:p>
        </p:txBody>
      </p:sp>
      <p:sp>
        <p:nvSpPr>
          <p:cNvPr id="6" name="灯片编号占位符 5"/>
          <p:cNvSpPr>
            <a:spLocks noGrp="1"/>
          </p:cNvSpPr>
          <p:nvPr>
            <p:ph type="sldNum" sz="quarter" idx="12"/>
          </p:nvPr>
        </p:nvSpPr>
        <p:spPr>
          <a:xfrm>
            <a:off x="7628996" y="6243638"/>
            <a:ext cx="2063750" cy="457200"/>
          </a:xfrm>
          <a:prstGeom prst="rect">
            <a:avLst/>
          </a:prstGeom>
        </p:spPr>
        <p:txBody>
          <a:bodyPr/>
          <a:lstStyle>
            <a:lvl1pPr>
              <a:defRPr/>
            </a:lvl1pPr>
          </a:lstStyle>
          <a:p>
            <a:fld id="{81941DFB-0DC7-4247-A055-DA5B724D952B}" type="slidenum">
              <a:rPr lang="en-US" altLang="zh-CN"/>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549885" y="214314"/>
            <a:ext cx="2139421" cy="56737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1129904" y="214314"/>
            <a:ext cx="6254882" cy="56737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1258888" y="6243638"/>
            <a:ext cx="2063750" cy="457200"/>
          </a:xfrm>
          <a:prstGeom prst="rect">
            <a:avLst/>
          </a:prstGeom>
        </p:spPr>
        <p:txBody>
          <a:bodyPr/>
          <a:lstStyle>
            <a:lvl1pPr>
              <a:defRPr/>
            </a:lvl1pPr>
          </a:lstStyle>
          <a:p>
            <a:endParaRPr lang="en-US" altLang="zh-CN"/>
          </a:p>
        </p:txBody>
      </p:sp>
      <p:sp>
        <p:nvSpPr>
          <p:cNvPr id="5" name="页脚占位符 4"/>
          <p:cNvSpPr>
            <a:spLocks noGrp="1"/>
          </p:cNvSpPr>
          <p:nvPr>
            <p:ph type="ftr" sz="quarter" idx="11"/>
          </p:nvPr>
        </p:nvSpPr>
        <p:spPr>
          <a:xfrm>
            <a:off x="6769100" y="6237288"/>
            <a:ext cx="3136900" cy="457200"/>
          </a:xfrm>
          <a:prstGeom prst="rect">
            <a:avLst/>
          </a:prstGeom>
        </p:spPr>
        <p:txBody>
          <a:bodyPr/>
          <a:lstStyle>
            <a:lvl1pPr>
              <a:defRPr/>
            </a:lvl1pPr>
          </a:lstStyle>
          <a:p>
            <a:r>
              <a:rPr lang="zh-CN" altLang="en-US"/>
              <a:t>课件制作人：谢希仁</a:t>
            </a:r>
          </a:p>
        </p:txBody>
      </p:sp>
      <p:sp>
        <p:nvSpPr>
          <p:cNvPr id="6" name="灯片编号占位符 5"/>
          <p:cNvSpPr>
            <a:spLocks noGrp="1"/>
          </p:cNvSpPr>
          <p:nvPr>
            <p:ph type="sldNum" sz="quarter" idx="12"/>
          </p:nvPr>
        </p:nvSpPr>
        <p:spPr>
          <a:xfrm>
            <a:off x="7628996" y="6243638"/>
            <a:ext cx="2063750" cy="457200"/>
          </a:xfrm>
          <a:prstGeom prst="rect">
            <a:avLst/>
          </a:prstGeom>
        </p:spPr>
        <p:txBody>
          <a:bodyPr/>
          <a:lstStyle>
            <a:lvl1pPr>
              <a:defRPr/>
            </a:lvl1pPr>
          </a:lstStyle>
          <a:p>
            <a:fld id="{0EC116B4-4516-4E04-856D-1B650B77BF68}" type="slidenum">
              <a:rPr lang="en-US" altLang="zh-CN"/>
              <a:t>‹#›</a:t>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16386" name="Rectangle 2"/>
          <p:cNvSpPr>
            <a:spLocks noGrp="1" noChangeArrowheads="1"/>
          </p:cNvSpPr>
          <p:nvPr>
            <p:ph type="ctrTitle"/>
          </p:nvPr>
        </p:nvSpPr>
        <p:spPr>
          <a:xfrm>
            <a:off x="742950" y="685800"/>
            <a:ext cx="8420100" cy="2127250"/>
          </a:xfrm>
        </p:spPr>
        <p:txBody>
          <a:bodyPr/>
          <a:lstStyle>
            <a:lvl1pPr algn="ctr">
              <a:defRPr sz="5400" b="1">
                <a:solidFill>
                  <a:srgbClr val="333399"/>
                </a:solidFill>
                <a:latin typeface="黑体" panose="02010609060101010101" pitchFamily="2" charset="-122"/>
                <a:ea typeface="黑体" panose="02010609060101010101" pitchFamily="2" charset="-122"/>
              </a:defRPr>
            </a:lvl1pPr>
          </a:lstStyle>
          <a:p>
            <a:pPr lvl="0"/>
            <a:r>
              <a:rPr lang="zh-CN" altLang="en-US" noProof="0"/>
              <a:t>单击此处编辑母版标题样式</a:t>
            </a:r>
            <a:endParaRPr lang="en-US" altLang="zh-CN" noProof="0" dirty="0"/>
          </a:p>
        </p:txBody>
      </p:sp>
      <p:sp>
        <p:nvSpPr>
          <p:cNvPr id="16387" name="Rectangle 3"/>
          <p:cNvSpPr>
            <a:spLocks noGrp="1" noChangeArrowheads="1"/>
          </p:cNvSpPr>
          <p:nvPr>
            <p:ph type="subTitle" idx="1"/>
          </p:nvPr>
        </p:nvSpPr>
        <p:spPr>
          <a:xfrm>
            <a:off x="1485900" y="3270250"/>
            <a:ext cx="6934200" cy="2209800"/>
          </a:xfrm>
        </p:spPr>
        <p:txBody>
          <a:bodyPr/>
          <a:lstStyle>
            <a:lvl1pPr marL="0" indent="0" algn="ctr">
              <a:buFont typeface="Wingdings" panose="05000000000000000000" pitchFamily="2" charset="2"/>
              <a:buNone/>
              <a:defRPr sz="3600" b="1">
                <a:latin typeface="黑体" panose="02010609060101010101" pitchFamily="2" charset="-122"/>
                <a:ea typeface="黑体" panose="02010609060101010101" pitchFamily="2" charset="-122"/>
              </a:defRPr>
            </a:lvl1pPr>
          </a:lstStyle>
          <a:p>
            <a:pPr lvl="0"/>
            <a:r>
              <a:rPr lang="zh-CN" altLang="en-US" noProof="0"/>
              <a:t>单击此处编辑母版副标题样式</a:t>
            </a:r>
            <a:endParaRPr lang="en-US" altLang="zh-CN" noProof="0" dirty="0"/>
          </a:p>
        </p:txBody>
      </p:sp>
      <p:sp>
        <p:nvSpPr>
          <p:cNvPr id="16388" name="Rectangle 4"/>
          <p:cNvSpPr>
            <a:spLocks noGrp="1" noChangeArrowheads="1"/>
          </p:cNvSpPr>
          <p:nvPr>
            <p:ph type="dt" sz="half" idx="2"/>
          </p:nvPr>
        </p:nvSpPr>
        <p:spPr/>
        <p:txBody>
          <a:bodyPr/>
          <a:lstStyle>
            <a:lvl1pPr>
              <a:defRPr/>
            </a:lvl1pPr>
          </a:lstStyle>
          <a:p>
            <a:endParaRPr lang="en-US" altLang="zh-CN"/>
          </a:p>
        </p:txBody>
      </p:sp>
      <p:sp>
        <p:nvSpPr>
          <p:cNvPr id="16389" name="Rectangle 5"/>
          <p:cNvSpPr>
            <a:spLocks noGrp="1" noChangeArrowheads="1"/>
          </p:cNvSpPr>
          <p:nvPr>
            <p:ph type="ftr" sz="quarter" idx="3"/>
          </p:nvPr>
        </p:nvSpPr>
        <p:spPr/>
        <p:txBody>
          <a:bodyPr/>
          <a:lstStyle>
            <a:lvl1pPr>
              <a:defRPr/>
            </a:lvl1pPr>
          </a:lstStyle>
          <a:p>
            <a:endParaRPr lang="en-US" altLang="zh-CN"/>
          </a:p>
        </p:txBody>
      </p:sp>
      <p:sp>
        <p:nvSpPr>
          <p:cNvPr id="16390" name="Rectangle 6"/>
          <p:cNvSpPr>
            <a:spLocks noGrp="1" noChangeArrowheads="1"/>
          </p:cNvSpPr>
          <p:nvPr>
            <p:ph type="sldNum" sz="quarter" idx="4"/>
          </p:nvPr>
        </p:nvSpPr>
        <p:spPr/>
        <p:txBody>
          <a:bodyPr/>
          <a:lstStyle>
            <a:lvl1pPr>
              <a:defRPr/>
            </a:lvl1pPr>
          </a:lstStyle>
          <a:p>
            <a:fld id="{AC80574E-8B94-4515-ADE1-BF6C35829DF0}" type="slidenum">
              <a:rPr lang="zh-CN" altLang="en-US"/>
              <a:t>‹#›</a:t>
            </a:fld>
            <a:endParaRPr lang="en-US" altLang="zh-CN"/>
          </a:p>
        </p:txBody>
      </p:sp>
      <p:sp>
        <p:nvSpPr>
          <p:cNvPr id="16392" name="Rectangle 8" descr="Gold bar"/>
          <p:cNvSpPr>
            <a:spLocks noChangeArrowheads="1"/>
          </p:cNvSpPr>
          <p:nvPr/>
        </p:nvSpPr>
        <p:spPr bwMode="auto">
          <a:xfrm>
            <a:off x="247650" y="2889250"/>
            <a:ext cx="3109913" cy="2016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393" name="Rectangle 9" descr="Orange bar"/>
          <p:cNvSpPr>
            <a:spLocks noChangeArrowheads="1"/>
          </p:cNvSpPr>
          <p:nvPr/>
        </p:nvSpPr>
        <p:spPr bwMode="auto">
          <a:xfrm>
            <a:off x="3357563" y="2889250"/>
            <a:ext cx="3108325" cy="201613"/>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394" name="Rectangle 10" descr="Slate bar"/>
          <p:cNvSpPr>
            <a:spLocks noChangeArrowheads="1"/>
          </p:cNvSpPr>
          <p:nvPr/>
        </p:nvSpPr>
        <p:spPr bwMode="auto">
          <a:xfrm>
            <a:off x="6465888" y="2889250"/>
            <a:ext cx="3109912" cy="201613"/>
          </a:xfrm>
          <a:prstGeom prst="rect">
            <a:avLst/>
          </a:prstGeom>
          <a:solidFill>
            <a:srgbClr val="333399"/>
          </a:solidFill>
          <a:ln>
            <a:noFill/>
          </a:ln>
          <a:effectLst/>
        </p:spPr>
        <p:txBody>
          <a:bodyPr wrap="none" anchor="ctr"/>
          <a:lstStyle/>
          <a:p>
            <a:endParaRPr lang="zh-CN" altLang="en-US">
              <a:solidFill>
                <a:srgbClr val="333399"/>
              </a:solidFill>
            </a:endParaRPr>
          </a:p>
        </p:txBody>
      </p:sp>
    </p:spTree>
    <p:extLst>
      <p:ext uri="{BB962C8B-B14F-4D97-AF65-F5344CB8AC3E}">
        <p14:creationId xmlns:p14="http://schemas.microsoft.com/office/powerpoint/2010/main" val="96557013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a:t>单击此处编辑母版标题样式</a:t>
            </a:r>
            <a:endParaRPr lang="zh-CN" altLang="en-US" dirty="0"/>
          </a:p>
        </p:txBody>
      </p:sp>
      <p:sp>
        <p:nvSpPr>
          <p:cNvPr id="3" name="内容占位符 2"/>
          <p:cNvSpPr>
            <a:spLocks noGrp="1"/>
          </p:cNvSpPr>
          <p:nvPr>
            <p:ph idx="1"/>
          </p:nvPr>
        </p:nvSpPr>
        <p:spPr>
          <a:xfrm>
            <a:off x="495300" y="1196752"/>
            <a:ext cx="9066212" cy="4934173"/>
          </a:xfrm>
        </p:spPr>
        <p:txBody>
          <a:bodyPr/>
          <a:lstStyle>
            <a:lvl1pPr>
              <a:defRPr sz="3200" b="1">
                <a:solidFill>
                  <a:schemeClr val="tx1"/>
                </a:solidFill>
                <a:latin typeface="+mn-lt"/>
                <a:ea typeface="黑体" panose="02010609060101010101" pitchFamily="2" charset="-122"/>
              </a:defRPr>
            </a:lvl1pPr>
            <a:lvl2pPr>
              <a:defRPr sz="2800" b="1">
                <a:solidFill>
                  <a:schemeClr val="tx1"/>
                </a:solidFill>
                <a:latin typeface="+mn-lt"/>
                <a:ea typeface="黑体" panose="02010609060101010101" pitchFamily="2" charset="-122"/>
              </a:defRPr>
            </a:lvl2pPr>
            <a:lvl3pPr>
              <a:defRPr sz="2400" b="1">
                <a:solidFill>
                  <a:schemeClr val="tx1"/>
                </a:solidFill>
                <a:latin typeface="+mn-lt"/>
                <a:ea typeface="黑体" panose="02010609060101010101" pitchFamily="2" charset="-122"/>
              </a:defRPr>
            </a:lvl3pPr>
            <a:lvl4pPr>
              <a:defRPr sz="2000" b="1">
                <a:solidFill>
                  <a:schemeClr val="tx1"/>
                </a:solidFill>
                <a:latin typeface="+mn-lt"/>
                <a:ea typeface="黑体" panose="02010609060101010101" pitchFamily="2" charset="-122"/>
              </a:defRPr>
            </a:lvl4pPr>
            <a:lvl5pPr>
              <a:defRPr sz="2000" b="1">
                <a:solidFill>
                  <a:schemeClr val="tx1"/>
                </a:solidFill>
                <a:latin typeface="+mn-lt"/>
                <a:ea typeface="黑体" panose="02010609060101010101" pitchFamily="2" charset="-122"/>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日期占位符 3"/>
          <p:cNvSpPr>
            <a:spLocks noGrp="1"/>
          </p:cNvSpPr>
          <p:nvPr>
            <p:ph type="dt" sz="half" idx="10"/>
          </p:nvPr>
        </p:nvSpPr>
        <p:spPr/>
        <p:txBody>
          <a:bodyPr/>
          <a:lstStyle>
            <a:lvl1pPr>
              <a:defRPr/>
            </a:lvl1pPr>
          </a:lstStyle>
          <a:p>
            <a:endParaRPr lang="en-US" altLang="zh-CN" dirty="0"/>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7AC79822-BC0D-4DE8-A7E5-90A3732A2B82}" type="slidenum">
              <a:rPr lang="zh-CN" altLang="en-US"/>
              <a:t>‹#›</a:t>
            </a:fld>
            <a:endParaRPr lang="en-US" altLang="zh-CN"/>
          </a:p>
        </p:txBody>
      </p:sp>
      <p:sp>
        <p:nvSpPr>
          <p:cNvPr id="7" name="Line 8"/>
          <p:cNvSpPr>
            <a:spLocks noChangeShapeType="1"/>
          </p:cNvSpPr>
          <p:nvPr userDrawn="1"/>
        </p:nvSpPr>
        <p:spPr bwMode="auto">
          <a:xfrm>
            <a:off x="495300" y="1052736"/>
            <a:ext cx="9066212" cy="0"/>
          </a:xfrm>
          <a:prstGeom prst="line">
            <a:avLst/>
          </a:prstGeom>
          <a:noFill/>
          <a:ln w="2857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extLst>
      <p:ext uri="{BB962C8B-B14F-4D97-AF65-F5344CB8AC3E}">
        <p14:creationId xmlns:p14="http://schemas.microsoft.com/office/powerpoint/2010/main" val="21519119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82638" y="4406900"/>
            <a:ext cx="8634858" cy="1362075"/>
          </a:xfrm>
        </p:spPr>
        <p:txBody>
          <a:bodyPr anchor="t"/>
          <a:lstStyle>
            <a:lvl1pPr algn="l">
              <a:defRPr sz="4400" b="1" cap="all">
                <a:solidFill>
                  <a:srgbClr val="333399"/>
                </a:solidFill>
                <a:latin typeface="+mn-lt"/>
                <a:ea typeface="黑体" panose="02010609060101010101" pitchFamily="2" charset="-122"/>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782638" y="2906713"/>
            <a:ext cx="8634858"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C3F47B36-077D-42FE-9DED-0C77CB87E4B3}" type="slidenum">
              <a:rPr lang="zh-CN" altLang="en-US"/>
              <a:t>‹#›</a:t>
            </a:fld>
            <a:endParaRPr lang="en-US" altLang="zh-CN"/>
          </a:p>
        </p:txBody>
      </p:sp>
    </p:spTree>
    <p:extLst>
      <p:ext uri="{BB962C8B-B14F-4D97-AF65-F5344CB8AC3E}">
        <p14:creationId xmlns:p14="http://schemas.microsoft.com/office/powerpoint/2010/main" val="40316281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a:t>单击此处编辑母版标题样式</a:t>
            </a:r>
          </a:p>
        </p:txBody>
      </p:sp>
      <p:sp>
        <p:nvSpPr>
          <p:cNvPr id="3" name="内容占位符 2"/>
          <p:cNvSpPr>
            <a:spLocks noGrp="1"/>
          </p:cNvSpPr>
          <p:nvPr>
            <p:ph sz="half" idx="1"/>
          </p:nvPr>
        </p:nvSpPr>
        <p:spPr>
          <a:xfrm>
            <a:off x="495300" y="1196752"/>
            <a:ext cx="4460304" cy="4934173"/>
          </a:xfrm>
        </p:spPr>
        <p:txBody>
          <a:bodyPr/>
          <a:lstStyle>
            <a:lvl1pPr>
              <a:defRPr sz="3200" b="1">
                <a:solidFill>
                  <a:schemeClr val="tx1"/>
                </a:solidFill>
                <a:latin typeface="+mn-lt"/>
                <a:ea typeface="黑体" panose="02010609060101010101" pitchFamily="2" charset="-122"/>
              </a:defRPr>
            </a:lvl1pPr>
            <a:lvl2pPr>
              <a:buClr>
                <a:schemeClr val="accent2"/>
              </a:buClr>
              <a:defRPr sz="2800" b="1">
                <a:solidFill>
                  <a:schemeClr val="tx1"/>
                </a:solidFill>
                <a:latin typeface="+mn-lt"/>
                <a:ea typeface="黑体" panose="02010609060101010101" pitchFamily="2" charset="-122"/>
              </a:defRPr>
            </a:lvl2pPr>
            <a:lvl3pPr>
              <a:defRPr sz="2400" b="1">
                <a:solidFill>
                  <a:schemeClr val="tx1"/>
                </a:solidFill>
                <a:latin typeface="+mn-lt"/>
                <a:ea typeface="黑体" panose="02010609060101010101" pitchFamily="2" charset="-122"/>
              </a:defRPr>
            </a:lvl3pPr>
            <a:lvl4pPr>
              <a:defRPr sz="2000" b="1">
                <a:solidFill>
                  <a:schemeClr val="tx1"/>
                </a:solidFill>
                <a:latin typeface="+mn-lt"/>
                <a:ea typeface="黑体" panose="02010609060101010101" pitchFamily="2" charset="-122"/>
              </a:defRPr>
            </a:lvl4pPr>
            <a:lvl5pPr>
              <a:buClr>
                <a:srgbClr val="333399"/>
              </a:buClr>
              <a:defRPr sz="2000" b="1">
                <a:solidFill>
                  <a:schemeClr val="tx1"/>
                </a:solidFill>
                <a:latin typeface="+mn-lt"/>
                <a:ea typeface="黑体" panose="02010609060101010101" pitchFamily="2" charset="-122"/>
              </a:defRPr>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内容占位符 3"/>
          <p:cNvSpPr>
            <a:spLocks noGrp="1"/>
          </p:cNvSpPr>
          <p:nvPr>
            <p:ph sz="half" idx="2"/>
          </p:nvPr>
        </p:nvSpPr>
        <p:spPr>
          <a:xfrm>
            <a:off x="5101208" y="1196752"/>
            <a:ext cx="4460304" cy="4934173"/>
          </a:xfrm>
        </p:spPr>
        <p:txBody>
          <a:bodyPr/>
          <a:lstStyle>
            <a:lvl1pPr>
              <a:defRPr sz="3200" b="1">
                <a:solidFill>
                  <a:schemeClr val="tx1"/>
                </a:solidFill>
                <a:latin typeface="+mn-lt"/>
                <a:ea typeface="黑体" panose="02010609060101010101" pitchFamily="2" charset="-122"/>
              </a:defRPr>
            </a:lvl1pPr>
            <a:lvl2pPr>
              <a:buClr>
                <a:schemeClr val="accent2"/>
              </a:buClr>
              <a:defRPr sz="2800" b="1">
                <a:solidFill>
                  <a:schemeClr val="tx1"/>
                </a:solidFill>
                <a:latin typeface="+mn-lt"/>
                <a:ea typeface="黑体" panose="02010609060101010101" pitchFamily="2" charset="-122"/>
              </a:defRPr>
            </a:lvl2pPr>
            <a:lvl3pPr>
              <a:defRPr sz="2400" b="1">
                <a:solidFill>
                  <a:schemeClr val="tx1"/>
                </a:solidFill>
                <a:latin typeface="+mn-lt"/>
                <a:ea typeface="黑体" panose="02010609060101010101" pitchFamily="2" charset="-122"/>
              </a:defRPr>
            </a:lvl3pPr>
            <a:lvl4pPr>
              <a:defRPr sz="2000" b="1">
                <a:solidFill>
                  <a:schemeClr val="tx1"/>
                </a:solidFill>
                <a:latin typeface="+mn-lt"/>
                <a:ea typeface="黑体" panose="02010609060101010101" pitchFamily="2" charset="-122"/>
              </a:defRPr>
            </a:lvl4pPr>
            <a:lvl5pPr>
              <a:buClr>
                <a:srgbClr val="333399"/>
              </a:buClr>
              <a:defRPr sz="2000" b="1">
                <a:solidFill>
                  <a:schemeClr val="tx1"/>
                </a:solidFill>
                <a:latin typeface="+mn-lt"/>
                <a:ea typeface="黑体" panose="02010609060101010101" pitchFamily="2" charset="-122"/>
              </a:defRPr>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40B52295-AD8D-47A8-A4D5-D2F6B9F48E3F}" type="slidenum">
              <a:rPr lang="zh-CN" altLang="en-US"/>
              <a:t>‹#›</a:t>
            </a:fld>
            <a:endParaRPr lang="en-US" altLang="zh-CN"/>
          </a:p>
        </p:txBody>
      </p:sp>
      <p:sp>
        <p:nvSpPr>
          <p:cNvPr id="8" name="Line 8"/>
          <p:cNvSpPr>
            <a:spLocks noChangeShapeType="1"/>
          </p:cNvSpPr>
          <p:nvPr userDrawn="1"/>
        </p:nvSpPr>
        <p:spPr bwMode="auto">
          <a:xfrm>
            <a:off x="495300" y="1052736"/>
            <a:ext cx="9066212" cy="0"/>
          </a:xfrm>
          <a:prstGeom prst="line">
            <a:avLst/>
          </a:prstGeom>
          <a:noFill/>
          <a:ln w="2857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extLst>
      <p:ext uri="{BB962C8B-B14F-4D97-AF65-F5344CB8AC3E}">
        <p14:creationId xmlns:p14="http://schemas.microsoft.com/office/powerpoint/2010/main" val="270600239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495299" y="1207874"/>
            <a:ext cx="4455513" cy="639762"/>
          </a:xfrm>
        </p:spPr>
        <p:txBody>
          <a:bodyPr anchor="b"/>
          <a:lstStyle>
            <a:lvl1pPr marL="0" indent="0">
              <a:buNone/>
              <a:defRPr sz="3200" b="1">
                <a:latin typeface="+mn-lt"/>
                <a:ea typeface="黑体" panose="02010609060101010101"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95299" y="1872534"/>
            <a:ext cx="4455513" cy="4292770"/>
          </a:xfrm>
        </p:spPr>
        <p:txBody>
          <a:bodyPr/>
          <a:lstStyle>
            <a:lvl1pPr>
              <a:defRPr sz="3200" b="1">
                <a:solidFill>
                  <a:schemeClr val="tx1"/>
                </a:solidFill>
                <a:latin typeface="+mn-lt"/>
                <a:ea typeface="黑体" panose="02010609060101010101" pitchFamily="2" charset="-122"/>
              </a:defRPr>
            </a:lvl1pPr>
            <a:lvl2pPr>
              <a:defRPr sz="2800" b="1">
                <a:solidFill>
                  <a:schemeClr val="tx1"/>
                </a:solidFill>
                <a:latin typeface="+mn-lt"/>
                <a:ea typeface="黑体" panose="02010609060101010101" pitchFamily="2" charset="-122"/>
              </a:defRPr>
            </a:lvl2pPr>
            <a:lvl3pPr>
              <a:defRPr sz="2400" b="1">
                <a:solidFill>
                  <a:schemeClr val="tx1"/>
                </a:solidFill>
                <a:latin typeface="+mn-lt"/>
                <a:ea typeface="黑体" panose="02010609060101010101" pitchFamily="2" charset="-122"/>
              </a:defRPr>
            </a:lvl3pPr>
            <a:lvl4pPr>
              <a:defRPr sz="2000" b="1">
                <a:solidFill>
                  <a:schemeClr val="tx1"/>
                </a:solidFill>
                <a:latin typeface="+mn-lt"/>
                <a:ea typeface="黑体" panose="02010609060101010101" pitchFamily="2" charset="-122"/>
              </a:defRPr>
            </a:lvl4pPr>
            <a:lvl5pPr>
              <a:defRPr sz="20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5" name="文本占位符 4"/>
          <p:cNvSpPr>
            <a:spLocks noGrp="1"/>
          </p:cNvSpPr>
          <p:nvPr>
            <p:ph type="body" sz="quarter" idx="3"/>
          </p:nvPr>
        </p:nvSpPr>
        <p:spPr>
          <a:xfrm>
            <a:off x="5104383" y="1207874"/>
            <a:ext cx="4457129" cy="639762"/>
          </a:xfrm>
        </p:spPr>
        <p:txBody>
          <a:bodyPr anchor="b"/>
          <a:lstStyle>
            <a:lvl1pPr marL="0" indent="0">
              <a:buNone/>
              <a:defRPr sz="3200" b="1">
                <a:latin typeface="+mn-lt"/>
                <a:ea typeface="黑体" panose="02010609060101010101"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5104383" y="1872534"/>
            <a:ext cx="4457129" cy="4292770"/>
          </a:xfrm>
        </p:spPr>
        <p:txBody>
          <a:bodyPr/>
          <a:lstStyle>
            <a:lvl1pPr>
              <a:defRPr sz="3200" b="1">
                <a:solidFill>
                  <a:schemeClr val="tx1"/>
                </a:solidFill>
                <a:latin typeface="+mn-lt"/>
                <a:ea typeface="黑体" panose="02010609060101010101" pitchFamily="2" charset="-122"/>
              </a:defRPr>
            </a:lvl1pPr>
            <a:lvl2pPr>
              <a:defRPr sz="2800" b="1">
                <a:solidFill>
                  <a:schemeClr val="tx1"/>
                </a:solidFill>
                <a:latin typeface="+mn-lt"/>
                <a:ea typeface="黑体" panose="02010609060101010101" pitchFamily="2" charset="-122"/>
              </a:defRPr>
            </a:lvl2pPr>
            <a:lvl3pPr>
              <a:defRPr sz="2400" b="1">
                <a:solidFill>
                  <a:schemeClr val="tx1"/>
                </a:solidFill>
                <a:latin typeface="+mn-lt"/>
                <a:ea typeface="黑体" panose="02010609060101010101" pitchFamily="2" charset="-122"/>
              </a:defRPr>
            </a:lvl3pPr>
            <a:lvl4pPr>
              <a:defRPr sz="2000" b="1">
                <a:solidFill>
                  <a:schemeClr val="tx1"/>
                </a:solidFill>
                <a:latin typeface="+mn-lt"/>
                <a:ea typeface="黑体" panose="02010609060101010101" pitchFamily="2" charset="-122"/>
              </a:defRPr>
            </a:lvl4pPr>
            <a:lvl5pPr>
              <a:defRPr sz="20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7" name="日期占位符 6"/>
          <p:cNvSpPr>
            <a:spLocks noGrp="1"/>
          </p:cNvSpPr>
          <p:nvPr>
            <p:ph type="dt" sz="half" idx="10"/>
          </p:nvPr>
        </p:nvSpPr>
        <p:spPr/>
        <p:txBody>
          <a:bodyPr/>
          <a:lstStyle>
            <a:lvl1pPr>
              <a:defRPr/>
            </a:lvl1pPr>
          </a:lstStyle>
          <a:p>
            <a:endParaRPr lang="en-US" altLang="zh-CN"/>
          </a:p>
        </p:txBody>
      </p:sp>
      <p:sp>
        <p:nvSpPr>
          <p:cNvPr id="8" name="页脚占位符 7"/>
          <p:cNvSpPr>
            <a:spLocks noGrp="1"/>
          </p:cNvSpPr>
          <p:nvPr>
            <p:ph type="ftr" sz="quarter" idx="11"/>
          </p:nvPr>
        </p:nvSpPr>
        <p:spPr/>
        <p:txBody>
          <a:bodyPr/>
          <a:lstStyle>
            <a:lvl1pPr>
              <a:defRPr/>
            </a:lvl1pPr>
          </a:lstStyle>
          <a:p>
            <a:endParaRPr lang="en-US" altLang="zh-CN"/>
          </a:p>
        </p:txBody>
      </p:sp>
      <p:sp>
        <p:nvSpPr>
          <p:cNvPr id="9" name="灯片编号占位符 8"/>
          <p:cNvSpPr>
            <a:spLocks noGrp="1"/>
          </p:cNvSpPr>
          <p:nvPr>
            <p:ph type="sldNum" sz="quarter" idx="12"/>
          </p:nvPr>
        </p:nvSpPr>
        <p:spPr/>
        <p:txBody>
          <a:bodyPr/>
          <a:lstStyle>
            <a:lvl1pPr>
              <a:defRPr/>
            </a:lvl1pPr>
          </a:lstStyle>
          <a:p>
            <a:fld id="{FAC03054-A18C-4CF4-8FEF-67B6C74EC7CF}" type="slidenum">
              <a:rPr lang="zh-CN" altLang="en-US"/>
              <a:t>‹#›</a:t>
            </a:fld>
            <a:endParaRPr lang="en-US" altLang="zh-CN"/>
          </a:p>
        </p:txBody>
      </p:sp>
      <p:sp>
        <p:nvSpPr>
          <p:cNvPr id="10" name="Line 8"/>
          <p:cNvSpPr>
            <a:spLocks noChangeShapeType="1"/>
          </p:cNvSpPr>
          <p:nvPr userDrawn="1"/>
        </p:nvSpPr>
        <p:spPr bwMode="auto">
          <a:xfrm>
            <a:off x="495300" y="1052736"/>
            <a:ext cx="9066212" cy="0"/>
          </a:xfrm>
          <a:prstGeom prst="line">
            <a:avLst/>
          </a:prstGeom>
          <a:noFill/>
          <a:ln w="2857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extLst>
      <p:ext uri="{BB962C8B-B14F-4D97-AF65-F5344CB8AC3E}">
        <p14:creationId xmlns:p14="http://schemas.microsoft.com/office/powerpoint/2010/main" val="369820620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1">
                <a:solidFill>
                  <a:srgbClr val="333399"/>
                </a:solidFill>
                <a:latin typeface="+mn-lt"/>
                <a:ea typeface="黑体" panose="02010609060101010101" pitchFamily="2" charset="-122"/>
              </a:defRPr>
            </a:lvl1pPr>
          </a:lstStyle>
          <a:p>
            <a:r>
              <a:rPr lang="zh-CN" altLang="en-US"/>
              <a:t>单击此处编辑母版标题样式</a:t>
            </a:r>
          </a:p>
        </p:txBody>
      </p:sp>
      <p:sp>
        <p:nvSpPr>
          <p:cNvPr id="3" name="日期占位符 2"/>
          <p:cNvSpPr>
            <a:spLocks noGrp="1"/>
          </p:cNvSpPr>
          <p:nvPr>
            <p:ph type="dt" sz="half" idx="10"/>
          </p:nvPr>
        </p:nvSpPr>
        <p:spPr/>
        <p:txBody>
          <a:bodyPr/>
          <a:lstStyle>
            <a:lvl1pPr>
              <a:defRPr/>
            </a:lvl1pPr>
          </a:lstStyle>
          <a:p>
            <a:endParaRPr lang="en-US" altLang="zh-CN"/>
          </a:p>
        </p:txBody>
      </p:sp>
      <p:sp>
        <p:nvSpPr>
          <p:cNvPr id="4" name="页脚占位符 3"/>
          <p:cNvSpPr>
            <a:spLocks noGrp="1"/>
          </p:cNvSpPr>
          <p:nvPr>
            <p:ph type="ftr" sz="quarter" idx="11"/>
          </p:nvPr>
        </p:nvSpPr>
        <p:spPr/>
        <p:txBody>
          <a:bodyPr/>
          <a:lstStyle>
            <a:lvl1pPr>
              <a:defRPr/>
            </a:lvl1pPr>
          </a:lstStyle>
          <a:p>
            <a:endParaRPr lang="en-US" altLang="zh-CN"/>
          </a:p>
        </p:txBody>
      </p:sp>
      <p:sp>
        <p:nvSpPr>
          <p:cNvPr id="5" name="灯片编号占位符 4"/>
          <p:cNvSpPr>
            <a:spLocks noGrp="1"/>
          </p:cNvSpPr>
          <p:nvPr>
            <p:ph type="sldNum" sz="quarter" idx="12"/>
          </p:nvPr>
        </p:nvSpPr>
        <p:spPr/>
        <p:txBody>
          <a:bodyPr/>
          <a:lstStyle>
            <a:lvl1pPr>
              <a:defRPr/>
            </a:lvl1pPr>
          </a:lstStyle>
          <a:p>
            <a:fld id="{14338B79-8FD5-46F1-8A19-651A319ADB19}" type="slidenum">
              <a:rPr lang="zh-CN" altLang="en-US"/>
              <a:t>‹#›</a:t>
            </a:fld>
            <a:endParaRPr lang="en-US" altLang="zh-CN"/>
          </a:p>
        </p:txBody>
      </p:sp>
      <p:sp>
        <p:nvSpPr>
          <p:cNvPr id="6" name="Line 8"/>
          <p:cNvSpPr>
            <a:spLocks noChangeShapeType="1"/>
          </p:cNvSpPr>
          <p:nvPr userDrawn="1"/>
        </p:nvSpPr>
        <p:spPr bwMode="auto">
          <a:xfrm>
            <a:off x="495300" y="1052736"/>
            <a:ext cx="9066212" cy="0"/>
          </a:xfrm>
          <a:prstGeom prst="line">
            <a:avLst/>
          </a:prstGeom>
          <a:noFill/>
          <a:ln w="2857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extLst>
      <p:ext uri="{BB962C8B-B14F-4D97-AF65-F5344CB8AC3E}">
        <p14:creationId xmlns:p14="http://schemas.microsoft.com/office/powerpoint/2010/main" val="208877572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en-US" altLang="zh-CN"/>
          </a:p>
        </p:txBody>
      </p:sp>
      <p:sp>
        <p:nvSpPr>
          <p:cNvPr id="3" name="页脚占位符 2"/>
          <p:cNvSpPr>
            <a:spLocks noGrp="1"/>
          </p:cNvSpPr>
          <p:nvPr>
            <p:ph type="ftr" sz="quarter" idx="11"/>
          </p:nvPr>
        </p:nvSpPr>
        <p:spPr/>
        <p:txBody>
          <a:bodyPr/>
          <a:lstStyle>
            <a:lvl1pPr>
              <a:defRPr/>
            </a:lvl1pPr>
          </a:lstStyle>
          <a:p>
            <a:endParaRPr lang="en-US" altLang="zh-CN"/>
          </a:p>
        </p:txBody>
      </p:sp>
      <p:sp>
        <p:nvSpPr>
          <p:cNvPr id="4" name="灯片编号占位符 3"/>
          <p:cNvSpPr>
            <a:spLocks noGrp="1"/>
          </p:cNvSpPr>
          <p:nvPr>
            <p:ph type="sldNum" sz="quarter" idx="12"/>
          </p:nvPr>
        </p:nvSpPr>
        <p:spPr/>
        <p:txBody>
          <a:bodyPr/>
          <a:lstStyle>
            <a:lvl1pPr>
              <a:defRPr/>
            </a:lvl1pPr>
          </a:lstStyle>
          <a:p>
            <a:fld id="{137DC1DE-D772-415A-B75D-6C2A3BBF0EE5}" type="slidenum">
              <a:rPr lang="zh-CN" altLang="en-US"/>
              <a:t>‹#›</a:t>
            </a:fld>
            <a:endParaRPr lang="en-US" altLang="zh-CN"/>
          </a:p>
        </p:txBody>
      </p:sp>
    </p:spTree>
    <p:extLst>
      <p:ext uri="{BB962C8B-B14F-4D97-AF65-F5344CB8AC3E}">
        <p14:creationId xmlns:p14="http://schemas.microsoft.com/office/powerpoint/2010/main" val="148259591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95300" y="273050"/>
            <a:ext cx="3259138" cy="1162050"/>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873500" y="273050"/>
            <a:ext cx="5688012"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文本占位符 3"/>
          <p:cNvSpPr>
            <a:spLocks noGrp="1"/>
          </p:cNvSpPr>
          <p:nvPr>
            <p:ph type="body" sz="half" idx="2"/>
          </p:nvPr>
        </p:nvSpPr>
        <p:spPr>
          <a:xfrm>
            <a:off x="495300" y="1435100"/>
            <a:ext cx="3259138"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DFB74B41-85B4-4984-A2A4-801BFDC62CF6}" type="slidenum">
              <a:rPr lang="zh-CN" altLang="en-US"/>
              <a:t>‹#›</a:t>
            </a:fld>
            <a:endParaRPr lang="en-US" altLang="zh-CN"/>
          </a:p>
        </p:txBody>
      </p:sp>
    </p:spTree>
    <p:extLst>
      <p:ext uri="{BB962C8B-B14F-4D97-AF65-F5344CB8AC3E}">
        <p14:creationId xmlns:p14="http://schemas.microsoft.com/office/powerpoint/2010/main" val="386937204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941513" y="4800600"/>
            <a:ext cx="5943600" cy="566738"/>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941513"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p:cNvSpPr>
            <a:spLocks noGrp="1"/>
          </p:cNvSpPr>
          <p:nvPr>
            <p:ph type="body" sz="half" idx="2"/>
          </p:nvPr>
        </p:nvSpPr>
        <p:spPr>
          <a:xfrm>
            <a:off x="1941513"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24FEF2C3-09B7-48D6-BCFF-274B159605E4}" type="slidenum">
              <a:rPr lang="zh-CN" altLang="en-US"/>
              <a:t>‹#›</a:t>
            </a:fld>
            <a:endParaRPr lang="en-US" altLang="zh-CN"/>
          </a:p>
        </p:txBody>
      </p:sp>
    </p:spTree>
    <p:extLst>
      <p:ext uri="{BB962C8B-B14F-4D97-AF65-F5344CB8AC3E}">
        <p14:creationId xmlns:p14="http://schemas.microsoft.com/office/powerpoint/2010/main" val="231614601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1">
                <a:solidFill>
                  <a:srgbClr val="333399"/>
                </a:solidFill>
                <a:latin typeface="+mn-lt"/>
                <a:ea typeface="黑体" panose="02010609060101010101" pitchFamily="2" charset="-122"/>
              </a:defRPr>
            </a:lvl1p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A2236A91-AB49-49FF-BD59-8386391FD12B}" type="slidenum">
              <a:rPr lang="zh-CN" altLang="en-US"/>
              <a:t>‹#›</a:t>
            </a:fld>
            <a:endParaRPr lang="en-US" altLang="zh-CN"/>
          </a:p>
        </p:txBody>
      </p:sp>
      <p:sp>
        <p:nvSpPr>
          <p:cNvPr id="7" name="Line 8"/>
          <p:cNvSpPr>
            <a:spLocks noChangeShapeType="1"/>
          </p:cNvSpPr>
          <p:nvPr userDrawn="1"/>
        </p:nvSpPr>
        <p:spPr bwMode="auto">
          <a:xfrm>
            <a:off x="495300" y="1052736"/>
            <a:ext cx="9066212" cy="0"/>
          </a:xfrm>
          <a:prstGeom prst="line">
            <a:avLst/>
          </a:prstGeom>
          <a:noFill/>
          <a:ln w="2857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extLst>
      <p:ext uri="{BB962C8B-B14F-4D97-AF65-F5344CB8AC3E}">
        <p14:creationId xmlns:p14="http://schemas.microsoft.com/office/powerpoint/2010/main" val="305400018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181850" y="277813"/>
            <a:ext cx="2379662" cy="5853112"/>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95300" y="277813"/>
            <a:ext cx="6534150" cy="5853112"/>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D98FACEB-921B-4428-A32E-7A6FF935A2DD}" type="slidenum">
              <a:rPr lang="zh-CN" altLang="en-US"/>
              <a:t>‹#›</a:t>
            </a:fld>
            <a:endParaRPr lang="en-US" altLang="zh-CN"/>
          </a:p>
        </p:txBody>
      </p:sp>
    </p:spTree>
    <p:extLst>
      <p:ext uri="{BB962C8B-B14F-4D97-AF65-F5344CB8AC3E}">
        <p14:creationId xmlns:p14="http://schemas.microsoft.com/office/powerpoint/2010/main" val="37158698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488504" y="188640"/>
            <a:ext cx="8915400" cy="792088"/>
          </a:xfrm>
        </p:spPr>
        <p:txBody>
          <a:bodyPr/>
          <a:lstStyle/>
          <a:p>
            <a:r>
              <a:rPr lang="zh-CN" altLang="en-US"/>
              <a:t>单击此处编辑母版标题样式</a:t>
            </a:r>
          </a:p>
        </p:txBody>
      </p:sp>
      <p:sp>
        <p:nvSpPr>
          <p:cNvPr id="3" name="文本占位符 2"/>
          <p:cNvSpPr>
            <a:spLocks noGrp="1"/>
          </p:cNvSpPr>
          <p:nvPr>
            <p:ph type="body" sz="half" idx="1"/>
          </p:nvPr>
        </p:nvSpPr>
        <p:spPr>
          <a:xfrm>
            <a:off x="495300" y="1196752"/>
            <a:ext cx="4381500" cy="493417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内容占位符 3"/>
          <p:cNvSpPr>
            <a:spLocks noGrp="1"/>
          </p:cNvSpPr>
          <p:nvPr>
            <p:ph sz="quarter" idx="2"/>
          </p:nvPr>
        </p:nvSpPr>
        <p:spPr>
          <a:xfrm>
            <a:off x="5029200" y="1196752"/>
            <a:ext cx="4381500" cy="237658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5" name="内容占位符 4"/>
          <p:cNvSpPr>
            <a:spLocks noGrp="1"/>
          </p:cNvSpPr>
          <p:nvPr>
            <p:ph sz="quarter" idx="3"/>
          </p:nvPr>
        </p:nvSpPr>
        <p:spPr>
          <a:xfrm>
            <a:off x="5029200" y="3754339"/>
            <a:ext cx="4381500" cy="2376586"/>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日期占位符 5"/>
          <p:cNvSpPr>
            <a:spLocks noGrp="1"/>
          </p:cNvSpPr>
          <p:nvPr>
            <p:ph type="dt" sz="half" idx="10"/>
          </p:nvPr>
        </p:nvSpPr>
        <p:spPr>
          <a:xfrm>
            <a:off x="495300" y="6248400"/>
            <a:ext cx="2311400" cy="457200"/>
          </a:xfrm>
        </p:spPr>
        <p:txBody>
          <a:bodyPr/>
          <a:lstStyle>
            <a:lvl1pPr>
              <a:defRPr/>
            </a:lvl1pPr>
          </a:lstStyle>
          <a:p>
            <a:endParaRPr lang="en-US" altLang="zh-CN"/>
          </a:p>
        </p:txBody>
      </p:sp>
      <p:sp>
        <p:nvSpPr>
          <p:cNvPr id="7" name="页脚占位符 6"/>
          <p:cNvSpPr>
            <a:spLocks noGrp="1"/>
          </p:cNvSpPr>
          <p:nvPr>
            <p:ph type="ftr" sz="quarter" idx="11"/>
          </p:nvPr>
        </p:nvSpPr>
        <p:spPr>
          <a:xfrm>
            <a:off x="3384550" y="6248400"/>
            <a:ext cx="3136900" cy="457200"/>
          </a:xfrm>
        </p:spPr>
        <p:txBody>
          <a:bodyPr/>
          <a:lstStyle>
            <a:lvl1pPr>
              <a:defRPr/>
            </a:lvl1pPr>
          </a:lstStyle>
          <a:p>
            <a:endParaRPr lang="en-US" altLang="zh-CN"/>
          </a:p>
        </p:txBody>
      </p:sp>
      <p:sp>
        <p:nvSpPr>
          <p:cNvPr id="8" name="灯片编号占位符 7"/>
          <p:cNvSpPr>
            <a:spLocks noGrp="1"/>
          </p:cNvSpPr>
          <p:nvPr>
            <p:ph type="sldNum" sz="quarter" idx="12"/>
          </p:nvPr>
        </p:nvSpPr>
        <p:spPr>
          <a:xfrm>
            <a:off x="7099300" y="6248400"/>
            <a:ext cx="2311400" cy="457200"/>
          </a:xfrm>
        </p:spPr>
        <p:txBody>
          <a:bodyPr/>
          <a:lstStyle>
            <a:lvl1pPr>
              <a:defRPr/>
            </a:lvl1pPr>
          </a:lstStyle>
          <a:p>
            <a:fld id="{3C52F4D9-41EC-423B-B963-42D1C41ACCC5}" type="slidenum">
              <a:rPr lang="zh-CN" altLang="en-US"/>
              <a:t>‹#›</a:t>
            </a:fld>
            <a:endParaRPr lang="en-US" altLang="zh-CN"/>
          </a:p>
        </p:txBody>
      </p:sp>
      <p:sp>
        <p:nvSpPr>
          <p:cNvPr id="9" name="Line 8"/>
          <p:cNvSpPr>
            <a:spLocks noChangeShapeType="1"/>
          </p:cNvSpPr>
          <p:nvPr userDrawn="1"/>
        </p:nvSpPr>
        <p:spPr bwMode="auto">
          <a:xfrm>
            <a:off x="495300" y="1052736"/>
            <a:ext cx="9066212" cy="0"/>
          </a:xfrm>
          <a:prstGeom prst="line">
            <a:avLst/>
          </a:prstGeom>
          <a:noFill/>
          <a:ln w="2857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extLst>
      <p:ext uri="{BB962C8B-B14F-4D97-AF65-F5344CB8AC3E}">
        <p14:creationId xmlns:p14="http://schemas.microsoft.com/office/powerpoint/2010/main" val="287844394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xAndClipArt" preserve="1">
  <p:cSld name="标题，文本与剪贴画">
    <p:spTree>
      <p:nvGrpSpPr>
        <p:cNvPr id="1" name=""/>
        <p:cNvGrpSpPr/>
        <p:nvPr/>
      </p:nvGrpSpPr>
      <p:grpSpPr>
        <a:xfrm>
          <a:off x="0" y="0"/>
          <a:ext cx="0" cy="0"/>
          <a:chOff x="0" y="0"/>
          <a:chExt cx="0" cy="0"/>
        </a:xfrm>
      </p:grpSpPr>
      <p:sp>
        <p:nvSpPr>
          <p:cNvPr id="2" name="标题 1"/>
          <p:cNvSpPr>
            <a:spLocks noGrp="1"/>
          </p:cNvSpPr>
          <p:nvPr>
            <p:ph type="title"/>
          </p:nvPr>
        </p:nvSpPr>
        <p:spPr>
          <a:xfrm>
            <a:off x="495300" y="188641"/>
            <a:ext cx="8915400" cy="792087"/>
          </a:xfrm>
        </p:spPr>
        <p:txBody>
          <a:bodyPr/>
          <a:lstStyle/>
          <a:p>
            <a:r>
              <a:rPr lang="zh-CN" altLang="en-US"/>
              <a:t>单击此处编辑母版标题样式</a:t>
            </a:r>
          </a:p>
        </p:txBody>
      </p:sp>
      <p:sp>
        <p:nvSpPr>
          <p:cNvPr id="3" name="文本占位符 2"/>
          <p:cNvSpPr>
            <a:spLocks noGrp="1"/>
          </p:cNvSpPr>
          <p:nvPr>
            <p:ph type="body" sz="half" idx="1"/>
          </p:nvPr>
        </p:nvSpPr>
        <p:spPr>
          <a:xfrm>
            <a:off x="495300" y="1196752"/>
            <a:ext cx="4381500" cy="493417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剪贴画占位符 3"/>
          <p:cNvSpPr>
            <a:spLocks noGrp="1"/>
          </p:cNvSpPr>
          <p:nvPr>
            <p:ph type="clipArt" sz="half" idx="2" hasCustomPrompt="1"/>
          </p:nvPr>
        </p:nvSpPr>
        <p:spPr>
          <a:xfrm>
            <a:off x="5029200" y="1196752"/>
            <a:ext cx="4381500" cy="4934173"/>
          </a:xfrm>
        </p:spPr>
        <p:txBody>
          <a:bodyPr/>
          <a:lstStyle/>
          <a:p>
            <a:r>
              <a:rPr lang="zh-CN" altLang="en-US"/>
              <a:t>单击图标添加剪 贴画</a:t>
            </a:r>
          </a:p>
        </p:txBody>
      </p:sp>
      <p:sp>
        <p:nvSpPr>
          <p:cNvPr id="5" name="日期占位符 4"/>
          <p:cNvSpPr>
            <a:spLocks noGrp="1"/>
          </p:cNvSpPr>
          <p:nvPr>
            <p:ph type="dt" sz="half" idx="10"/>
          </p:nvPr>
        </p:nvSpPr>
        <p:spPr>
          <a:xfrm>
            <a:off x="495300" y="6248400"/>
            <a:ext cx="2311400" cy="457200"/>
          </a:xfrm>
        </p:spPr>
        <p:txBody>
          <a:bodyPr/>
          <a:lstStyle>
            <a:lvl1pPr>
              <a:defRPr/>
            </a:lvl1pPr>
          </a:lstStyle>
          <a:p>
            <a:endParaRPr lang="en-US" altLang="zh-CN"/>
          </a:p>
        </p:txBody>
      </p:sp>
      <p:sp>
        <p:nvSpPr>
          <p:cNvPr id="6" name="页脚占位符 5"/>
          <p:cNvSpPr>
            <a:spLocks noGrp="1"/>
          </p:cNvSpPr>
          <p:nvPr>
            <p:ph type="ftr" sz="quarter" idx="11"/>
          </p:nvPr>
        </p:nvSpPr>
        <p:spPr>
          <a:xfrm>
            <a:off x="3384550" y="6248400"/>
            <a:ext cx="3136900" cy="457200"/>
          </a:xfrm>
        </p:spPr>
        <p:txBody>
          <a:bodyPr/>
          <a:lstStyle>
            <a:lvl1pPr>
              <a:defRPr/>
            </a:lvl1pPr>
          </a:lstStyle>
          <a:p>
            <a:endParaRPr lang="en-US" altLang="zh-CN"/>
          </a:p>
        </p:txBody>
      </p:sp>
      <p:sp>
        <p:nvSpPr>
          <p:cNvPr id="7" name="灯片编号占位符 6"/>
          <p:cNvSpPr>
            <a:spLocks noGrp="1"/>
          </p:cNvSpPr>
          <p:nvPr>
            <p:ph type="sldNum" sz="quarter" idx="12"/>
          </p:nvPr>
        </p:nvSpPr>
        <p:spPr>
          <a:xfrm>
            <a:off x="7099300" y="6248400"/>
            <a:ext cx="2311400" cy="457200"/>
          </a:xfrm>
        </p:spPr>
        <p:txBody>
          <a:bodyPr/>
          <a:lstStyle>
            <a:lvl1pPr>
              <a:defRPr/>
            </a:lvl1pPr>
          </a:lstStyle>
          <a:p>
            <a:fld id="{966CAE82-64C7-4E5B-88D2-F38A61F120C5}" type="slidenum">
              <a:rPr lang="zh-CN" altLang="en-US"/>
              <a:t>‹#›</a:t>
            </a:fld>
            <a:endParaRPr lang="en-US" altLang="zh-CN"/>
          </a:p>
        </p:txBody>
      </p:sp>
      <p:sp>
        <p:nvSpPr>
          <p:cNvPr id="8" name="Line 8"/>
          <p:cNvSpPr>
            <a:spLocks noChangeShapeType="1"/>
          </p:cNvSpPr>
          <p:nvPr userDrawn="1"/>
        </p:nvSpPr>
        <p:spPr bwMode="auto">
          <a:xfrm>
            <a:off x="495300" y="1052736"/>
            <a:ext cx="9066212" cy="0"/>
          </a:xfrm>
          <a:prstGeom prst="line">
            <a:avLst/>
          </a:prstGeom>
          <a:noFill/>
          <a:ln w="2857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extLst>
      <p:ext uri="{BB962C8B-B14F-4D97-AF65-F5344CB8AC3E}">
        <p14:creationId xmlns:p14="http://schemas.microsoft.com/office/powerpoint/2010/main" val="18573572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1.pn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585" name="Rectangle 9"/>
          <p:cNvSpPr>
            <a:spLocks noGrp="1" noChangeArrowheads="1"/>
          </p:cNvSpPr>
          <p:nvPr>
            <p:ph type="title"/>
          </p:nvPr>
        </p:nvSpPr>
        <p:spPr bwMode="auto">
          <a:xfrm>
            <a:off x="506507" y="188640"/>
            <a:ext cx="9049005" cy="8124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p>
            <a:pPr lvl="0" eaLnBrk="1" hangingPunct="1"/>
            <a:r>
              <a:rPr lang="zh-CN" altLang="en-US" dirty="0"/>
              <a:t>单击此处编辑母版标题样式</a:t>
            </a:r>
          </a:p>
        </p:txBody>
      </p:sp>
      <p:sp>
        <p:nvSpPr>
          <p:cNvPr id="24586" name="Rectangle 10"/>
          <p:cNvSpPr>
            <a:spLocks noGrp="1" noChangeArrowheads="1"/>
          </p:cNvSpPr>
          <p:nvPr>
            <p:ph type="body" idx="1"/>
          </p:nvPr>
        </p:nvSpPr>
        <p:spPr bwMode="auto">
          <a:xfrm>
            <a:off x="496800" y="1195200"/>
            <a:ext cx="9049005" cy="493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4" name="Rectangle 7" descr="Gold bar"/>
          <p:cNvSpPr>
            <a:spLocks noChangeArrowheads="1"/>
          </p:cNvSpPr>
          <p:nvPr/>
        </p:nvSpPr>
        <p:spPr bwMode="auto">
          <a:xfrm>
            <a:off x="0" y="0"/>
            <a:ext cx="248400" cy="2286000"/>
          </a:xfrm>
          <a:prstGeom prst="rect">
            <a:avLst/>
          </a:prstGeom>
          <a:solidFill>
            <a:srgbClr val="FFCC00"/>
          </a:solidFill>
          <a:ln>
            <a:noFill/>
          </a:ln>
          <a:effectLst/>
        </p:spPr>
        <p:txBody>
          <a:bodyPr wrap="none" anchor="ctr"/>
          <a:lstStyle/>
          <a:p>
            <a:pPr lvl="0" algn="ctr" eaLnBrk="1" hangingPunct="1"/>
            <a:endParaRPr lang="zh-CN" altLang="en-US">
              <a:latin typeface="Times New Roman" panose="02020603050405020304" pitchFamily="18" charset="0"/>
              <a:ea typeface="宋体" panose="02010600030101010101" pitchFamily="2" charset="-122"/>
            </a:endParaRPr>
          </a:p>
        </p:txBody>
      </p:sp>
      <p:sp>
        <p:nvSpPr>
          <p:cNvPr id="15" name="Rectangle 9" descr="Orange bar"/>
          <p:cNvSpPr>
            <a:spLocks noChangeArrowheads="1"/>
          </p:cNvSpPr>
          <p:nvPr/>
        </p:nvSpPr>
        <p:spPr bwMode="auto">
          <a:xfrm>
            <a:off x="0" y="2286000"/>
            <a:ext cx="248400" cy="2286000"/>
          </a:xfrm>
          <a:prstGeom prst="rect">
            <a:avLst/>
          </a:prstGeom>
          <a:solidFill>
            <a:srgbClr val="FF9900"/>
          </a:solidFill>
          <a:ln>
            <a:noFill/>
          </a:ln>
          <a:effectLst/>
        </p:spPr>
        <p:txBody>
          <a:bodyPr wrap="none" anchor="ctr"/>
          <a:lstStyle/>
          <a:p>
            <a:pPr algn="ctr" eaLnBrk="1" hangingPunct="1"/>
            <a:endParaRPr lang="zh-CN" altLang="en-US" sz="2400">
              <a:latin typeface="Times New Roman" panose="02020603050405020304" pitchFamily="18" charset="0"/>
              <a:ea typeface="宋体" panose="02010600030101010101" pitchFamily="2" charset="-122"/>
            </a:endParaRPr>
          </a:p>
        </p:txBody>
      </p:sp>
      <p:sp>
        <p:nvSpPr>
          <p:cNvPr id="16" name="Rectangle 10" descr="Slate bar"/>
          <p:cNvSpPr>
            <a:spLocks noChangeArrowheads="1"/>
          </p:cNvSpPr>
          <p:nvPr/>
        </p:nvSpPr>
        <p:spPr bwMode="auto">
          <a:xfrm>
            <a:off x="0" y="4572000"/>
            <a:ext cx="248400" cy="2286000"/>
          </a:xfrm>
          <a:prstGeom prst="rect">
            <a:avLst/>
          </a:prstGeom>
          <a:solidFill>
            <a:srgbClr val="333399"/>
          </a:solidFill>
          <a:ln>
            <a:noFill/>
          </a:ln>
          <a:effectLst/>
        </p:spPr>
        <p:txBody>
          <a:bodyPr wrap="none" anchor="ctr"/>
          <a:lstStyle/>
          <a:p>
            <a:pPr algn="ctr" eaLnBrk="1" hangingPunct="1"/>
            <a:endParaRPr lang="zh-CN" altLang="en-US" sz="2400">
              <a:latin typeface="Times New Roman" panose="02020603050405020304" pitchFamily="18" charset="0"/>
              <a:ea typeface="宋体" panose="02010600030101010101" pitchFamily="2" charset="-122"/>
            </a:endParaRPr>
          </a:p>
        </p:txBody>
      </p:sp>
      <p:pic>
        <p:nvPicPr>
          <p:cNvPr id="21" name="Picture 2" descr="computer networking 的图像结果"/>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8769424" y="188640"/>
            <a:ext cx="1124935" cy="812453"/>
          </a:xfrm>
          <a:prstGeom prst="rect">
            <a:avLst/>
          </a:prstGeom>
          <a:noFill/>
          <a:extLst>
            <a:ext uri="{909E8E84-426E-40DD-AFC4-6F175D3DCCD1}">
              <a14:hiddenFill xmlns:a14="http://schemas.microsoft.com/office/drawing/2010/main">
                <a:solidFill>
                  <a:srgbClr val="FFFFFF"/>
                </a:solidFill>
              </a14:hiddenFill>
            </a:ext>
          </a:extLst>
        </p:spPr>
      </p:pic>
      <p:sp>
        <p:nvSpPr>
          <p:cNvPr id="22" name="Rectangle 4"/>
          <p:cNvSpPr>
            <a:spLocks noGrp="1" noChangeArrowheads="1"/>
          </p:cNvSpPr>
          <p:nvPr>
            <p:ph type="dt" sz="half" idx="2"/>
          </p:nvPr>
        </p:nvSpPr>
        <p:spPr bwMode="auto">
          <a:xfrm>
            <a:off x="495300" y="6356176"/>
            <a:ext cx="2311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000">
                <a:ea typeface="宋体" panose="02010600030101010101" pitchFamily="2" charset="-122"/>
              </a:defRPr>
            </a:lvl1pPr>
          </a:lstStyle>
          <a:p>
            <a:endParaRPr lang="en-US" altLang="zh-CN" dirty="0"/>
          </a:p>
        </p:txBody>
      </p:sp>
      <p:sp>
        <p:nvSpPr>
          <p:cNvPr id="23" name="Rectangle 5"/>
          <p:cNvSpPr>
            <a:spLocks noGrp="1" noChangeArrowheads="1"/>
          </p:cNvSpPr>
          <p:nvPr>
            <p:ph type="ftr" sz="quarter" idx="3"/>
          </p:nvPr>
        </p:nvSpPr>
        <p:spPr bwMode="auto">
          <a:xfrm>
            <a:off x="3384550" y="6356176"/>
            <a:ext cx="31369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eaLnBrk="1" hangingPunct="1">
              <a:defRPr sz="1000">
                <a:ea typeface="宋体" panose="02010600030101010101" pitchFamily="2" charset="-122"/>
              </a:defRPr>
            </a:lvl1pPr>
          </a:lstStyle>
          <a:p>
            <a:endParaRPr lang="en-US" altLang="zh-CN"/>
          </a:p>
        </p:txBody>
      </p:sp>
      <p:sp>
        <p:nvSpPr>
          <p:cNvPr id="24" name="Rectangle 6"/>
          <p:cNvSpPr>
            <a:spLocks noGrp="1" noChangeArrowheads="1"/>
          </p:cNvSpPr>
          <p:nvPr>
            <p:ph type="sldNum" sz="quarter" idx="4"/>
          </p:nvPr>
        </p:nvSpPr>
        <p:spPr bwMode="auto">
          <a:xfrm>
            <a:off x="7099300" y="6356176"/>
            <a:ext cx="2311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000">
                <a:ea typeface="宋体" panose="02010600030101010101" pitchFamily="2" charset="-122"/>
              </a:defRPr>
            </a:lvl1pPr>
          </a:lstStyle>
          <a:p>
            <a:fld id="{67B052E9-C54A-4603-AE2F-EB72B006DB6C}" type="slidenum">
              <a:rPr lang="zh-CN" altLang="en-US"/>
              <a:t>‹#›</a:t>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rtl="0" eaLnBrk="1" fontAlgn="base" hangingPunct="1">
        <a:spcBef>
          <a:spcPct val="0"/>
        </a:spcBef>
        <a:spcAft>
          <a:spcPct val="0"/>
        </a:spcAft>
        <a:defRPr lang="zh-CN" altLang="en-US" sz="4400" b="1" smtClean="0">
          <a:solidFill>
            <a:srgbClr val="333399"/>
          </a:solidFill>
          <a:latin typeface="+mj-lt"/>
          <a:ea typeface="+mj-ea"/>
          <a:cs typeface="+mj-cs"/>
        </a:defRPr>
      </a:lvl1pPr>
      <a:lvl2pPr algn="l" rtl="0" eaLnBrk="1" fontAlgn="base" hangingPunct="1">
        <a:spcBef>
          <a:spcPct val="0"/>
        </a:spcBef>
        <a:spcAft>
          <a:spcPct val="0"/>
        </a:spcAft>
        <a:defRPr sz="4400">
          <a:solidFill>
            <a:srgbClr val="333399"/>
          </a:solidFill>
          <a:latin typeface="Arial" panose="020B0604020202020204" pitchFamily="34" charset="0"/>
          <a:ea typeface="黑体" panose="02010609060101010101" pitchFamily="2" charset="-122"/>
        </a:defRPr>
      </a:lvl2pPr>
      <a:lvl3pPr algn="l" rtl="0" eaLnBrk="1" fontAlgn="base" hangingPunct="1">
        <a:spcBef>
          <a:spcPct val="0"/>
        </a:spcBef>
        <a:spcAft>
          <a:spcPct val="0"/>
        </a:spcAft>
        <a:defRPr sz="4400">
          <a:solidFill>
            <a:srgbClr val="333399"/>
          </a:solidFill>
          <a:latin typeface="Arial" panose="020B0604020202020204" pitchFamily="34" charset="0"/>
          <a:ea typeface="黑体" panose="02010609060101010101" pitchFamily="2" charset="-122"/>
        </a:defRPr>
      </a:lvl3pPr>
      <a:lvl4pPr algn="l" rtl="0" eaLnBrk="1" fontAlgn="base" hangingPunct="1">
        <a:spcBef>
          <a:spcPct val="0"/>
        </a:spcBef>
        <a:spcAft>
          <a:spcPct val="0"/>
        </a:spcAft>
        <a:defRPr sz="4400">
          <a:solidFill>
            <a:srgbClr val="333399"/>
          </a:solidFill>
          <a:latin typeface="Arial" panose="020B0604020202020204" pitchFamily="34" charset="0"/>
          <a:ea typeface="黑体" panose="02010609060101010101" pitchFamily="2" charset="-122"/>
        </a:defRPr>
      </a:lvl4pPr>
      <a:lvl5pPr algn="l" rtl="0" eaLnBrk="1" fontAlgn="base" hangingPunct="1">
        <a:spcBef>
          <a:spcPct val="0"/>
        </a:spcBef>
        <a:spcAft>
          <a:spcPct val="0"/>
        </a:spcAft>
        <a:defRPr sz="4400">
          <a:solidFill>
            <a:srgbClr val="333399"/>
          </a:solidFill>
          <a:latin typeface="Arial" panose="020B0604020202020204" pitchFamily="34" charset="0"/>
          <a:ea typeface="黑体" panose="02010609060101010101" pitchFamily="2" charset="-122"/>
        </a:defRPr>
      </a:lvl5pPr>
      <a:lvl6pPr marL="457200" algn="l" rtl="0" eaLnBrk="1" fontAlgn="base" hangingPunct="1">
        <a:spcBef>
          <a:spcPct val="0"/>
        </a:spcBef>
        <a:spcAft>
          <a:spcPct val="0"/>
        </a:spcAft>
        <a:defRPr sz="4400">
          <a:solidFill>
            <a:srgbClr val="333399"/>
          </a:solidFill>
          <a:latin typeface="Arial" panose="020B0604020202020204" pitchFamily="34" charset="0"/>
          <a:ea typeface="黑体" panose="02010609060101010101" pitchFamily="2" charset="-122"/>
        </a:defRPr>
      </a:lvl6pPr>
      <a:lvl7pPr marL="914400" algn="l" rtl="0" eaLnBrk="1" fontAlgn="base" hangingPunct="1">
        <a:spcBef>
          <a:spcPct val="0"/>
        </a:spcBef>
        <a:spcAft>
          <a:spcPct val="0"/>
        </a:spcAft>
        <a:defRPr sz="4400">
          <a:solidFill>
            <a:srgbClr val="333399"/>
          </a:solidFill>
          <a:latin typeface="Arial" panose="020B0604020202020204" pitchFamily="34" charset="0"/>
          <a:ea typeface="黑体" panose="02010609060101010101" pitchFamily="2" charset="-122"/>
        </a:defRPr>
      </a:lvl7pPr>
      <a:lvl8pPr marL="1371600" algn="l" rtl="0" eaLnBrk="1" fontAlgn="base" hangingPunct="1">
        <a:spcBef>
          <a:spcPct val="0"/>
        </a:spcBef>
        <a:spcAft>
          <a:spcPct val="0"/>
        </a:spcAft>
        <a:defRPr sz="4400">
          <a:solidFill>
            <a:srgbClr val="333399"/>
          </a:solidFill>
          <a:latin typeface="Arial" panose="020B0604020202020204" pitchFamily="34" charset="0"/>
          <a:ea typeface="黑体" panose="02010609060101010101" pitchFamily="2" charset="-122"/>
        </a:defRPr>
      </a:lvl8pPr>
      <a:lvl9pPr marL="1828800" algn="l" rtl="0" eaLnBrk="1" fontAlgn="base" hangingPunct="1">
        <a:spcBef>
          <a:spcPct val="0"/>
        </a:spcBef>
        <a:spcAft>
          <a:spcPct val="0"/>
        </a:spcAft>
        <a:defRPr sz="4400">
          <a:solidFill>
            <a:srgbClr val="333399"/>
          </a:solidFill>
          <a:latin typeface="Arial" panose="020B0604020202020204" pitchFamily="34" charset="0"/>
          <a:ea typeface="黑体" panose="02010609060101010101" pitchFamily="2" charset="-122"/>
        </a:defRPr>
      </a:lvl9pPr>
    </p:titleStyle>
    <p:bodyStyle>
      <a:lvl1pPr marL="342900" indent="-342900" algn="l" rtl="0" eaLnBrk="1" fontAlgn="base" hangingPunct="1">
        <a:lnSpc>
          <a:spcPct val="110000"/>
        </a:lnSpc>
        <a:spcBef>
          <a:spcPts val="600"/>
        </a:spcBef>
        <a:spcAft>
          <a:spcPct val="0"/>
        </a:spcAft>
        <a:buClr>
          <a:srgbClr val="333399"/>
        </a:buClr>
        <a:buSzPct val="75000"/>
        <a:buFont typeface="Wingdings" panose="05000000000000000000" pitchFamily="2" charset="2"/>
        <a:buChar char="n"/>
        <a:defRPr sz="3200" b="1">
          <a:solidFill>
            <a:srgbClr val="000000"/>
          </a:solidFill>
          <a:latin typeface="+mn-lt"/>
          <a:ea typeface="+mn-ea"/>
          <a:cs typeface="+mn-cs"/>
        </a:defRPr>
      </a:lvl1pPr>
      <a:lvl2pPr marL="742950" indent="-285750" algn="l" rtl="0" eaLnBrk="1" fontAlgn="base" hangingPunct="1">
        <a:lnSpc>
          <a:spcPct val="110000"/>
        </a:lnSpc>
        <a:spcBef>
          <a:spcPts val="600"/>
        </a:spcBef>
        <a:spcAft>
          <a:spcPct val="0"/>
        </a:spcAft>
        <a:buClr>
          <a:srgbClr val="FF9933"/>
        </a:buClr>
        <a:buSzPct val="70000"/>
        <a:buFont typeface="Wingdings" panose="05000000000000000000" pitchFamily="2" charset="2"/>
        <a:buChar char="n"/>
        <a:defRPr sz="2800" b="1">
          <a:solidFill>
            <a:srgbClr val="000000"/>
          </a:solidFill>
          <a:latin typeface="+mn-lt"/>
          <a:ea typeface="黑体" panose="02010609060101010101" pitchFamily="2" charset="-122"/>
        </a:defRPr>
      </a:lvl2pPr>
      <a:lvl3pPr marL="1143000" indent="-228600" algn="l" rtl="0" eaLnBrk="1" fontAlgn="base" hangingPunct="1">
        <a:lnSpc>
          <a:spcPct val="110000"/>
        </a:lnSpc>
        <a:spcBef>
          <a:spcPts val="600"/>
        </a:spcBef>
        <a:spcAft>
          <a:spcPct val="0"/>
        </a:spcAft>
        <a:buClr>
          <a:srgbClr val="333399"/>
        </a:buClr>
        <a:buSzPct val="65000"/>
        <a:buFont typeface="Wingdings" panose="05000000000000000000" pitchFamily="2" charset="2"/>
        <a:buChar char="p"/>
        <a:defRPr sz="2400" b="1">
          <a:solidFill>
            <a:srgbClr val="000000"/>
          </a:solidFill>
          <a:latin typeface="+mn-lt"/>
          <a:ea typeface="黑体" panose="02010609060101010101" pitchFamily="2" charset="-122"/>
        </a:defRPr>
      </a:lvl3pPr>
      <a:lvl4pPr marL="1600200" indent="-228600" algn="l" rtl="0" eaLnBrk="1" fontAlgn="base" hangingPunct="1">
        <a:lnSpc>
          <a:spcPct val="110000"/>
        </a:lnSpc>
        <a:spcBef>
          <a:spcPts val="600"/>
        </a:spcBef>
        <a:spcAft>
          <a:spcPct val="0"/>
        </a:spcAft>
        <a:buClr>
          <a:schemeClr val="accent2"/>
        </a:buClr>
        <a:buSzPct val="65000"/>
        <a:buFont typeface="Wingdings" panose="05000000000000000000" pitchFamily="2" charset="2"/>
        <a:buChar char="n"/>
        <a:defRPr sz="2000" b="1">
          <a:solidFill>
            <a:srgbClr val="000000"/>
          </a:solidFill>
          <a:latin typeface="+mn-lt"/>
          <a:ea typeface="黑体" panose="02010609060101010101" pitchFamily="2" charset="-122"/>
        </a:defRPr>
      </a:lvl4pPr>
      <a:lvl5pPr marL="2057400" indent="-228600" algn="l" rtl="0" eaLnBrk="1" fontAlgn="base" hangingPunct="1">
        <a:lnSpc>
          <a:spcPct val="110000"/>
        </a:lnSpc>
        <a:spcBef>
          <a:spcPts val="600"/>
        </a:spcBef>
        <a:spcAft>
          <a:spcPct val="0"/>
        </a:spcAft>
        <a:buClr>
          <a:srgbClr val="333399"/>
        </a:buClr>
        <a:buSzPct val="60000"/>
        <a:buFont typeface="Wingdings" panose="05000000000000000000" pitchFamily="2" charset="2"/>
        <a:buChar char="n"/>
        <a:defRPr sz="2000" b="1">
          <a:solidFill>
            <a:srgbClr val="000000"/>
          </a:solidFill>
          <a:latin typeface="+mn-lt"/>
          <a:ea typeface="黑体" panose="02010609060101010101" pitchFamily="2" charset="-122"/>
        </a:defRPr>
      </a:lvl5pPr>
      <a:lvl6pPr marL="2514600" indent="-228600" algn="l" rtl="0" eaLnBrk="1" fontAlgn="base" hangingPunct="1">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algn="l" rtl="0" eaLnBrk="1" fontAlgn="base" hangingPunct="1">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algn="l" rtl="0" eaLnBrk="1" fontAlgn="base" hangingPunct="1">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algn="l" rtl="0" eaLnBrk="1" fontAlgn="base" hangingPunct="1">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bwMode="auto">
          <a:xfrm>
            <a:off x="495300" y="188640"/>
            <a:ext cx="9066212" cy="792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p>
            <a:pPr lvl="0"/>
            <a:r>
              <a:rPr lang="zh-CN" altLang="en-US" dirty="0"/>
              <a:t>单击此处编辑母版标题样式</a:t>
            </a:r>
            <a:endParaRPr lang="en-US" altLang="zh-CN" dirty="0"/>
          </a:p>
        </p:txBody>
      </p:sp>
      <p:sp>
        <p:nvSpPr>
          <p:cNvPr id="15363" name="Rectangle 3"/>
          <p:cNvSpPr>
            <a:spLocks noGrp="1" noChangeArrowheads="1"/>
          </p:cNvSpPr>
          <p:nvPr>
            <p:ph type="body" idx="1"/>
          </p:nvPr>
        </p:nvSpPr>
        <p:spPr bwMode="auto">
          <a:xfrm>
            <a:off x="495300" y="1196752"/>
            <a:ext cx="9066212" cy="4934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dirty="0"/>
              <a:t>单击此处编辑母版文本样式</a:t>
            </a:r>
            <a:endParaRPr lang="en-US" altLang="zh-CN" dirty="0"/>
          </a:p>
          <a:p>
            <a:pPr lvl="1"/>
            <a:r>
              <a:rPr lang="zh-CN" altLang="en-US" dirty="0"/>
              <a:t>第二级</a:t>
            </a:r>
            <a:endParaRPr lang="en-US" altLang="zh-CN" dirty="0"/>
          </a:p>
          <a:p>
            <a:pPr lvl="2"/>
            <a:r>
              <a:rPr lang="zh-CN" altLang="en-US" dirty="0"/>
              <a:t>第三级</a:t>
            </a:r>
            <a:endParaRPr lang="en-US" altLang="zh-CN" dirty="0"/>
          </a:p>
          <a:p>
            <a:pPr lvl="3"/>
            <a:r>
              <a:rPr lang="zh-CN" altLang="en-US" dirty="0"/>
              <a:t>第四级</a:t>
            </a:r>
            <a:endParaRPr lang="en-US" altLang="zh-CN" dirty="0"/>
          </a:p>
          <a:p>
            <a:pPr lvl="4"/>
            <a:r>
              <a:rPr lang="zh-CN" altLang="en-US" dirty="0"/>
              <a:t>第五级</a:t>
            </a:r>
            <a:endParaRPr lang="en-US" altLang="zh-CN" dirty="0"/>
          </a:p>
        </p:txBody>
      </p:sp>
      <p:sp>
        <p:nvSpPr>
          <p:cNvPr id="15364" name="Rectangle 4"/>
          <p:cNvSpPr>
            <a:spLocks noGrp="1" noChangeArrowheads="1"/>
          </p:cNvSpPr>
          <p:nvPr>
            <p:ph type="dt" sz="half" idx="2"/>
          </p:nvPr>
        </p:nvSpPr>
        <p:spPr bwMode="auto">
          <a:xfrm>
            <a:off x="495300" y="6356176"/>
            <a:ext cx="2311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000">
                <a:ea typeface="宋体" panose="02010600030101010101" pitchFamily="2" charset="-122"/>
              </a:defRPr>
            </a:lvl1pPr>
          </a:lstStyle>
          <a:p>
            <a:endParaRPr lang="en-US" altLang="zh-CN" dirty="0"/>
          </a:p>
        </p:txBody>
      </p:sp>
      <p:sp>
        <p:nvSpPr>
          <p:cNvPr id="15365" name="Rectangle 5"/>
          <p:cNvSpPr>
            <a:spLocks noGrp="1" noChangeArrowheads="1"/>
          </p:cNvSpPr>
          <p:nvPr>
            <p:ph type="ftr" sz="quarter" idx="3"/>
          </p:nvPr>
        </p:nvSpPr>
        <p:spPr bwMode="auto">
          <a:xfrm>
            <a:off x="3384550" y="6356176"/>
            <a:ext cx="31369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eaLnBrk="1" hangingPunct="1">
              <a:defRPr sz="1000">
                <a:ea typeface="宋体" panose="02010600030101010101" pitchFamily="2" charset="-122"/>
              </a:defRPr>
            </a:lvl1pPr>
          </a:lstStyle>
          <a:p>
            <a:endParaRPr lang="en-US" altLang="zh-CN"/>
          </a:p>
        </p:txBody>
      </p:sp>
      <p:sp>
        <p:nvSpPr>
          <p:cNvPr id="15366" name="Rectangle 6"/>
          <p:cNvSpPr>
            <a:spLocks noGrp="1" noChangeArrowheads="1"/>
          </p:cNvSpPr>
          <p:nvPr>
            <p:ph type="sldNum" sz="quarter" idx="4"/>
          </p:nvPr>
        </p:nvSpPr>
        <p:spPr bwMode="auto">
          <a:xfrm>
            <a:off x="7099300" y="6356176"/>
            <a:ext cx="2311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000">
                <a:ea typeface="宋体" panose="02010600030101010101" pitchFamily="2" charset="-122"/>
              </a:defRPr>
            </a:lvl1pPr>
          </a:lstStyle>
          <a:p>
            <a:fld id="{67B052E9-C54A-4603-AE2F-EB72B006DB6C}" type="slidenum">
              <a:rPr lang="zh-CN" altLang="en-US"/>
              <a:t>‹#›</a:t>
            </a:fld>
            <a:endParaRPr lang="en-US" altLang="zh-CN"/>
          </a:p>
        </p:txBody>
      </p:sp>
      <p:sp>
        <p:nvSpPr>
          <p:cNvPr id="15367" name="Rectangle 7" descr="Gold bar"/>
          <p:cNvSpPr>
            <a:spLocks noChangeArrowheads="1"/>
          </p:cNvSpPr>
          <p:nvPr/>
        </p:nvSpPr>
        <p:spPr bwMode="auto">
          <a:xfrm>
            <a:off x="0" y="0"/>
            <a:ext cx="247650" cy="2286000"/>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sz="2400">
              <a:latin typeface="Times New Roman" panose="02020603050405020304" pitchFamily="18" charset="0"/>
              <a:ea typeface="宋体" panose="02010600030101010101" pitchFamily="2" charset="-122"/>
            </a:endParaRPr>
          </a:p>
        </p:txBody>
      </p:sp>
      <p:sp>
        <p:nvSpPr>
          <p:cNvPr id="15369" name="Rectangle 9" descr="Orange bar"/>
          <p:cNvSpPr>
            <a:spLocks noChangeArrowheads="1"/>
          </p:cNvSpPr>
          <p:nvPr/>
        </p:nvSpPr>
        <p:spPr bwMode="auto">
          <a:xfrm>
            <a:off x="0" y="2286000"/>
            <a:ext cx="247650" cy="2286000"/>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sz="2400">
              <a:latin typeface="Times New Roman" panose="02020603050405020304" pitchFamily="18" charset="0"/>
              <a:ea typeface="宋体" panose="02010600030101010101" pitchFamily="2" charset="-122"/>
            </a:endParaRPr>
          </a:p>
        </p:txBody>
      </p:sp>
      <p:sp>
        <p:nvSpPr>
          <p:cNvPr id="15370" name="Rectangle 10" descr="Slate bar"/>
          <p:cNvSpPr>
            <a:spLocks noChangeArrowheads="1"/>
          </p:cNvSpPr>
          <p:nvPr/>
        </p:nvSpPr>
        <p:spPr bwMode="auto">
          <a:xfrm>
            <a:off x="0" y="4572000"/>
            <a:ext cx="247650" cy="2286000"/>
          </a:xfrm>
          <a:prstGeom prst="rect">
            <a:avLst/>
          </a:prstGeom>
          <a:solidFill>
            <a:srgbClr val="333399"/>
          </a:solidFill>
          <a:ln>
            <a:noFill/>
          </a:ln>
          <a:effectLst/>
        </p:spPr>
        <p:txBody>
          <a:bodyPr wrap="none" anchor="ctr"/>
          <a:lstStyle/>
          <a:p>
            <a:pPr algn="ctr" eaLnBrk="1" hangingPunct="1"/>
            <a:endParaRPr lang="zh-CN" altLang="en-US" sz="2400">
              <a:latin typeface="Times New Roman" panose="02020603050405020304" pitchFamily="18" charset="0"/>
              <a:ea typeface="宋体" panose="02010600030101010101" pitchFamily="2" charset="-122"/>
            </a:endParaRPr>
          </a:p>
        </p:txBody>
      </p:sp>
      <p:pic>
        <p:nvPicPr>
          <p:cNvPr id="11" name="Picture 2" descr="computer networking 的图像结果"/>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8769424" y="188640"/>
            <a:ext cx="1124935" cy="8124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4219130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l" rtl="0" eaLnBrk="1" fontAlgn="base" hangingPunct="1">
        <a:spcBef>
          <a:spcPct val="0"/>
        </a:spcBef>
        <a:spcAft>
          <a:spcPct val="0"/>
        </a:spcAft>
        <a:defRPr sz="4400" b="1">
          <a:solidFill>
            <a:srgbClr val="333399"/>
          </a:solidFill>
          <a:latin typeface="+mn-lt"/>
          <a:ea typeface="黑体" panose="02010609060101010101" pitchFamily="2" charset="-122"/>
          <a:cs typeface="+mj-cs"/>
        </a:defRPr>
      </a:lvl1pPr>
      <a:lvl2pPr algn="l" rtl="0" eaLnBrk="1" fontAlgn="base" hangingPunct="1">
        <a:spcBef>
          <a:spcPct val="0"/>
        </a:spcBef>
        <a:spcAft>
          <a:spcPct val="0"/>
        </a:spcAft>
        <a:defRPr sz="4400">
          <a:solidFill>
            <a:schemeClr val="tx2"/>
          </a:solidFill>
          <a:latin typeface="Times New Roman" panose="02020603050405020304" pitchFamily="18" charset="0"/>
        </a:defRPr>
      </a:lvl2pPr>
      <a:lvl3pPr algn="l" rtl="0" eaLnBrk="1" fontAlgn="base" hangingPunct="1">
        <a:spcBef>
          <a:spcPct val="0"/>
        </a:spcBef>
        <a:spcAft>
          <a:spcPct val="0"/>
        </a:spcAft>
        <a:defRPr sz="4400">
          <a:solidFill>
            <a:schemeClr val="tx2"/>
          </a:solidFill>
          <a:latin typeface="Times New Roman" panose="02020603050405020304" pitchFamily="18" charset="0"/>
        </a:defRPr>
      </a:lvl3pPr>
      <a:lvl4pPr algn="l" rtl="0" eaLnBrk="1" fontAlgn="base" hangingPunct="1">
        <a:spcBef>
          <a:spcPct val="0"/>
        </a:spcBef>
        <a:spcAft>
          <a:spcPct val="0"/>
        </a:spcAft>
        <a:defRPr sz="4400">
          <a:solidFill>
            <a:schemeClr val="tx2"/>
          </a:solidFill>
          <a:latin typeface="Times New Roman" panose="02020603050405020304" pitchFamily="18" charset="0"/>
        </a:defRPr>
      </a:lvl4pPr>
      <a:lvl5pPr algn="l" rtl="0" eaLnBrk="1" fontAlgn="base" hangingPunct="1">
        <a:spcBef>
          <a:spcPct val="0"/>
        </a:spcBef>
        <a:spcAft>
          <a:spcPct val="0"/>
        </a:spcAft>
        <a:defRPr sz="4400">
          <a:solidFill>
            <a:schemeClr val="tx2"/>
          </a:solidFill>
          <a:latin typeface="Times New Roman" panose="02020603050405020304" pitchFamily="18" charset="0"/>
        </a:defRPr>
      </a:lvl5pPr>
      <a:lvl6pPr marL="457200" algn="l" rtl="0" eaLnBrk="1" fontAlgn="base" hangingPunct="1">
        <a:spcBef>
          <a:spcPct val="0"/>
        </a:spcBef>
        <a:spcAft>
          <a:spcPct val="0"/>
        </a:spcAft>
        <a:defRPr sz="4400">
          <a:solidFill>
            <a:schemeClr val="tx2"/>
          </a:solidFill>
          <a:latin typeface="Times New Roman" panose="02020603050405020304" pitchFamily="18" charset="0"/>
        </a:defRPr>
      </a:lvl6pPr>
      <a:lvl7pPr marL="914400" algn="l" rtl="0" eaLnBrk="1" fontAlgn="base" hangingPunct="1">
        <a:spcBef>
          <a:spcPct val="0"/>
        </a:spcBef>
        <a:spcAft>
          <a:spcPct val="0"/>
        </a:spcAft>
        <a:defRPr sz="4400">
          <a:solidFill>
            <a:schemeClr val="tx2"/>
          </a:solidFill>
          <a:latin typeface="Times New Roman" panose="02020603050405020304" pitchFamily="18" charset="0"/>
        </a:defRPr>
      </a:lvl7pPr>
      <a:lvl8pPr marL="1371600" algn="l" rtl="0" eaLnBrk="1" fontAlgn="base" hangingPunct="1">
        <a:spcBef>
          <a:spcPct val="0"/>
        </a:spcBef>
        <a:spcAft>
          <a:spcPct val="0"/>
        </a:spcAft>
        <a:defRPr sz="4400">
          <a:solidFill>
            <a:schemeClr val="tx2"/>
          </a:solidFill>
          <a:latin typeface="Times New Roman" panose="02020603050405020304" pitchFamily="18" charset="0"/>
        </a:defRPr>
      </a:lvl8pPr>
      <a:lvl9pPr marL="1828800" algn="l" rtl="0" eaLnBrk="1" fontAlgn="base" hangingPunct="1">
        <a:spcBef>
          <a:spcPct val="0"/>
        </a:spcBef>
        <a:spcAft>
          <a:spcPct val="0"/>
        </a:spcAft>
        <a:defRPr sz="4400">
          <a:solidFill>
            <a:schemeClr val="tx2"/>
          </a:solidFill>
          <a:latin typeface="Times New Roman" panose="02020603050405020304" pitchFamily="18" charset="0"/>
        </a:defRPr>
      </a:lvl9pPr>
    </p:titleStyle>
    <p:bodyStyle>
      <a:lvl1pPr marL="342900" indent="-342900" algn="l" rtl="0" eaLnBrk="1" fontAlgn="base" hangingPunct="1">
        <a:lnSpc>
          <a:spcPct val="110000"/>
        </a:lnSpc>
        <a:spcBef>
          <a:spcPts val="600"/>
        </a:spcBef>
        <a:spcAft>
          <a:spcPct val="0"/>
        </a:spcAft>
        <a:buClr>
          <a:srgbClr val="333399"/>
        </a:buClr>
        <a:buSzPct val="75000"/>
        <a:buFont typeface="Wingdings" panose="05000000000000000000" pitchFamily="2" charset="2"/>
        <a:buChar char="n"/>
        <a:defRPr sz="3200" b="1">
          <a:solidFill>
            <a:schemeClr val="tx1"/>
          </a:solidFill>
          <a:latin typeface="+mn-lt"/>
          <a:ea typeface="黑体" panose="02010609060101010101" pitchFamily="2" charset="-122"/>
          <a:cs typeface="+mn-cs"/>
        </a:defRPr>
      </a:lvl1pPr>
      <a:lvl2pPr marL="742950" indent="-285750" algn="l" rtl="0" eaLnBrk="1" fontAlgn="base" hangingPunct="1">
        <a:lnSpc>
          <a:spcPct val="110000"/>
        </a:lnSpc>
        <a:spcBef>
          <a:spcPts val="600"/>
        </a:spcBef>
        <a:spcAft>
          <a:spcPct val="0"/>
        </a:spcAft>
        <a:buClr>
          <a:schemeClr val="accent2"/>
        </a:buClr>
        <a:buSzPct val="70000"/>
        <a:buFont typeface="Wingdings" panose="05000000000000000000" pitchFamily="2" charset="2"/>
        <a:buChar char="n"/>
        <a:defRPr sz="2800" b="1">
          <a:solidFill>
            <a:schemeClr val="tx1"/>
          </a:solidFill>
          <a:latin typeface="+mn-lt"/>
          <a:ea typeface="黑体" panose="02010609060101010101" pitchFamily="2" charset="-122"/>
        </a:defRPr>
      </a:lvl2pPr>
      <a:lvl3pPr marL="1143000" indent="-228600" algn="l" rtl="0" eaLnBrk="1" fontAlgn="base" hangingPunct="1">
        <a:lnSpc>
          <a:spcPct val="110000"/>
        </a:lnSpc>
        <a:spcBef>
          <a:spcPts val="600"/>
        </a:spcBef>
        <a:spcAft>
          <a:spcPct val="0"/>
        </a:spcAft>
        <a:buClr>
          <a:srgbClr val="333399"/>
        </a:buClr>
        <a:buSzPct val="65000"/>
        <a:buFont typeface="Wingdings" panose="05000000000000000000" pitchFamily="2" charset="2"/>
        <a:buChar char="p"/>
        <a:defRPr sz="2400" b="1">
          <a:solidFill>
            <a:schemeClr val="tx1"/>
          </a:solidFill>
          <a:latin typeface="+mn-lt"/>
          <a:ea typeface="黑体" panose="02010609060101010101" pitchFamily="2" charset="-122"/>
        </a:defRPr>
      </a:lvl3pPr>
      <a:lvl4pPr marL="1600200" indent="-228600" algn="l" rtl="0" eaLnBrk="1" fontAlgn="base" hangingPunct="1">
        <a:lnSpc>
          <a:spcPct val="110000"/>
        </a:lnSpc>
        <a:spcBef>
          <a:spcPts val="600"/>
        </a:spcBef>
        <a:spcAft>
          <a:spcPct val="0"/>
        </a:spcAft>
        <a:buClr>
          <a:schemeClr val="bg2"/>
        </a:buClr>
        <a:buSzPct val="65000"/>
        <a:buFont typeface="Wingdings" panose="05000000000000000000" pitchFamily="2" charset="2"/>
        <a:buChar char="n"/>
        <a:defRPr sz="2000" b="1">
          <a:solidFill>
            <a:schemeClr val="tx1"/>
          </a:solidFill>
          <a:latin typeface="+mn-lt"/>
          <a:ea typeface="黑体" panose="02010609060101010101" pitchFamily="2" charset="-122"/>
        </a:defRPr>
      </a:lvl4pPr>
      <a:lvl5pPr marL="2057400" indent="-228600" algn="l" rtl="0" eaLnBrk="1" fontAlgn="base" hangingPunct="1">
        <a:lnSpc>
          <a:spcPct val="110000"/>
        </a:lnSpc>
        <a:spcBef>
          <a:spcPts val="600"/>
        </a:spcBef>
        <a:spcAft>
          <a:spcPct val="0"/>
        </a:spcAft>
        <a:buClr>
          <a:srgbClr val="333399"/>
        </a:buClr>
        <a:buSzPct val="60000"/>
        <a:buFont typeface="Wingdings" panose="05000000000000000000" pitchFamily="2" charset="2"/>
        <a:buChar char="n"/>
        <a:defRPr sz="2000" b="1">
          <a:solidFill>
            <a:schemeClr val="tx1"/>
          </a:solidFill>
          <a:latin typeface="+mn-lt"/>
          <a:ea typeface="黑体" panose="02010609060101010101" pitchFamily="2" charset="-122"/>
        </a:defRPr>
      </a:lvl5pPr>
      <a:lvl6pPr marL="25146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6pPr>
      <a:lvl7pPr marL="29718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7pPr>
      <a:lvl8pPr marL="34290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8pPr>
      <a:lvl9pPr marL="38862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image" Target="../media/image8.wmf"/></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notesSlide" Target="../notesSlides/notesSlide8.xml"/><Relationship Id="rId1" Type="http://schemas.openxmlformats.org/officeDocument/2006/relationships/slideLayout" Target="../slideLayouts/slideLayout6.xml"/><Relationship Id="rId4" Type="http://schemas.openxmlformats.org/officeDocument/2006/relationships/image" Target="../media/image10.wmf"/></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image" Target="../media/image18.wmf"/><Relationship Id="rId1" Type="http://schemas.openxmlformats.org/officeDocument/2006/relationships/slideLayout" Target="../slideLayouts/slideLayout2.xml"/><Relationship Id="rId4" Type="http://schemas.openxmlformats.org/officeDocument/2006/relationships/image" Target="../media/image19.wmf"/></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notesSlide" Target="../notesSlides/notesSlide20.xml"/><Relationship Id="rId1" Type="http://schemas.openxmlformats.org/officeDocument/2006/relationships/slideLayout" Target="../slideLayouts/slideLayout7.xml"/><Relationship Id="rId4" Type="http://schemas.openxmlformats.org/officeDocument/2006/relationships/image" Target="../media/image18.wmf"/></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2.xml"/><Relationship Id="rId1" Type="http://schemas.openxmlformats.org/officeDocument/2006/relationships/slideLayout" Target="../slideLayouts/slideLayout13.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svg"/></Relationships>
</file>

<file path=ppt/slides/_rels/slide49.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Layout" Target="../slideLayouts/slideLayout13.xml"/><Relationship Id="rId4" Type="http://schemas.openxmlformats.org/officeDocument/2006/relationships/image" Target="../media/image24.png"/></Relationships>
</file>

<file path=ppt/slides/_rels/slide50.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Layout" Target="../slideLayouts/slideLayout13.xml"/><Relationship Id="rId6" Type="http://schemas.openxmlformats.org/officeDocument/2006/relationships/image" Target="../media/image26.svg"/><Relationship Id="rId5" Type="http://schemas.openxmlformats.org/officeDocument/2006/relationships/image" Target="../media/image25.png"/><Relationship Id="rId4" Type="http://schemas.openxmlformats.org/officeDocument/2006/relationships/image" Target="../media/image24.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7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6.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image" Target="../media/image32.wmf"/><Relationship Id="rId1" Type="http://schemas.openxmlformats.org/officeDocument/2006/relationships/slideLayout" Target="../slideLayouts/slideLayout6.xml"/></Relationships>
</file>

<file path=ppt/slides/_rels/slide87.xml.rels><?xml version="1.0" encoding="UTF-8" standalone="yes"?>
<Relationships xmlns="http://schemas.openxmlformats.org/package/2006/relationships"><Relationship Id="rId3" Type="http://schemas.openxmlformats.org/officeDocument/2006/relationships/image" Target="../media/image32.wmf"/><Relationship Id="rId2" Type="http://schemas.openxmlformats.org/officeDocument/2006/relationships/image" Target="../media/image7.wmf"/><Relationship Id="rId1" Type="http://schemas.openxmlformats.org/officeDocument/2006/relationships/slideLayout" Target="../slideLayouts/slideLayout6.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Layout" Target="../slideLayouts/slideLayout2.xml"/><Relationship Id="rId5" Type="http://schemas.openxmlformats.org/officeDocument/2006/relationships/image" Target="../media/image37.svg"/><Relationship Id="rId4" Type="http://schemas.openxmlformats.org/officeDocument/2006/relationships/image" Target="../media/image36.png"/></Relationships>
</file>

<file path=ppt/slides/_rels/slide94.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Layout" Target="../slideLayouts/slideLayout2.xml"/><Relationship Id="rId5" Type="http://schemas.openxmlformats.org/officeDocument/2006/relationships/image" Target="../media/image37.svg"/><Relationship Id="rId4" Type="http://schemas.openxmlformats.org/officeDocument/2006/relationships/image" Target="../media/image36.png"/></Relationships>
</file>

<file path=ppt/slides/_rels/slide9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9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6.xml"/><Relationship Id="rId1" Type="http://schemas.openxmlformats.org/officeDocument/2006/relationships/slideLayout" Target="../slideLayouts/slideLayout2.xml"/><Relationship Id="rId5" Type="http://schemas.openxmlformats.org/officeDocument/2006/relationships/image" Target="../media/image43.png"/><Relationship Id="rId4" Type="http://schemas.openxmlformats.org/officeDocument/2006/relationships/image" Target="../media/image42.png"/></Relationships>
</file>

<file path=ppt/slides/_rels/slide10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notesSlide" Target="../notesSlides/notesSlide57.xml"/><Relationship Id="rId7" Type="http://schemas.openxmlformats.org/officeDocument/2006/relationships/image" Target="../media/image7.wmf"/><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image" Target="../media/image32.wmf"/><Relationship Id="rId5" Type="http://schemas.openxmlformats.org/officeDocument/2006/relationships/image" Target="../media/image49.wmf"/><Relationship Id="rId4" Type="http://schemas.openxmlformats.org/officeDocument/2006/relationships/oleObject" Target="../embeddings/oleObject1.bin"/></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image" Target="../media/image32.wmf"/><Relationship Id="rId1" Type="http://schemas.openxmlformats.org/officeDocument/2006/relationships/slideLayout" Target="../slideLayouts/slideLayout6.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7.xml"/><Relationship Id="rId1" Type="http://schemas.openxmlformats.org/officeDocument/2006/relationships/vmlDrawing" Target="../drawings/vmlDrawing2.vml"/><Relationship Id="rId5" Type="http://schemas.openxmlformats.org/officeDocument/2006/relationships/image" Target="../media/image49.wmf"/><Relationship Id="rId4" Type="http://schemas.openxmlformats.org/officeDocument/2006/relationships/oleObject" Target="../embeddings/oleObject2.bin"/></Relationships>
</file>

<file path=ppt/slides/_rels/slide129.xml.rels><?xml version="1.0" encoding="UTF-8" standalone="yes"?>
<Relationships xmlns="http://schemas.openxmlformats.org/package/2006/relationships"><Relationship Id="rId3" Type="http://schemas.openxmlformats.org/officeDocument/2006/relationships/notesSlide" Target="../notesSlides/notesSlide61.xml"/><Relationship Id="rId2" Type="http://schemas.openxmlformats.org/officeDocument/2006/relationships/slideLayout" Target="../slideLayouts/slideLayout6.xml"/><Relationship Id="rId1" Type="http://schemas.openxmlformats.org/officeDocument/2006/relationships/vmlDrawing" Target="../drawings/vmlDrawing3.vml"/><Relationship Id="rId5" Type="http://schemas.openxmlformats.org/officeDocument/2006/relationships/image" Target="../media/image49.wmf"/><Relationship Id="rId4" Type="http://schemas.openxmlformats.org/officeDocument/2006/relationships/oleObject" Target="../embeddings/oleObject3.bin"/></Relationships>
</file>

<file path=ppt/slides/_rels/slide130.xml.rels><?xml version="1.0" encoding="UTF-8" standalone="yes"?>
<Relationships xmlns="http://schemas.openxmlformats.org/package/2006/relationships"><Relationship Id="rId3" Type="http://schemas.openxmlformats.org/officeDocument/2006/relationships/notesSlide" Target="../notesSlides/notesSlide62.xml"/><Relationship Id="rId2" Type="http://schemas.openxmlformats.org/officeDocument/2006/relationships/slideLayout" Target="../slideLayouts/slideLayout6.xml"/><Relationship Id="rId1" Type="http://schemas.openxmlformats.org/officeDocument/2006/relationships/vmlDrawing" Target="../drawings/vmlDrawing4.vml"/><Relationship Id="rId5" Type="http://schemas.openxmlformats.org/officeDocument/2006/relationships/image" Target="../media/image49.wmf"/><Relationship Id="rId4" Type="http://schemas.openxmlformats.org/officeDocument/2006/relationships/oleObject" Target="../embeddings/oleObject4.bin"/></Relationships>
</file>

<file path=ppt/slides/_rels/slide131.xml.rels><?xml version="1.0" encoding="UTF-8" standalone="yes"?>
<Relationships xmlns="http://schemas.openxmlformats.org/package/2006/relationships"><Relationship Id="rId3" Type="http://schemas.openxmlformats.org/officeDocument/2006/relationships/notesSlide" Target="../notesSlides/notesSlide63.xml"/><Relationship Id="rId2" Type="http://schemas.openxmlformats.org/officeDocument/2006/relationships/slideLayout" Target="../slideLayouts/slideLayout6.xml"/><Relationship Id="rId1" Type="http://schemas.openxmlformats.org/officeDocument/2006/relationships/vmlDrawing" Target="../drawings/vmlDrawing5.vml"/><Relationship Id="rId5" Type="http://schemas.openxmlformats.org/officeDocument/2006/relationships/image" Target="../media/image49.wmf"/><Relationship Id="rId4" Type="http://schemas.openxmlformats.org/officeDocument/2006/relationships/oleObject" Target="../embeddings/oleObject5.bin"/></Relationships>
</file>

<file path=ppt/slides/_rels/slide132.xml.rels><?xml version="1.0" encoding="UTF-8" standalone="yes"?>
<Relationships xmlns="http://schemas.openxmlformats.org/package/2006/relationships"><Relationship Id="rId3" Type="http://schemas.openxmlformats.org/officeDocument/2006/relationships/notesSlide" Target="../notesSlides/notesSlide64.xml"/><Relationship Id="rId2" Type="http://schemas.openxmlformats.org/officeDocument/2006/relationships/slideLayout" Target="../slideLayouts/slideLayout6.xml"/><Relationship Id="rId1" Type="http://schemas.openxmlformats.org/officeDocument/2006/relationships/vmlDrawing" Target="../drawings/vmlDrawing6.vml"/><Relationship Id="rId5" Type="http://schemas.openxmlformats.org/officeDocument/2006/relationships/image" Target="../media/image49.wmf"/><Relationship Id="rId4" Type="http://schemas.openxmlformats.org/officeDocument/2006/relationships/oleObject" Target="../embeddings/oleObject6.bin"/></Relationships>
</file>

<file path=ppt/slides/_rels/slide133.xml.rels><?xml version="1.0" encoding="UTF-8" standalone="yes"?>
<Relationships xmlns="http://schemas.openxmlformats.org/package/2006/relationships"><Relationship Id="rId3" Type="http://schemas.openxmlformats.org/officeDocument/2006/relationships/notesSlide" Target="../notesSlides/notesSlide65.xml"/><Relationship Id="rId2" Type="http://schemas.openxmlformats.org/officeDocument/2006/relationships/slideLayout" Target="../slideLayouts/slideLayout6.xml"/><Relationship Id="rId1" Type="http://schemas.openxmlformats.org/officeDocument/2006/relationships/vmlDrawing" Target="../drawings/vmlDrawing7.vml"/><Relationship Id="rId5" Type="http://schemas.openxmlformats.org/officeDocument/2006/relationships/image" Target="../media/image49.wmf"/><Relationship Id="rId4" Type="http://schemas.openxmlformats.org/officeDocument/2006/relationships/oleObject" Target="../embeddings/oleObject7.bin"/></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6.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6.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6.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71.xml"/><Relationship Id="rId1" Type="http://schemas.openxmlformats.org/officeDocument/2006/relationships/slideLayout" Target="../slideLayouts/slideLayout2.xml"/><Relationship Id="rId4" Type="http://schemas.openxmlformats.org/officeDocument/2006/relationships/image" Target="../media/image51.png"/></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3" Type="http://schemas.openxmlformats.org/officeDocument/2006/relationships/notesSlide" Target="../notesSlides/notesSlide79.xml"/><Relationship Id="rId2" Type="http://schemas.openxmlformats.org/officeDocument/2006/relationships/slideLayout" Target="../slideLayouts/slideLayout7.xml"/><Relationship Id="rId1" Type="http://schemas.openxmlformats.org/officeDocument/2006/relationships/vmlDrawing" Target="../drawings/vmlDrawing8.vml"/><Relationship Id="rId6" Type="http://schemas.openxmlformats.org/officeDocument/2006/relationships/oleObject" Target="../embeddings/oleObject9.bin"/><Relationship Id="rId5" Type="http://schemas.openxmlformats.org/officeDocument/2006/relationships/image" Target="../media/image49.wmf"/><Relationship Id="rId4" Type="http://schemas.openxmlformats.org/officeDocument/2006/relationships/oleObject" Target="../embeddings/oleObject8.bin"/></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3" Type="http://schemas.openxmlformats.org/officeDocument/2006/relationships/image" Target="../media/image32.wmf"/><Relationship Id="rId2" Type="http://schemas.openxmlformats.org/officeDocument/2006/relationships/image" Target="../media/image7.wmf"/><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6.xml"/></Relationships>
</file>

<file path=ppt/slides/_rels/slide168.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3" Type="http://schemas.openxmlformats.org/officeDocument/2006/relationships/image" Target="../media/image32.wmf"/><Relationship Id="rId2" Type="http://schemas.openxmlformats.org/officeDocument/2006/relationships/notesSlide" Target="../notesSlides/notesSlide99.xml"/><Relationship Id="rId1" Type="http://schemas.openxmlformats.org/officeDocument/2006/relationships/slideLayout" Target="../slideLayouts/slideLayout7.xml"/><Relationship Id="rId4" Type="http://schemas.openxmlformats.org/officeDocument/2006/relationships/image" Target="../media/image7.wmf"/></Relationships>
</file>

<file path=ppt/slides/_rels/slide173.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ctrTitle"/>
          </p:nvPr>
        </p:nvSpPr>
        <p:spPr/>
        <p:txBody>
          <a:bodyPr/>
          <a:lstStyle/>
          <a:p>
            <a:r>
              <a:rPr lang="zh-CN" altLang="en-US" dirty="0"/>
              <a:t>实验课程介绍</a:t>
            </a:r>
          </a:p>
        </p:txBody>
      </p:sp>
    </p:spTree>
    <p:extLst>
      <p:ext uri="{BB962C8B-B14F-4D97-AF65-F5344CB8AC3E}">
        <p14:creationId xmlns:p14="http://schemas.microsoft.com/office/powerpoint/2010/main" val="38322528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1"/>
          <p:cNvSpPr>
            <a:spLocks noGrp="1"/>
          </p:cNvSpPr>
          <p:nvPr>
            <p:ph type="title"/>
          </p:nvPr>
        </p:nvSpPr>
        <p:spPr/>
        <p:txBody>
          <a:bodyPr/>
          <a:lstStyle/>
          <a:p>
            <a:pPr eaLnBrk="1" hangingPunct="1"/>
            <a:r>
              <a:rPr lang="zh-CN" altLang="en-US" dirty="0">
                <a:ea typeface="黑体" panose="02010609060101010101" pitchFamily="2" charset="-122"/>
              </a:rPr>
              <a:t>计算机网络原理课程实验</a:t>
            </a:r>
          </a:p>
        </p:txBody>
      </p:sp>
      <p:pic>
        <p:nvPicPr>
          <p:cNvPr id="5" name="图片 4">
            <a:extLst>
              <a:ext uri="{FF2B5EF4-FFF2-40B4-BE49-F238E27FC236}">
                <a16:creationId xmlns:a16="http://schemas.microsoft.com/office/drawing/2014/main" id="{0B0F81B8-6100-462B-9B01-BCFECBD67C05}"/>
              </a:ext>
            </a:extLst>
          </p:cNvPr>
          <p:cNvPicPr>
            <a:picLocks noChangeAspect="1"/>
          </p:cNvPicPr>
          <p:nvPr/>
        </p:nvPicPr>
        <p:blipFill rotWithShape="1">
          <a:blip r:embed="rId2"/>
          <a:srcRect b="6831"/>
          <a:stretch/>
        </p:blipFill>
        <p:spPr>
          <a:xfrm>
            <a:off x="1460612" y="1182866"/>
            <a:ext cx="6984776" cy="4910430"/>
          </a:xfrm>
          <a:prstGeom prst="rect">
            <a:avLst/>
          </a:prstGeom>
        </p:spPr>
      </p:pic>
      <p:sp>
        <p:nvSpPr>
          <p:cNvPr id="6" name="文本框 5">
            <a:extLst>
              <a:ext uri="{FF2B5EF4-FFF2-40B4-BE49-F238E27FC236}">
                <a16:creationId xmlns:a16="http://schemas.microsoft.com/office/drawing/2014/main" id="{798725C9-7F80-48A0-BC6A-E1025D626FEA}"/>
              </a:ext>
            </a:extLst>
          </p:cNvPr>
          <p:cNvSpPr txBox="1"/>
          <p:nvPr/>
        </p:nvSpPr>
        <p:spPr>
          <a:xfrm>
            <a:off x="2828764" y="6207695"/>
            <a:ext cx="4248472" cy="461665"/>
          </a:xfrm>
          <a:prstGeom prst="rect">
            <a:avLst/>
          </a:prstGeom>
          <a:noFill/>
        </p:spPr>
        <p:txBody>
          <a:bodyPr wrap="square" rtlCol="0">
            <a:spAutoFit/>
          </a:bodyPr>
          <a:lstStyle/>
          <a:p>
            <a:pPr algn="ctr"/>
            <a:r>
              <a:rPr lang="en-US" altLang="zh-CN" b="1" dirty="0"/>
              <a:t>13-14</a:t>
            </a:r>
            <a:r>
              <a:rPr lang="zh-CN" altLang="en-US" b="1" dirty="0"/>
              <a:t>周</a:t>
            </a:r>
            <a:r>
              <a:rPr lang="zh-CN" altLang="en-US" dirty="0"/>
              <a:t>，地点</a:t>
            </a:r>
            <a:r>
              <a:rPr lang="en-US" altLang="zh-CN" b="1" dirty="0">
                <a:solidFill>
                  <a:srgbClr val="FF0000"/>
                </a:solidFill>
              </a:rPr>
              <a:t>C4-419</a:t>
            </a:r>
            <a:r>
              <a:rPr lang="zh-CN" altLang="en-US" b="1" dirty="0"/>
              <a:t>机房</a:t>
            </a:r>
          </a:p>
        </p:txBody>
      </p:sp>
      <p:sp>
        <p:nvSpPr>
          <p:cNvPr id="7" name="文本框 6">
            <a:extLst>
              <a:ext uri="{FF2B5EF4-FFF2-40B4-BE49-F238E27FC236}">
                <a16:creationId xmlns:a16="http://schemas.microsoft.com/office/drawing/2014/main" id="{407CDA4B-27B1-4876-A107-EA0AD5B20F79}"/>
              </a:ext>
            </a:extLst>
          </p:cNvPr>
          <p:cNvSpPr txBox="1"/>
          <p:nvPr/>
        </p:nvSpPr>
        <p:spPr>
          <a:xfrm>
            <a:off x="6105128" y="3356992"/>
            <a:ext cx="1224136" cy="461665"/>
          </a:xfrm>
          <a:prstGeom prst="rect">
            <a:avLst/>
          </a:prstGeom>
          <a:noFill/>
        </p:spPr>
        <p:txBody>
          <a:bodyPr wrap="square" rtlCol="0">
            <a:spAutoFit/>
          </a:bodyPr>
          <a:lstStyle/>
          <a:p>
            <a:pPr algn="ctr"/>
            <a:r>
              <a:rPr lang="en-US" altLang="zh-CN" b="1" dirty="0">
                <a:solidFill>
                  <a:srgbClr val="FF0000"/>
                </a:solidFill>
                <a:sym typeface="Wingdings 2" panose="05020102010507070707" pitchFamily="18" charset="2"/>
              </a:rPr>
              <a:t></a:t>
            </a:r>
            <a:endParaRPr lang="zh-CN" altLang="en-US" b="1" dirty="0">
              <a:solidFill>
                <a:srgbClr val="FF0000"/>
              </a:solidFill>
            </a:endParaRPr>
          </a:p>
        </p:txBody>
      </p:sp>
      <p:sp>
        <p:nvSpPr>
          <p:cNvPr id="8" name="文本框 7">
            <a:extLst>
              <a:ext uri="{FF2B5EF4-FFF2-40B4-BE49-F238E27FC236}">
                <a16:creationId xmlns:a16="http://schemas.microsoft.com/office/drawing/2014/main" id="{3C306934-C894-4521-88F8-BB2FABA0C1CB}"/>
              </a:ext>
            </a:extLst>
          </p:cNvPr>
          <p:cNvSpPr txBox="1"/>
          <p:nvPr/>
        </p:nvSpPr>
        <p:spPr>
          <a:xfrm>
            <a:off x="6105128" y="4695527"/>
            <a:ext cx="1224136" cy="461665"/>
          </a:xfrm>
          <a:prstGeom prst="rect">
            <a:avLst/>
          </a:prstGeom>
          <a:noFill/>
        </p:spPr>
        <p:txBody>
          <a:bodyPr wrap="square" rtlCol="0">
            <a:spAutoFit/>
          </a:bodyPr>
          <a:lstStyle/>
          <a:p>
            <a:pPr algn="ctr"/>
            <a:r>
              <a:rPr lang="en-US" altLang="zh-CN" b="1" dirty="0">
                <a:solidFill>
                  <a:srgbClr val="FF0000"/>
                </a:solidFill>
                <a:sym typeface="Wingdings 2" panose="05020102010507070707" pitchFamily="18" charset="2"/>
              </a:rPr>
              <a:t></a:t>
            </a:r>
            <a:endParaRPr lang="zh-CN" altLang="en-US" b="1" dirty="0">
              <a:solidFill>
                <a:srgbClr val="FF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1"/>
          <p:cNvSpPr>
            <a:spLocks noGrp="1"/>
          </p:cNvSpPr>
          <p:nvPr>
            <p:ph type="title"/>
          </p:nvPr>
        </p:nvSpPr>
        <p:spPr/>
        <p:txBody>
          <a:bodyPr/>
          <a:lstStyle/>
          <a:p>
            <a:pPr eaLnBrk="1" hangingPunct="1"/>
            <a:r>
              <a:rPr lang="zh-CN" altLang="en-US" dirty="0">
                <a:ea typeface="黑体" panose="02010609060101010101" pitchFamily="2" charset="-122"/>
              </a:rPr>
              <a:t>计算机网络原理课程实验</a:t>
            </a:r>
          </a:p>
        </p:txBody>
      </p:sp>
      <p:pic>
        <p:nvPicPr>
          <p:cNvPr id="3" name="图片 2">
            <a:extLst>
              <a:ext uri="{FF2B5EF4-FFF2-40B4-BE49-F238E27FC236}">
                <a16:creationId xmlns:a16="http://schemas.microsoft.com/office/drawing/2014/main" id="{E533A900-CE9C-4886-AEC9-E31365218145}"/>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16755" b="3381"/>
          <a:stretch/>
        </p:blipFill>
        <p:spPr>
          <a:xfrm>
            <a:off x="488504" y="1147787"/>
            <a:ext cx="3960440" cy="5623823"/>
          </a:xfrm>
          <a:prstGeom prst="rect">
            <a:avLst/>
          </a:prstGeom>
        </p:spPr>
      </p:pic>
      <p:sp>
        <p:nvSpPr>
          <p:cNvPr id="4" name="文本框 3">
            <a:extLst>
              <a:ext uri="{FF2B5EF4-FFF2-40B4-BE49-F238E27FC236}">
                <a16:creationId xmlns:a16="http://schemas.microsoft.com/office/drawing/2014/main" id="{72282F66-4859-4DF2-A170-9572376A0CC3}"/>
              </a:ext>
            </a:extLst>
          </p:cNvPr>
          <p:cNvSpPr txBox="1"/>
          <p:nvPr/>
        </p:nvSpPr>
        <p:spPr>
          <a:xfrm>
            <a:off x="4880992" y="3573016"/>
            <a:ext cx="4320480" cy="461665"/>
          </a:xfrm>
          <a:prstGeom prst="rect">
            <a:avLst/>
          </a:prstGeom>
          <a:noFill/>
        </p:spPr>
        <p:txBody>
          <a:bodyPr wrap="square" rtlCol="0">
            <a:spAutoFit/>
          </a:bodyPr>
          <a:lstStyle/>
          <a:p>
            <a:r>
              <a:rPr lang="zh-CN" altLang="en-US" dirty="0"/>
              <a:t>课程</a:t>
            </a:r>
            <a:r>
              <a:rPr lang="en-US" altLang="zh-CN" dirty="0"/>
              <a:t>1</a:t>
            </a:r>
            <a:r>
              <a:rPr lang="zh-CN" altLang="en-US" dirty="0"/>
              <a:t>班群号： </a:t>
            </a:r>
            <a:r>
              <a:rPr lang="en-US" altLang="zh-CN" dirty="0"/>
              <a:t>1064122032</a:t>
            </a:r>
            <a:endParaRPr lang="zh-CN" altLang="en-US" dirty="0"/>
          </a:p>
        </p:txBody>
      </p:sp>
      <p:sp>
        <p:nvSpPr>
          <p:cNvPr id="6" name="文本框 5">
            <a:extLst>
              <a:ext uri="{FF2B5EF4-FFF2-40B4-BE49-F238E27FC236}">
                <a16:creationId xmlns:a16="http://schemas.microsoft.com/office/drawing/2014/main" id="{4B4CC350-BEC6-4B86-AB45-F3E827A59FE3}"/>
              </a:ext>
            </a:extLst>
          </p:cNvPr>
          <p:cNvSpPr txBox="1"/>
          <p:nvPr/>
        </p:nvSpPr>
        <p:spPr>
          <a:xfrm>
            <a:off x="5385048" y="4119463"/>
            <a:ext cx="2952328" cy="461665"/>
          </a:xfrm>
          <a:prstGeom prst="rect">
            <a:avLst/>
          </a:prstGeom>
          <a:noFill/>
        </p:spPr>
        <p:txBody>
          <a:bodyPr wrap="square" rtlCol="0">
            <a:spAutoFit/>
          </a:bodyPr>
          <a:lstStyle/>
          <a:p>
            <a:r>
              <a:rPr lang="zh-CN" altLang="en-US" dirty="0"/>
              <a:t>进群密码： </a:t>
            </a:r>
            <a:r>
              <a:rPr lang="en-US" altLang="zh-CN" dirty="0">
                <a:solidFill>
                  <a:srgbClr val="FF0000"/>
                </a:solidFill>
              </a:rPr>
              <a:t>2025</a:t>
            </a:r>
            <a:endParaRPr lang="zh-CN" altLang="en-US" dirty="0">
              <a:solidFill>
                <a:srgbClr val="FF0000"/>
              </a:solidFill>
            </a:endParaRPr>
          </a:p>
        </p:txBody>
      </p:sp>
    </p:spTree>
    <p:extLst>
      <p:ext uri="{BB962C8B-B14F-4D97-AF65-F5344CB8AC3E}">
        <p14:creationId xmlns:p14="http://schemas.microsoft.com/office/powerpoint/2010/main" val="10646727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1"/>
          <p:cNvSpPr>
            <a:spLocks noGrp="1"/>
          </p:cNvSpPr>
          <p:nvPr>
            <p:ph type="title"/>
          </p:nvPr>
        </p:nvSpPr>
        <p:spPr/>
        <p:txBody>
          <a:bodyPr/>
          <a:lstStyle/>
          <a:p>
            <a:pPr eaLnBrk="1" hangingPunct="1"/>
            <a:r>
              <a:rPr lang="zh-CN" altLang="en-US" dirty="0">
                <a:ea typeface="黑体" panose="02010609060101010101" pitchFamily="2" charset="-122"/>
              </a:rPr>
              <a:t>计算机网络原理课程实验</a:t>
            </a:r>
          </a:p>
        </p:txBody>
      </p:sp>
      <p:sp>
        <p:nvSpPr>
          <p:cNvPr id="4" name="文本框 3">
            <a:extLst>
              <a:ext uri="{FF2B5EF4-FFF2-40B4-BE49-F238E27FC236}">
                <a16:creationId xmlns:a16="http://schemas.microsoft.com/office/drawing/2014/main" id="{72282F66-4859-4DF2-A170-9572376A0CC3}"/>
              </a:ext>
            </a:extLst>
          </p:cNvPr>
          <p:cNvSpPr txBox="1"/>
          <p:nvPr/>
        </p:nvSpPr>
        <p:spPr>
          <a:xfrm>
            <a:off x="4880992" y="3573016"/>
            <a:ext cx="4320480" cy="461665"/>
          </a:xfrm>
          <a:prstGeom prst="rect">
            <a:avLst/>
          </a:prstGeom>
          <a:noFill/>
        </p:spPr>
        <p:txBody>
          <a:bodyPr wrap="square" rtlCol="0">
            <a:spAutoFit/>
          </a:bodyPr>
          <a:lstStyle/>
          <a:p>
            <a:r>
              <a:rPr lang="zh-CN" altLang="en-US" dirty="0"/>
              <a:t>课程</a:t>
            </a:r>
            <a:r>
              <a:rPr lang="en-US" altLang="zh-CN" dirty="0"/>
              <a:t>2</a:t>
            </a:r>
            <a:r>
              <a:rPr lang="zh-CN" altLang="en-US" dirty="0"/>
              <a:t>班群号： </a:t>
            </a:r>
            <a:r>
              <a:rPr lang="en-US" altLang="zh-CN" dirty="0"/>
              <a:t>1015750201</a:t>
            </a:r>
            <a:endParaRPr lang="zh-CN" altLang="en-US" dirty="0"/>
          </a:p>
        </p:txBody>
      </p:sp>
      <p:pic>
        <p:nvPicPr>
          <p:cNvPr id="5" name="图片 4">
            <a:extLst>
              <a:ext uri="{FF2B5EF4-FFF2-40B4-BE49-F238E27FC236}">
                <a16:creationId xmlns:a16="http://schemas.microsoft.com/office/drawing/2014/main" id="{F7B8E92C-EC42-4D22-A975-C2A164D5977B}"/>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18500" b="2750"/>
          <a:stretch/>
        </p:blipFill>
        <p:spPr>
          <a:xfrm>
            <a:off x="488504" y="1268760"/>
            <a:ext cx="3960440" cy="5545348"/>
          </a:xfrm>
          <a:prstGeom prst="rect">
            <a:avLst/>
          </a:prstGeom>
        </p:spPr>
      </p:pic>
      <p:sp>
        <p:nvSpPr>
          <p:cNvPr id="7" name="文本框 6">
            <a:extLst>
              <a:ext uri="{FF2B5EF4-FFF2-40B4-BE49-F238E27FC236}">
                <a16:creationId xmlns:a16="http://schemas.microsoft.com/office/drawing/2014/main" id="{884973A1-F646-4589-B055-B378A5DBD979}"/>
              </a:ext>
            </a:extLst>
          </p:cNvPr>
          <p:cNvSpPr txBox="1"/>
          <p:nvPr/>
        </p:nvSpPr>
        <p:spPr>
          <a:xfrm>
            <a:off x="5385048" y="4119463"/>
            <a:ext cx="2952328" cy="461665"/>
          </a:xfrm>
          <a:prstGeom prst="rect">
            <a:avLst/>
          </a:prstGeom>
          <a:noFill/>
        </p:spPr>
        <p:txBody>
          <a:bodyPr wrap="square" rtlCol="0">
            <a:spAutoFit/>
          </a:bodyPr>
          <a:lstStyle/>
          <a:p>
            <a:r>
              <a:rPr lang="zh-CN" altLang="en-US" dirty="0"/>
              <a:t>进群密码： </a:t>
            </a:r>
            <a:r>
              <a:rPr lang="en-US" altLang="zh-CN" dirty="0">
                <a:solidFill>
                  <a:srgbClr val="FF0000"/>
                </a:solidFill>
              </a:rPr>
              <a:t>2025</a:t>
            </a:r>
            <a:endParaRPr lang="zh-CN" altLang="en-US" dirty="0">
              <a:solidFill>
                <a:srgbClr val="FF0000"/>
              </a:solidFill>
            </a:endParaRPr>
          </a:p>
        </p:txBody>
      </p:sp>
    </p:spTree>
    <p:extLst>
      <p:ext uri="{BB962C8B-B14F-4D97-AF65-F5344CB8AC3E}">
        <p14:creationId xmlns:p14="http://schemas.microsoft.com/office/powerpoint/2010/main" val="34502857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1"/>
          <p:cNvSpPr>
            <a:spLocks noGrp="1"/>
          </p:cNvSpPr>
          <p:nvPr>
            <p:ph type="title"/>
          </p:nvPr>
        </p:nvSpPr>
        <p:spPr/>
        <p:txBody>
          <a:bodyPr/>
          <a:lstStyle/>
          <a:p>
            <a:pPr eaLnBrk="1" hangingPunct="1"/>
            <a:r>
              <a:rPr lang="zh-CN" altLang="en-US" dirty="0">
                <a:ea typeface="黑体" panose="02010609060101010101" pitchFamily="2" charset="-122"/>
              </a:rPr>
              <a:t>计算机网络原理课程实验</a:t>
            </a:r>
          </a:p>
        </p:txBody>
      </p:sp>
      <p:pic>
        <p:nvPicPr>
          <p:cNvPr id="3" name="图片 2">
            <a:extLst>
              <a:ext uri="{FF2B5EF4-FFF2-40B4-BE49-F238E27FC236}">
                <a16:creationId xmlns:a16="http://schemas.microsoft.com/office/drawing/2014/main" id="{E20273B4-B2BE-4043-B4C6-273B8549B274}"/>
              </a:ext>
            </a:extLst>
          </p:cNvPr>
          <p:cNvPicPr>
            <a:picLocks noChangeAspect="1"/>
          </p:cNvPicPr>
          <p:nvPr/>
        </p:nvPicPr>
        <p:blipFill>
          <a:blip r:embed="rId2"/>
          <a:stretch>
            <a:fillRect/>
          </a:stretch>
        </p:blipFill>
        <p:spPr>
          <a:xfrm>
            <a:off x="356456" y="1268760"/>
            <a:ext cx="9345488" cy="5322416"/>
          </a:xfrm>
          <a:prstGeom prst="rect">
            <a:avLst/>
          </a:prstGeom>
        </p:spPr>
      </p:pic>
    </p:spTree>
    <p:extLst>
      <p:ext uri="{BB962C8B-B14F-4D97-AF65-F5344CB8AC3E}">
        <p14:creationId xmlns:p14="http://schemas.microsoft.com/office/powerpoint/2010/main" val="16750643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1"/>
          <p:cNvSpPr>
            <a:spLocks noGrp="1"/>
          </p:cNvSpPr>
          <p:nvPr>
            <p:ph type="title"/>
          </p:nvPr>
        </p:nvSpPr>
        <p:spPr/>
        <p:txBody>
          <a:bodyPr/>
          <a:lstStyle/>
          <a:p>
            <a:pPr eaLnBrk="1" hangingPunct="1"/>
            <a:r>
              <a:rPr lang="zh-CN" altLang="en-US" dirty="0">
                <a:ea typeface="黑体" panose="02010609060101010101" pitchFamily="2" charset="-122"/>
              </a:rPr>
              <a:t>计算机网络原理课程实验</a:t>
            </a:r>
          </a:p>
        </p:txBody>
      </p:sp>
      <p:sp>
        <p:nvSpPr>
          <p:cNvPr id="4" name="文本框 3">
            <a:extLst>
              <a:ext uri="{FF2B5EF4-FFF2-40B4-BE49-F238E27FC236}">
                <a16:creationId xmlns:a16="http://schemas.microsoft.com/office/drawing/2014/main" id="{F0B9DB0B-0048-4C9B-ACEE-F7B81416FD0C}"/>
              </a:ext>
            </a:extLst>
          </p:cNvPr>
          <p:cNvSpPr txBox="1"/>
          <p:nvPr/>
        </p:nvSpPr>
        <p:spPr>
          <a:xfrm>
            <a:off x="4520952" y="3501008"/>
            <a:ext cx="4608512" cy="830997"/>
          </a:xfrm>
          <a:prstGeom prst="rect">
            <a:avLst/>
          </a:prstGeom>
          <a:noFill/>
        </p:spPr>
        <p:txBody>
          <a:bodyPr wrap="square" rtlCol="0">
            <a:spAutoFit/>
          </a:bodyPr>
          <a:lstStyle/>
          <a:p>
            <a:r>
              <a:rPr lang="zh-CN" altLang="en-US" b="1" dirty="0"/>
              <a:t>如无法正常进群或有其他疑问，</a:t>
            </a:r>
            <a:endParaRPr lang="en-US" altLang="zh-CN" b="1" dirty="0"/>
          </a:p>
          <a:p>
            <a:r>
              <a:rPr lang="zh-CN" altLang="en-US" b="1" dirty="0"/>
              <a:t>请企业微信联系</a:t>
            </a:r>
          </a:p>
        </p:txBody>
      </p:sp>
      <p:pic>
        <p:nvPicPr>
          <p:cNvPr id="5" name="图片 4">
            <a:extLst>
              <a:ext uri="{FF2B5EF4-FFF2-40B4-BE49-F238E27FC236}">
                <a16:creationId xmlns:a16="http://schemas.microsoft.com/office/drawing/2014/main" id="{AA963927-9494-4E8C-9E2B-FBDF4181C936}"/>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13699" b="9984"/>
          <a:stretch/>
        </p:blipFill>
        <p:spPr>
          <a:xfrm>
            <a:off x="473378" y="1122326"/>
            <a:ext cx="3327494" cy="5495952"/>
          </a:xfrm>
          <a:prstGeom prst="rect">
            <a:avLst/>
          </a:prstGeom>
        </p:spPr>
      </p:pic>
    </p:spTree>
    <p:extLst>
      <p:ext uri="{BB962C8B-B14F-4D97-AF65-F5344CB8AC3E}">
        <p14:creationId xmlns:p14="http://schemas.microsoft.com/office/powerpoint/2010/main" val="2500485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ctrTitle"/>
          </p:nvPr>
        </p:nvSpPr>
        <p:spPr/>
        <p:txBody>
          <a:bodyPr/>
          <a:lstStyle/>
          <a:p>
            <a:r>
              <a:rPr lang="zh-CN" altLang="en-US" dirty="0"/>
              <a:t>期末综合复习</a:t>
            </a:r>
          </a:p>
        </p:txBody>
      </p:sp>
    </p:spTree>
    <p:extLst>
      <p:ext uri="{BB962C8B-B14F-4D97-AF65-F5344CB8AC3E}">
        <p14:creationId xmlns:p14="http://schemas.microsoft.com/office/powerpoint/2010/main" val="15905068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r>
              <a:rPr lang="zh-CN" altLang="en-US" dirty="0"/>
              <a:t>第</a:t>
            </a:r>
            <a:r>
              <a:rPr lang="zh-CN" altLang="en-US" sz="3200" dirty="0"/>
              <a:t> </a:t>
            </a:r>
            <a:r>
              <a:rPr lang="en-US" altLang="zh-CN" dirty="0"/>
              <a:t>1</a:t>
            </a:r>
            <a:r>
              <a:rPr lang="en-US" altLang="zh-CN" sz="3200" dirty="0"/>
              <a:t> </a:t>
            </a:r>
            <a:r>
              <a:rPr lang="zh-CN" altLang="en-US" dirty="0"/>
              <a:t>章   概述</a:t>
            </a:r>
            <a:endParaRPr lang="zh-CN" altLang="en-US" dirty="0">
              <a:ea typeface="宋体" panose="02010600030101010101" pitchFamily="2" charset="-122"/>
            </a:endParaRPr>
          </a:p>
        </p:txBody>
      </p:sp>
      <p:sp>
        <p:nvSpPr>
          <p:cNvPr id="18435" name="Rectangle 3"/>
          <p:cNvSpPr>
            <a:spLocks noGrp="1" noChangeArrowheads="1"/>
          </p:cNvSpPr>
          <p:nvPr>
            <p:ph type="body" idx="1"/>
          </p:nvPr>
        </p:nvSpPr>
        <p:spPr/>
        <p:txBody>
          <a:bodyPr/>
          <a:lstStyle/>
          <a:p>
            <a:r>
              <a:rPr lang="en-US" altLang="zh-CN" dirty="0"/>
              <a:t>1.1  </a:t>
            </a:r>
            <a:r>
              <a:rPr lang="zh-CN" altLang="zh-CN" dirty="0"/>
              <a:t>计算机网络在信息时代中的作用</a:t>
            </a:r>
            <a:endParaRPr lang="en-US" altLang="zh-CN" dirty="0"/>
          </a:p>
          <a:p>
            <a:r>
              <a:rPr lang="en-US" altLang="zh-CN" dirty="0"/>
              <a:t>1.2  </a:t>
            </a:r>
            <a:r>
              <a:rPr lang="zh-CN" altLang="zh-CN" dirty="0"/>
              <a:t>互联网概述</a:t>
            </a:r>
            <a:endParaRPr lang="en-US" altLang="zh-CN" dirty="0"/>
          </a:p>
          <a:p>
            <a:r>
              <a:rPr lang="en-US" altLang="zh-CN" dirty="0">
                <a:solidFill>
                  <a:srgbClr val="FF0000"/>
                </a:solidFill>
              </a:rPr>
              <a:t>1.3  </a:t>
            </a:r>
            <a:r>
              <a:rPr lang="zh-CN" altLang="zh-CN" dirty="0">
                <a:solidFill>
                  <a:srgbClr val="FF0000"/>
                </a:solidFill>
              </a:rPr>
              <a:t>互联网的组成</a:t>
            </a:r>
            <a:endParaRPr lang="en-US" altLang="zh-CN" dirty="0">
              <a:solidFill>
                <a:srgbClr val="FF0000"/>
              </a:solidFill>
            </a:endParaRPr>
          </a:p>
          <a:p>
            <a:r>
              <a:rPr lang="en-US" altLang="zh-CN" dirty="0"/>
              <a:t>1.4  </a:t>
            </a:r>
            <a:r>
              <a:rPr lang="zh-CN" altLang="zh-CN" dirty="0"/>
              <a:t>计算机网络在我国的发展</a:t>
            </a:r>
          </a:p>
          <a:p>
            <a:r>
              <a:rPr lang="en-US" altLang="zh-CN" dirty="0"/>
              <a:t>1.5  </a:t>
            </a:r>
            <a:r>
              <a:rPr lang="zh-CN" altLang="zh-CN" dirty="0"/>
              <a:t>计算机网络的类别</a:t>
            </a:r>
            <a:endParaRPr lang="en-US" altLang="zh-CN" dirty="0"/>
          </a:p>
          <a:p>
            <a:r>
              <a:rPr lang="en-US" altLang="zh-CN" dirty="0">
                <a:solidFill>
                  <a:srgbClr val="FF0000"/>
                </a:solidFill>
              </a:rPr>
              <a:t>1.6  </a:t>
            </a:r>
            <a:r>
              <a:rPr lang="zh-CN" altLang="zh-CN" dirty="0">
                <a:solidFill>
                  <a:srgbClr val="FF0000"/>
                </a:solidFill>
              </a:rPr>
              <a:t>计算机网络的性能</a:t>
            </a:r>
            <a:endParaRPr lang="en-US" altLang="zh-CN" dirty="0">
              <a:solidFill>
                <a:srgbClr val="FF0000"/>
              </a:solidFill>
            </a:endParaRPr>
          </a:p>
          <a:p>
            <a:r>
              <a:rPr lang="en-US" altLang="zh-CN" dirty="0">
                <a:solidFill>
                  <a:srgbClr val="FF0000"/>
                </a:solidFill>
              </a:rPr>
              <a:t>1.7  </a:t>
            </a:r>
            <a:r>
              <a:rPr lang="zh-CN" altLang="zh-CN" dirty="0">
                <a:solidFill>
                  <a:srgbClr val="FF0000"/>
                </a:solidFill>
              </a:rPr>
              <a:t>计算机网络的体系结构</a:t>
            </a:r>
            <a:endParaRPr lang="zh-CN" altLang="en-US" dirty="0">
              <a:solidFill>
                <a:srgbClr val="FF0000"/>
              </a:solidFill>
              <a:ea typeface="宋体" panose="02010600030101010101" pitchFamily="2" charset="-122"/>
            </a:endParaRPr>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658" name="Rectangle 2"/>
          <p:cNvSpPr>
            <a:spLocks noGrp="1" noChangeArrowheads="1"/>
          </p:cNvSpPr>
          <p:nvPr>
            <p:ph type="title"/>
          </p:nvPr>
        </p:nvSpPr>
        <p:spPr/>
        <p:txBody>
          <a:bodyPr/>
          <a:lstStyle/>
          <a:p>
            <a:r>
              <a:rPr lang="en-US" altLang="zh-CN" dirty="0"/>
              <a:t>1.3  </a:t>
            </a:r>
            <a:r>
              <a:rPr lang="zh-CN" altLang="zh-CN" dirty="0"/>
              <a:t>互联网</a:t>
            </a:r>
            <a:r>
              <a:rPr lang="zh-CN" altLang="en-US" dirty="0"/>
              <a:t>的组成</a:t>
            </a:r>
          </a:p>
        </p:txBody>
      </p:sp>
      <p:sp>
        <p:nvSpPr>
          <p:cNvPr id="326659" name="Rectangle 3"/>
          <p:cNvSpPr>
            <a:spLocks noGrp="1" noChangeArrowheads="1"/>
          </p:cNvSpPr>
          <p:nvPr>
            <p:ph idx="1"/>
          </p:nvPr>
        </p:nvSpPr>
        <p:spPr/>
        <p:txBody>
          <a:bodyPr/>
          <a:lstStyle/>
          <a:p>
            <a:pPr>
              <a:buFont typeface="Wingdings" panose="05000000000000000000" pitchFamily="2" charset="2"/>
              <a:buNone/>
            </a:pPr>
            <a:r>
              <a:rPr lang="zh-CN" altLang="en-US" dirty="0"/>
              <a:t>从互联网的工作方式上看，可以划分为两大块：</a:t>
            </a:r>
          </a:p>
          <a:p>
            <a:pPr>
              <a:buNone/>
            </a:pPr>
            <a:r>
              <a:rPr lang="en-US" altLang="zh-CN" dirty="0"/>
              <a:t>(1) </a:t>
            </a:r>
            <a:r>
              <a:rPr lang="zh-CN" altLang="en-US" dirty="0">
                <a:solidFill>
                  <a:srgbClr val="FF0000"/>
                </a:solidFill>
              </a:rPr>
              <a:t>边缘部分：</a:t>
            </a:r>
            <a:r>
              <a:rPr lang="zh-CN" altLang="en-US" dirty="0"/>
              <a:t> 由所有连接在互联网上的</a:t>
            </a:r>
            <a:r>
              <a:rPr lang="zh-CN" altLang="en-US" dirty="0">
                <a:solidFill>
                  <a:srgbClr val="FF0000"/>
                </a:solidFill>
              </a:rPr>
              <a:t>主机</a:t>
            </a:r>
            <a:r>
              <a:rPr lang="zh-CN" altLang="en-US" dirty="0"/>
              <a:t>组成。这部分是</a:t>
            </a:r>
            <a:r>
              <a:rPr lang="zh-CN" altLang="en-US" dirty="0">
                <a:solidFill>
                  <a:srgbClr val="FF0000"/>
                </a:solidFill>
              </a:rPr>
              <a:t>用户直接使用</a:t>
            </a:r>
            <a:r>
              <a:rPr lang="zh-CN" altLang="en-US" dirty="0"/>
              <a:t>的，用来进行通信（传送数据、音频或视频）和</a:t>
            </a:r>
            <a:r>
              <a:rPr lang="zh-CN" altLang="en-US" dirty="0">
                <a:solidFill>
                  <a:srgbClr val="FF0000"/>
                </a:solidFill>
              </a:rPr>
              <a:t>资源共享</a:t>
            </a:r>
            <a:r>
              <a:rPr lang="zh-CN" altLang="en-US" dirty="0"/>
              <a:t>。</a:t>
            </a:r>
          </a:p>
          <a:p>
            <a:pPr>
              <a:buFont typeface="Wingdings" panose="05000000000000000000" pitchFamily="2" charset="2"/>
              <a:buNone/>
            </a:pPr>
            <a:r>
              <a:rPr lang="en-US" altLang="zh-CN" dirty="0"/>
              <a:t>(2) </a:t>
            </a:r>
            <a:r>
              <a:rPr lang="zh-CN" altLang="en-US" dirty="0">
                <a:solidFill>
                  <a:srgbClr val="FF0000"/>
                </a:solidFill>
              </a:rPr>
              <a:t>核心部分：</a:t>
            </a:r>
            <a:r>
              <a:rPr lang="zh-CN" altLang="en-US" dirty="0"/>
              <a:t>由大量</a:t>
            </a:r>
            <a:r>
              <a:rPr lang="zh-CN" altLang="en-US" dirty="0">
                <a:solidFill>
                  <a:srgbClr val="FF0000"/>
                </a:solidFill>
              </a:rPr>
              <a:t>网络</a:t>
            </a:r>
            <a:r>
              <a:rPr lang="zh-CN" altLang="en-US" dirty="0"/>
              <a:t>和连接这些网络的</a:t>
            </a:r>
            <a:r>
              <a:rPr lang="zh-CN" altLang="en-US" dirty="0">
                <a:solidFill>
                  <a:srgbClr val="FF0000"/>
                </a:solidFill>
              </a:rPr>
              <a:t>路由器</a:t>
            </a:r>
            <a:r>
              <a:rPr lang="zh-CN" altLang="en-US" dirty="0"/>
              <a:t>组成。这部分是为边缘部分</a:t>
            </a:r>
            <a:r>
              <a:rPr lang="zh-CN" altLang="en-US" dirty="0">
                <a:solidFill>
                  <a:srgbClr val="FF0000"/>
                </a:solidFill>
              </a:rPr>
              <a:t>提供服务</a:t>
            </a:r>
            <a:r>
              <a:rPr lang="zh-CN" altLang="en-US" dirty="0"/>
              <a:t>的（提供</a:t>
            </a:r>
            <a:r>
              <a:rPr lang="zh-CN" altLang="en-US" dirty="0">
                <a:solidFill>
                  <a:srgbClr val="FF0000"/>
                </a:solidFill>
              </a:rPr>
              <a:t>连通性</a:t>
            </a:r>
            <a:r>
              <a:rPr lang="zh-CN" altLang="en-US" dirty="0"/>
              <a:t>和</a:t>
            </a:r>
            <a:r>
              <a:rPr lang="zh-CN" altLang="en-US" dirty="0">
                <a:solidFill>
                  <a:srgbClr val="FF0000"/>
                </a:solidFill>
              </a:rPr>
              <a:t>交换</a:t>
            </a:r>
            <a:r>
              <a:rPr lang="zh-CN" altLang="en-US" dirty="0"/>
              <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632519" y="1268760"/>
            <a:ext cx="8928993" cy="4536504"/>
            <a:chOff x="560511" y="1484784"/>
            <a:chExt cx="8928993" cy="4536504"/>
          </a:xfrm>
        </p:grpSpPr>
        <p:sp>
          <p:nvSpPr>
            <p:cNvPr id="328708" name="Oval 4"/>
            <p:cNvSpPr>
              <a:spLocks noChangeArrowheads="1"/>
            </p:cNvSpPr>
            <p:nvPr/>
          </p:nvSpPr>
          <p:spPr bwMode="auto">
            <a:xfrm>
              <a:off x="560511" y="1484784"/>
              <a:ext cx="8928993" cy="4536504"/>
            </a:xfrm>
            <a:prstGeom prst="ellipse">
              <a:avLst/>
            </a:prstGeom>
            <a:solidFill>
              <a:srgbClr val="99CCFF"/>
            </a:solidFill>
            <a:ln w="9525">
              <a:solidFill>
                <a:schemeClr val="tx1"/>
              </a:solidFill>
              <a:prstDash val="dash"/>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09" name="Oval 5"/>
            <p:cNvSpPr>
              <a:spLocks noChangeArrowheads="1"/>
            </p:cNvSpPr>
            <p:nvPr/>
          </p:nvSpPr>
          <p:spPr bwMode="auto">
            <a:xfrm>
              <a:off x="2000672" y="2569395"/>
              <a:ext cx="6264696" cy="2416968"/>
            </a:xfrm>
            <a:prstGeom prst="ellipse">
              <a:avLst/>
            </a:prstGeom>
            <a:solidFill>
              <a:schemeClr val="bg1"/>
            </a:solidFill>
            <a:ln w="9525">
              <a:solidFill>
                <a:schemeClr val="tx1"/>
              </a:solidFill>
              <a:prstDash val="dash"/>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328710" name="Picture 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58649" y="2517801"/>
              <a:ext cx="507338" cy="466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28711" name="Picture 7"/>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599078" y="3203600"/>
              <a:ext cx="536575" cy="347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grpSp>
          <p:nvGrpSpPr>
            <p:cNvPr id="328712" name="Group 8"/>
            <p:cNvGrpSpPr/>
            <p:nvPr/>
          </p:nvGrpSpPr>
          <p:grpSpPr bwMode="auto">
            <a:xfrm rot="-448665">
              <a:off x="2355844" y="3421516"/>
              <a:ext cx="1056180" cy="583958"/>
              <a:chOff x="2949" y="196"/>
              <a:chExt cx="941" cy="598"/>
            </a:xfrm>
          </p:grpSpPr>
          <p:sp>
            <p:nvSpPr>
              <p:cNvPr id="328713" name="Oval 9"/>
              <p:cNvSpPr>
                <a:spLocks noChangeArrowheads="1"/>
              </p:cNvSpPr>
              <p:nvPr/>
            </p:nvSpPr>
            <p:spPr bwMode="auto">
              <a:xfrm>
                <a:off x="3168" y="196"/>
                <a:ext cx="407" cy="162"/>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14" name="Oval 10"/>
              <p:cNvSpPr>
                <a:spLocks noChangeArrowheads="1"/>
              </p:cNvSpPr>
              <p:nvPr/>
            </p:nvSpPr>
            <p:spPr bwMode="auto">
              <a:xfrm rot="900000">
                <a:off x="3512" y="252"/>
                <a:ext cx="275" cy="131"/>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15" name="Oval 11"/>
              <p:cNvSpPr>
                <a:spLocks noChangeArrowheads="1"/>
              </p:cNvSpPr>
              <p:nvPr/>
            </p:nvSpPr>
            <p:spPr bwMode="auto">
              <a:xfrm rot="1500000">
                <a:off x="3650" y="385"/>
                <a:ext cx="240" cy="153"/>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16" name="Oval 12"/>
              <p:cNvSpPr>
                <a:spLocks noChangeArrowheads="1"/>
              </p:cNvSpPr>
              <p:nvPr/>
            </p:nvSpPr>
            <p:spPr bwMode="auto">
              <a:xfrm rot="20040000">
                <a:off x="3573" y="537"/>
                <a:ext cx="291" cy="189"/>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17" name="Oval 13"/>
              <p:cNvSpPr>
                <a:spLocks noChangeArrowheads="1"/>
              </p:cNvSpPr>
              <p:nvPr/>
            </p:nvSpPr>
            <p:spPr bwMode="auto">
              <a:xfrm>
                <a:off x="3216" y="555"/>
                <a:ext cx="471" cy="239"/>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18" name="Oval 14"/>
              <p:cNvSpPr>
                <a:spLocks noChangeArrowheads="1"/>
              </p:cNvSpPr>
              <p:nvPr/>
            </p:nvSpPr>
            <p:spPr bwMode="auto">
              <a:xfrm rot="1080000">
                <a:off x="3023" y="555"/>
                <a:ext cx="265" cy="156"/>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19" name="Oval 15"/>
              <p:cNvSpPr>
                <a:spLocks noChangeArrowheads="1"/>
              </p:cNvSpPr>
              <p:nvPr/>
            </p:nvSpPr>
            <p:spPr bwMode="auto">
              <a:xfrm>
                <a:off x="2949" y="432"/>
                <a:ext cx="217" cy="156"/>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20" name="Oval 16"/>
              <p:cNvSpPr>
                <a:spLocks noChangeArrowheads="1"/>
              </p:cNvSpPr>
              <p:nvPr/>
            </p:nvSpPr>
            <p:spPr bwMode="auto">
              <a:xfrm rot="19740000">
                <a:off x="2984" y="310"/>
                <a:ext cx="295" cy="156"/>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21" name="Freeform 17"/>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8722" name="Freeform 18"/>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8723" name="Freeform 19"/>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28724" name="Group 20"/>
            <p:cNvGrpSpPr/>
            <p:nvPr/>
          </p:nvGrpSpPr>
          <p:grpSpPr bwMode="auto">
            <a:xfrm rot="-448665">
              <a:off x="7012926" y="3365998"/>
              <a:ext cx="1083171" cy="654849"/>
              <a:chOff x="2949" y="196"/>
              <a:chExt cx="941" cy="598"/>
            </a:xfrm>
          </p:grpSpPr>
          <p:sp>
            <p:nvSpPr>
              <p:cNvPr id="328725" name="Oval 21"/>
              <p:cNvSpPr>
                <a:spLocks noChangeArrowheads="1"/>
              </p:cNvSpPr>
              <p:nvPr/>
            </p:nvSpPr>
            <p:spPr bwMode="auto">
              <a:xfrm>
                <a:off x="3168" y="196"/>
                <a:ext cx="407" cy="162"/>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26" name="Oval 22"/>
              <p:cNvSpPr>
                <a:spLocks noChangeArrowheads="1"/>
              </p:cNvSpPr>
              <p:nvPr/>
            </p:nvSpPr>
            <p:spPr bwMode="auto">
              <a:xfrm rot="900000">
                <a:off x="3512" y="252"/>
                <a:ext cx="275" cy="131"/>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27" name="Oval 23"/>
              <p:cNvSpPr>
                <a:spLocks noChangeArrowheads="1"/>
              </p:cNvSpPr>
              <p:nvPr/>
            </p:nvSpPr>
            <p:spPr bwMode="auto">
              <a:xfrm rot="1500000">
                <a:off x="3650" y="385"/>
                <a:ext cx="240" cy="153"/>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28" name="Oval 24"/>
              <p:cNvSpPr>
                <a:spLocks noChangeArrowheads="1"/>
              </p:cNvSpPr>
              <p:nvPr/>
            </p:nvSpPr>
            <p:spPr bwMode="auto">
              <a:xfrm rot="20040000">
                <a:off x="3573" y="537"/>
                <a:ext cx="291" cy="189"/>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29" name="Oval 25"/>
              <p:cNvSpPr>
                <a:spLocks noChangeArrowheads="1"/>
              </p:cNvSpPr>
              <p:nvPr/>
            </p:nvSpPr>
            <p:spPr bwMode="auto">
              <a:xfrm>
                <a:off x="3216" y="555"/>
                <a:ext cx="471" cy="239"/>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30" name="Oval 26"/>
              <p:cNvSpPr>
                <a:spLocks noChangeArrowheads="1"/>
              </p:cNvSpPr>
              <p:nvPr/>
            </p:nvSpPr>
            <p:spPr bwMode="auto">
              <a:xfrm rot="1080000">
                <a:off x="3023" y="555"/>
                <a:ext cx="265" cy="156"/>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31" name="Oval 27"/>
              <p:cNvSpPr>
                <a:spLocks noChangeArrowheads="1"/>
              </p:cNvSpPr>
              <p:nvPr/>
            </p:nvSpPr>
            <p:spPr bwMode="auto">
              <a:xfrm>
                <a:off x="2949" y="432"/>
                <a:ext cx="217" cy="156"/>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32" name="Oval 28"/>
              <p:cNvSpPr>
                <a:spLocks noChangeArrowheads="1"/>
              </p:cNvSpPr>
              <p:nvPr/>
            </p:nvSpPr>
            <p:spPr bwMode="auto">
              <a:xfrm rot="19740000">
                <a:off x="2984" y="310"/>
                <a:ext cx="295" cy="156"/>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33" name="Freeform 29"/>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8734" name="Freeform 30"/>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8735" name="Freeform 3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28736" name="Group 32"/>
            <p:cNvGrpSpPr/>
            <p:nvPr/>
          </p:nvGrpSpPr>
          <p:grpSpPr bwMode="auto">
            <a:xfrm rot="-448665">
              <a:off x="3879465" y="4175623"/>
              <a:ext cx="1083171" cy="654849"/>
              <a:chOff x="2949" y="196"/>
              <a:chExt cx="941" cy="598"/>
            </a:xfrm>
          </p:grpSpPr>
          <p:sp>
            <p:nvSpPr>
              <p:cNvPr id="328737" name="Oval 33"/>
              <p:cNvSpPr>
                <a:spLocks noChangeArrowheads="1"/>
              </p:cNvSpPr>
              <p:nvPr/>
            </p:nvSpPr>
            <p:spPr bwMode="auto">
              <a:xfrm>
                <a:off x="3168" y="196"/>
                <a:ext cx="407" cy="162"/>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38" name="Oval 34"/>
              <p:cNvSpPr>
                <a:spLocks noChangeArrowheads="1"/>
              </p:cNvSpPr>
              <p:nvPr/>
            </p:nvSpPr>
            <p:spPr bwMode="auto">
              <a:xfrm rot="900000">
                <a:off x="3512" y="252"/>
                <a:ext cx="275" cy="131"/>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39" name="Oval 35"/>
              <p:cNvSpPr>
                <a:spLocks noChangeArrowheads="1"/>
              </p:cNvSpPr>
              <p:nvPr/>
            </p:nvSpPr>
            <p:spPr bwMode="auto">
              <a:xfrm rot="1500000">
                <a:off x="3650" y="385"/>
                <a:ext cx="240" cy="153"/>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40" name="Oval 36"/>
              <p:cNvSpPr>
                <a:spLocks noChangeArrowheads="1"/>
              </p:cNvSpPr>
              <p:nvPr/>
            </p:nvSpPr>
            <p:spPr bwMode="auto">
              <a:xfrm rot="20040000">
                <a:off x="3573" y="537"/>
                <a:ext cx="291" cy="189"/>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41" name="Oval 37"/>
              <p:cNvSpPr>
                <a:spLocks noChangeArrowheads="1"/>
              </p:cNvSpPr>
              <p:nvPr/>
            </p:nvSpPr>
            <p:spPr bwMode="auto">
              <a:xfrm>
                <a:off x="3216" y="555"/>
                <a:ext cx="471" cy="239"/>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42" name="Oval 38"/>
              <p:cNvSpPr>
                <a:spLocks noChangeArrowheads="1"/>
              </p:cNvSpPr>
              <p:nvPr/>
            </p:nvSpPr>
            <p:spPr bwMode="auto">
              <a:xfrm rot="1080000">
                <a:off x="3023" y="555"/>
                <a:ext cx="265" cy="156"/>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43" name="Oval 39"/>
              <p:cNvSpPr>
                <a:spLocks noChangeArrowheads="1"/>
              </p:cNvSpPr>
              <p:nvPr/>
            </p:nvSpPr>
            <p:spPr bwMode="auto">
              <a:xfrm>
                <a:off x="2949" y="432"/>
                <a:ext cx="217" cy="156"/>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44" name="Oval 40"/>
              <p:cNvSpPr>
                <a:spLocks noChangeArrowheads="1"/>
              </p:cNvSpPr>
              <p:nvPr/>
            </p:nvSpPr>
            <p:spPr bwMode="auto">
              <a:xfrm rot="19740000">
                <a:off x="2984" y="310"/>
                <a:ext cx="295" cy="156"/>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45" name="Freeform 4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8746" name="Freeform 42"/>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8747" name="Freeform 43"/>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28748" name="Group 44"/>
            <p:cNvGrpSpPr/>
            <p:nvPr/>
          </p:nvGrpSpPr>
          <p:grpSpPr bwMode="auto">
            <a:xfrm rot="-448665">
              <a:off x="5881305" y="4175666"/>
              <a:ext cx="1080797" cy="654849"/>
              <a:chOff x="2949" y="196"/>
              <a:chExt cx="941" cy="598"/>
            </a:xfrm>
          </p:grpSpPr>
          <p:sp>
            <p:nvSpPr>
              <p:cNvPr id="328749" name="Oval 45"/>
              <p:cNvSpPr>
                <a:spLocks noChangeArrowheads="1"/>
              </p:cNvSpPr>
              <p:nvPr/>
            </p:nvSpPr>
            <p:spPr bwMode="auto">
              <a:xfrm>
                <a:off x="3168" y="196"/>
                <a:ext cx="407" cy="162"/>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50" name="Oval 46"/>
              <p:cNvSpPr>
                <a:spLocks noChangeArrowheads="1"/>
              </p:cNvSpPr>
              <p:nvPr/>
            </p:nvSpPr>
            <p:spPr bwMode="auto">
              <a:xfrm rot="900000">
                <a:off x="3512" y="252"/>
                <a:ext cx="275" cy="131"/>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51" name="Oval 47"/>
              <p:cNvSpPr>
                <a:spLocks noChangeArrowheads="1"/>
              </p:cNvSpPr>
              <p:nvPr/>
            </p:nvSpPr>
            <p:spPr bwMode="auto">
              <a:xfrm rot="1500000">
                <a:off x="3650" y="385"/>
                <a:ext cx="240" cy="153"/>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52" name="Oval 48"/>
              <p:cNvSpPr>
                <a:spLocks noChangeArrowheads="1"/>
              </p:cNvSpPr>
              <p:nvPr/>
            </p:nvSpPr>
            <p:spPr bwMode="auto">
              <a:xfrm rot="20040000">
                <a:off x="3573" y="537"/>
                <a:ext cx="291" cy="189"/>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53" name="Oval 49"/>
              <p:cNvSpPr>
                <a:spLocks noChangeArrowheads="1"/>
              </p:cNvSpPr>
              <p:nvPr/>
            </p:nvSpPr>
            <p:spPr bwMode="auto">
              <a:xfrm>
                <a:off x="3216" y="555"/>
                <a:ext cx="471" cy="239"/>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54" name="Oval 50"/>
              <p:cNvSpPr>
                <a:spLocks noChangeArrowheads="1"/>
              </p:cNvSpPr>
              <p:nvPr/>
            </p:nvSpPr>
            <p:spPr bwMode="auto">
              <a:xfrm rot="1080000">
                <a:off x="3023" y="555"/>
                <a:ext cx="265" cy="156"/>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55" name="Oval 51"/>
              <p:cNvSpPr>
                <a:spLocks noChangeArrowheads="1"/>
              </p:cNvSpPr>
              <p:nvPr/>
            </p:nvSpPr>
            <p:spPr bwMode="auto">
              <a:xfrm>
                <a:off x="2949" y="432"/>
                <a:ext cx="217" cy="156"/>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56" name="Oval 52"/>
              <p:cNvSpPr>
                <a:spLocks noChangeArrowheads="1"/>
              </p:cNvSpPr>
              <p:nvPr/>
            </p:nvSpPr>
            <p:spPr bwMode="auto">
              <a:xfrm rot="19740000">
                <a:off x="2984" y="310"/>
                <a:ext cx="295" cy="156"/>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57" name="Freeform 53"/>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8758" name="Freeform 54"/>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8759" name="Freeform 55"/>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28760" name="Group 56"/>
            <p:cNvGrpSpPr/>
            <p:nvPr/>
          </p:nvGrpSpPr>
          <p:grpSpPr bwMode="auto">
            <a:xfrm rot="-448665">
              <a:off x="4749647" y="2881856"/>
              <a:ext cx="1080797" cy="652715"/>
              <a:chOff x="2949" y="196"/>
              <a:chExt cx="941" cy="598"/>
            </a:xfrm>
          </p:grpSpPr>
          <p:sp>
            <p:nvSpPr>
              <p:cNvPr id="328761" name="Oval 57"/>
              <p:cNvSpPr>
                <a:spLocks noChangeArrowheads="1"/>
              </p:cNvSpPr>
              <p:nvPr/>
            </p:nvSpPr>
            <p:spPr bwMode="auto">
              <a:xfrm>
                <a:off x="3168" y="196"/>
                <a:ext cx="407" cy="162"/>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62" name="Oval 58"/>
              <p:cNvSpPr>
                <a:spLocks noChangeArrowheads="1"/>
              </p:cNvSpPr>
              <p:nvPr/>
            </p:nvSpPr>
            <p:spPr bwMode="auto">
              <a:xfrm rot="900000">
                <a:off x="3512" y="252"/>
                <a:ext cx="275" cy="131"/>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63" name="Oval 59"/>
              <p:cNvSpPr>
                <a:spLocks noChangeArrowheads="1"/>
              </p:cNvSpPr>
              <p:nvPr/>
            </p:nvSpPr>
            <p:spPr bwMode="auto">
              <a:xfrm rot="1500000">
                <a:off x="3650" y="385"/>
                <a:ext cx="240" cy="153"/>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64" name="Oval 60"/>
              <p:cNvSpPr>
                <a:spLocks noChangeArrowheads="1"/>
              </p:cNvSpPr>
              <p:nvPr/>
            </p:nvSpPr>
            <p:spPr bwMode="auto">
              <a:xfrm rot="20040000">
                <a:off x="3573" y="537"/>
                <a:ext cx="291" cy="189"/>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65" name="Oval 61"/>
              <p:cNvSpPr>
                <a:spLocks noChangeArrowheads="1"/>
              </p:cNvSpPr>
              <p:nvPr/>
            </p:nvSpPr>
            <p:spPr bwMode="auto">
              <a:xfrm>
                <a:off x="3216" y="555"/>
                <a:ext cx="471" cy="239"/>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66" name="Oval 62"/>
              <p:cNvSpPr>
                <a:spLocks noChangeArrowheads="1"/>
              </p:cNvSpPr>
              <p:nvPr/>
            </p:nvSpPr>
            <p:spPr bwMode="auto">
              <a:xfrm rot="1080000">
                <a:off x="3023" y="555"/>
                <a:ext cx="265" cy="156"/>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67" name="Oval 63"/>
              <p:cNvSpPr>
                <a:spLocks noChangeArrowheads="1"/>
              </p:cNvSpPr>
              <p:nvPr/>
            </p:nvSpPr>
            <p:spPr bwMode="auto">
              <a:xfrm>
                <a:off x="2949" y="432"/>
                <a:ext cx="217" cy="156"/>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68" name="Oval 64"/>
              <p:cNvSpPr>
                <a:spLocks noChangeArrowheads="1"/>
              </p:cNvSpPr>
              <p:nvPr/>
            </p:nvSpPr>
            <p:spPr bwMode="auto">
              <a:xfrm rot="19740000">
                <a:off x="2984" y="310"/>
                <a:ext cx="295" cy="156"/>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69" name="Freeform 65"/>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8770" name="Freeform 66"/>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8771" name="Freeform 67"/>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pic>
          <p:nvPicPr>
            <p:cNvPr id="328772" name="Picture 68"/>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150212" y="4035450"/>
              <a:ext cx="534856" cy="347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328773" name="Picture 69"/>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153770" y="4357713"/>
              <a:ext cx="534855" cy="347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328774" name="Picture 70"/>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3947" y="4010050"/>
              <a:ext cx="534855" cy="347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328775" name="Picture 71"/>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111694" y="3040088"/>
              <a:ext cx="534856" cy="347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328776" name="Picture 7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16764" y="4600601"/>
              <a:ext cx="505619" cy="465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28777" name="Picture 7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558957" y="3487762"/>
              <a:ext cx="507338"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28778" name="Picture 7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30522" y="2336826"/>
              <a:ext cx="507338" cy="465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28779" name="Picture 7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86491" y="5107012"/>
              <a:ext cx="505619"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28780" name="Picture 7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06047" y="4519638"/>
              <a:ext cx="507338" cy="466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28781" name="Picture 7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03912" y="3327426"/>
              <a:ext cx="505619" cy="465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28782" name="Text Box 78"/>
            <p:cNvSpPr txBox="1">
              <a:spLocks noChangeArrowheads="1"/>
            </p:cNvSpPr>
            <p:nvPr/>
          </p:nvSpPr>
          <p:spPr bwMode="auto">
            <a:xfrm>
              <a:off x="3818290" y="3615407"/>
              <a:ext cx="2646878" cy="461665"/>
            </a:xfrm>
            <a:prstGeom prst="rect">
              <a:avLst/>
            </a:prstGeom>
            <a:solidFill>
              <a:srgbClr val="FFFF00"/>
            </a:solidFill>
            <a:ln w="9525">
              <a:solidFill>
                <a:schemeClr val="tx1"/>
              </a:solidFill>
              <a:miter lim="800000"/>
            </a:ln>
            <a:effectLst/>
          </p:spPr>
          <p:txBody>
            <a:bodyPr wrap="none">
              <a:spAutoFit/>
            </a:bodyPr>
            <a:lstStyle>
              <a:defPPr>
                <a:defRPr lang="en-US"/>
              </a:defPPr>
              <a:lvl1pPr>
                <a:defRPr sz="2400">
                  <a:solidFill>
                    <a:srgbClr val="333399"/>
                  </a:solidFill>
                  <a:ea typeface="黑体" panose="02010609060101010101" pitchFamily="2" charset="-122"/>
                </a:defRPr>
              </a:lvl1pPr>
            </a:lstStyle>
            <a:p>
              <a:r>
                <a:rPr lang="zh-CN" altLang="en-US" dirty="0"/>
                <a:t>互联网的核心部分</a:t>
              </a:r>
            </a:p>
          </p:txBody>
        </p:sp>
        <p:sp>
          <p:nvSpPr>
            <p:cNvPr id="328783" name="Text Box 79"/>
            <p:cNvSpPr txBox="1">
              <a:spLocks noChangeArrowheads="1"/>
            </p:cNvSpPr>
            <p:nvPr/>
          </p:nvSpPr>
          <p:spPr bwMode="auto">
            <a:xfrm>
              <a:off x="3818290" y="1844824"/>
              <a:ext cx="2646878" cy="461665"/>
            </a:xfrm>
            <a:prstGeom prst="rect">
              <a:avLst/>
            </a:prstGeom>
            <a:solidFill>
              <a:srgbClr val="FFFF00"/>
            </a:solidFill>
            <a:ln w="9525">
              <a:solidFill>
                <a:schemeClr val="tx1"/>
              </a:solidFill>
              <a:miter lim="800000"/>
            </a:ln>
            <a:effectLst/>
          </p:spPr>
          <p:txBody>
            <a:bodyPr wrap="none">
              <a:spAutoFit/>
            </a:bodyPr>
            <a:lstStyle/>
            <a:p>
              <a:r>
                <a:rPr lang="zh-CN" altLang="en-US" sz="2400" dirty="0">
                  <a:solidFill>
                    <a:srgbClr val="333399"/>
                  </a:solidFill>
                  <a:ea typeface="黑体" panose="02010609060101010101" pitchFamily="2" charset="-122"/>
                </a:rPr>
                <a:t>互联网的边缘部分</a:t>
              </a:r>
            </a:p>
          </p:txBody>
        </p:sp>
        <p:sp>
          <p:nvSpPr>
            <p:cNvPr id="328784" name="Text Box 80"/>
            <p:cNvSpPr txBox="1">
              <a:spLocks noChangeArrowheads="1"/>
            </p:cNvSpPr>
            <p:nvPr/>
          </p:nvSpPr>
          <p:spPr bwMode="auto">
            <a:xfrm>
              <a:off x="1712640" y="2132856"/>
              <a:ext cx="80021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dirty="0">
                  <a:solidFill>
                    <a:srgbClr val="333399"/>
                  </a:solidFill>
                  <a:ea typeface="黑体" panose="02010609060101010101" pitchFamily="2" charset="-122"/>
                </a:rPr>
                <a:t>主机</a:t>
              </a:r>
            </a:p>
          </p:txBody>
        </p:sp>
        <p:sp>
          <p:nvSpPr>
            <p:cNvPr id="328785" name="Text Box 81"/>
            <p:cNvSpPr txBox="1">
              <a:spLocks noChangeArrowheads="1"/>
            </p:cNvSpPr>
            <p:nvPr/>
          </p:nvSpPr>
          <p:spPr bwMode="auto">
            <a:xfrm>
              <a:off x="2496597" y="3039343"/>
              <a:ext cx="80021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dirty="0">
                  <a:solidFill>
                    <a:srgbClr val="333399"/>
                  </a:solidFill>
                  <a:ea typeface="黑体" panose="02010609060101010101" pitchFamily="2" charset="-122"/>
                </a:rPr>
                <a:t>网络</a:t>
              </a:r>
            </a:p>
          </p:txBody>
        </p:sp>
        <p:sp>
          <p:nvSpPr>
            <p:cNvPr id="328786" name="Text Box 82"/>
            <p:cNvSpPr txBox="1">
              <a:spLocks noChangeArrowheads="1"/>
            </p:cNvSpPr>
            <p:nvPr/>
          </p:nvSpPr>
          <p:spPr bwMode="auto">
            <a:xfrm>
              <a:off x="3296816" y="2823319"/>
              <a:ext cx="110799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dirty="0">
                  <a:solidFill>
                    <a:srgbClr val="333399"/>
                  </a:solidFill>
                  <a:ea typeface="黑体" panose="02010609060101010101" pitchFamily="2" charset="-122"/>
                </a:rPr>
                <a:t>路由器</a:t>
              </a:r>
            </a:p>
          </p:txBody>
        </p:sp>
      </p:grpSp>
      <p:sp>
        <p:nvSpPr>
          <p:cNvPr id="3" name="标题 2"/>
          <p:cNvSpPr>
            <a:spLocks noGrp="1"/>
          </p:cNvSpPr>
          <p:nvPr>
            <p:ph type="title"/>
          </p:nvPr>
        </p:nvSpPr>
        <p:spPr/>
        <p:txBody>
          <a:bodyPr/>
          <a:lstStyle/>
          <a:p>
            <a:pPr algn="ctr"/>
            <a:r>
              <a:rPr lang="zh-CN" altLang="en-US" dirty="0"/>
              <a:t>互联网的边缘部分与核心部分</a:t>
            </a:r>
          </a:p>
        </p:txBody>
      </p:sp>
      <p:sp>
        <p:nvSpPr>
          <p:cNvPr id="6" name="矩形 5"/>
          <p:cNvSpPr/>
          <p:nvPr/>
        </p:nvSpPr>
        <p:spPr>
          <a:xfrm>
            <a:off x="2701787" y="5919663"/>
            <a:ext cx="5131533" cy="461665"/>
          </a:xfrm>
          <a:prstGeom prst="rect">
            <a:avLst/>
          </a:prstGeom>
        </p:spPr>
        <p:txBody>
          <a:bodyPr wrap="square">
            <a:spAutoFit/>
          </a:bodyPr>
          <a:lstStyle/>
          <a:p>
            <a:pPr algn="ctr"/>
            <a:r>
              <a:rPr lang="zh-CN" altLang="zh-CN" sz="2400" b="1" dirty="0">
                <a:latin typeface="+mn-lt"/>
                <a:ea typeface="黑体" panose="02010609060101010101" pitchFamily="2" charset="-122"/>
              </a:rPr>
              <a:t>互联网的边缘部分与核心部分</a:t>
            </a:r>
            <a:endParaRPr lang="zh-CN" altLang="en-US" sz="2400" b="1" dirty="0">
              <a:latin typeface="+mn-lt"/>
              <a:ea typeface="黑体" panose="02010609060101010101" pitchFamily="2"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idx="4294967295"/>
          </p:nvPr>
        </p:nvSpPr>
        <p:spPr>
          <a:xfrm>
            <a:off x="272480" y="332656"/>
            <a:ext cx="9157890" cy="692150"/>
          </a:xfrm>
        </p:spPr>
        <p:txBody>
          <a:bodyPr/>
          <a:lstStyle/>
          <a:p>
            <a:pPr algn="ctr"/>
            <a:r>
              <a:rPr lang="zh-CN" altLang="en-US" sz="2400" dirty="0"/>
              <a:t>三种交换的比较 </a:t>
            </a:r>
          </a:p>
        </p:txBody>
      </p:sp>
      <p:grpSp>
        <p:nvGrpSpPr>
          <p:cNvPr id="154758" name="Group 134"/>
          <p:cNvGrpSpPr/>
          <p:nvPr/>
        </p:nvGrpSpPr>
        <p:grpSpPr bwMode="auto">
          <a:xfrm>
            <a:off x="8002192" y="1684949"/>
            <a:ext cx="629444" cy="396876"/>
            <a:chOff x="4653" y="1614"/>
            <a:chExt cx="366" cy="250"/>
          </a:xfrm>
        </p:grpSpPr>
        <p:sp>
          <p:nvSpPr>
            <p:cNvPr id="154628" name="AutoShape 4"/>
            <p:cNvSpPr>
              <a:spLocks noChangeArrowheads="1"/>
            </p:cNvSpPr>
            <p:nvPr/>
          </p:nvSpPr>
          <p:spPr bwMode="auto">
            <a:xfrm rot="5400000">
              <a:off x="4733" y="1579"/>
              <a:ext cx="211" cy="359"/>
            </a:xfrm>
            <a:prstGeom prst="parallelogram">
              <a:avLst>
                <a:gd name="adj" fmla="val 29162"/>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629" name="Text Box 5"/>
            <p:cNvSpPr txBox="1">
              <a:spLocks noChangeArrowheads="1"/>
            </p:cNvSpPr>
            <p:nvPr/>
          </p:nvSpPr>
          <p:spPr bwMode="auto">
            <a:xfrm rot="626605">
              <a:off x="4671" y="1614"/>
              <a:ext cx="246" cy="233"/>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a:solidFill>
                    <a:srgbClr val="333399"/>
                  </a:solidFill>
                  <a:ea typeface="黑体" panose="02010609060101010101" pitchFamily="2" charset="-122"/>
                </a:rPr>
                <a:t>P</a:t>
              </a:r>
              <a:r>
                <a:rPr kumimoji="1" lang="en-US" altLang="zh-CN" baseline="-25000">
                  <a:solidFill>
                    <a:srgbClr val="333399"/>
                  </a:solidFill>
                  <a:ea typeface="黑体" panose="02010609060101010101" pitchFamily="2" charset="-122"/>
                </a:rPr>
                <a:t>1</a:t>
              </a:r>
              <a:endParaRPr kumimoji="1" lang="en-US" altLang="zh-CN">
                <a:solidFill>
                  <a:srgbClr val="333399"/>
                </a:solidFill>
                <a:ea typeface="黑体" panose="02010609060101010101" pitchFamily="2" charset="-122"/>
              </a:endParaRPr>
            </a:p>
          </p:txBody>
        </p:sp>
        <p:sp>
          <p:nvSpPr>
            <p:cNvPr id="154630" name="Line 6"/>
            <p:cNvSpPr>
              <a:spLocks noChangeShapeType="1"/>
            </p:cNvSpPr>
            <p:nvPr/>
          </p:nvSpPr>
          <p:spPr bwMode="auto">
            <a:xfrm>
              <a:off x="4656" y="1650"/>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631" name="Line 7"/>
            <p:cNvSpPr>
              <a:spLocks noChangeShapeType="1"/>
            </p:cNvSpPr>
            <p:nvPr/>
          </p:nvSpPr>
          <p:spPr bwMode="auto">
            <a:xfrm>
              <a:off x="4653" y="1801"/>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632" name="AutoShape 8"/>
            <p:cNvSpPr>
              <a:spLocks noChangeArrowheads="1"/>
            </p:cNvSpPr>
            <p:nvPr/>
          </p:nvSpPr>
          <p:spPr bwMode="auto">
            <a:xfrm rot="746037">
              <a:off x="4847" y="1715"/>
              <a:ext cx="133" cy="126"/>
            </a:xfrm>
            <a:prstGeom prst="rightArrow">
              <a:avLst>
                <a:gd name="adj1" fmla="val 50000"/>
                <a:gd name="adj2" fmla="val 26389"/>
              </a:avLst>
            </a:prstGeom>
            <a:solidFill>
              <a:schemeClr val="bg1"/>
            </a:solidFill>
            <a:ln w="9525">
              <a:solidFill>
                <a:srgbClr val="33339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54759" name="Group 135"/>
          <p:cNvGrpSpPr/>
          <p:nvPr/>
        </p:nvGrpSpPr>
        <p:grpSpPr bwMode="auto">
          <a:xfrm>
            <a:off x="7993592" y="1969106"/>
            <a:ext cx="631164" cy="396874"/>
            <a:chOff x="4648" y="1793"/>
            <a:chExt cx="367" cy="250"/>
          </a:xfrm>
        </p:grpSpPr>
        <p:sp>
          <p:nvSpPr>
            <p:cNvPr id="154633" name="AutoShape 9"/>
            <p:cNvSpPr>
              <a:spLocks noChangeArrowheads="1"/>
            </p:cNvSpPr>
            <p:nvPr/>
          </p:nvSpPr>
          <p:spPr bwMode="auto">
            <a:xfrm rot="5400000">
              <a:off x="4729" y="1758"/>
              <a:ext cx="211" cy="359"/>
            </a:xfrm>
            <a:prstGeom prst="parallelogram">
              <a:avLst>
                <a:gd name="adj" fmla="val 29162"/>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634" name="Text Box 10"/>
            <p:cNvSpPr txBox="1">
              <a:spLocks noChangeArrowheads="1"/>
            </p:cNvSpPr>
            <p:nvPr/>
          </p:nvSpPr>
          <p:spPr bwMode="auto">
            <a:xfrm rot="626605">
              <a:off x="4660" y="1793"/>
              <a:ext cx="246" cy="233"/>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a:solidFill>
                    <a:srgbClr val="333399"/>
                  </a:solidFill>
                  <a:ea typeface="黑体" panose="02010609060101010101" pitchFamily="2" charset="-122"/>
                </a:rPr>
                <a:t>P</a:t>
              </a:r>
              <a:r>
                <a:rPr kumimoji="1" lang="en-US" altLang="zh-CN" baseline="-25000">
                  <a:solidFill>
                    <a:srgbClr val="333399"/>
                  </a:solidFill>
                  <a:ea typeface="黑体" panose="02010609060101010101" pitchFamily="2" charset="-122"/>
                </a:rPr>
                <a:t>2</a:t>
              </a:r>
              <a:endParaRPr kumimoji="1" lang="en-US" altLang="zh-CN">
                <a:solidFill>
                  <a:srgbClr val="333399"/>
                </a:solidFill>
                <a:ea typeface="黑体" panose="02010609060101010101" pitchFamily="2" charset="-122"/>
              </a:endParaRPr>
            </a:p>
          </p:txBody>
        </p:sp>
        <p:sp>
          <p:nvSpPr>
            <p:cNvPr id="154635" name="Line 11"/>
            <p:cNvSpPr>
              <a:spLocks noChangeShapeType="1"/>
            </p:cNvSpPr>
            <p:nvPr/>
          </p:nvSpPr>
          <p:spPr bwMode="auto">
            <a:xfrm>
              <a:off x="4652" y="1829"/>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636" name="Line 12"/>
            <p:cNvSpPr>
              <a:spLocks noChangeShapeType="1"/>
            </p:cNvSpPr>
            <p:nvPr/>
          </p:nvSpPr>
          <p:spPr bwMode="auto">
            <a:xfrm>
              <a:off x="4648" y="1980"/>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637" name="AutoShape 13"/>
            <p:cNvSpPr>
              <a:spLocks noChangeArrowheads="1"/>
            </p:cNvSpPr>
            <p:nvPr/>
          </p:nvSpPr>
          <p:spPr bwMode="auto">
            <a:xfrm rot="746037">
              <a:off x="4843" y="1894"/>
              <a:ext cx="132" cy="126"/>
            </a:xfrm>
            <a:prstGeom prst="rightArrow">
              <a:avLst>
                <a:gd name="adj1" fmla="val 50000"/>
                <a:gd name="adj2" fmla="val 26190"/>
              </a:avLst>
            </a:prstGeom>
            <a:solidFill>
              <a:schemeClr val="bg1"/>
            </a:solidFill>
            <a:ln w="9525">
              <a:solidFill>
                <a:srgbClr val="33339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54760" name="Group 136"/>
          <p:cNvGrpSpPr/>
          <p:nvPr/>
        </p:nvGrpSpPr>
        <p:grpSpPr bwMode="auto">
          <a:xfrm>
            <a:off x="8000471" y="2258029"/>
            <a:ext cx="629444" cy="387349"/>
            <a:chOff x="4652" y="1975"/>
            <a:chExt cx="366" cy="244"/>
          </a:xfrm>
        </p:grpSpPr>
        <p:sp>
          <p:nvSpPr>
            <p:cNvPr id="154638" name="AutoShape 14"/>
            <p:cNvSpPr>
              <a:spLocks noChangeArrowheads="1"/>
            </p:cNvSpPr>
            <p:nvPr/>
          </p:nvSpPr>
          <p:spPr bwMode="auto">
            <a:xfrm rot="5400000">
              <a:off x="4732" y="1934"/>
              <a:ext cx="211" cy="359"/>
            </a:xfrm>
            <a:prstGeom prst="parallelogram">
              <a:avLst>
                <a:gd name="adj" fmla="val 29162"/>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639" name="Text Box 15"/>
            <p:cNvSpPr txBox="1">
              <a:spLocks noChangeArrowheads="1"/>
            </p:cNvSpPr>
            <p:nvPr/>
          </p:nvSpPr>
          <p:spPr bwMode="auto">
            <a:xfrm rot="626605">
              <a:off x="4664" y="1975"/>
              <a:ext cx="246" cy="233"/>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a:solidFill>
                    <a:srgbClr val="333399"/>
                  </a:solidFill>
                  <a:ea typeface="黑体" panose="02010609060101010101" pitchFamily="2" charset="-122"/>
                </a:rPr>
                <a:t>P</a:t>
              </a:r>
              <a:r>
                <a:rPr kumimoji="1" lang="en-US" altLang="zh-CN" baseline="-25000">
                  <a:solidFill>
                    <a:srgbClr val="333399"/>
                  </a:solidFill>
                  <a:ea typeface="黑体" panose="02010609060101010101" pitchFamily="2" charset="-122"/>
                </a:rPr>
                <a:t>3</a:t>
              </a:r>
              <a:endParaRPr kumimoji="1" lang="en-US" altLang="zh-CN">
                <a:solidFill>
                  <a:srgbClr val="333399"/>
                </a:solidFill>
                <a:ea typeface="黑体" panose="02010609060101010101" pitchFamily="2" charset="-122"/>
              </a:endParaRPr>
            </a:p>
          </p:txBody>
        </p:sp>
        <p:sp>
          <p:nvSpPr>
            <p:cNvPr id="154640" name="Line 16"/>
            <p:cNvSpPr>
              <a:spLocks noChangeShapeType="1"/>
            </p:cNvSpPr>
            <p:nvPr/>
          </p:nvSpPr>
          <p:spPr bwMode="auto">
            <a:xfrm>
              <a:off x="4656" y="2004"/>
              <a:ext cx="362" cy="64"/>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641" name="Line 17"/>
            <p:cNvSpPr>
              <a:spLocks noChangeShapeType="1"/>
            </p:cNvSpPr>
            <p:nvPr/>
          </p:nvSpPr>
          <p:spPr bwMode="auto">
            <a:xfrm>
              <a:off x="4652" y="2155"/>
              <a:ext cx="363" cy="64"/>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642" name="AutoShape 18"/>
            <p:cNvSpPr>
              <a:spLocks noChangeArrowheads="1"/>
            </p:cNvSpPr>
            <p:nvPr/>
          </p:nvSpPr>
          <p:spPr bwMode="auto">
            <a:xfrm rot="746037">
              <a:off x="4846" y="2069"/>
              <a:ext cx="133" cy="127"/>
            </a:xfrm>
            <a:prstGeom prst="rightArrow">
              <a:avLst>
                <a:gd name="adj1" fmla="val 50000"/>
                <a:gd name="adj2" fmla="val 26181"/>
              </a:avLst>
            </a:prstGeom>
            <a:solidFill>
              <a:schemeClr val="bg1"/>
            </a:solidFill>
            <a:ln w="9525">
              <a:solidFill>
                <a:srgbClr val="33339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54761" name="Group 137"/>
          <p:cNvGrpSpPr/>
          <p:nvPr/>
        </p:nvGrpSpPr>
        <p:grpSpPr bwMode="auto">
          <a:xfrm>
            <a:off x="8007350" y="2527913"/>
            <a:ext cx="629444" cy="395288"/>
            <a:chOff x="4656" y="2145"/>
            <a:chExt cx="366" cy="249"/>
          </a:xfrm>
        </p:grpSpPr>
        <p:sp>
          <p:nvSpPr>
            <p:cNvPr id="154643" name="AutoShape 19"/>
            <p:cNvSpPr>
              <a:spLocks noChangeArrowheads="1"/>
            </p:cNvSpPr>
            <p:nvPr/>
          </p:nvSpPr>
          <p:spPr bwMode="auto">
            <a:xfrm rot="5400000">
              <a:off x="4737" y="2109"/>
              <a:ext cx="210" cy="359"/>
            </a:xfrm>
            <a:prstGeom prst="parallelogram">
              <a:avLst>
                <a:gd name="adj" fmla="val 29162"/>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644" name="Text Box 20"/>
            <p:cNvSpPr txBox="1">
              <a:spLocks noChangeArrowheads="1"/>
            </p:cNvSpPr>
            <p:nvPr/>
          </p:nvSpPr>
          <p:spPr bwMode="auto">
            <a:xfrm rot="626605">
              <a:off x="4668" y="2145"/>
              <a:ext cx="246" cy="233"/>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a:solidFill>
                    <a:srgbClr val="333399"/>
                  </a:solidFill>
                  <a:ea typeface="黑体" panose="02010609060101010101" pitchFamily="2" charset="-122"/>
                </a:rPr>
                <a:t>P</a:t>
              </a:r>
              <a:r>
                <a:rPr kumimoji="1" lang="en-US" altLang="zh-CN" baseline="-25000">
                  <a:solidFill>
                    <a:srgbClr val="333399"/>
                  </a:solidFill>
                  <a:ea typeface="黑体" panose="02010609060101010101" pitchFamily="2" charset="-122"/>
                </a:rPr>
                <a:t>4</a:t>
              </a:r>
              <a:endParaRPr kumimoji="1" lang="en-US" altLang="zh-CN">
                <a:solidFill>
                  <a:srgbClr val="333399"/>
                </a:solidFill>
                <a:ea typeface="黑体" panose="02010609060101010101" pitchFamily="2" charset="-122"/>
              </a:endParaRPr>
            </a:p>
          </p:txBody>
        </p:sp>
        <p:sp>
          <p:nvSpPr>
            <p:cNvPr id="154645" name="Line 21"/>
            <p:cNvSpPr>
              <a:spLocks noChangeShapeType="1"/>
            </p:cNvSpPr>
            <p:nvPr/>
          </p:nvSpPr>
          <p:spPr bwMode="auto">
            <a:xfrm>
              <a:off x="4659" y="2180"/>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646" name="Line 22"/>
            <p:cNvSpPr>
              <a:spLocks noChangeShapeType="1"/>
            </p:cNvSpPr>
            <p:nvPr/>
          </p:nvSpPr>
          <p:spPr bwMode="auto">
            <a:xfrm>
              <a:off x="4656" y="2331"/>
              <a:ext cx="362"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647" name="AutoShape 23"/>
            <p:cNvSpPr>
              <a:spLocks noChangeArrowheads="1"/>
            </p:cNvSpPr>
            <p:nvPr/>
          </p:nvSpPr>
          <p:spPr bwMode="auto">
            <a:xfrm rot="746037">
              <a:off x="4850" y="2245"/>
              <a:ext cx="132" cy="126"/>
            </a:xfrm>
            <a:prstGeom prst="rightArrow">
              <a:avLst>
                <a:gd name="adj1" fmla="val 50000"/>
                <a:gd name="adj2" fmla="val 26190"/>
              </a:avLst>
            </a:prstGeom>
            <a:solidFill>
              <a:schemeClr val="bg1"/>
            </a:solidFill>
            <a:ln w="9525">
              <a:solidFill>
                <a:srgbClr val="33339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54763" name="Group 139"/>
          <p:cNvGrpSpPr/>
          <p:nvPr/>
        </p:nvGrpSpPr>
        <p:grpSpPr bwMode="auto">
          <a:xfrm>
            <a:off x="8624761" y="2080237"/>
            <a:ext cx="629445" cy="385763"/>
            <a:chOff x="5015" y="1863"/>
            <a:chExt cx="366" cy="243"/>
          </a:xfrm>
        </p:grpSpPr>
        <p:sp>
          <p:nvSpPr>
            <p:cNvPr id="154648" name="AutoShape 24"/>
            <p:cNvSpPr>
              <a:spLocks noChangeArrowheads="1"/>
            </p:cNvSpPr>
            <p:nvPr/>
          </p:nvSpPr>
          <p:spPr bwMode="auto">
            <a:xfrm rot="5400000">
              <a:off x="5096" y="1821"/>
              <a:ext cx="210" cy="359"/>
            </a:xfrm>
            <a:prstGeom prst="parallelogram">
              <a:avLst>
                <a:gd name="adj" fmla="val 29162"/>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649" name="Text Box 25"/>
            <p:cNvSpPr txBox="1">
              <a:spLocks noChangeArrowheads="1"/>
            </p:cNvSpPr>
            <p:nvPr/>
          </p:nvSpPr>
          <p:spPr bwMode="auto">
            <a:xfrm rot="626605">
              <a:off x="5021" y="1863"/>
              <a:ext cx="246" cy="233"/>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a:solidFill>
                    <a:srgbClr val="333399"/>
                  </a:solidFill>
                  <a:ea typeface="黑体" panose="02010609060101010101" pitchFamily="2" charset="-122"/>
                </a:rPr>
                <a:t>P</a:t>
              </a:r>
              <a:r>
                <a:rPr kumimoji="1" lang="en-US" altLang="zh-CN" baseline="-25000">
                  <a:solidFill>
                    <a:srgbClr val="333399"/>
                  </a:solidFill>
                  <a:ea typeface="黑体" panose="02010609060101010101" pitchFamily="2" charset="-122"/>
                </a:rPr>
                <a:t>1</a:t>
              </a:r>
              <a:endParaRPr kumimoji="1" lang="en-US" altLang="zh-CN">
                <a:solidFill>
                  <a:srgbClr val="333399"/>
                </a:solidFill>
                <a:ea typeface="黑体" panose="02010609060101010101" pitchFamily="2" charset="-122"/>
              </a:endParaRPr>
            </a:p>
          </p:txBody>
        </p:sp>
        <p:sp>
          <p:nvSpPr>
            <p:cNvPr id="154650" name="Line 26"/>
            <p:cNvSpPr>
              <a:spLocks noChangeShapeType="1"/>
            </p:cNvSpPr>
            <p:nvPr/>
          </p:nvSpPr>
          <p:spPr bwMode="auto">
            <a:xfrm>
              <a:off x="5018" y="1892"/>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651" name="Line 27"/>
            <p:cNvSpPr>
              <a:spLocks noChangeShapeType="1"/>
            </p:cNvSpPr>
            <p:nvPr/>
          </p:nvSpPr>
          <p:spPr bwMode="auto">
            <a:xfrm>
              <a:off x="5015" y="2043"/>
              <a:ext cx="362"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652" name="AutoShape 28"/>
            <p:cNvSpPr>
              <a:spLocks noChangeArrowheads="1"/>
            </p:cNvSpPr>
            <p:nvPr/>
          </p:nvSpPr>
          <p:spPr bwMode="auto">
            <a:xfrm rot="746037">
              <a:off x="5209" y="1957"/>
              <a:ext cx="132" cy="126"/>
            </a:xfrm>
            <a:prstGeom prst="rightArrow">
              <a:avLst>
                <a:gd name="adj1" fmla="val 50000"/>
                <a:gd name="adj2" fmla="val 26190"/>
              </a:avLst>
            </a:prstGeom>
            <a:solidFill>
              <a:schemeClr val="bg1"/>
            </a:solidFill>
            <a:ln w="9525">
              <a:solidFill>
                <a:srgbClr val="33339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54764" name="Group 140"/>
          <p:cNvGrpSpPr/>
          <p:nvPr/>
        </p:nvGrpSpPr>
        <p:grpSpPr bwMode="auto">
          <a:xfrm>
            <a:off x="8616162" y="2345350"/>
            <a:ext cx="629444" cy="404813"/>
            <a:chOff x="5010" y="2030"/>
            <a:chExt cx="366" cy="255"/>
          </a:xfrm>
        </p:grpSpPr>
        <p:sp>
          <p:nvSpPr>
            <p:cNvPr id="154653" name="AutoShape 29"/>
            <p:cNvSpPr>
              <a:spLocks noChangeArrowheads="1"/>
            </p:cNvSpPr>
            <p:nvPr/>
          </p:nvSpPr>
          <p:spPr bwMode="auto">
            <a:xfrm rot="5400000">
              <a:off x="5091" y="2000"/>
              <a:ext cx="210" cy="359"/>
            </a:xfrm>
            <a:prstGeom prst="parallelogram">
              <a:avLst>
                <a:gd name="adj" fmla="val 29162"/>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654" name="Text Box 30"/>
            <p:cNvSpPr txBox="1">
              <a:spLocks noChangeArrowheads="1"/>
            </p:cNvSpPr>
            <p:nvPr/>
          </p:nvSpPr>
          <p:spPr bwMode="auto">
            <a:xfrm rot="626605">
              <a:off x="5016" y="2030"/>
              <a:ext cx="246" cy="233"/>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a:solidFill>
                    <a:srgbClr val="333399"/>
                  </a:solidFill>
                  <a:ea typeface="黑体" panose="02010609060101010101" pitchFamily="2" charset="-122"/>
                </a:rPr>
                <a:t>P</a:t>
              </a:r>
              <a:r>
                <a:rPr kumimoji="1" lang="en-US" altLang="zh-CN" baseline="-25000">
                  <a:solidFill>
                    <a:srgbClr val="333399"/>
                  </a:solidFill>
                  <a:ea typeface="黑体" panose="02010609060101010101" pitchFamily="2" charset="-122"/>
                </a:rPr>
                <a:t>2</a:t>
              </a:r>
              <a:endParaRPr kumimoji="1" lang="en-US" altLang="zh-CN">
                <a:solidFill>
                  <a:srgbClr val="333399"/>
                </a:solidFill>
                <a:ea typeface="黑体" panose="02010609060101010101" pitchFamily="2" charset="-122"/>
              </a:endParaRPr>
            </a:p>
          </p:txBody>
        </p:sp>
        <p:sp>
          <p:nvSpPr>
            <p:cNvPr id="154655" name="Line 31"/>
            <p:cNvSpPr>
              <a:spLocks noChangeShapeType="1"/>
            </p:cNvSpPr>
            <p:nvPr/>
          </p:nvSpPr>
          <p:spPr bwMode="auto">
            <a:xfrm>
              <a:off x="5014" y="2071"/>
              <a:ext cx="362"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656" name="Line 32"/>
            <p:cNvSpPr>
              <a:spLocks noChangeShapeType="1"/>
            </p:cNvSpPr>
            <p:nvPr/>
          </p:nvSpPr>
          <p:spPr bwMode="auto">
            <a:xfrm>
              <a:off x="5010" y="2222"/>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657" name="AutoShape 33"/>
            <p:cNvSpPr>
              <a:spLocks noChangeArrowheads="1"/>
            </p:cNvSpPr>
            <p:nvPr/>
          </p:nvSpPr>
          <p:spPr bwMode="auto">
            <a:xfrm rot="746037">
              <a:off x="5204" y="2136"/>
              <a:ext cx="133" cy="127"/>
            </a:xfrm>
            <a:prstGeom prst="rightArrow">
              <a:avLst>
                <a:gd name="adj1" fmla="val 50000"/>
                <a:gd name="adj2" fmla="val 26181"/>
              </a:avLst>
            </a:prstGeom>
            <a:solidFill>
              <a:schemeClr val="bg1"/>
            </a:solidFill>
            <a:ln w="9525">
              <a:solidFill>
                <a:srgbClr val="33339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54765" name="Group 141"/>
          <p:cNvGrpSpPr/>
          <p:nvPr/>
        </p:nvGrpSpPr>
        <p:grpSpPr bwMode="auto">
          <a:xfrm>
            <a:off x="8623036" y="2632680"/>
            <a:ext cx="629444" cy="396874"/>
            <a:chOff x="5014" y="2211"/>
            <a:chExt cx="366" cy="250"/>
          </a:xfrm>
        </p:grpSpPr>
        <p:sp>
          <p:nvSpPr>
            <p:cNvPr id="154658" name="AutoShape 34"/>
            <p:cNvSpPr>
              <a:spLocks noChangeArrowheads="1"/>
            </p:cNvSpPr>
            <p:nvPr/>
          </p:nvSpPr>
          <p:spPr bwMode="auto">
            <a:xfrm rot="5400000">
              <a:off x="5094" y="2176"/>
              <a:ext cx="211" cy="359"/>
            </a:xfrm>
            <a:prstGeom prst="parallelogram">
              <a:avLst>
                <a:gd name="adj" fmla="val 29162"/>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659" name="Text Box 35"/>
            <p:cNvSpPr txBox="1">
              <a:spLocks noChangeArrowheads="1"/>
            </p:cNvSpPr>
            <p:nvPr/>
          </p:nvSpPr>
          <p:spPr bwMode="auto">
            <a:xfrm rot="626605">
              <a:off x="5026" y="2211"/>
              <a:ext cx="246" cy="233"/>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a:solidFill>
                    <a:srgbClr val="333399"/>
                  </a:solidFill>
                  <a:ea typeface="黑体" panose="02010609060101010101" pitchFamily="2" charset="-122"/>
                </a:rPr>
                <a:t>P</a:t>
              </a:r>
              <a:r>
                <a:rPr kumimoji="1" lang="en-US" altLang="zh-CN" baseline="-25000">
                  <a:solidFill>
                    <a:srgbClr val="333399"/>
                  </a:solidFill>
                  <a:ea typeface="黑体" panose="02010609060101010101" pitchFamily="2" charset="-122"/>
                </a:rPr>
                <a:t>3</a:t>
              </a:r>
              <a:endParaRPr kumimoji="1" lang="en-US" altLang="zh-CN">
                <a:solidFill>
                  <a:srgbClr val="333399"/>
                </a:solidFill>
                <a:ea typeface="黑体" panose="02010609060101010101" pitchFamily="2" charset="-122"/>
              </a:endParaRPr>
            </a:p>
          </p:txBody>
        </p:sp>
        <p:sp>
          <p:nvSpPr>
            <p:cNvPr id="154660" name="Line 36"/>
            <p:cNvSpPr>
              <a:spLocks noChangeShapeType="1"/>
            </p:cNvSpPr>
            <p:nvPr/>
          </p:nvSpPr>
          <p:spPr bwMode="auto">
            <a:xfrm>
              <a:off x="5017" y="2247"/>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661" name="Line 37"/>
            <p:cNvSpPr>
              <a:spLocks noChangeShapeType="1"/>
            </p:cNvSpPr>
            <p:nvPr/>
          </p:nvSpPr>
          <p:spPr bwMode="auto">
            <a:xfrm>
              <a:off x="5014" y="2398"/>
              <a:ext cx="362"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662" name="AutoShape 38"/>
            <p:cNvSpPr>
              <a:spLocks noChangeArrowheads="1"/>
            </p:cNvSpPr>
            <p:nvPr/>
          </p:nvSpPr>
          <p:spPr bwMode="auto">
            <a:xfrm rot="746037">
              <a:off x="5208" y="2312"/>
              <a:ext cx="133" cy="126"/>
            </a:xfrm>
            <a:prstGeom prst="rightArrow">
              <a:avLst>
                <a:gd name="adj1" fmla="val 50000"/>
                <a:gd name="adj2" fmla="val 26389"/>
              </a:avLst>
            </a:prstGeom>
            <a:solidFill>
              <a:schemeClr val="bg1"/>
            </a:solidFill>
            <a:ln w="9525">
              <a:solidFill>
                <a:srgbClr val="33339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54766" name="Group 142"/>
          <p:cNvGrpSpPr/>
          <p:nvPr/>
        </p:nvGrpSpPr>
        <p:grpSpPr bwMode="auto">
          <a:xfrm>
            <a:off x="8628201" y="2902554"/>
            <a:ext cx="631164" cy="406399"/>
            <a:chOff x="5017" y="2381"/>
            <a:chExt cx="367" cy="256"/>
          </a:xfrm>
        </p:grpSpPr>
        <p:sp>
          <p:nvSpPr>
            <p:cNvPr id="154663" name="AutoShape 39"/>
            <p:cNvSpPr>
              <a:spLocks noChangeArrowheads="1"/>
            </p:cNvSpPr>
            <p:nvPr/>
          </p:nvSpPr>
          <p:spPr bwMode="auto">
            <a:xfrm rot="5400000">
              <a:off x="5098" y="2352"/>
              <a:ext cx="211" cy="359"/>
            </a:xfrm>
            <a:prstGeom prst="parallelogram">
              <a:avLst>
                <a:gd name="adj" fmla="val 29162"/>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664" name="Text Box 40"/>
            <p:cNvSpPr txBox="1">
              <a:spLocks noChangeArrowheads="1"/>
            </p:cNvSpPr>
            <p:nvPr/>
          </p:nvSpPr>
          <p:spPr bwMode="auto">
            <a:xfrm rot="626605">
              <a:off x="5023" y="2381"/>
              <a:ext cx="246" cy="233"/>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a:solidFill>
                    <a:srgbClr val="333399"/>
                  </a:solidFill>
                  <a:ea typeface="黑体" panose="02010609060101010101" pitchFamily="2" charset="-122"/>
                </a:rPr>
                <a:t>P</a:t>
              </a:r>
              <a:r>
                <a:rPr kumimoji="1" lang="en-US" altLang="zh-CN" baseline="-25000">
                  <a:solidFill>
                    <a:srgbClr val="333399"/>
                  </a:solidFill>
                  <a:ea typeface="黑体" panose="02010609060101010101" pitchFamily="2" charset="-122"/>
                </a:rPr>
                <a:t>4</a:t>
              </a:r>
              <a:endParaRPr kumimoji="1" lang="en-US" altLang="zh-CN">
                <a:solidFill>
                  <a:srgbClr val="333399"/>
                </a:solidFill>
                <a:ea typeface="黑体" panose="02010609060101010101" pitchFamily="2" charset="-122"/>
              </a:endParaRPr>
            </a:p>
          </p:txBody>
        </p:sp>
        <p:sp>
          <p:nvSpPr>
            <p:cNvPr id="154665" name="Line 41"/>
            <p:cNvSpPr>
              <a:spLocks noChangeShapeType="1"/>
            </p:cNvSpPr>
            <p:nvPr/>
          </p:nvSpPr>
          <p:spPr bwMode="auto">
            <a:xfrm>
              <a:off x="5021" y="2422"/>
              <a:ext cx="363" cy="64"/>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666" name="Line 42"/>
            <p:cNvSpPr>
              <a:spLocks noChangeShapeType="1"/>
            </p:cNvSpPr>
            <p:nvPr/>
          </p:nvSpPr>
          <p:spPr bwMode="auto">
            <a:xfrm>
              <a:off x="5017" y="2573"/>
              <a:ext cx="363" cy="64"/>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667" name="AutoShape 43"/>
            <p:cNvSpPr>
              <a:spLocks noChangeArrowheads="1"/>
            </p:cNvSpPr>
            <p:nvPr/>
          </p:nvSpPr>
          <p:spPr bwMode="auto">
            <a:xfrm rot="746037">
              <a:off x="5212" y="2487"/>
              <a:ext cx="132" cy="127"/>
            </a:xfrm>
            <a:prstGeom prst="rightArrow">
              <a:avLst>
                <a:gd name="adj1" fmla="val 50000"/>
                <a:gd name="adj2" fmla="val 25984"/>
              </a:avLst>
            </a:prstGeom>
            <a:solidFill>
              <a:schemeClr val="bg1"/>
            </a:solidFill>
            <a:ln w="9525">
              <a:solidFill>
                <a:srgbClr val="33339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54756" name="Group 132"/>
          <p:cNvGrpSpPr/>
          <p:nvPr/>
        </p:nvGrpSpPr>
        <p:grpSpPr bwMode="auto">
          <a:xfrm>
            <a:off x="7377912" y="1864337"/>
            <a:ext cx="629444" cy="395288"/>
            <a:chOff x="4290" y="1727"/>
            <a:chExt cx="366" cy="249"/>
          </a:xfrm>
        </p:grpSpPr>
        <p:sp>
          <p:nvSpPr>
            <p:cNvPr id="154673" name="AutoShape 49"/>
            <p:cNvSpPr>
              <a:spLocks noChangeArrowheads="1"/>
            </p:cNvSpPr>
            <p:nvPr/>
          </p:nvSpPr>
          <p:spPr bwMode="auto">
            <a:xfrm rot="5400000">
              <a:off x="4371" y="1691"/>
              <a:ext cx="210" cy="360"/>
            </a:xfrm>
            <a:prstGeom prst="parallelogram">
              <a:avLst>
                <a:gd name="adj" fmla="val 29162"/>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674" name="Text Box 50"/>
            <p:cNvSpPr txBox="1">
              <a:spLocks noChangeArrowheads="1"/>
            </p:cNvSpPr>
            <p:nvPr/>
          </p:nvSpPr>
          <p:spPr bwMode="auto">
            <a:xfrm rot="626605">
              <a:off x="4296" y="1727"/>
              <a:ext cx="246" cy="233"/>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a:solidFill>
                    <a:srgbClr val="333399"/>
                  </a:solidFill>
                  <a:ea typeface="黑体" panose="02010609060101010101" pitchFamily="2" charset="-122"/>
                </a:rPr>
                <a:t>P</a:t>
              </a:r>
              <a:r>
                <a:rPr kumimoji="1" lang="en-US" altLang="zh-CN" baseline="-25000">
                  <a:solidFill>
                    <a:srgbClr val="333399"/>
                  </a:solidFill>
                  <a:ea typeface="黑体" panose="02010609060101010101" pitchFamily="2" charset="-122"/>
                </a:rPr>
                <a:t>3</a:t>
              </a:r>
              <a:endParaRPr kumimoji="1" lang="en-US" altLang="zh-CN">
                <a:solidFill>
                  <a:srgbClr val="333399"/>
                </a:solidFill>
                <a:ea typeface="黑体" panose="02010609060101010101" pitchFamily="2" charset="-122"/>
              </a:endParaRPr>
            </a:p>
          </p:txBody>
        </p:sp>
        <p:sp>
          <p:nvSpPr>
            <p:cNvPr id="154675" name="Line 51"/>
            <p:cNvSpPr>
              <a:spLocks noChangeShapeType="1"/>
            </p:cNvSpPr>
            <p:nvPr/>
          </p:nvSpPr>
          <p:spPr bwMode="auto">
            <a:xfrm>
              <a:off x="4294" y="1762"/>
              <a:ext cx="362"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676" name="Line 52"/>
            <p:cNvSpPr>
              <a:spLocks noChangeShapeType="1"/>
            </p:cNvSpPr>
            <p:nvPr/>
          </p:nvSpPr>
          <p:spPr bwMode="auto">
            <a:xfrm>
              <a:off x="4290" y="1913"/>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677" name="AutoShape 53"/>
            <p:cNvSpPr>
              <a:spLocks noChangeArrowheads="1"/>
            </p:cNvSpPr>
            <p:nvPr/>
          </p:nvSpPr>
          <p:spPr bwMode="auto">
            <a:xfrm rot="746037">
              <a:off x="4484" y="1827"/>
              <a:ext cx="133" cy="127"/>
            </a:xfrm>
            <a:prstGeom prst="rightArrow">
              <a:avLst>
                <a:gd name="adj1" fmla="val 50000"/>
                <a:gd name="adj2" fmla="val 26181"/>
              </a:avLst>
            </a:prstGeom>
            <a:solidFill>
              <a:schemeClr val="bg1"/>
            </a:solidFill>
            <a:ln w="9525">
              <a:solidFill>
                <a:srgbClr val="33339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54757" name="Group 133"/>
          <p:cNvGrpSpPr/>
          <p:nvPr/>
        </p:nvGrpSpPr>
        <p:grpSpPr bwMode="auto">
          <a:xfrm>
            <a:off x="7384786" y="2142149"/>
            <a:ext cx="629444" cy="396876"/>
            <a:chOff x="4294" y="1902"/>
            <a:chExt cx="366" cy="250"/>
          </a:xfrm>
        </p:grpSpPr>
        <p:sp>
          <p:nvSpPr>
            <p:cNvPr id="154678" name="AutoShape 54"/>
            <p:cNvSpPr>
              <a:spLocks noChangeArrowheads="1"/>
            </p:cNvSpPr>
            <p:nvPr/>
          </p:nvSpPr>
          <p:spPr bwMode="auto">
            <a:xfrm rot="5400000">
              <a:off x="4374" y="1867"/>
              <a:ext cx="211" cy="359"/>
            </a:xfrm>
            <a:prstGeom prst="parallelogram">
              <a:avLst>
                <a:gd name="adj" fmla="val 29162"/>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679" name="Text Box 55"/>
            <p:cNvSpPr txBox="1">
              <a:spLocks noChangeArrowheads="1"/>
            </p:cNvSpPr>
            <p:nvPr/>
          </p:nvSpPr>
          <p:spPr bwMode="auto">
            <a:xfrm rot="626605">
              <a:off x="4306" y="1902"/>
              <a:ext cx="246" cy="233"/>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a:solidFill>
                    <a:srgbClr val="333399"/>
                  </a:solidFill>
                  <a:ea typeface="黑体" panose="02010609060101010101" pitchFamily="2" charset="-122"/>
                </a:rPr>
                <a:t>P</a:t>
              </a:r>
              <a:r>
                <a:rPr kumimoji="1" lang="en-US" altLang="zh-CN" baseline="-25000">
                  <a:solidFill>
                    <a:srgbClr val="333399"/>
                  </a:solidFill>
                  <a:ea typeface="黑体" panose="02010609060101010101" pitchFamily="2" charset="-122"/>
                </a:rPr>
                <a:t>4</a:t>
              </a:r>
              <a:endParaRPr kumimoji="1" lang="en-US" altLang="zh-CN">
                <a:solidFill>
                  <a:srgbClr val="333399"/>
                </a:solidFill>
                <a:ea typeface="黑体" panose="02010609060101010101" pitchFamily="2" charset="-122"/>
              </a:endParaRPr>
            </a:p>
          </p:txBody>
        </p:sp>
        <p:sp>
          <p:nvSpPr>
            <p:cNvPr id="154680" name="Line 56"/>
            <p:cNvSpPr>
              <a:spLocks noChangeShapeType="1"/>
            </p:cNvSpPr>
            <p:nvPr/>
          </p:nvSpPr>
          <p:spPr bwMode="auto">
            <a:xfrm>
              <a:off x="4297" y="1938"/>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681" name="Line 57"/>
            <p:cNvSpPr>
              <a:spLocks noChangeShapeType="1"/>
            </p:cNvSpPr>
            <p:nvPr/>
          </p:nvSpPr>
          <p:spPr bwMode="auto">
            <a:xfrm>
              <a:off x="4294" y="2089"/>
              <a:ext cx="362"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682" name="AutoShape 58"/>
            <p:cNvSpPr>
              <a:spLocks noChangeArrowheads="1"/>
            </p:cNvSpPr>
            <p:nvPr/>
          </p:nvSpPr>
          <p:spPr bwMode="auto">
            <a:xfrm rot="746037">
              <a:off x="4488" y="2003"/>
              <a:ext cx="133" cy="126"/>
            </a:xfrm>
            <a:prstGeom prst="rightArrow">
              <a:avLst>
                <a:gd name="adj1" fmla="val 50000"/>
                <a:gd name="adj2" fmla="val 26389"/>
              </a:avLst>
            </a:prstGeom>
            <a:solidFill>
              <a:schemeClr val="bg1"/>
            </a:solidFill>
            <a:ln w="9525">
              <a:solidFill>
                <a:srgbClr val="33339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54751" name="Group 127"/>
          <p:cNvGrpSpPr/>
          <p:nvPr/>
        </p:nvGrpSpPr>
        <p:grpSpPr bwMode="auto">
          <a:xfrm>
            <a:off x="4946121" y="2600934"/>
            <a:ext cx="631164" cy="1069975"/>
            <a:chOff x="2876" y="2191"/>
            <a:chExt cx="367" cy="674"/>
          </a:xfrm>
        </p:grpSpPr>
        <p:sp>
          <p:nvSpPr>
            <p:cNvPr id="154683" name="AutoShape 59"/>
            <p:cNvSpPr>
              <a:spLocks noChangeArrowheads="1"/>
            </p:cNvSpPr>
            <p:nvPr/>
          </p:nvSpPr>
          <p:spPr bwMode="auto">
            <a:xfrm rot="5400000">
              <a:off x="2729" y="2350"/>
              <a:ext cx="674" cy="355"/>
            </a:xfrm>
            <a:prstGeom prst="parallelogram">
              <a:avLst>
                <a:gd name="adj" fmla="val 18265"/>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684" name="AutoShape 60"/>
            <p:cNvSpPr>
              <a:spLocks noChangeArrowheads="1"/>
            </p:cNvSpPr>
            <p:nvPr/>
          </p:nvSpPr>
          <p:spPr bwMode="auto">
            <a:xfrm rot="746037">
              <a:off x="2925" y="2654"/>
              <a:ext cx="227" cy="127"/>
            </a:xfrm>
            <a:prstGeom prst="rightArrow">
              <a:avLst>
                <a:gd name="adj1" fmla="val 50000"/>
                <a:gd name="adj2" fmla="val 44685"/>
              </a:avLst>
            </a:prstGeom>
            <a:solidFill>
              <a:schemeClr val="bg1"/>
            </a:solidFill>
            <a:ln w="9525">
              <a:solidFill>
                <a:srgbClr val="33339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685" name="Text Box 61"/>
            <p:cNvSpPr txBox="1">
              <a:spLocks noChangeArrowheads="1"/>
            </p:cNvSpPr>
            <p:nvPr/>
          </p:nvSpPr>
          <p:spPr bwMode="auto">
            <a:xfrm>
              <a:off x="2919" y="2300"/>
              <a:ext cx="242" cy="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80000"/>
                </a:lnSpc>
              </a:pPr>
              <a:r>
                <a:rPr kumimoji="1" lang="zh-CN" altLang="en-US" b="1" dirty="0">
                  <a:solidFill>
                    <a:srgbClr val="333399"/>
                  </a:solidFill>
                  <a:ea typeface="黑体" panose="02010609060101010101" pitchFamily="2" charset="-122"/>
                </a:rPr>
                <a:t>报</a:t>
              </a:r>
            </a:p>
            <a:p>
              <a:pPr>
                <a:lnSpc>
                  <a:spcPct val="80000"/>
                </a:lnSpc>
              </a:pPr>
              <a:r>
                <a:rPr kumimoji="1" lang="zh-CN" altLang="en-US" b="1" dirty="0">
                  <a:solidFill>
                    <a:srgbClr val="333399"/>
                  </a:solidFill>
                  <a:ea typeface="黑体" panose="02010609060101010101" pitchFamily="2" charset="-122"/>
                </a:rPr>
                <a:t>文</a:t>
              </a:r>
            </a:p>
          </p:txBody>
        </p:sp>
        <p:sp>
          <p:nvSpPr>
            <p:cNvPr id="154686" name="Line 62"/>
            <p:cNvSpPr>
              <a:spLocks noChangeShapeType="1"/>
            </p:cNvSpPr>
            <p:nvPr/>
          </p:nvSpPr>
          <p:spPr bwMode="auto">
            <a:xfrm>
              <a:off x="2876" y="2191"/>
              <a:ext cx="363" cy="57"/>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687" name="Line 63"/>
            <p:cNvSpPr>
              <a:spLocks noChangeShapeType="1"/>
            </p:cNvSpPr>
            <p:nvPr/>
          </p:nvSpPr>
          <p:spPr bwMode="auto">
            <a:xfrm>
              <a:off x="2876" y="2807"/>
              <a:ext cx="363" cy="58"/>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54752" name="Group 128"/>
          <p:cNvGrpSpPr/>
          <p:nvPr/>
        </p:nvGrpSpPr>
        <p:grpSpPr bwMode="auto">
          <a:xfrm>
            <a:off x="5591044" y="3937609"/>
            <a:ext cx="629444" cy="1071563"/>
            <a:chOff x="3251" y="3033"/>
            <a:chExt cx="366" cy="675"/>
          </a:xfrm>
        </p:grpSpPr>
        <p:sp>
          <p:nvSpPr>
            <p:cNvPr id="154688" name="AutoShape 64"/>
            <p:cNvSpPr>
              <a:spLocks noChangeArrowheads="1"/>
            </p:cNvSpPr>
            <p:nvPr/>
          </p:nvSpPr>
          <p:spPr bwMode="auto">
            <a:xfrm rot="5400000">
              <a:off x="3102" y="3193"/>
              <a:ext cx="675" cy="355"/>
            </a:xfrm>
            <a:prstGeom prst="parallelogram">
              <a:avLst>
                <a:gd name="adj" fmla="val 18292"/>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689" name="AutoShape 65"/>
            <p:cNvSpPr>
              <a:spLocks noChangeArrowheads="1"/>
            </p:cNvSpPr>
            <p:nvPr/>
          </p:nvSpPr>
          <p:spPr bwMode="auto">
            <a:xfrm rot="746037">
              <a:off x="3300" y="3497"/>
              <a:ext cx="226" cy="126"/>
            </a:xfrm>
            <a:prstGeom prst="rightArrow">
              <a:avLst>
                <a:gd name="adj1" fmla="val 50000"/>
                <a:gd name="adj2" fmla="val 44841"/>
              </a:avLst>
            </a:prstGeom>
            <a:solidFill>
              <a:schemeClr val="bg1"/>
            </a:solidFill>
            <a:ln w="9525">
              <a:solidFill>
                <a:srgbClr val="33339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690" name="Text Box 66"/>
            <p:cNvSpPr txBox="1">
              <a:spLocks noChangeArrowheads="1"/>
            </p:cNvSpPr>
            <p:nvPr/>
          </p:nvSpPr>
          <p:spPr bwMode="auto">
            <a:xfrm>
              <a:off x="3293" y="3143"/>
              <a:ext cx="242" cy="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80000"/>
                </a:lnSpc>
              </a:pPr>
              <a:r>
                <a:rPr kumimoji="1" lang="zh-CN" altLang="en-US" b="1" dirty="0">
                  <a:solidFill>
                    <a:srgbClr val="333399"/>
                  </a:solidFill>
                  <a:ea typeface="黑体" panose="02010609060101010101" pitchFamily="2" charset="-122"/>
                </a:rPr>
                <a:t>报</a:t>
              </a:r>
            </a:p>
            <a:p>
              <a:pPr>
                <a:lnSpc>
                  <a:spcPct val="80000"/>
                </a:lnSpc>
              </a:pPr>
              <a:r>
                <a:rPr kumimoji="1" lang="zh-CN" altLang="en-US" b="1" dirty="0">
                  <a:solidFill>
                    <a:srgbClr val="333399"/>
                  </a:solidFill>
                  <a:ea typeface="黑体" panose="02010609060101010101" pitchFamily="2" charset="-122"/>
                </a:rPr>
                <a:t>文</a:t>
              </a:r>
            </a:p>
          </p:txBody>
        </p:sp>
        <p:sp>
          <p:nvSpPr>
            <p:cNvPr id="154691" name="Line 67"/>
            <p:cNvSpPr>
              <a:spLocks noChangeShapeType="1"/>
            </p:cNvSpPr>
            <p:nvPr/>
          </p:nvSpPr>
          <p:spPr bwMode="auto">
            <a:xfrm>
              <a:off x="3251" y="3033"/>
              <a:ext cx="362" cy="58"/>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692" name="Line 68"/>
            <p:cNvSpPr>
              <a:spLocks noChangeShapeType="1"/>
            </p:cNvSpPr>
            <p:nvPr/>
          </p:nvSpPr>
          <p:spPr bwMode="auto">
            <a:xfrm>
              <a:off x="3251" y="3650"/>
              <a:ext cx="362" cy="58"/>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54750" name="Group 126"/>
          <p:cNvGrpSpPr/>
          <p:nvPr/>
        </p:nvGrpSpPr>
        <p:grpSpPr bwMode="auto">
          <a:xfrm>
            <a:off x="4332156" y="1329347"/>
            <a:ext cx="620844" cy="1069975"/>
            <a:chOff x="2519" y="1390"/>
            <a:chExt cx="361" cy="674"/>
          </a:xfrm>
        </p:grpSpPr>
        <p:sp>
          <p:nvSpPr>
            <p:cNvPr id="154693" name="AutoShape 69"/>
            <p:cNvSpPr>
              <a:spLocks noChangeArrowheads="1"/>
            </p:cNvSpPr>
            <p:nvPr/>
          </p:nvSpPr>
          <p:spPr bwMode="auto">
            <a:xfrm rot="5400000">
              <a:off x="2366" y="1549"/>
              <a:ext cx="674" cy="355"/>
            </a:xfrm>
            <a:prstGeom prst="parallelogram">
              <a:avLst>
                <a:gd name="adj" fmla="val 18265"/>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694" name="AutoShape 70"/>
            <p:cNvSpPr>
              <a:spLocks noChangeArrowheads="1"/>
            </p:cNvSpPr>
            <p:nvPr/>
          </p:nvSpPr>
          <p:spPr bwMode="auto">
            <a:xfrm rot="746037">
              <a:off x="2563" y="1853"/>
              <a:ext cx="226" cy="127"/>
            </a:xfrm>
            <a:prstGeom prst="rightArrow">
              <a:avLst>
                <a:gd name="adj1" fmla="val 50000"/>
                <a:gd name="adj2" fmla="val 44488"/>
              </a:avLst>
            </a:prstGeom>
            <a:solidFill>
              <a:schemeClr val="bg1"/>
            </a:solidFill>
            <a:ln w="9525">
              <a:solidFill>
                <a:srgbClr val="33339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695" name="Text Box 71"/>
            <p:cNvSpPr txBox="1">
              <a:spLocks noChangeArrowheads="1"/>
            </p:cNvSpPr>
            <p:nvPr/>
          </p:nvSpPr>
          <p:spPr bwMode="auto">
            <a:xfrm>
              <a:off x="2567" y="1500"/>
              <a:ext cx="242" cy="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80000"/>
                </a:lnSpc>
              </a:pPr>
              <a:r>
                <a:rPr kumimoji="1" lang="zh-CN" altLang="en-US" b="1" dirty="0">
                  <a:solidFill>
                    <a:srgbClr val="333399"/>
                  </a:solidFill>
                  <a:ea typeface="黑体" panose="02010609060101010101" pitchFamily="2" charset="-122"/>
                </a:rPr>
                <a:t>报</a:t>
              </a:r>
            </a:p>
            <a:p>
              <a:pPr>
                <a:lnSpc>
                  <a:spcPct val="80000"/>
                </a:lnSpc>
              </a:pPr>
              <a:r>
                <a:rPr kumimoji="1" lang="zh-CN" altLang="en-US" b="1" dirty="0">
                  <a:solidFill>
                    <a:srgbClr val="333399"/>
                  </a:solidFill>
                  <a:ea typeface="黑体" panose="02010609060101010101" pitchFamily="2" charset="-122"/>
                </a:rPr>
                <a:t>文</a:t>
              </a:r>
            </a:p>
          </p:txBody>
        </p:sp>
        <p:sp>
          <p:nvSpPr>
            <p:cNvPr id="154696" name="Line 72"/>
            <p:cNvSpPr>
              <a:spLocks noChangeShapeType="1"/>
            </p:cNvSpPr>
            <p:nvPr/>
          </p:nvSpPr>
          <p:spPr bwMode="auto">
            <a:xfrm>
              <a:off x="2519" y="1395"/>
              <a:ext cx="357" cy="5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697" name="Line 73"/>
            <p:cNvSpPr>
              <a:spLocks noChangeShapeType="1"/>
            </p:cNvSpPr>
            <p:nvPr/>
          </p:nvSpPr>
          <p:spPr bwMode="auto">
            <a:xfrm>
              <a:off x="2519" y="2001"/>
              <a:ext cx="357"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54698" name="Line 74"/>
          <p:cNvSpPr>
            <a:spLocks noChangeShapeType="1"/>
          </p:cNvSpPr>
          <p:nvPr/>
        </p:nvSpPr>
        <p:spPr bwMode="auto">
          <a:xfrm>
            <a:off x="2044833" y="1329347"/>
            <a:ext cx="0" cy="381317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699" name="Line 75"/>
          <p:cNvSpPr>
            <a:spLocks noChangeShapeType="1"/>
          </p:cNvSpPr>
          <p:nvPr/>
        </p:nvSpPr>
        <p:spPr bwMode="auto">
          <a:xfrm>
            <a:off x="2669117" y="1329347"/>
            <a:ext cx="0" cy="381317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700" name="Text Box 76"/>
          <p:cNvSpPr txBox="1">
            <a:spLocks noChangeArrowheads="1"/>
          </p:cNvSpPr>
          <p:nvPr/>
        </p:nvSpPr>
        <p:spPr bwMode="auto">
          <a:xfrm>
            <a:off x="1264711" y="5117122"/>
            <a:ext cx="218854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333399"/>
                </a:solidFill>
                <a:ea typeface="黑体" panose="02010609060101010101" pitchFamily="2" charset="-122"/>
              </a:rPr>
              <a:t>A      B      C     D </a:t>
            </a:r>
          </a:p>
        </p:txBody>
      </p:sp>
      <p:sp>
        <p:nvSpPr>
          <p:cNvPr id="154701" name="Text Box 77"/>
          <p:cNvSpPr txBox="1">
            <a:spLocks noChangeArrowheads="1"/>
          </p:cNvSpPr>
          <p:nvPr/>
        </p:nvSpPr>
        <p:spPr bwMode="auto">
          <a:xfrm>
            <a:off x="4186636" y="5117122"/>
            <a:ext cx="218854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333399"/>
                </a:solidFill>
                <a:ea typeface="黑体" panose="02010609060101010101" pitchFamily="2" charset="-122"/>
              </a:rPr>
              <a:t>A      B      C      D</a:t>
            </a:r>
          </a:p>
        </p:txBody>
      </p:sp>
      <p:sp>
        <p:nvSpPr>
          <p:cNvPr id="154702" name="Text Box 78"/>
          <p:cNvSpPr txBox="1">
            <a:spLocks noChangeArrowheads="1"/>
          </p:cNvSpPr>
          <p:nvPr/>
        </p:nvSpPr>
        <p:spPr bwMode="auto">
          <a:xfrm>
            <a:off x="7228948" y="5117122"/>
            <a:ext cx="218854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333399"/>
                </a:solidFill>
                <a:ea typeface="黑体" panose="02010609060101010101" pitchFamily="2" charset="-122"/>
              </a:rPr>
              <a:t>A      B      C      D</a:t>
            </a:r>
          </a:p>
        </p:txBody>
      </p:sp>
      <p:sp>
        <p:nvSpPr>
          <p:cNvPr id="154703" name="Line 79"/>
          <p:cNvSpPr>
            <a:spLocks noChangeShapeType="1"/>
          </p:cNvSpPr>
          <p:nvPr/>
        </p:nvSpPr>
        <p:spPr bwMode="auto">
          <a:xfrm>
            <a:off x="1420548" y="1462697"/>
            <a:ext cx="624285" cy="66675"/>
          </a:xfrm>
          <a:prstGeom prst="line">
            <a:avLst/>
          </a:prstGeom>
          <a:noFill/>
          <a:ln w="19050">
            <a:solidFill>
              <a:srgbClr val="333399"/>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704" name="Line 80"/>
          <p:cNvSpPr>
            <a:spLocks noChangeShapeType="1"/>
          </p:cNvSpPr>
          <p:nvPr/>
        </p:nvSpPr>
        <p:spPr bwMode="auto">
          <a:xfrm>
            <a:off x="2044833" y="1730984"/>
            <a:ext cx="624284" cy="66675"/>
          </a:xfrm>
          <a:prstGeom prst="line">
            <a:avLst/>
          </a:prstGeom>
          <a:noFill/>
          <a:ln w="19050">
            <a:solidFill>
              <a:srgbClr val="333399"/>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705" name="Line 81"/>
          <p:cNvSpPr>
            <a:spLocks noChangeShapeType="1"/>
          </p:cNvSpPr>
          <p:nvPr/>
        </p:nvSpPr>
        <p:spPr bwMode="auto">
          <a:xfrm>
            <a:off x="2669117" y="1997684"/>
            <a:ext cx="622565" cy="66675"/>
          </a:xfrm>
          <a:prstGeom prst="line">
            <a:avLst/>
          </a:prstGeom>
          <a:noFill/>
          <a:ln w="19050">
            <a:solidFill>
              <a:srgbClr val="333399"/>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706" name="Line 82"/>
          <p:cNvSpPr>
            <a:spLocks noChangeShapeType="1"/>
          </p:cNvSpPr>
          <p:nvPr/>
        </p:nvSpPr>
        <p:spPr bwMode="auto">
          <a:xfrm flipH="1">
            <a:off x="1420548" y="2399322"/>
            <a:ext cx="1871133" cy="268287"/>
          </a:xfrm>
          <a:prstGeom prst="line">
            <a:avLst/>
          </a:prstGeom>
          <a:noFill/>
          <a:ln w="19050">
            <a:solidFill>
              <a:srgbClr val="333399"/>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711" name="Text Box 87"/>
          <p:cNvSpPr txBox="1">
            <a:spLocks noChangeArrowheads="1"/>
          </p:cNvSpPr>
          <p:nvPr/>
        </p:nvSpPr>
        <p:spPr bwMode="auto">
          <a:xfrm>
            <a:off x="4665795" y="886433"/>
            <a:ext cx="141577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a:solidFill>
                  <a:srgbClr val="C00000"/>
                </a:solidFill>
                <a:ea typeface="黑体" panose="02010609060101010101" pitchFamily="2" charset="-122"/>
              </a:rPr>
              <a:t>报文交换</a:t>
            </a:r>
          </a:p>
        </p:txBody>
      </p:sp>
      <p:sp>
        <p:nvSpPr>
          <p:cNvPr id="154712" name="Text Box 88"/>
          <p:cNvSpPr txBox="1">
            <a:spLocks noChangeArrowheads="1"/>
          </p:cNvSpPr>
          <p:nvPr/>
        </p:nvSpPr>
        <p:spPr bwMode="auto">
          <a:xfrm>
            <a:off x="1676797" y="886433"/>
            <a:ext cx="141577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dirty="0">
                <a:solidFill>
                  <a:srgbClr val="C00000"/>
                </a:solidFill>
                <a:ea typeface="黑体" panose="02010609060101010101" pitchFamily="2" charset="-122"/>
              </a:rPr>
              <a:t>电路交换</a:t>
            </a:r>
          </a:p>
        </p:txBody>
      </p:sp>
      <p:sp>
        <p:nvSpPr>
          <p:cNvPr id="154713" name="Text Box 89"/>
          <p:cNvSpPr txBox="1">
            <a:spLocks noChangeArrowheads="1"/>
          </p:cNvSpPr>
          <p:nvPr/>
        </p:nvSpPr>
        <p:spPr bwMode="auto">
          <a:xfrm>
            <a:off x="7646194" y="886433"/>
            <a:ext cx="141577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a:solidFill>
                  <a:srgbClr val="C00000"/>
                </a:solidFill>
                <a:ea typeface="黑体" panose="02010609060101010101" pitchFamily="2" charset="-122"/>
              </a:rPr>
              <a:t>分组交换</a:t>
            </a:r>
          </a:p>
        </p:txBody>
      </p:sp>
      <p:sp>
        <p:nvSpPr>
          <p:cNvPr id="154714" name="Line 90"/>
          <p:cNvSpPr>
            <a:spLocks noChangeShapeType="1"/>
          </p:cNvSpPr>
          <p:nvPr/>
        </p:nvSpPr>
        <p:spPr bwMode="auto">
          <a:xfrm>
            <a:off x="3804179" y="1797658"/>
            <a:ext cx="0" cy="2743200"/>
          </a:xfrm>
          <a:prstGeom prst="line">
            <a:avLst/>
          </a:prstGeom>
          <a:noFill/>
          <a:ln w="19050">
            <a:solidFill>
              <a:srgbClr val="333399"/>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715" name="Text Box 91"/>
          <p:cNvSpPr txBox="1">
            <a:spLocks noChangeArrowheads="1"/>
          </p:cNvSpPr>
          <p:nvPr/>
        </p:nvSpPr>
        <p:spPr bwMode="auto">
          <a:xfrm>
            <a:off x="3694112" y="4556734"/>
            <a:ext cx="24878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a:solidFill>
                  <a:srgbClr val="333399"/>
                </a:solidFill>
                <a:ea typeface="黑体" panose="02010609060101010101" pitchFamily="2" charset="-122"/>
              </a:rPr>
              <a:t>t</a:t>
            </a:r>
          </a:p>
        </p:txBody>
      </p:sp>
      <p:grpSp>
        <p:nvGrpSpPr>
          <p:cNvPr id="154746" name="Group 122"/>
          <p:cNvGrpSpPr/>
          <p:nvPr/>
        </p:nvGrpSpPr>
        <p:grpSpPr bwMode="auto">
          <a:xfrm>
            <a:off x="194337" y="1461108"/>
            <a:ext cx="1202134" cy="1230313"/>
            <a:chOff x="113" y="1473"/>
            <a:chExt cx="699" cy="775"/>
          </a:xfrm>
        </p:grpSpPr>
        <p:sp>
          <p:nvSpPr>
            <p:cNvPr id="154716" name="Line 92"/>
            <p:cNvSpPr>
              <a:spLocks noChangeShapeType="1"/>
            </p:cNvSpPr>
            <p:nvPr/>
          </p:nvSpPr>
          <p:spPr bwMode="auto">
            <a:xfrm>
              <a:off x="630" y="1474"/>
              <a:ext cx="182" cy="0"/>
            </a:xfrm>
            <a:prstGeom prst="line">
              <a:avLst/>
            </a:prstGeom>
            <a:noFill/>
            <a:ln w="952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54718" name="Line 94"/>
            <p:cNvSpPr>
              <a:spLocks noChangeShapeType="1"/>
            </p:cNvSpPr>
            <p:nvPr/>
          </p:nvSpPr>
          <p:spPr bwMode="auto">
            <a:xfrm>
              <a:off x="622" y="2248"/>
              <a:ext cx="181" cy="0"/>
            </a:xfrm>
            <a:prstGeom prst="line">
              <a:avLst/>
            </a:prstGeom>
            <a:noFill/>
            <a:ln w="952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54719" name="Text Box 95"/>
            <p:cNvSpPr txBox="1">
              <a:spLocks noChangeArrowheads="1"/>
            </p:cNvSpPr>
            <p:nvPr/>
          </p:nvSpPr>
          <p:spPr bwMode="auto">
            <a:xfrm>
              <a:off x="113" y="1733"/>
              <a:ext cx="644" cy="2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0000"/>
                </a:lnSpc>
              </a:pPr>
              <a:r>
                <a:rPr kumimoji="1" lang="zh-CN" altLang="en-US" b="1" dirty="0">
                  <a:solidFill>
                    <a:srgbClr val="333399"/>
                  </a:solidFill>
                  <a:ea typeface="黑体" panose="02010609060101010101" pitchFamily="2" charset="-122"/>
                </a:rPr>
                <a:t>连接建立</a:t>
              </a:r>
            </a:p>
          </p:txBody>
        </p:sp>
        <p:sp>
          <p:nvSpPr>
            <p:cNvPr id="154721" name="Line 97"/>
            <p:cNvSpPr>
              <a:spLocks noChangeShapeType="1"/>
            </p:cNvSpPr>
            <p:nvPr/>
          </p:nvSpPr>
          <p:spPr bwMode="auto">
            <a:xfrm>
              <a:off x="720" y="1473"/>
              <a:ext cx="0" cy="759"/>
            </a:xfrm>
            <a:prstGeom prst="line">
              <a:avLst/>
            </a:prstGeom>
            <a:noFill/>
            <a:ln w="9525">
              <a:solidFill>
                <a:srgbClr val="333399"/>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grpSp>
      <p:grpSp>
        <p:nvGrpSpPr>
          <p:cNvPr id="154747" name="Group 123"/>
          <p:cNvGrpSpPr/>
          <p:nvPr/>
        </p:nvGrpSpPr>
        <p:grpSpPr bwMode="auto">
          <a:xfrm>
            <a:off x="194337" y="2688247"/>
            <a:ext cx="1202134" cy="1011237"/>
            <a:chOff x="113" y="2246"/>
            <a:chExt cx="699" cy="637"/>
          </a:xfrm>
        </p:grpSpPr>
        <p:sp>
          <p:nvSpPr>
            <p:cNvPr id="154717" name="Line 93"/>
            <p:cNvSpPr>
              <a:spLocks noChangeShapeType="1"/>
            </p:cNvSpPr>
            <p:nvPr/>
          </p:nvSpPr>
          <p:spPr bwMode="auto">
            <a:xfrm>
              <a:off x="630" y="2881"/>
              <a:ext cx="182" cy="0"/>
            </a:xfrm>
            <a:prstGeom prst="line">
              <a:avLst/>
            </a:prstGeom>
            <a:noFill/>
            <a:ln w="952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54720" name="Text Box 96"/>
            <p:cNvSpPr txBox="1">
              <a:spLocks noChangeArrowheads="1"/>
            </p:cNvSpPr>
            <p:nvPr/>
          </p:nvSpPr>
          <p:spPr bwMode="auto">
            <a:xfrm>
              <a:off x="113" y="2405"/>
              <a:ext cx="644" cy="2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0000"/>
                </a:lnSpc>
              </a:pPr>
              <a:r>
                <a:rPr kumimoji="1" lang="zh-CN" altLang="en-US" b="1">
                  <a:solidFill>
                    <a:srgbClr val="333399"/>
                  </a:solidFill>
                  <a:ea typeface="黑体" panose="02010609060101010101" pitchFamily="2" charset="-122"/>
                </a:rPr>
                <a:t>数据传送</a:t>
              </a:r>
            </a:p>
          </p:txBody>
        </p:sp>
        <p:sp>
          <p:nvSpPr>
            <p:cNvPr id="154722" name="Line 98"/>
            <p:cNvSpPr>
              <a:spLocks noChangeShapeType="1"/>
            </p:cNvSpPr>
            <p:nvPr/>
          </p:nvSpPr>
          <p:spPr bwMode="auto">
            <a:xfrm>
              <a:off x="721" y="2246"/>
              <a:ext cx="0" cy="637"/>
            </a:xfrm>
            <a:prstGeom prst="line">
              <a:avLst/>
            </a:prstGeom>
            <a:noFill/>
            <a:ln w="9525">
              <a:solidFill>
                <a:srgbClr val="333399"/>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grpSp>
      <p:sp>
        <p:nvSpPr>
          <p:cNvPr id="154723" name="Freeform 99"/>
          <p:cNvSpPr/>
          <p:nvPr/>
        </p:nvSpPr>
        <p:spPr bwMode="auto">
          <a:xfrm>
            <a:off x="1415389" y="1329346"/>
            <a:ext cx="5159" cy="3821112"/>
          </a:xfrm>
          <a:custGeom>
            <a:avLst/>
            <a:gdLst>
              <a:gd name="T0" fmla="*/ 3 w 3"/>
              <a:gd name="T1" fmla="*/ 0 h 2742"/>
              <a:gd name="T2" fmla="*/ 0 w 3"/>
              <a:gd name="T3" fmla="*/ 2742 h 2742"/>
            </a:gdLst>
            <a:ahLst/>
            <a:cxnLst>
              <a:cxn ang="0">
                <a:pos x="T0" y="T1"/>
              </a:cxn>
              <a:cxn ang="0">
                <a:pos x="T2" y="T3"/>
              </a:cxn>
            </a:cxnLst>
            <a:rect l="0" t="0" r="r" b="b"/>
            <a:pathLst>
              <a:path w="3" h="2742">
                <a:moveTo>
                  <a:pt x="3" y="0"/>
                </a:moveTo>
                <a:lnTo>
                  <a:pt x="0" y="2742"/>
                </a:lnTo>
              </a:path>
            </a:pathLst>
          </a:custGeom>
          <a:noFill/>
          <a:ln w="12700">
            <a:solidFill>
              <a:schemeClr val="tx1"/>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724" name="Freeform 100"/>
          <p:cNvSpPr/>
          <p:nvPr/>
        </p:nvSpPr>
        <p:spPr bwMode="auto">
          <a:xfrm>
            <a:off x="6215328" y="1307122"/>
            <a:ext cx="5160" cy="3813175"/>
          </a:xfrm>
          <a:custGeom>
            <a:avLst/>
            <a:gdLst>
              <a:gd name="T0" fmla="*/ 3 w 3"/>
              <a:gd name="T1" fmla="*/ 0 h 2736"/>
              <a:gd name="T2" fmla="*/ 0 w 3"/>
              <a:gd name="T3" fmla="*/ 2736 h 2736"/>
            </a:gdLst>
            <a:ahLst/>
            <a:cxnLst>
              <a:cxn ang="0">
                <a:pos x="T0" y="T1"/>
              </a:cxn>
              <a:cxn ang="0">
                <a:pos x="T2" y="T3"/>
              </a:cxn>
            </a:cxnLst>
            <a:rect l="0" t="0" r="r" b="b"/>
            <a:pathLst>
              <a:path w="3" h="2736">
                <a:moveTo>
                  <a:pt x="3" y="0"/>
                </a:moveTo>
                <a:lnTo>
                  <a:pt x="0" y="2736"/>
                </a:lnTo>
              </a:path>
            </a:pathLst>
          </a:custGeom>
          <a:noFill/>
          <a:ln w="1270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725" name="Line 101"/>
          <p:cNvSpPr>
            <a:spLocks noChangeShapeType="1"/>
          </p:cNvSpPr>
          <p:nvPr/>
        </p:nvSpPr>
        <p:spPr bwMode="auto">
          <a:xfrm>
            <a:off x="9250760" y="1356334"/>
            <a:ext cx="0" cy="3813175"/>
          </a:xfrm>
          <a:prstGeom prst="line">
            <a:avLst/>
          </a:prstGeom>
          <a:noFill/>
          <a:ln w="127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726" name="Line 102"/>
          <p:cNvSpPr>
            <a:spLocks noChangeShapeType="1"/>
          </p:cNvSpPr>
          <p:nvPr/>
        </p:nvSpPr>
        <p:spPr bwMode="auto">
          <a:xfrm>
            <a:off x="8624756" y="1342047"/>
            <a:ext cx="0" cy="3813175"/>
          </a:xfrm>
          <a:prstGeom prst="line">
            <a:avLst/>
          </a:prstGeom>
          <a:noFill/>
          <a:ln w="127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727" name="Line 103"/>
          <p:cNvSpPr>
            <a:spLocks noChangeShapeType="1"/>
          </p:cNvSpPr>
          <p:nvPr/>
        </p:nvSpPr>
        <p:spPr bwMode="auto">
          <a:xfrm>
            <a:off x="8009070" y="1329347"/>
            <a:ext cx="0" cy="3813175"/>
          </a:xfrm>
          <a:prstGeom prst="line">
            <a:avLst/>
          </a:prstGeom>
          <a:noFill/>
          <a:ln w="127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728" name="Line 104"/>
          <p:cNvSpPr>
            <a:spLocks noChangeShapeType="1"/>
          </p:cNvSpPr>
          <p:nvPr/>
        </p:nvSpPr>
        <p:spPr bwMode="auto">
          <a:xfrm>
            <a:off x="4328716" y="1307122"/>
            <a:ext cx="0" cy="3813175"/>
          </a:xfrm>
          <a:prstGeom prst="line">
            <a:avLst/>
          </a:prstGeom>
          <a:noFill/>
          <a:ln w="127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729" name="Line 105"/>
          <p:cNvSpPr>
            <a:spLocks noChangeShapeType="1"/>
          </p:cNvSpPr>
          <p:nvPr/>
        </p:nvSpPr>
        <p:spPr bwMode="auto">
          <a:xfrm>
            <a:off x="4946121" y="1307122"/>
            <a:ext cx="0" cy="3813175"/>
          </a:xfrm>
          <a:prstGeom prst="line">
            <a:avLst/>
          </a:prstGeom>
          <a:noFill/>
          <a:ln w="127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730" name="Line 106"/>
          <p:cNvSpPr>
            <a:spLocks noChangeShapeType="1"/>
          </p:cNvSpPr>
          <p:nvPr/>
        </p:nvSpPr>
        <p:spPr bwMode="auto">
          <a:xfrm>
            <a:off x="5589323" y="1307122"/>
            <a:ext cx="0" cy="3813175"/>
          </a:xfrm>
          <a:prstGeom prst="line">
            <a:avLst/>
          </a:prstGeom>
          <a:noFill/>
          <a:ln w="127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54749" name="Group 125"/>
          <p:cNvGrpSpPr/>
          <p:nvPr/>
        </p:nvGrpSpPr>
        <p:grpSpPr bwMode="auto">
          <a:xfrm>
            <a:off x="1405071" y="2675547"/>
            <a:ext cx="1914128" cy="1279525"/>
            <a:chOff x="817" y="2238"/>
            <a:chExt cx="1113" cy="806"/>
          </a:xfrm>
        </p:grpSpPr>
        <p:sp>
          <p:nvSpPr>
            <p:cNvPr id="154707" name="Line 83"/>
            <p:cNvSpPr>
              <a:spLocks noChangeShapeType="1"/>
            </p:cNvSpPr>
            <p:nvPr/>
          </p:nvSpPr>
          <p:spPr bwMode="auto">
            <a:xfrm>
              <a:off x="841" y="2268"/>
              <a:ext cx="1089" cy="168"/>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19050">
                  <a:solidFill>
                    <a:schemeClr val="bg2"/>
                  </a:solidFill>
                  <a:round/>
                  <a:tailEnd type="none" w="sm"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708" name="AutoShape 84"/>
            <p:cNvSpPr>
              <a:spLocks noChangeArrowheads="1"/>
            </p:cNvSpPr>
            <p:nvPr/>
          </p:nvSpPr>
          <p:spPr bwMode="auto">
            <a:xfrm rot="5400000">
              <a:off x="976" y="2091"/>
              <a:ext cx="793" cy="1092"/>
            </a:xfrm>
            <a:prstGeom prst="parallelogram">
              <a:avLst>
                <a:gd name="adj" fmla="val 21176"/>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709" name="Text Box 85"/>
            <p:cNvSpPr txBox="1">
              <a:spLocks noChangeArrowheads="1"/>
            </p:cNvSpPr>
            <p:nvPr/>
          </p:nvSpPr>
          <p:spPr bwMode="auto">
            <a:xfrm>
              <a:off x="1113" y="2429"/>
              <a:ext cx="376"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b="1" dirty="0">
                  <a:solidFill>
                    <a:srgbClr val="333399"/>
                  </a:solidFill>
                  <a:ea typeface="黑体" panose="02010609060101010101" pitchFamily="2" charset="-122"/>
                </a:rPr>
                <a:t>报文</a:t>
              </a:r>
            </a:p>
          </p:txBody>
        </p:sp>
        <p:sp>
          <p:nvSpPr>
            <p:cNvPr id="154710" name="AutoShape 86"/>
            <p:cNvSpPr>
              <a:spLocks noChangeArrowheads="1"/>
            </p:cNvSpPr>
            <p:nvPr/>
          </p:nvSpPr>
          <p:spPr bwMode="auto">
            <a:xfrm rot="746037">
              <a:off x="1174" y="2745"/>
              <a:ext cx="408" cy="127"/>
            </a:xfrm>
            <a:prstGeom prst="rightArrow">
              <a:avLst>
                <a:gd name="adj1" fmla="val 50000"/>
                <a:gd name="adj2" fmla="val 80315"/>
              </a:avLst>
            </a:prstGeom>
            <a:solidFill>
              <a:schemeClr val="bg1"/>
            </a:solidFill>
            <a:ln w="9525">
              <a:solidFill>
                <a:srgbClr val="33339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732" name="Line 108"/>
            <p:cNvSpPr>
              <a:spLocks noChangeShapeType="1"/>
            </p:cNvSpPr>
            <p:nvPr/>
          </p:nvSpPr>
          <p:spPr bwMode="auto">
            <a:xfrm>
              <a:off x="823" y="2238"/>
              <a:ext cx="1094" cy="174"/>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733" name="Line 109"/>
            <p:cNvSpPr>
              <a:spLocks noChangeShapeType="1"/>
            </p:cNvSpPr>
            <p:nvPr/>
          </p:nvSpPr>
          <p:spPr bwMode="auto">
            <a:xfrm>
              <a:off x="817" y="2865"/>
              <a:ext cx="1100" cy="179"/>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54755" name="Group 131"/>
          <p:cNvGrpSpPr/>
          <p:nvPr/>
        </p:nvGrpSpPr>
        <p:grpSpPr bwMode="auto">
          <a:xfrm>
            <a:off x="7371028" y="1594455"/>
            <a:ext cx="631164" cy="387349"/>
            <a:chOff x="4286" y="1557"/>
            <a:chExt cx="367" cy="244"/>
          </a:xfrm>
        </p:grpSpPr>
        <p:sp>
          <p:nvSpPr>
            <p:cNvPr id="154668" name="AutoShape 44"/>
            <p:cNvSpPr>
              <a:spLocks noChangeArrowheads="1"/>
            </p:cNvSpPr>
            <p:nvPr/>
          </p:nvSpPr>
          <p:spPr bwMode="auto">
            <a:xfrm rot="5400000">
              <a:off x="4367" y="1516"/>
              <a:ext cx="211" cy="359"/>
            </a:xfrm>
            <a:prstGeom prst="parallelogram">
              <a:avLst>
                <a:gd name="adj" fmla="val 29162"/>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669" name="Text Box 45"/>
            <p:cNvSpPr txBox="1">
              <a:spLocks noChangeArrowheads="1"/>
            </p:cNvSpPr>
            <p:nvPr/>
          </p:nvSpPr>
          <p:spPr bwMode="auto">
            <a:xfrm rot="626605">
              <a:off x="4304" y="1557"/>
              <a:ext cx="246" cy="233"/>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a:solidFill>
                    <a:srgbClr val="333399"/>
                  </a:solidFill>
                  <a:ea typeface="黑体" panose="02010609060101010101" pitchFamily="2" charset="-122"/>
                </a:rPr>
                <a:t>P</a:t>
              </a:r>
              <a:r>
                <a:rPr kumimoji="1" lang="en-US" altLang="zh-CN" baseline="-25000">
                  <a:solidFill>
                    <a:srgbClr val="333399"/>
                  </a:solidFill>
                  <a:ea typeface="黑体" panose="02010609060101010101" pitchFamily="2" charset="-122"/>
                </a:rPr>
                <a:t>2</a:t>
              </a:r>
              <a:endParaRPr kumimoji="1" lang="en-US" altLang="zh-CN">
                <a:solidFill>
                  <a:srgbClr val="333399"/>
                </a:solidFill>
                <a:ea typeface="黑体" panose="02010609060101010101" pitchFamily="2" charset="-122"/>
              </a:endParaRPr>
            </a:p>
          </p:txBody>
        </p:sp>
        <p:sp>
          <p:nvSpPr>
            <p:cNvPr id="154671" name="Line 47"/>
            <p:cNvSpPr>
              <a:spLocks noChangeShapeType="1"/>
            </p:cNvSpPr>
            <p:nvPr/>
          </p:nvSpPr>
          <p:spPr bwMode="auto">
            <a:xfrm>
              <a:off x="4286" y="1738"/>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672" name="AutoShape 48"/>
            <p:cNvSpPr>
              <a:spLocks noChangeArrowheads="1"/>
            </p:cNvSpPr>
            <p:nvPr/>
          </p:nvSpPr>
          <p:spPr bwMode="auto">
            <a:xfrm rot="746037">
              <a:off x="4481" y="1652"/>
              <a:ext cx="132" cy="126"/>
            </a:xfrm>
            <a:prstGeom prst="rightArrow">
              <a:avLst>
                <a:gd name="adj1" fmla="val 50000"/>
                <a:gd name="adj2" fmla="val 26190"/>
              </a:avLst>
            </a:prstGeom>
            <a:solidFill>
              <a:schemeClr val="bg1"/>
            </a:solidFill>
            <a:ln w="9525">
              <a:solidFill>
                <a:srgbClr val="33339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670" name="Line 46"/>
            <p:cNvSpPr>
              <a:spLocks noChangeShapeType="1"/>
            </p:cNvSpPr>
            <p:nvPr/>
          </p:nvSpPr>
          <p:spPr bwMode="auto">
            <a:xfrm>
              <a:off x="4290" y="1587"/>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54754" name="Group 130"/>
          <p:cNvGrpSpPr/>
          <p:nvPr/>
        </p:nvGrpSpPr>
        <p:grpSpPr bwMode="auto">
          <a:xfrm>
            <a:off x="7379627" y="1300773"/>
            <a:ext cx="629444" cy="396876"/>
            <a:chOff x="4291" y="1372"/>
            <a:chExt cx="366" cy="250"/>
          </a:xfrm>
        </p:grpSpPr>
        <p:sp>
          <p:nvSpPr>
            <p:cNvPr id="154734" name="AutoShape 110"/>
            <p:cNvSpPr>
              <a:spLocks noChangeArrowheads="1"/>
            </p:cNvSpPr>
            <p:nvPr/>
          </p:nvSpPr>
          <p:spPr bwMode="auto">
            <a:xfrm rot="5400000">
              <a:off x="4371" y="1337"/>
              <a:ext cx="211" cy="359"/>
            </a:xfrm>
            <a:prstGeom prst="parallelogram">
              <a:avLst>
                <a:gd name="adj" fmla="val 29162"/>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735" name="Text Box 111"/>
            <p:cNvSpPr txBox="1">
              <a:spLocks noChangeArrowheads="1"/>
            </p:cNvSpPr>
            <p:nvPr/>
          </p:nvSpPr>
          <p:spPr bwMode="auto">
            <a:xfrm rot="626605">
              <a:off x="4303" y="1372"/>
              <a:ext cx="246" cy="233"/>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dirty="0">
                  <a:solidFill>
                    <a:srgbClr val="333399"/>
                  </a:solidFill>
                  <a:ea typeface="黑体" panose="02010609060101010101" pitchFamily="2" charset="-122"/>
                </a:rPr>
                <a:t>P</a:t>
              </a:r>
              <a:r>
                <a:rPr kumimoji="1" lang="en-US" altLang="zh-CN" baseline="-25000" dirty="0">
                  <a:solidFill>
                    <a:srgbClr val="333399"/>
                  </a:solidFill>
                  <a:ea typeface="黑体" panose="02010609060101010101" pitchFamily="2" charset="-122"/>
                </a:rPr>
                <a:t>1</a:t>
              </a:r>
              <a:endParaRPr kumimoji="1" lang="en-US" altLang="zh-CN" dirty="0">
                <a:solidFill>
                  <a:srgbClr val="333399"/>
                </a:solidFill>
                <a:ea typeface="黑体" panose="02010609060101010101" pitchFamily="2" charset="-122"/>
              </a:endParaRPr>
            </a:p>
          </p:txBody>
        </p:sp>
        <p:sp>
          <p:nvSpPr>
            <p:cNvPr id="154736" name="Line 112"/>
            <p:cNvSpPr>
              <a:spLocks noChangeShapeType="1"/>
            </p:cNvSpPr>
            <p:nvPr/>
          </p:nvSpPr>
          <p:spPr bwMode="auto">
            <a:xfrm>
              <a:off x="4295" y="1407"/>
              <a:ext cx="362" cy="64"/>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737" name="Line 113"/>
            <p:cNvSpPr>
              <a:spLocks noChangeShapeType="1"/>
            </p:cNvSpPr>
            <p:nvPr/>
          </p:nvSpPr>
          <p:spPr bwMode="auto">
            <a:xfrm>
              <a:off x="4291" y="1558"/>
              <a:ext cx="363" cy="64"/>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738" name="AutoShape 114"/>
            <p:cNvSpPr>
              <a:spLocks noChangeArrowheads="1"/>
            </p:cNvSpPr>
            <p:nvPr/>
          </p:nvSpPr>
          <p:spPr bwMode="auto">
            <a:xfrm rot="746037">
              <a:off x="4485" y="1472"/>
              <a:ext cx="133" cy="127"/>
            </a:xfrm>
            <a:prstGeom prst="rightArrow">
              <a:avLst>
                <a:gd name="adj1" fmla="val 50000"/>
                <a:gd name="adj2" fmla="val 26181"/>
              </a:avLst>
            </a:prstGeom>
            <a:solidFill>
              <a:schemeClr val="bg1"/>
            </a:solidFill>
            <a:ln w="9525">
              <a:solidFill>
                <a:srgbClr val="33339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54739" name="Line 115"/>
          <p:cNvSpPr>
            <a:spLocks noChangeShapeType="1"/>
          </p:cNvSpPr>
          <p:nvPr/>
        </p:nvSpPr>
        <p:spPr bwMode="auto">
          <a:xfrm>
            <a:off x="7376187" y="1316647"/>
            <a:ext cx="0" cy="3813175"/>
          </a:xfrm>
          <a:prstGeom prst="line">
            <a:avLst/>
          </a:prstGeom>
          <a:noFill/>
          <a:ln w="127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740" name="Line 116"/>
          <p:cNvSpPr>
            <a:spLocks noChangeShapeType="1"/>
          </p:cNvSpPr>
          <p:nvPr/>
        </p:nvSpPr>
        <p:spPr bwMode="auto">
          <a:xfrm>
            <a:off x="1415389" y="3782033"/>
            <a:ext cx="624284" cy="95250"/>
          </a:xfrm>
          <a:prstGeom prst="line">
            <a:avLst/>
          </a:prstGeom>
          <a:noFill/>
          <a:ln w="19050">
            <a:solidFill>
              <a:srgbClr val="333399"/>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741" name="Line 117"/>
          <p:cNvSpPr>
            <a:spLocks noChangeShapeType="1"/>
          </p:cNvSpPr>
          <p:nvPr/>
        </p:nvSpPr>
        <p:spPr bwMode="auto">
          <a:xfrm>
            <a:off x="2049992" y="3963008"/>
            <a:ext cx="613966" cy="95250"/>
          </a:xfrm>
          <a:prstGeom prst="line">
            <a:avLst/>
          </a:prstGeom>
          <a:noFill/>
          <a:ln w="19050">
            <a:solidFill>
              <a:srgbClr val="333399"/>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742" name="Line 118"/>
          <p:cNvSpPr>
            <a:spLocks noChangeShapeType="1"/>
          </p:cNvSpPr>
          <p:nvPr/>
        </p:nvSpPr>
        <p:spPr bwMode="auto">
          <a:xfrm>
            <a:off x="2663958" y="4153509"/>
            <a:ext cx="622565" cy="85725"/>
          </a:xfrm>
          <a:prstGeom prst="line">
            <a:avLst/>
          </a:prstGeom>
          <a:noFill/>
          <a:ln w="19050">
            <a:solidFill>
              <a:srgbClr val="333399"/>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54748" name="Group 124"/>
          <p:cNvGrpSpPr/>
          <p:nvPr/>
        </p:nvGrpSpPr>
        <p:grpSpPr bwMode="auto">
          <a:xfrm>
            <a:off x="194337" y="3677258"/>
            <a:ext cx="1176338" cy="592138"/>
            <a:chOff x="113" y="2869"/>
            <a:chExt cx="684" cy="373"/>
          </a:xfrm>
        </p:grpSpPr>
        <p:sp>
          <p:nvSpPr>
            <p:cNvPr id="154743" name="Line 119"/>
            <p:cNvSpPr>
              <a:spLocks noChangeShapeType="1"/>
            </p:cNvSpPr>
            <p:nvPr/>
          </p:nvSpPr>
          <p:spPr bwMode="auto">
            <a:xfrm>
              <a:off x="615" y="3241"/>
              <a:ext cx="182" cy="0"/>
            </a:xfrm>
            <a:prstGeom prst="line">
              <a:avLst/>
            </a:prstGeom>
            <a:noFill/>
            <a:ln w="952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54744" name="Line 120"/>
            <p:cNvSpPr>
              <a:spLocks noChangeShapeType="1"/>
            </p:cNvSpPr>
            <p:nvPr/>
          </p:nvSpPr>
          <p:spPr bwMode="auto">
            <a:xfrm>
              <a:off x="721" y="2869"/>
              <a:ext cx="0" cy="373"/>
            </a:xfrm>
            <a:prstGeom prst="line">
              <a:avLst/>
            </a:prstGeom>
            <a:noFill/>
            <a:ln w="9525">
              <a:solidFill>
                <a:srgbClr val="333399"/>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54745" name="Text Box 121"/>
            <p:cNvSpPr txBox="1">
              <a:spLocks noChangeArrowheads="1"/>
            </p:cNvSpPr>
            <p:nvPr/>
          </p:nvSpPr>
          <p:spPr bwMode="auto">
            <a:xfrm>
              <a:off x="113" y="2933"/>
              <a:ext cx="644" cy="2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0000"/>
                </a:lnSpc>
              </a:pPr>
              <a:r>
                <a:rPr kumimoji="1" lang="zh-CN" altLang="en-US" b="1">
                  <a:solidFill>
                    <a:srgbClr val="333399"/>
                  </a:solidFill>
                  <a:ea typeface="黑体" panose="02010609060101010101" pitchFamily="2" charset="-122"/>
                </a:rPr>
                <a:t>连接释放</a:t>
              </a:r>
            </a:p>
          </p:txBody>
        </p:sp>
      </p:grpSp>
      <p:sp>
        <p:nvSpPr>
          <p:cNvPr id="154731" name="Freeform 107"/>
          <p:cNvSpPr/>
          <p:nvPr/>
        </p:nvSpPr>
        <p:spPr bwMode="auto">
          <a:xfrm>
            <a:off x="3293402" y="1351572"/>
            <a:ext cx="5159" cy="3813175"/>
          </a:xfrm>
          <a:custGeom>
            <a:avLst/>
            <a:gdLst>
              <a:gd name="T0" fmla="*/ 3 w 3"/>
              <a:gd name="T1" fmla="*/ 0 h 2736"/>
              <a:gd name="T2" fmla="*/ 0 w 3"/>
              <a:gd name="T3" fmla="*/ 2736 h 2736"/>
            </a:gdLst>
            <a:ahLst/>
            <a:cxnLst>
              <a:cxn ang="0">
                <a:pos x="T0" y="T1"/>
              </a:cxn>
              <a:cxn ang="0">
                <a:pos x="T2" y="T3"/>
              </a:cxn>
            </a:cxnLst>
            <a:rect l="0" t="0" r="r" b="b"/>
            <a:pathLst>
              <a:path w="3" h="2736">
                <a:moveTo>
                  <a:pt x="3" y="0"/>
                </a:moveTo>
                <a:lnTo>
                  <a:pt x="0" y="2736"/>
                </a:lnTo>
              </a:path>
            </a:pathLst>
          </a:custGeom>
          <a:noFill/>
          <a:ln w="1270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767" name="AutoShape 143"/>
          <p:cNvSpPr>
            <a:spLocks noChangeArrowheads="1"/>
          </p:cNvSpPr>
          <p:nvPr/>
        </p:nvSpPr>
        <p:spPr bwMode="auto">
          <a:xfrm>
            <a:off x="416496" y="5365750"/>
            <a:ext cx="9220919" cy="1447800"/>
          </a:xfrm>
          <a:prstGeom prst="roundRect">
            <a:avLst>
              <a:gd name="adj" fmla="val 16667"/>
            </a:avLst>
          </a:prstGeom>
          <a:noFill/>
          <a:ln w="9525">
            <a:solidFill>
              <a:schemeClr val="tx1"/>
            </a:solidFill>
            <a:round/>
            <a:headEnd type="none" w="sm" len="lg"/>
            <a:tailEnd type="none" w="sm" len="lg"/>
          </a:ln>
          <a:effectLst/>
          <a:extLst>
            <a:ext uri="{909E8E84-426E-40DD-AFC4-6F175D3DCCD1}">
              <a14:hiddenFill xmlns:a14="http://schemas.microsoft.com/office/drawing/2010/main">
                <a:solidFill>
                  <a:srgbClr val="DDDDD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768" name="Line 144"/>
          <p:cNvSpPr>
            <a:spLocks noChangeShapeType="1"/>
          </p:cNvSpPr>
          <p:nvPr/>
        </p:nvSpPr>
        <p:spPr bwMode="auto">
          <a:xfrm>
            <a:off x="7326015" y="6203950"/>
            <a:ext cx="1816100" cy="0"/>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4769" name="Line 145"/>
          <p:cNvSpPr>
            <a:spLocks noChangeShapeType="1"/>
          </p:cNvSpPr>
          <p:nvPr/>
        </p:nvSpPr>
        <p:spPr bwMode="auto">
          <a:xfrm>
            <a:off x="4271665" y="6203950"/>
            <a:ext cx="1816100" cy="0"/>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4770" name="Line 146"/>
          <p:cNvSpPr>
            <a:spLocks noChangeShapeType="1"/>
          </p:cNvSpPr>
          <p:nvPr/>
        </p:nvSpPr>
        <p:spPr bwMode="auto">
          <a:xfrm>
            <a:off x="1382415" y="6203950"/>
            <a:ext cx="1816100" cy="0"/>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54771" name="Group 147"/>
          <p:cNvGrpSpPr/>
          <p:nvPr/>
        </p:nvGrpSpPr>
        <p:grpSpPr bwMode="auto">
          <a:xfrm>
            <a:off x="1299865" y="6051550"/>
            <a:ext cx="2063750" cy="228600"/>
            <a:chOff x="768" y="2544"/>
            <a:chExt cx="1200" cy="144"/>
          </a:xfrm>
        </p:grpSpPr>
        <p:sp>
          <p:nvSpPr>
            <p:cNvPr id="154772" name="AutoShape 148"/>
            <p:cNvSpPr>
              <a:spLocks noChangeArrowheads="1"/>
            </p:cNvSpPr>
            <p:nvPr/>
          </p:nvSpPr>
          <p:spPr bwMode="auto">
            <a:xfrm>
              <a:off x="768" y="2544"/>
              <a:ext cx="144" cy="144"/>
            </a:xfrm>
            <a:prstGeom prst="cube">
              <a:avLst>
                <a:gd name="adj" fmla="val 25000"/>
              </a:avLst>
            </a:prstGeom>
            <a:solidFill>
              <a:srgbClr val="DDDDDD"/>
            </a:solid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773" name="AutoShape 149"/>
            <p:cNvSpPr>
              <a:spLocks noChangeArrowheads="1"/>
            </p:cNvSpPr>
            <p:nvPr/>
          </p:nvSpPr>
          <p:spPr bwMode="auto">
            <a:xfrm>
              <a:off x="1120" y="2544"/>
              <a:ext cx="144" cy="144"/>
            </a:xfrm>
            <a:prstGeom prst="cube">
              <a:avLst>
                <a:gd name="adj" fmla="val 25000"/>
              </a:avLst>
            </a:prstGeom>
            <a:solidFill>
              <a:srgbClr val="DDDDDD"/>
            </a:solid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774" name="AutoShape 150"/>
            <p:cNvSpPr>
              <a:spLocks noChangeArrowheads="1"/>
            </p:cNvSpPr>
            <p:nvPr/>
          </p:nvSpPr>
          <p:spPr bwMode="auto">
            <a:xfrm>
              <a:off x="1472" y="2544"/>
              <a:ext cx="144" cy="144"/>
            </a:xfrm>
            <a:prstGeom prst="cube">
              <a:avLst>
                <a:gd name="adj" fmla="val 25000"/>
              </a:avLst>
            </a:prstGeom>
            <a:solidFill>
              <a:srgbClr val="DDDDDD"/>
            </a:solid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775" name="AutoShape 151"/>
            <p:cNvSpPr>
              <a:spLocks noChangeArrowheads="1"/>
            </p:cNvSpPr>
            <p:nvPr/>
          </p:nvSpPr>
          <p:spPr bwMode="auto">
            <a:xfrm>
              <a:off x="1824" y="2544"/>
              <a:ext cx="144" cy="144"/>
            </a:xfrm>
            <a:prstGeom prst="cube">
              <a:avLst>
                <a:gd name="adj" fmla="val 25000"/>
              </a:avLst>
            </a:prstGeom>
            <a:solidFill>
              <a:srgbClr val="DDDDDD"/>
            </a:solid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54776" name="Group 152"/>
          <p:cNvGrpSpPr/>
          <p:nvPr/>
        </p:nvGrpSpPr>
        <p:grpSpPr bwMode="auto">
          <a:xfrm>
            <a:off x="4189115" y="6051550"/>
            <a:ext cx="2063750" cy="228600"/>
            <a:chOff x="768" y="2544"/>
            <a:chExt cx="1200" cy="144"/>
          </a:xfrm>
        </p:grpSpPr>
        <p:sp>
          <p:nvSpPr>
            <p:cNvPr id="154777" name="AutoShape 153"/>
            <p:cNvSpPr>
              <a:spLocks noChangeArrowheads="1"/>
            </p:cNvSpPr>
            <p:nvPr/>
          </p:nvSpPr>
          <p:spPr bwMode="auto">
            <a:xfrm>
              <a:off x="768" y="2544"/>
              <a:ext cx="144" cy="144"/>
            </a:xfrm>
            <a:prstGeom prst="cube">
              <a:avLst>
                <a:gd name="adj" fmla="val 25000"/>
              </a:avLst>
            </a:prstGeom>
            <a:solidFill>
              <a:srgbClr val="DDDDDD"/>
            </a:solid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778" name="AutoShape 154"/>
            <p:cNvSpPr>
              <a:spLocks noChangeArrowheads="1"/>
            </p:cNvSpPr>
            <p:nvPr/>
          </p:nvSpPr>
          <p:spPr bwMode="auto">
            <a:xfrm>
              <a:off x="1120" y="2544"/>
              <a:ext cx="144" cy="144"/>
            </a:xfrm>
            <a:prstGeom prst="cube">
              <a:avLst>
                <a:gd name="adj" fmla="val 25000"/>
              </a:avLst>
            </a:prstGeom>
            <a:solidFill>
              <a:srgbClr val="DDDDDD"/>
            </a:solid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779" name="AutoShape 155"/>
            <p:cNvSpPr>
              <a:spLocks noChangeArrowheads="1"/>
            </p:cNvSpPr>
            <p:nvPr/>
          </p:nvSpPr>
          <p:spPr bwMode="auto">
            <a:xfrm>
              <a:off x="1472" y="2544"/>
              <a:ext cx="144" cy="144"/>
            </a:xfrm>
            <a:prstGeom prst="cube">
              <a:avLst>
                <a:gd name="adj" fmla="val 25000"/>
              </a:avLst>
            </a:prstGeom>
            <a:solidFill>
              <a:srgbClr val="DDDDDD"/>
            </a:solid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780" name="AutoShape 156"/>
            <p:cNvSpPr>
              <a:spLocks noChangeArrowheads="1"/>
            </p:cNvSpPr>
            <p:nvPr/>
          </p:nvSpPr>
          <p:spPr bwMode="auto">
            <a:xfrm>
              <a:off x="1824" y="2544"/>
              <a:ext cx="144" cy="144"/>
            </a:xfrm>
            <a:prstGeom prst="cube">
              <a:avLst>
                <a:gd name="adj" fmla="val 25000"/>
              </a:avLst>
            </a:prstGeom>
            <a:solidFill>
              <a:srgbClr val="DDDDDD"/>
            </a:solid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54781" name="Group 157"/>
          <p:cNvGrpSpPr/>
          <p:nvPr/>
        </p:nvGrpSpPr>
        <p:grpSpPr bwMode="auto">
          <a:xfrm>
            <a:off x="7243465" y="6051550"/>
            <a:ext cx="2063750" cy="228600"/>
            <a:chOff x="768" y="2544"/>
            <a:chExt cx="1200" cy="144"/>
          </a:xfrm>
        </p:grpSpPr>
        <p:sp>
          <p:nvSpPr>
            <p:cNvPr id="154782" name="AutoShape 158"/>
            <p:cNvSpPr>
              <a:spLocks noChangeArrowheads="1"/>
            </p:cNvSpPr>
            <p:nvPr/>
          </p:nvSpPr>
          <p:spPr bwMode="auto">
            <a:xfrm>
              <a:off x="768" y="2544"/>
              <a:ext cx="144" cy="144"/>
            </a:xfrm>
            <a:prstGeom prst="cube">
              <a:avLst>
                <a:gd name="adj" fmla="val 25000"/>
              </a:avLst>
            </a:prstGeom>
            <a:solidFill>
              <a:srgbClr val="DDDDDD"/>
            </a:solid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783" name="AutoShape 159"/>
            <p:cNvSpPr>
              <a:spLocks noChangeArrowheads="1"/>
            </p:cNvSpPr>
            <p:nvPr/>
          </p:nvSpPr>
          <p:spPr bwMode="auto">
            <a:xfrm>
              <a:off x="1120" y="2544"/>
              <a:ext cx="144" cy="144"/>
            </a:xfrm>
            <a:prstGeom prst="cube">
              <a:avLst>
                <a:gd name="adj" fmla="val 25000"/>
              </a:avLst>
            </a:prstGeom>
            <a:solidFill>
              <a:srgbClr val="DDDDDD"/>
            </a:solid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784" name="AutoShape 160"/>
            <p:cNvSpPr>
              <a:spLocks noChangeArrowheads="1"/>
            </p:cNvSpPr>
            <p:nvPr/>
          </p:nvSpPr>
          <p:spPr bwMode="auto">
            <a:xfrm>
              <a:off x="1472" y="2544"/>
              <a:ext cx="144" cy="144"/>
            </a:xfrm>
            <a:prstGeom prst="cube">
              <a:avLst>
                <a:gd name="adj" fmla="val 25000"/>
              </a:avLst>
            </a:prstGeom>
            <a:solidFill>
              <a:srgbClr val="DDDDDD"/>
            </a:solid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785" name="AutoShape 161"/>
            <p:cNvSpPr>
              <a:spLocks noChangeArrowheads="1"/>
            </p:cNvSpPr>
            <p:nvPr/>
          </p:nvSpPr>
          <p:spPr bwMode="auto">
            <a:xfrm>
              <a:off x="1824" y="2544"/>
              <a:ext cx="144" cy="144"/>
            </a:xfrm>
            <a:prstGeom prst="cube">
              <a:avLst>
                <a:gd name="adj" fmla="val 25000"/>
              </a:avLst>
            </a:prstGeom>
            <a:solidFill>
              <a:srgbClr val="DDDDDD"/>
            </a:solid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54786" name="AutoShape 162"/>
          <p:cNvSpPr>
            <a:spLocks noChangeArrowheads="1"/>
          </p:cNvSpPr>
          <p:nvPr/>
        </p:nvSpPr>
        <p:spPr bwMode="auto">
          <a:xfrm>
            <a:off x="4189115" y="5670550"/>
            <a:ext cx="742950" cy="304800"/>
          </a:xfrm>
          <a:prstGeom prst="curvedDownArrow">
            <a:avLst>
              <a:gd name="adj1" fmla="val 49271"/>
              <a:gd name="adj2" fmla="val 94271"/>
              <a:gd name="adj3" fmla="val 52602"/>
            </a:avLst>
          </a:prstGeom>
          <a:solidFill>
            <a:srgbClr val="DDDDDD"/>
          </a:solid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787" name="AutoShape 163"/>
          <p:cNvSpPr>
            <a:spLocks noChangeArrowheads="1"/>
          </p:cNvSpPr>
          <p:nvPr/>
        </p:nvSpPr>
        <p:spPr bwMode="auto">
          <a:xfrm>
            <a:off x="4890790" y="5670550"/>
            <a:ext cx="742950" cy="304800"/>
          </a:xfrm>
          <a:prstGeom prst="curvedDownArrow">
            <a:avLst>
              <a:gd name="adj1" fmla="val 49271"/>
              <a:gd name="adj2" fmla="val 94271"/>
              <a:gd name="adj3" fmla="val 52602"/>
            </a:avLst>
          </a:prstGeom>
          <a:solidFill>
            <a:srgbClr val="DDDDDD"/>
          </a:solid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788" name="AutoShape 164"/>
          <p:cNvSpPr>
            <a:spLocks noChangeArrowheads="1"/>
          </p:cNvSpPr>
          <p:nvPr/>
        </p:nvSpPr>
        <p:spPr bwMode="auto">
          <a:xfrm>
            <a:off x="5592465" y="5670550"/>
            <a:ext cx="742950" cy="304800"/>
          </a:xfrm>
          <a:prstGeom prst="curvedDownArrow">
            <a:avLst>
              <a:gd name="adj1" fmla="val 49271"/>
              <a:gd name="adj2" fmla="val 94271"/>
              <a:gd name="adj3" fmla="val 52602"/>
            </a:avLst>
          </a:prstGeom>
          <a:solidFill>
            <a:srgbClr val="DDDDDD"/>
          </a:solid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789" name="AutoShape 165"/>
          <p:cNvSpPr>
            <a:spLocks noChangeArrowheads="1"/>
          </p:cNvSpPr>
          <p:nvPr/>
        </p:nvSpPr>
        <p:spPr bwMode="auto">
          <a:xfrm>
            <a:off x="1382415" y="5746750"/>
            <a:ext cx="2063750" cy="304800"/>
          </a:xfrm>
          <a:prstGeom prst="rightArrow">
            <a:avLst>
              <a:gd name="adj1" fmla="val 58333"/>
              <a:gd name="adj2" fmla="val 109375"/>
            </a:avLst>
          </a:prstGeom>
          <a:solidFill>
            <a:srgbClr val="969696"/>
          </a:solid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790" name="AutoShape 166"/>
          <p:cNvSpPr>
            <a:spLocks noChangeArrowheads="1"/>
          </p:cNvSpPr>
          <p:nvPr/>
        </p:nvSpPr>
        <p:spPr bwMode="auto">
          <a:xfrm>
            <a:off x="7243465" y="5670550"/>
            <a:ext cx="742950" cy="304800"/>
          </a:xfrm>
          <a:prstGeom prst="curvedDownArrow">
            <a:avLst>
              <a:gd name="adj1" fmla="val 13542"/>
              <a:gd name="adj2" fmla="val 66667"/>
              <a:gd name="adj3" fmla="val 36977"/>
            </a:avLst>
          </a:prstGeom>
          <a:solidFill>
            <a:srgbClr val="DDDDDD"/>
          </a:solid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791" name="AutoShape 167"/>
          <p:cNvSpPr>
            <a:spLocks noChangeArrowheads="1"/>
          </p:cNvSpPr>
          <p:nvPr/>
        </p:nvSpPr>
        <p:spPr bwMode="auto">
          <a:xfrm>
            <a:off x="7903865" y="5670550"/>
            <a:ext cx="742950" cy="304800"/>
          </a:xfrm>
          <a:prstGeom prst="curvedDownArrow">
            <a:avLst>
              <a:gd name="adj1" fmla="val 13542"/>
              <a:gd name="adj2" fmla="val 66667"/>
              <a:gd name="adj3" fmla="val 36977"/>
            </a:avLst>
          </a:prstGeom>
          <a:solidFill>
            <a:srgbClr val="DDDDDD"/>
          </a:solid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792" name="AutoShape 168"/>
          <p:cNvSpPr>
            <a:spLocks noChangeArrowheads="1"/>
          </p:cNvSpPr>
          <p:nvPr/>
        </p:nvSpPr>
        <p:spPr bwMode="auto">
          <a:xfrm>
            <a:off x="8564265" y="5670550"/>
            <a:ext cx="742950" cy="304800"/>
          </a:xfrm>
          <a:prstGeom prst="curvedDownArrow">
            <a:avLst>
              <a:gd name="adj1" fmla="val 13542"/>
              <a:gd name="adj2" fmla="val 66667"/>
              <a:gd name="adj3" fmla="val 36977"/>
            </a:avLst>
          </a:prstGeom>
          <a:solidFill>
            <a:srgbClr val="DDDDDD"/>
          </a:solid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793" name="Text Box 169"/>
          <p:cNvSpPr txBox="1">
            <a:spLocks noChangeArrowheads="1"/>
          </p:cNvSpPr>
          <p:nvPr/>
        </p:nvSpPr>
        <p:spPr bwMode="auto">
          <a:xfrm>
            <a:off x="562253" y="5613106"/>
            <a:ext cx="646331" cy="840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lnSpc>
                <a:spcPct val="90000"/>
              </a:lnSpc>
            </a:pPr>
            <a:r>
              <a:rPr kumimoji="1" lang="zh-CN" altLang="en-US" b="1" dirty="0">
                <a:solidFill>
                  <a:srgbClr val="FF0000"/>
                </a:solidFill>
                <a:latin typeface="Times New Roman" panose="02020603050405020304" pitchFamily="18" charset="0"/>
              </a:rPr>
              <a:t>数据</a:t>
            </a:r>
            <a:endParaRPr kumimoji="1" lang="en-US" altLang="zh-CN" b="1" dirty="0">
              <a:solidFill>
                <a:srgbClr val="FF0000"/>
              </a:solidFill>
              <a:latin typeface="Times New Roman" panose="02020603050405020304" pitchFamily="18" charset="0"/>
            </a:endParaRPr>
          </a:p>
          <a:p>
            <a:pPr algn="ctr">
              <a:lnSpc>
                <a:spcPct val="90000"/>
              </a:lnSpc>
            </a:pPr>
            <a:r>
              <a:rPr kumimoji="1" lang="zh-CN" altLang="en-US" b="1" dirty="0">
                <a:solidFill>
                  <a:srgbClr val="FF0000"/>
                </a:solidFill>
                <a:latin typeface="Times New Roman" panose="02020603050405020304" pitchFamily="18" charset="0"/>
              </a:rPr>
              <a:t>传送</a:t>
            </a:r>
          </a:p>
          <a:p>
            <a:pPr algn="ctr">
              <a:lnSpc>
                <a:spcPct val="90000"/>
              </a:lnSpc>
            </a:pPr>
            <a:r>
              <a:rPr kumimoji="1" lang="zh-CN" altLang="en-US" b="1" dirty="0">
                <a:solidFill>
                  <a:srgbClr val="FF0000"/>
                </a:solidFill>
                <a:latin typeface="Times New Roman" panose="02020603050405020304" pitchFamily="18" charset="0"/>
              </a:rPr>
              <a:t>特点</a:t>
            </a:r>
          </a:p>
        </p:txBody>
      </p:sp>
      <p:sp>
        <p:nvSpPr>
          <p:cNvPr id="154794" name="Text Box 170"/>
          <p:cNvSpPr txBox="1">
            <a:spLocks noChangeArrowheads="1"/>
          </p:cNvSpPr>
          <p:nvPr/>
        </p:nvSpPr>
        <p:spPr bwMode="auto">
          <a:xfrm>
            <a:off x="1342860" y="5465764"/>
            <a:ext cx="1800493" cy="341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0000"/>
              </a:lnSpc>
            </a:pPr>
            <a:r>
              <a:rPr kumimoji="1" lang="zh-CN" altLang="en-US" b="1">
                <a:solidFill>
                  <a:srgbClr val="FF0000"/>
                </a:solidFill>
                <a:latin typeface="Times New Roman" panose="02020603050405020304" pitchFamily="18" charset="0"/>
              </a:rPr>
              <a:t>比特流直达终点</a:t>
            </a:r>
          </a:p>
        </p:txBody>
      </p:sp>
      <p:sp>
        <p:nvSpPr>
          <p:cNvPr id="154795" name="Text Box 171"/>
          <p:cNvSpPr txBox="1">
            <a:spLocks noChangeArrowheads="1"/>
          </p:cNvSpPr>
          <p:nvPr/>
        </p:nvSpPr>
        <p:spPr bwMode="auto">
          <a:xfrm>
            <a:off x="4189115" y="5341939"/>
            <a:ext cx="646331" cy="341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0000"/>
              </a:lnSpc>
            </a:pPr>
            <a:r>
              <a:rPr kumimoji="1" lang="zh-CN" altLang="en-US" b="1" dirty="0">
                <a:solidFill>
                  <a:srgbClr val="FF0000"/>
                </a:solidFill>
                <a:latin typeface="Times New Roman" panose="02020603050405020304" pitchFamily="18" charset="0"/>
              </a:rPr>
              <a:t>报文</a:t>
            </a:r>
          </a:p>
        </p:txBody>
      </p:sp>
      <p:sp>
        <p:nvSpPr>
          <p:cNvPr id="154796" name="Text Box 172"/>
          <p:cNvSpPr txBox="1">
            <a:spLocks noChangeArrowheads="1"/>
          </p:cNvSpPr>
          <p:nvPr/>
        </p:nvSpPr>
        <p:spPr bwMode="auto">
          <a:xfrm>
            <a:off x="4901109" y="5341939"/>
            <a:ext cx="646331" cy="341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0000"/>
              </a:lnSpc>
            </a:pPr>
            <a:r>
              <a:rPr kumimoji="1" lang="zh-CN" altLang="en-US" b="1">
                <a:solidFill>
                  <a:srgbClr val="FF0000"/>
                </a:solidFill>
                <a:latin typeface="Times New Roman" panose="02020603050405020304" pitchFamily="18" charset="0"/>
              </a:rPr>
              <a:t>报文</a:t>
            </a:r>
          </a:p>
        </p:txBody>
      </p:sp>
      <p:sp>
        <p:nvSpPr>
          <p:cNvPr id="154797" name="Text Box 173"/>
          <p:cNvSpPr txBox="1">
            <a:spLocks noChangeArrowheads="1"/>
          </p:cNvSpPr>
          <p:nvPr/>
        </p:nvSpPr>
        <p:spPr bwMode="auto">
          <a:xfrm>
            <a:off x="5613102" y="5341939"/>
            <a:ext cx="646331" cy="341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0000"/>
              </a:lnSpc>
            </a:pPr>
            <a:r>
              <a:rPr kumimoji="1" lang="zh-CN" altLang="en-US" b="1">
                <a:solidFill>
                  <a:srgbClr val="FF0000"/>
                </a:solidFill>
                <a:latin typeface="Times New Roman" panose="02020603050405020304" pitchFamily="18" charset="0"/>
              </a:rPr>
              <a:t>报文</a:t>
            </a:r>
          </a:p>
        </p:txBody>
      </p:sp>
      <p:sp>
        <p:nvSpPr>
          <p:cNvPr id="154798" name="Text Box 174"/>
          <p:cNvSpPr txBox="1">
            <a:spLocks noChangeArrowheads="1"/>
          </p:cNvSpPr>
          <p:nvPr/>
        </p:nvSpPr>
        <p:spPr bwMode="auto">
          <a:xfrm>
            <a:off x="7243465" y="5341939"/>
            <a:ext cx="646331" cy="341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0000"/>
              </a:lnSpc>
            </a:pPr>
            <a:r>
              <a:rPr kumimoji="1" lang="zh-CN" altLang="en-US" b="1">
                <a:solidFill>
                  <a:srgbClr val="FF0000"/>
                </a:solidFill>
                <a:latin typeface="Times New Roman" panose="02020603050405020304" pitchFamily="18" charset="0"/>
              </a:rPr>
              <a:t>分组</a:t>
            </a:r>
          </a:p>
        </p:txBody>
      </p:sp>
      <p:sp>
        <p:nvSpPr>
          <p:cNvPr id="154799" name="Text Box 175"/>
          <p:cNvSpPr txBox="1">
            <a:spLocks noChangeArrowheads="1"/>
          </p:cNvSpPr>
          <p:nvPr/>
        </p:nvSpPr>
        <p:spPr bwMode="auto">
          <a:xfrm>
            <a:off x="7914184" y="5341939"/>
            <a:ext cx="646331" cy="341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0000"/>
              </a:lnSpc>
            </a:pPr>
            <a:r>
              <a:rPr kumimoji="1" lang="zh-CN" altLang="en-US" b="1">
                <a:solidFill>
                  <a:srgbClr val="FF0000"/>
                </a:solidFill>
                <a:latin typeface="Times New Roman" panose="02020603050405020304" pitchFamily="18" charset="0"/>
              </a:rPr>
              <a:t>分组</a:t>
            </a:r>
          </a:p>
        </p:txBody>
      </p:sp>
      <p:sp>
        <p:nvSpPr>
          <p:cNvPr id="154800" name="Text Box 176"/>
          <p:cNvSpPr txBox="1">
            <a:spLocks noChangeArrowheads="1"/>
          </p:cNvSpPr>
          <p:nvPr/>
        </p:nvSpPr>
        <p:spPr bwMode="auto">
          <a:xfrm>
            <a:off x="8584902" y="5341939"/>
            <a:ext cx="646331" cy="341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0000"/>
              </a:lnSpc>
            </a:pPr>
            <a:r>
              <a:rPr kumimoji="1" lang="zh-CN" altLang="en-US" b="1">
                <a:solidFill>
                  <a:srgbClr val="FF0000"/>
                </a:solidFill>
                <a:latin typeface="Times New Roman" panose="02020603050405020304" pitchFamily="18" charset="0"/>
              </a:rPr>
              <a:t>分组</a:t>
            </a:r>
          </a:p>
        </p:txBody>
      </p:sp>
      <p:sp>
        <p:nvSpPr>
          <p:cNvPr id="154801" name="Text Box 177"/>
          <p:cNvSpPr txBox="1">
            <a:spLocks noChangeArrowheads="1"/>
          </p:cNvSpPr>
          <p:nvPr/>
        </p:nvSpPr>
        <p:spPr bwMode="auto">
          <a:xfrm>
            <a:off x="4569189" y="6280150"/>
            <a:ext cx="595035" cy="5355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0000"/>
              </a:lnSpc>
            </a:pPr>
            <a:r>
              <a:rPr kumimoji="1" lang="zh-CN" altLang="en-US" sz="1600" b="1" dirty="0">
                <a:latin typeface="Times New Roman" panose="02020603050405020304" pitchFamily="18" charset="0"/>
              </a:rPr>
              <a:t>存储</a:t>
            </a:r>
          </a:p>
          <a:p>
            <a:pPr>
              <a:lnSpc>
                <a:spcPct val="90000"/>
              </a:lnSpc>
            </a:pPr>
            <a:r>
              <a:rPr kumimoji="1" lang="zh-CN" altLang="en-US" sz="1600" b="1" dirty="0">
                <a:latin typeface="Times New Roman" panose="02020603050405020304" pitchFamily="18" charset="0"/>
              </a:rPr>
              <a:t>转发</a:t>
            </a:r>
          </a:p>
        </p:txBody>
      </p:sp>
      <p:sp>
        <p:nvSpPr>
          <p:cNvPr id="154802" name="Text Box 178"/>
          <p:cNvSpPr txBox="1">
            <a:spLocks noChangeArrowheads="1"/>
          </p:cNvSpPr>
          <p:nvPr/>
        </p:nvSpPr>
        <p:spPr bwMode="auto">
          <a:xfrm>
            <a:off x="5200352" y="6280150"/>
            <a:ext cx="595035" cy="5355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0000"/>
              </a:lnSpc>
            </a:pPr>
            <a:r>
              <a:rPr kumimoji="1" lang="zh-CN" altLang="en-US" sz="1600" b="1">
                <a:latin typeface="Times New Roman" panose="02020603050405020304" pitchFamily="18" charset="0"/>
              </a:rPr>
              <a:t>存储</a:t>
            </a:r>
          </a:p>
          <a:p>
            <a:pPr>
              <a:lnSpc>
                <a:spcPct val="90000"/>
              </a:lnSpc>
            </a:pPr>
            <a:r>
              <a:rPr kumimoji="1" lang="zh-CN" altLang="en-US" sz="1600" b="1">
                <a:latin typeface="Times New Roman" panose="02020603050405020304" pitchFamily="18" charset="0"/>
              </a:rPr>
              <a:t>转发</a:t>
            </a:r>
          </a:p>
        </p:txBody>
      </p:sp>
      <p:sp>
        <p:nvSpPr>
          <p:cNvPr id="154803" name="Text Box 179"/>
          <p:cNvSpPr txBox="1">
            <a:spLocks noChangeArrowheads="1"/>
          </p:cNvSpPr>
          <p:nvPr/>
        </p:nvSpPr>
        <p:spPr bwMode="auto">
          <a:xfrm>
            <a:off x="7642456" y="6267450"/>
            <a:ext cx="595035" cy="5355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0000"/>
              </a:lnSpc>
            </a:pPr>
            <a:r>
              <a:rPr kumimoji="1" lang="zh-CN" altLang="en-US" sz="1600" b="1">
                <a:latin typeface="Times New Roman" panose="02020603050405020304" pitchFamily="18" charset="0"/>
              </a:rPr>
              <a:t>存储</a:t>
            </a:r>
          </a:p>
          <a:p>
            <a:pPr>
              <a:lnSpc>
                <a:spcPct val="90000"/>
              </a:lnSpc>
            </a:pPr>
            <a:r>
              <a:rPr kumimoji="1" lang="zh-CN" altLang="en-US" sz="1600" b="1">
                <a:latin typeface="Times New Roman" panose="02020603050405020304" pitchFamily="18" charset="0"/>
              </a:rPr>
              <a:t>转发</a:t>
            </a:r>
          </a:p>
        </p:txBody>
      </p:sp>
      <p:sp>
        <p:nvSpPr>
          <p:cNvPr id="154804" name="Text Box 180"/>
          <p:cNvSpPr txBox="1">
            <a:spLocks noChangeArrowheads="1"/>
          </p:cNvSpPr>
          <p:nvPr/>
        </p:nvSpPr>
        <p:spPr bwMode="auto">
          <a:xfrm>
            <a:off x="8254702" y="6280150"/>
            <a:ext cx="595035" cy="5355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0000"/>
              </a:lnSpc>
            </a:pPr>
            <a:r>
              <a:rPr kumimoji="1" lang="zh-CN" altLang="en-US" sz="1600" b="1">
                <a:latin typeface="Times New Roman" panose="02020603050405020304" pitchFamily="18" charset="0"/>
              </a:rPr>
              <a:t>存储</a:t>
            </a:r>
          </a:p>
          <a:p>
            <a:pPr>
              <a:lnSpc>
                <a:spcPct val="90000"/>
              </a:lnSpc>
            </a:pPr>
            <a:r>
              <a:rPr kumimoji="1" lang="zh-CN" altLang="en-US" sz="1600" b="1">
                <a:latin typeface="Times New Roman" panose="02020603050405020304" pitchFamily="18" charset="0"/>
              </a:rPr>
              <a:t>转发</a:t>
            </a:r>
          </a:p>
        </p:txBody>
      </p:sp>
      <p:sp>
        <p:nvSpPr>
          <p:cNvPr id="179" name="Rectangle 2">
            <a:extLst>
              <a:ext uri="{FF2B5EF4-FFF2-40B4-BE49-F238E27FC236}">
                <a16:creationId xmlns:a16="http://schemas.microsoft.com/office/drawing/2014/main" id="{A54B2135-ADE7-4757-AE41-16861360F8A6}"/>
              </a:ext>
            </a:extLst>
          </p:cNvPr>
          <p:cNvSpPr txBox="1">
            <a:spLocks noChangeArrowheads="1"/>
          </p:cNvSpPr>
          <p:nvPr/>
        </p:nvSpPr>
        <p:spPr>
          <a:xfrm>
            <a:off x="495300" y="44624"/>
            <a:ext cx="9066212" cy="792088"/>
          </a:xfrm>
          <a:prstGeom prst="rect">
            <a:avLst/>
          </a:prstGeom>
        </p:spPr>
        <p:txBody>
          <a:bodyPr/>
          <a:lstStyle>
            <a:lvl1pPr algn="l" rtl="0" eaLnBrk="1" fontAlgn="base" hangingPunct="1">
              <a:spcBef>
                <a:spcPct val="0"/>
              </a:spcBef>
              <a:spcAft>
                <a:spcPct val="0"/>
              </a:spcAft>
              <a:defRPr lang="zh-CN" altLang="en-US" sz="4400" b="1" smtClean="0">
                <a:solidFill>
                  <a:srgbClr val="333399"/>
                </a:solidFill>
                <a:latin typeface="+mj-lt"/>
                <a:ea typeface="+mj-ea"/>
                <a:cs typeface="+mj-cs"/>
              </a:defRPr>
            </a:lvl1pPr>
            <a:lvl2pPr algn="l" rtl="0" eaLnBrk="1" fontAlgn="base" hangingPunct="1">
              <a:spcBef>
                <a:spcPct val="0"/>
              </a:spcBef>
              <a:spcAft>
                <a:spcPct val="0"/>
              </a:spcAft>
              <a:defRPr sz="4400">
                <a:solidFill>
                  <a:srgbClr val="333399"/>
                </a:solidFill>
                <a:latin typeface="Arial" panose="020B0604020202020204" pitchFamily="34" charset="0"/>
                <a:ea typeface="黑体" panose="02010609060101010101" pitchFamily="2" charset="-122"/>
              </a:defRPr>
            </a:lvl2pPr>
            <a:lvl3pPr algn="l" rtl="0" eaLnBrk="1" fontAlgn="base" hangingPunct="1">
              <a:spcBef>
                <a:spcPct val="0"/>
              </a:spcBef>
              <a:spcAft>
                <a:spcPct val="0"/>
              </a:spcAft>
              <a:defRPr sz="4400">
                <a:solidFill>
                  <a:srgbClr val="333399"/>
                </a:solidFill>
                <a:latin typeface="Arial" panose="020B0604020202020204" pitchFamily="34" charset="0"/>
                <a:ea typeface="黑体" panose="02010609060101010101" pitchFamily="2" charset="-122"/>
              </a:defRPr>
            </a:lvl3pPr>
            <a:lvl4pPr algn="l" rtl="0" eaLnBrk="1" fontAlgn="base" hangingPunct="1">
              <a:spcBef>
                <a:spcPct val="0"/>
              </a:spcBef>
              <a:spcAft>
                <a:spcPct val="0"/>
              </a:spcAft>
              <a:defRPr sz="4400">
                <a:solidFill>
                  <a:srgbClr val="333399"/>
                </a:solidFill>
                <a:latin typeface="Arial" panose="020B0604020202020204" pitchFamily="34" charset="0"/>
                <a:ea typeface="黑体" panose="02010609060101010101" pitchFamily="2" charset="-122"/>
              </a:defRPr>
            </a:lvl4pPr>
            <a:lvl5pPr algn="l" rtl="0" eaLnBrk="1" fontAlgn="base" hangingPunct="1">
              <a:spcBef>
                <a:spcPct val="0"/>
              </a:spcBef>
              <a:spcAft>
                <a:spcPct val="0"/>
              </a:spcAft>
              <a:defRPr sz="4400">
                <a:solidFill>
                  <a:srgbClr val="333399"/>
                </a:solidFill>
                <a:latin typeface="Arial" panose="020B0604020202020204" pitchFamily="34" charset="0"/>
                <a:ea typeface="黑体" panose="02010609060101010101" pitchFamily="2" charset="-122"/>
              </a:defRPr>
            </a:lvl5pPr>
            <a:lvl6pPr marL="457200" algn="l" rtl="0" eaLnBrk="1" fontAlgn="base" hangingPunct="1">
              <a:spcBef>
                <a:spcPct val="0"/>
              </a:spcBef>
              <a:spcAft>
                <a:spcPct val="0"/>
              </a:spcAft>
              <a:defRPr sz="4400">
                <a:solidFill>
                  <a:srgbClr val="333399"/>
                </a:solidFill>
                <a:latin typeface="Arial" panose="020B0604020202020204" pitchFamily="34" charset="0"/>
                <a:ea typeface="黑体" panose="02010609060101010101" pitchFamily="2" charset="-122"/>
              </a:defRPr>
            </a:lvl6pPr>
            <a:lvl7pPr marL="914400" algn="l" rtl="0" eaLnBrk="1" fontAlgn="base" hangingPunct="1">
              <a:spcBef>
                <a:spcPct val="0"/>
              </a:spcBef>
              <a:spcAft>
                <a:spcPct val="0"/>
              </a:spcAft>
              <a:defRPr sz="4400">
                <a:solidFill>
                  <a:srgbClr val="333399"/>
                </a:solidFill>
                <a:latin typeface="Arial" panose="020B0604020202020204" pitchFamily="34" charset="0"/>
                <a:ea typeface="黑体" panose="02010609060101010101" pitchFamily="2" charset="-122"/>
              </a:defRPr>
            </a:lvl7pPr>
            <a:lvl8pPr marL="1371600" algn="l" rtl="0" eaLnBrk="1" fontAlgn="base" hangingPunct="1">
              <a:spcBef>
                <a:spcPct val="0"/>
              </a:spcBef>
              <a:spcAft>
                <a:spcPct val="0"/>
              </a:spcAft>
              <a:defRPr sz="4400">
                <a:solidFill>
                  <a:srgbClr val="333399"/>
                </a:solidFill>
                <a:latin typeface="Arial" panose="020B0604020202020204" pitchFamily="34" charset="0"/>
                <a:ea typeface="黑体" panose="02010609060101010101" pitchFamily="2" charset="-122"/>
              </a:defRPr>
            </a:lvl8pPr>
            <a:lvl9pPr marL="1828800" algn="l" rtl="0" eaLnBrk="1" fontAlgn="base" hangingPunct="1">
              <a:spcBef>
                <a:spcPct val="0"/>
              </a:spcBef>
              <a:spcAft>
                <a:spcPct val="0"/>
              </a:spcAft>
              <a:defRPr sz="4400">
                <a:solidFill>
                  <a:srgbClr val="333399"/>
                </a:solidFill>
                <a:latin typeface="Arial" panose="020B0604020202020204" pitchFamily="34" charset="0"/>
                <a:ea typeface="黑体" panose="02010609060101010101" pitchFamily="2" charset="-122"/>
              </a:defRPr>
            </a:lvl9pPr>
          </a:lstStyle>
          <a:p>
            <a:r>
              <a:rPr lang="zh-CN" altLang="en-US" sz="3600" kern="0" dirty="0"/>
              <a:t>互联网的核心部分的</a:t>
            </a:r>
            <a:r>
              <a:rPr lang="zh-CN" altLang="en-US" sz="3600" kern="0" dirty="0">
                <a:solidFill>
                  <a:srgbClr val="FF0000"/>
                </a:solidFill>
              </a:rPr>
              <a:t>构成</a:t>
            </a:r>
            <a:r>
              <a:rPr lang="zh-CN" altLang="en-US" sz="3600" kern="0" dirty="0"/>
              <a:t>与</a:t>
            </a:r>
            <a:r>
              <a:rPr lang="zh-CN" altLang="en-US" sz="3600" kern="0" dirty="0">
                <a:solidFill>
                  <a:srgbClr val="FF0000"/>
                </a:solidFill>
              </a:rPr>
              <a:t>交换方式</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4746"/>
                                        </p:tgtEl>
                                        <p:attrNameLst>
                                          <p:attrName>style.visibility</p:attrName>
                                        </p:attrNameLst>
                                      </p:cBhvr>
                                      <p:to>
                                        <p:strVal val="visible"/>
                                      </p:to>
                                    </p:se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154703"/>
                                        </p:tgtEl>
                                        <p:attrNameLst>
                                          <p:attrName>style.visibility</p:attrName>
                                        </p:attrNameLst>
                                      </p:cBhvr>
                                      <p:to>
                                        <p:strVal val="visible"/>
                                      </p:to>
                                    </p:set>
                                    <p:animEffect transition="in" filter="wipe(left)">
                                      <p:cBhvr>
                                        <p:cTn id="10" dur="500"/>
                                        <p:tgtEl>
                                          <p:spTgt spid="154703"/>
                                        </p:tgtEl>
                                      </p:cBhvr>
                                    </p:animEffect>
                                  </p:childTnLst>
                                </p:cTn>
                              </p:par>
                            </p:childTnLst>
                          </p:cTn>
                        </p:par>
                        <p:par>
                          <p:cTn id="11" fill="hold">
                            <p:stCondLst>
                              <p:cond delay="500"/>
                            </p:stCondLst>
                            <p:childTnLst>
                              <p:par>
                                <p:cTn id="12" presetID="22" presetClass="entr" presetSubtype="8" fill="hold" grpId="0" nodeType="afterEffect">
                                  <p:stCondLst>
                                    <p:cond delay="0"/>
                                  </p:stCondLst>
                                  <p:childTnLst>
                                    <p:set>
                                      <p:cBhvr>
                                        <p:cTn id="13" dur="1" fill="hold">
                                          <p:stCondLst>
                                            <p:cond delay="0"/>
                                          </p:stCondLst>
                                        </p:cTn>
                                        <p:tgtEl>
                                          <p:spTgt spid="154704"/>
                                        </p:tgtEl>
                                        <p:attrNameLst>
                                          <p:attrName>style.visibility</p:attrName>
                                        </p:attrNameLst>
                                      </p:cBhvr>
                                      <p:to>
                                        <p:strVal val="visible"/>
                                      </p:to>
                                    </p:set>
                                    <p:animEffect transition="in" filter="wipe(left)">
                                      <p:cBhvr>
                                        <p:cTn id="14" dur="500"/>
                                        <p:tgtEl>
                                          <p:spTgt spid="154704"/>
                                        </p:tgtEl>
                                      </p:cBhvr>
                                    </p:animEffect>
                                  </p:childTnLst>
                                </p:cTn>
                              </p:par>
                            </p:childTnLst>
                          </p:cTn>
                        </p:par>
                        <p:par>
                          <p:cTn id="15" fill="hold">
                            <p:stCondLst>
                              <p:cond delay="1000"/>
                            </p:stCondLst>
                            <p:childTnLst>
                              <p:par>
                                <p:cTn id="16" presetID="22" presetClass="entr" presetSubtype="8" fill="hold" grpId="0" nodeType="afterEffect">
                                  <p:stCondLst>
                                    <p:cond delay="0"/>
                                  </p:stCondLst>
                                  <p:childTnLst>
                                    <p:set>
                                      <p:cBhvr>
                                        <p:cTn id="17" dur="1" fill="hold">
                                          <p:stCondLst>
                                            <p:cond delay="0"/>
                                          </p:stCondLst>
                                        </p:cTn>
                                        <p:tgtEl>
                                          <p:spTgt spid="154705"/>
                                        </p:tgtEl>
                                        <p:attrNameLst>
                                          <p:attrName>style.visibility</p:attrName>
                                        </p:attrNameLst>
                                      </p:cBhvr>
                                      <p:to>
                                        <p:strVal val="visible"/>
                                      </p:to>
                                    </p:set>
                                    <p:animEffect transition="in" filter="wipe(left)">
                                      <p:cBhvr>
                                        <p:cTn id="18" dur="500"/>
                                        <p:tgtEl>
                                          <p:spTgt spid="154705"/>
                                        </p:tgtEl>
                                      </p:cBhvr>
                                    </p:animEffect>
                                  </p:childTnLst>
                                </p:cTn>
                              </p:par>
                            </p:childTnLst>
                          </p:cTn>
                        </p:par>
                        <p:par>
                          <p:cTn id="19" fill="hold">
                            <p:stCondLst>
                              <p:cond delay="1500"/>
                            </p:stCondLst>
                            <p:childTnLst>
                              <p:par>
                                <p:cTn id="20" presetID="22" presetClass="entr" presetSubtype="2" fill="hold" grpId="0" nodeType="afterEffect">
                                  <p:stCondLst>
                                    <p:cond delay="0"/>
                                  </p:stCondLst>
                                  <p:childTnLst>
                                    <p:set>
                                      <p:cBhvr>
                                        <p:cTn id="21" dur="1" fill="hold">
                                          <p:stCondLst>
                                            <p:cond delay="0"/>
                                          </p:stCondLst>
                                        </p:cTn>
                                        <p:tgtEl>
                                          <p:spTgt spid="154706"/>
                                        </p:tgtEl>
                                        <p:attrNameLst>
                                          <p:attrName>style.visibility</p:attrName>
                                        </p:attrNameLst>
                                      </p:cBhvr>
                                      <p:to>
                                        <p:strVal val="visible"/>
                                      </p:to>
                                    </p:set>
                                    <p:animEffect transition="in" filter="wipe(right)">
                                      <p:cBhvr>
                                        <p:cTn id="22" dur="500"/>
                                        <p:tgtEl>
                                          <p:spTgt spid="154706"/>
                                        </p:tgtEl>
                                      </p:cBhvr>
                                    </p:animEffect>
                                  </p:childTnLst>
                                </p:cTn>
                              </p:par>
                            </p:childTnLst>
                          </p:cTn>
                        </p:par>
                        <p:par>
                          <p:cTn id="23" fill="hold">
                            <p:stCondLst>
                              <p:cond delay="2000"/>
                            </p:stCondLst>
                            <p:childTnLst>
                              <p:par>
                                <p:cTn id="24" presetID="1" presetClass="entr" presetSubtype="0" fill="hold" nodeType="afterEffect">
                                  <p:stCondLst>
                                    <p:cond delay="500"/>
                                  </p:stCondLst>
                                  <p:childTnLst>
                                    <p:set>
                                      <p:cBhvr>
                                        <p:cTn id="25" dur="1" fill="hold">
                                          <p:stCondLst>
                                            <p:cond delay="0"/>
                                          </p:stCondLst>
                                        </p:cTn>
                                        <p:tgtEl>
                                          <p:spTgt spid="154747"/>
                                        </p:tgtEl>
                                        <p:attrNameLst>
                                          <p:attrName>style.visibility</p:attrName>
                                        </p:attrNameLst>
                                      </p:cBhvr>
                                      <p:to>
                                        <p:strVal val="visible"/>
                                      </p:to>
                                    </p:set>
                                  </p:childTnLst>
                                </p:cTn>
                              </p:par>
                            </p:childTnLst>
                          </p:cTn>
                        </p:par>
                        <p:par>
                          <p:cTn id="26" fill="hold">
                            <p:stCondLst>
                              <p:cond delay="2500"/>
                            </p:stCondLst>
                            <p:childTnLst>
                              <p:par>
                                <p:cTn id="27" presetID="22" presetClass="entr" presetSubtype="8" fill="hold" nodeType="afterEffect">
                                  <p:stCondLst>
                                    <p:cond delay="0"/>
                                  </p:stCondLst>
                                  <p:childTnLst>
                                    <p:set>
                                      <p:cBhvr>
                                        <p:cTn id="28" dur="1" fill="hold">
                                          <p:stCondLst>
                                            <p:cond delay="0"/>
                                          </p:stCondLst>
                                        </p:cTn>
                                        <p:tgtEl>
                                          <p:spTgt spid="154749"/>
                                        </p:tgtEl>
                                        <p:attrNameLst>
                                          <p:attrName>style.visibility</p:attrName>
                                        </p:attrNameLst>
                                      </p:cBhvr>
                                      <p:to>
                                        <p:strVal val="visible"/>
                                      </p:to>
                                    </p:set>
                                    <p:animEffect transition="in" filter="wipe(left)">
                                      <p:cBhvr>
                                        <p:cTn id="29" dur="500"/>
                                        <p:tgtEl>
                                          <p:spTgt spid="154749"/>
                                        </p:tgtEl>
                                      </p:cBhvr>
                                    </p:animEffect>
                                  </p:childTnLst>
                                </p:cTn>
                              </p:par>
                            </p:childTnLst>
                          </p:cTn>
                        </p:par>
                        <p:par>
                          <p:cTn id="30" fill="hold">
                            <p:stCondLst>
                              <p:cond delay="3000"/>
                            </p:stCondLst>
                            <p:childTnLst>
                              <p:par>
                                <p:cTn id="31" presetID="1" presetClass="entr" presetSubtype="0" fill="hold" nodeType="afterEffect">
                                  <p:stCondLst>
                                    <p:cond delay="500"/>
                                  </p:stCondLst>
                                  <p:childTnLst>
                                    <p:set>
                                      <p:cBhvr>
                                        <p:cTn id="32" dur="1" fill="hold">
                                          <p:stCondLst>
                                            <p:cond delay="0"/>
                                          </p:stCondLst>
                                        </p:cTn>
                                        <p:tgtEl>
                                          <p:spTgt spid="154748"/>
                                        </p:tgtEl>
                                        <p:attrNameLst>
                                          <p:attrName>style.visibility</p:attrName>
                                        </p:attrNameLst>
                                      </p:cBhvr>
                                      <p:to>
                                        <p:strVal val="visible"/>
                                      </p:to>
                                    </p:set>
                                  </p:childTnLst>
                                </p:cTn>
                              </p:par>
                            </p:childTnLst>
                          </p:cTn>
                        </p:par>
                        <p:par>
                          <p:cTn id="33" fill="hold">
                            <p:stCondLst>
                              <p:cond delay="3500"/>
                            </p:stCondLst>
                            <p:childTnLst>
                              <p:par>
                                <p:cTn id="34" presetID="22" presetClass="entr" presetSubtype="8" fill="hold" grpId="0" nodeType="afterEffect">
                                  <p:stCondLst>
                                    <p:cond delay="0"/>
                                  </p:stCondLst>
                                  <p:childTnLst>
                                    <p:set>
                                      <p:cBhvr>
                                        <p:cTn id="35" dur="1" fill="hold">
                                          <p:stCondLst>
                                            <p:cond delay="0"/>
                                          </p:stCondLst>
                                        </p:cTn>
                                        <p:tgtEl>
                                          <p:spTgt spid="154740"/>
                                        </p:tgtEl>
                                        <p:attrNameLst>
                                          <p:attrName>style.visibility</p:attrName>
                                        </p:attrNameLst>
                                      </p:cBhvr>
                                      <p:to>
                                        <p:strVal val="visible"/>
                                      </p:to>
                                    </p:set>
                                    <p:animEffect transition="in" filter="wipe(left)">
                                      <p:cBhvr>
                                        <p:cTn id="36" dur="500"/>
                                        <p:tgtEl>
                                          <p:spTgt spid="154740"/>
                                        </p:tgtEl>
                                      </p:cBhvr>
                                    </p:animEffect>
                                  </p:childTnLst>
                                </p:cTn>
                              </p:par>
                            </p:childTnLst>
                          </p:cTn>
                        </p:par>
                        <p:par>
                          <p:cTn id="37" fill="hold">
                            <p:stCondLst>
                              <p:cond delay="4000"/>
                            </p:stCondLst>
                            <p:childTnLst>
                              <p:par>
                                <p:cTn id="38" presetID="22" presetClass="entr" presetSubtype="8" fill="hold" grpId="0" nodeType="afterEffect">
                                  <p:stCondLst>
                                    <p:cond delay="0"/>
                                  </p:stCondLst>
                                  <p:childTnLst>
                                    <p:set>
                                      <p:cBhvr>
                                        <p:cTn id="39" dur="1" fill="hold">
                                          <p:stCondLst>
                                            <p:cond delay="0"/>
                                          </p:stCondLst>
                                        </p:cTn>
                                        <p:tgtEl>
                                          <p:spTgt spid="154741"/>
                                        </p:tgtEl>
                                        <p:attrNameLst>
                                          <p:attrName>style.visibility</p:attrName>
                                        </p:attrNameLst>
                                      </p:cBhvr>
                                      <p:to>
                                        <p:strVal val="visible"/>
                                      </p:to>
                                    </p:set>
                                    <p:animEffect transition="in" filter="wipe(left)">
                                      <p:cBhvr>
                                        <p:cTn id="40" dur="500"/>
                                        <p:tgtEl>
                                          <p:spTgt spid="154741"/>
                                        </p:tgtEl>
                                      </p:cBhvr>
                                    </p:animEffect>
                                  </p:childTnLst>
                                </p:cTn>
                              </p:par>
                            </p:childTnLst>
                          </p:cTn>
                        </p:par>
                        <p:par>
                          <p:cTn id="41" fill="hold">
                            <p:stCondLst>
                              <p:cond delay="4500"/>
                            </p:stCondLst>
                            <p:childTnLst>
                              <p:par>
                                <p:cTn id="42" presetID="22" presetClass="entr" presetSubtype="8" fill="hold" grpId="0" nodeType="afterEffect">
                                  <p:stCondLst>
                                    <p:cond delay="0"/>
                                  </p:stCondLst>
                                  <p:childTnLst>
                                    <p:set>
                                      <p:cBhvr>
                                        <p:cTn id="43" dur="1" fill="hold">
                                          <p:stCondLst>
                                            <p:cond delay="0"/>
                                          </p:stCondLst>
                                        </p:cTn>
                                        <p:tgtEl>
                                          <p:spTgt spid="154742"/>
                                        </p:tgtEl>
                                        <p:attrNameLst>
                                          <p:attrName>style.visibility</p:attrName>
                                        </p:attrNameLst>
                                      </p:cBhvr>
                                      <p:to>
                                        <p:strVal val="visible"/>
                                      </p:to>
                                    </p:set>
                                    <p:animEffect transition="in" filter="wipe(left)">
                                      <p:cBhvr>
                                        <p:cTn id="44" dur="500"/>
                                        <p:tgtEl>
                                          <p:spTgt spid="154742"/>
                                        </p:tgtEl>
                                      </p:cBhvr>
                                    </p:animEffec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54711"/>
                                        </p:tgtEl>
                                        <p:attrNameLst>
                                          <p:attrName>style.visibility</p:attrName>
                                        </p:attrNameLst>
                                      </p:cBhvr>
                                      <p:to>
                                        <p:strVal val="visible"/>
                                      </p:to>
                                    </p:set>
                                  </p:childTnLst>
                                </p:cTn>
                              </p:par>
                            </p:childTnLst>
                          </p:cTn>
                        </p:par>
                        <p:par>
                          <p:cTn id="49" fill="hold">
                            <p:stCondLst>
                              <p:cond delay="0"/>
                            </p:stCondLst>
                            <p:childTnLst>
                              <p:par>
                                <p:cTn id="50" presetID="22" presetClass="entr" presetSubtype="8" fill="hold" nodeType="afterEffect">
                                  <p:stCondLst>
                                    <p:cond delay="0"/>
                                  </p:stCondLst>
                                  <p:childTnLst>
                                    <p:set>
                                      <p:cBhvr>
                                        <p:cTn id="51" dur="1" fill="hold">
                                          <p:stCondLst>
                                            <p:cond delay="0"/>
                                          </p:stCondLst>
                                        </p:cTn>
                                        <p:tgtEl>
                                          <p:spTgt spid="154750"/>
                                        </p:tgtEl>
                                        <p:attrNameLst>
                                          <p:attrName>style.visibility</p:attrName>
                                        </p:attrNameLst>
                                      </p:cBhvr>
                                      <p:to>
                                        <p:strVal val="visible"/>
                                      </p:to>
                                    </p:set>
                                    <p:animEffect transition="in" filter="wipe(left)">
                                      <p:cBhvr>
                                        <p:cTn id="52" dur="2000"/>
                                        <p:tgtEl>
                                          <p:spTgt spid="154750"/>
                                        </p:tgtEl>
                                      </p:cBhvr>
                                    </p:animEffect>
                                  </p:childTnLst>
                                </p:cTn>
                              </p:par>
                            </p:childTnLst>
                          </p:cTn>
                        </p:par>
                        <p:par>
                          <p:cTn id="53" fill="hold">
                            <p:stCondLst>
                              <p:cond delay="2000"/>
                            </p:stCondLst>
                            <p:childTnLst>
                              <p:par>
                                <p:cTn id="54" presetID="22" presetClass="entr" presetSubtype="8" fill="hold" nodeType="afterEffect">
                                  <p:stCondLst>
                                    <p:cond delay="1000"/>
                                  </p:stCondLst>
                                  <p:childTnLst>
                                    <p:set>
                                      <p:cBhvr>
                                        <p:cTn id="55" dur="1" fill="hold">
                                          <p:stCondLst>
                                            <p:cond delay="0"/>
                                          </p:stCondLst>
                                        </p:cTn>
                                        <p:tgtEl>
                                          <p:spTgt spid="154751"/>
                                        </p:tgtEl>
                                        <p:attrNameLst>
                                          <p:attrName>style.visibility</p:attrName>
                                        </p:attrNameLst>
                                      </p:cBhvr>
                                      <p:to>
                                        <p:strVal val="visible"/>
                                      </p:to>
                                    </p:set>
                                    <p:animEffect transition="in" filter="wipe(left)">
                                      <p:cBhvr>
                                        <p:cTn id="56" dur="2000"/>
                                        <p:tgtEl>
                                          <p:spTgt spid="154751"/>
                                        </p:tgtEl>
                                      </p:cBhvr>
                                    </p:animEffect>
                                  </p:childTnLst>
                                </p:cTn>
                              </p:par>
                            </p:childTnLst>
                          </p:cTn>
                        </p:par>
                        <p:par>
                          <p:cTn id="57" fill="hold">
                            <p:stCondLst>
                              <p:cond delay="5000"/>
                            </p:stCondLst>
                            <p:childTnLst>
                              <p:par>
                                <p:cTn id="58" presetID="22" presetClass="entr" presetSubtype="8" fill="hold" nodeType="afterEffect">
                                  <p:stCondLst>
                                    <p:cond delay="1000"/>
                                  </p:stCondLst>
                                  <p:childTnLst>
                                    <p:set>
                                      <p:cBhvr>
                                        <p:cTn id="59" dur="1" fill="hold">
                                          <p:stCondLst>
                                            <p:cond delay="0"/>
                                          </p:stCondLst>
                                        </p:cTn>
                                        <p:tgtEl>
                                          <p:spTgt spid="154752"/>
                                        </p:tgtEl>
                                        <p:attrNameLst>
                                          <p:attrName>style.visibility</p:attrName>
                                        </p:attrNameLst>
                                      </p:cBhvr>
                                      <p:to>
                                        <p:strVal val="visible"/>
                                      </p:to>
                                    </p:set>
                                    <p:animEffect transition="in" filter="wipe(left)">
                                      <p:cBhvr>
                                        <p:cTn id="60" dur="2000"/>
                                        <p:tgtEl>
                                          <p:spTgt spid="154752"/>
                                        </p:tgtEl>
                                      </p:cBhvr>
                                    </p:animEffec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154713"/>
                                        </p:tgtEl>
                                        <p:attrNameLst>
                                          <p:attrName>style.visibility</p:attrName>
                                        </p:attrNameLst>
                                      </p:cBhvr>
                                      <p:to>
                                        <p:strVal val="visible"/>
                                      </p:to>
                                    </p:set>
                                  </p:childTnLst>
                                </p:cTn>
                              </p:par>
                            </p:childTnLst>
                          </p:cTn>
                        </p:par>
                        <p:par>
                          <p:cTn id="65" fill="hold">
                            <p:stCondLst>
                              <p:cond delay="0"/>
                            </p:stCondLst>
                            <p:childTnLst>
                              <p:par>
                                <p:cTn id="66" presetID="22" presetClass="entr" presetSubtype="8" fill="hold" nodeType="afterEffect">
                                  <p:stCondLst>
                                    <p:cond delay="0"/>
                                  </p:stCondLst>
                                  <p:childTnLst>
                                    <p:set>
                                      <p:cBhvr>
                                        <p:cTn id="67" dur="1" fill="hold">
                                          <p:stCondLst>
                                            <p:cond delay="0"/>
                                          </p:stCondLst>
                                        </p:cTn>
                                        <p:tgtEl>
                                          <p:spTgt spid="154754"/>
                                        </p:tgtEl>
                                        <p:attrNameLst>
                                          <p:attrName>style.visibility</p:attrName>
                                        </p:attrNameLst>
                                      </p:cBhvr>
                                      <p:to>
                                        <p:strVal val="visible"/>
                                      </p:to>
                                    </p:set>
                                    <p:animEffect transition="in" filter="wipe(left)">
                                      <p:cBhvr>
                                        <p:cTn id="68" dur="500"/>
                                        <p:tgtEl>
                                          <p:spTgt spid="154754"/>
                                        </p:tgtEl>
                                      </p:cBhvr>
                                    </p:animEffect>
                                  </p:childTnLst>
                                </p:cTn>
                              </p:par>
                            </p:childTnLst>
                          </p:cTn>
                        </p:par>
                        <p:par>
                          <p:cTn id="69" fill="hold">
                            <p:stCondLst>
                              <p:cond delay="500"/>
                            </p:stCondLst>
                            <p:childTnLst>
                              <p:par>
                                <p:cTn id="70" presetID="22" presetClass="entr" presetSubtype="8" fill="hold" nodeType="afterEffect">
                                  <p:stCondLst>
                                    <p:cond delay="0"/>
                                  </p:stCondLst>
                                  <p:childTnLst>
                                    <p:set>
                                      <p:cBhvr>
                                        <p:cTn id="71" dur="1" fill="hold">
                                          <p:stCondLst>
                                            <p:cond delay="0"/>
                                          </p:stCondLst>
                                        </p:cTn>
                                        <p:tgtEl>
                                          <p:spTgt spid="154755"/>
                                        </p:tgtEl>
                                        <p:attrNameLst>
                                          <p:attrName>style.visibility</p:attrName>
                                        </p:attrNameLst>
                                      </p:cBhvr>
                                      <p:to>
                                        <p:strVal val="visible"/>
                                      </p:to>
                                    </p:set>
                                    <p:animEffect transition="in" filter="wipe(left)">
                                      <p:cBhvr>
                                        <p:cTn id="72" dur="500"/>
                                        <p:tgtEl>
                                          <p:spTgt spid="154755"/>
                                        </p:tgtEl>
                                      </p:cBhvr>
                                    </p:animEffect>
                                  </p:childTnLst>
                                </p:cTn>
                              </p:par>
                              <p:par>
                                <p:cTn id="73" presetID="22" presetClass="entr" presetSubtype="8" fill="hold" nodeType="withEffect">
                                  <p:stCondLst>
                                    <p:cond delay="0"/>
                                  </p:stCondLst>
                                  <p:childTnLst>
                                    <p:set>
                                      <p:cBhvr>
                                        <p:cTn id="74" dur="1" fill="hold">
                                          <p:stCondLst>
                                            <p:cond delay="0"/>
                                          </p:stCondLst>
                                        </p:cTn>
                                        <p:tgtEl>
                                          <p:spTgt spid="154758"/>
                                        </p:tgtEl>
                                        <p:attrNameLst>
                                          <p:attrName>style.visibility</p:attrName>
                                        </p:attrNameLst>
                                      </p:cBhvr>
                                      <p:to>
                                        <p:strVal val="visible"/>
                                      </p:to>
                                    </p:set>
                                    <p:animEffect transition="in" filter="wipe(left)">
                                      <p:cBhvr>
                                        <p:cTn id="75" dur="500"/>
                                        <p:tgtEl>
                                          <p:spTgt spid="154758"/>
                                        </p:tgtEl>
                                      </p:cBhvr>
                                    </p:animEffect>
                                  </p:childTnLst>
                                </p:cTn>
                              </p:par>
                            </p:childTnLst>
                          </p:cTn>
                        </p:par>
                        <p:par>
                          <p:cTn id="76" fill="hold">
                            <p:stCondLst>
                              <p:cond delay="1000"/>
                            </p:stCondLst>
                            <p:childTnLst>
                              <p:par>
                                <p:cTn id="77" presetID="22" presetClass="entr" presetSubtype="8" fill="hold" nodeType="afterEffect">
                                  <p:stCondLst>
                                    <p:cond delay="0"/>
                                  </p:stCondLst>
                                  <p:childTnLst>
                                    <p:set>
                                      <p:cBhvr>
                                        <p:cTn id="78" dur="1" fill="hold">
                                          <p:stCondLst>
                                            <p:cond delay="0"/>
                                          </p:stCondLst>
                                        </p:cTn>
                                        <p:tgtEl>
                                          <p:spTgt spid="154756"/>
                                        </p:tgtEl>
                                        <p:attrNameLst>
                                          <p:attrName>style.visibility</p:attrName>
                                        </p:attrNameLst>
                                      </p:cBhvr>
                                      <p:to>
                                        <p:strVal val="visible"/>
                                      </p:to>
                                    </p:set>
                                    <p:animEffect transition="in" filter="wipe(left)">
                                      <p:cBhvr>
                                        <p:cTn id="79" dur="500"/>
                                        <p:tgtEl>
                                          <p:spTgt spid="154756"/>
                                        </p:tgtEl>
                                      </p:cBhvr>
                                    </p:animEffect>
                                  </p:childTnLst>
                                </p:cTn>
                              </p:par>
                              <p:par>
                                <p:cTn id="80" presetID="22" presetClass="entr" presetSubtype="8" fill="hold" nodeType="withEffect">
                                  <p:stCondLst>
                                    <p:cond delay="0"/>
                                  </p:stCondLst>
                                  <p:childTnLst>
                                    <p:set>
                                      <p:cBhvr>
                                        <p:cTn id="81" dur="1" fill="hold">
                                          <p:stCondLst>
                                            <p:cond delay="0"/>
                                          </p:stCondLst>
                                        </p:cTn>
                                        <p:tgtEl>
                                          <p:spTgt spid="154759"/>
                                        </p:tgtEl>
                                        <p:attrNameLst>
                                          <p:attrName>style.visibility</p:attrName>
                                        </p:attrNameLst>
                                      </p:cBhvr>
                                      <p:to>
                                        <p:strVal val="visible"/>
                                      </p:to>
                                    </p:set>
                                    <p:animEffect transition="in" filter="wipe(left)">
                                      <p:cBhvr>
                                        <p:cTn id="82" dur="500"/>
                                        <p:tgtEl>
                                          <p:spTgt spid="154759"/>
                                        </p:tgtEl>
                                      </p:cBhvr>
                                    </p:animEffect>
                                  </p:childTnLst>
                                </p:cTn>
                              </p:par>
                              <p:par>
                                <p:cTn id="83" presetID="22" presetClass="entr" presetSubtype="8" fill="hold" nodeType="withEffect">
                                  <p:stCondLst>
                                    <p:cond delay="0"/>
                                  </p:stCondLst>
                                  <p:childTnLst>
                                    <p:set>
                                      <p:cBhvr>
                                        <p:cTn id="84" dur="1" fill="hold">
                                          <p:stCondLst>
                                            <p:cond delay="0"/>
                                          </p:stCondLst>
                                        </p:cTn>
                                        <p:tgtEl>
                                          <p:spTgt spid="154763"/>
                                        </p:tgtEl>
                                        <p:attrNameLst>
                                          <p:attrName>style.visibility</p:attrName>
                                        </p:attrNameLst>
                                      </p:cBhvr>
                                      <p:to>
                                        <p:strVal val="visible"/>
                                      </p:to>
                                    </p:set>
                                    <p:animEffect transition="in" filter="wipe(left)">
                                      <p:cBhvr>
                                        <p:cTn id="85" dur="500"/>
                                        <p:tgtEl>
                                          <p:spTgt spid="154763"/>
                                        </p:tgtEl>
                                      </p:cBhvr>
                                    </p:animEffect>
                                  </p:childTnLst>
                                </p:cTn>
                              </p:par>
                            </p:childTnLst>
                          </p:cTn>
                        </p:par>
                        <p:par>
                          <p:cTn id="86" fill="hold">
                            <p:stCondLst>
                              <p:cond delay="1500"/>
                            </p:stCondLst>
                            <p:childTnLst>
                              <p:par>
                                <p:cTn id="87" presetID="22" presetClass="entr" presetSubtype="8" fill="hold" nodeType="afterEffect">
                                  <p:stCondLst>
                                    <p:cond delay="0"/>
                                  </p:stCondLst>
                                  <p:childTnLst>
                                    <p:set>
                                      <p:cBhvr>
                                        <p:cTn id="88" dur="1" fill="hold">
                                          <p:stCondLst>
                                            <p:cond delay="0"/>
                                          </p:stCondLst>
                                        </p:cTn>
                                        <p:tgtEl>
                                          <p:spTgt spid="154764"/>
                                        </p:tgtEl>
                                        <p:attrNameLst>
                                          <p:attrName>style.visibility</p:attrName>
                                        </p:attrNameLst>
                                      </p:cBhvr>
                                      <p:to>
                                        <p:strVal val="visible"/>
                                      </p:to>
                                    </p:set>
                                    <p:animEffect transition="in" filter="wipe(left)">
                                      <p:cBhvr>
                                        <p:cTn id="89" dur="500"/>
                                        <p:tgtEl>
                                          <p:spTgt spid="154764"/>
                                        </p:tgtEl>
                                      </p:cBhvr>
                                    </p:animEffect>
                                  </p:childTnLst>
                                </p:cTn>
                              </p:par>
                              <p:par>
                                <p:cTn id="90" presetID="22" presetClass="entr" presetSubtype="8" fill="hold" nodeType="withEffect">
                                  <p:stCondLst>
                                    <p:cond delay="0"/>
                                  </p:stCondLst>
                                  <p:childTnLst>
                                    <p:set>
                                      <p:cBhvr>
                                        <p:cTn id="91" dur="1" fill="hold">
                                          <p:stCondLst>
                                            <p:cond delay="0"/>
                                          </p:stCondLst>
                                        </p:cTn>
                                        <p:tgtEl>
                                          <p:spTgt spid="154760"/>
                                        </p:tgtEl>
                                        <p:attrNameLst>
                                          <p:attrName>style.visibility</p:attrName>
                                        </p:attrNameLst>
                                      </p:cBhvr>
                                      <p:to>
                                        <p:strVal val="visible"/>
                                      </p:to>
                                    </p:set>
                                    <p:animEffect transition="in" filter="wipe(left)">
                                      <p:cBhvr>
                                        <p:cTn id="92" dur="500"/>
                                        <p:tgtEl>
                                          <p:spTgt spid="154760"/>
                                        </p:tgtEl>
                                      </p:cBhvr>
                                    </p:animEffect>
                                  </p:childTnLst>
                                </p:cTn>
                              </p:par>
                              <p:par>
                                <p:cTn id="93" presetID="22" presetClass="entr" presetSubtype="8" fill="hold" nodeType="withEffect">
                                  <p:stCondLst>
                                    <p:cond delay="0"/>
                                  </p:stCondLst>
                                  <p:childTnLst>
                                    <p:set>
                                      <p:cBhvr>
                                        <p:cTn id="94" dur="1" fill="hold">
                                          <p:stCondLst>
                                            <p:cond delay="0"/>
                                          </p:stCondLst>
                                        </p:cTn>
                                        <p:tgtEl>
                                          <p:spTgt spid="154757"/>
                                        </p:tgtEl>
                                        <p:attrNameLst>
                                          <p:attrName>style.visibility</p:attrName>
                                        </p:attrNameLst>
                                      </p:cBhvr>
                                      <p:to>
                                        <p:strVal val="visible"/>
                                      </p:to>
                                    </p:set>
                                    <p:animEffect transition="in" filter="wipe(left)">
                                      <p:cBhvr>
                                        <p:cTn id="95" dur="500"/>
                                        <p:tgtEl>
                                          <p:spTgt spid="154757"/>
                                        </p:tgtEl>
                                      </p:cBhvr>
                                    </p:animEffect>
                                  </p:childTnLst>
                                </p:cTn>
                              </p:par>
                            </p:childTnLst>
                          </p:cTn>
                        </p:par>
                        <p:par>
                          <p:cTn id="96" fill="hold">
                            <p:stCondLst>
                              <p:cond delay="2000"/>
                            </p:stCondLst>
                            <p:childTnLst>
                              <p:par>
                                <p:cTn id="97" presetID="22" presetClass="entr" presetSubtype="8" fill="hold" nodeType="afterEffect">
                                  <p:stCondLst>
                                    <p:cond delay="0"/>
                                  </p:stCondLst>
                                  <p:childTnLst>
                                    <p:set>
                                      <p:cBhvr>
                                        <p:cTn id="98" dur="1" fill="hold">
                                          <p:stCondLst>
                                            <p:cond delay="0"/>
                                          </p:stCondLst>
                                        </p:cTn>
                                        <p:tgtEl>
                                          <p:spTgt spid="154761"/>
                                        </p:tgtEl>
                                        <p:attrNameLst>
                                          <p:attrName>style.visibility</p:attrName>
                                        </p:attrNameLst>
                                      </p:cBhvr>
                                      <p:to>
                                        <p:strVal val="visible"/>
                                      </p:to>
                                    </p:set>
                                    <p:animEffect transition="in" filter="wipe(left)">
                                      <p:cBhvr>
                                        <p:cTn id="99" dur="500"/>
                                        <p:tgtEl>
                                          <p:spTgt spid="154761"/>
                                        </p:tgtEl>
                                      </p:cBhvr>
                                    </p:animEffect>
                                  </p:childTnLst>
                                </p:cTn>
                              </p:par>
                              <p:par>
                                <p:cTn id="100" presetID="22" presetClass="entr" presetSubtype="8" fill="hold" nodeType="withEffect">
                                  <p:stCondLst>
                                    <p:cond delay="0"/>
                                  </p:stCondLst>
                                  <p:childTnLst>
                                    <p:set>
                                      <p:cBhvr>
                                        <p:cTn id="101" dur="1" fill="hold">
                                          <p:stCondLst>
                                            <p:cond delay="0"/>
                                          </p:stCondLst>
                                        </p:cTn>
                                        <p:tgtEl>
                                          <p:spTgt spid="154765"/>
                                        </p:tgtEl>
                                        <p:attrNameLst>
                                          <p:attrName>style.visibility</p:attrName>
                                        </p:attrNameLst>
                                      </p:cBhvr>
                                      <p:to>
                                        <p:strVal val="visible"/>
                                      </p:to>
                                    </p:set>
                                    <p:animEffect transition="in" filter="wipe(left)">
                                      <p:cBhvr>
                                        <p:cTn id="102" dur="500"/>
                                        <p:tgtEl>
                                          <p:spTgt spid="154765"/>
                                        </p:tgtEl>
                                      </p:cBhvr>
                                    </p:animEffect>
                                  </p:childTnLst>
                                </p:cTn>
                              </p:par>
                            </p:childTnLst>
                          </p:cTn>
                        </p:par>
                        <p:par>
                          <p:cTn id="103" fill="hold">
                            <p:stCondLst>
                              <p:cond delay="2500"/>
                            </p:stCondLst>
                            <p:childTnLst>
                              <p:par>
                                <p:cTn id="104" presetID="22" presetClass="entr" presetSubtype="8" fill="hold" nodeType="afterEffect">
                                  <p:stCondLst>
                                    <p:cond delay="0"/>
                                  </p:stCondLst>
                                  <p:childTnLst>
                                    <p:set>
                                      <p:cBhvr>
                                        <p:cTn id="105" dur="1" fill="hold">
                                          <p:stCondLst>
                                            <p:cond delay="0"/>
                                          </p:stCondLst>
                                        </p:cTn>
                                        <p:tgtEl>
                                          <p:spTgt spid="154766"/>
                                        </p:tgtEl>
                                        <p:attrNameLst>
                                          <p:attrName>style.visibility</p:attrName>
                                        </p:attrNameLst>
                                      </p:cBhvr>
                                      <p:to>
                                        <p:strVal val="visible"/>
                                      </p:to>
                                    </p:set>
                                    <p:animEffect transition="in" filter="wipe(left)">
                                      <p:cBhvr>
                                        <p:cTn id="106" dur="500"/>
                                        <p:tgtEl>
                                          <p:spTgt spid="1547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4703" grpId="0" animBg="1"/>
      <p:bldP spid="154704" grpId="0" animBg="1"/>
      <p:bldP spid="154705" grpId="0" animBg="1"/>
      <p:bldP spid="154706" grpId="0" animBg="1"/>
      <p:bldP spid="154711" grpId="0"/>
      <p:bldP spid="154713" grpId="0"/>
      <p:bldP spid="154740" grpId="0" animBg="1"/>
      <p:bldP spid="154741" grpId="0" animBg="1"/>
      <p:bldP spid="154742"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1.6  </a:t>
            </a:r>
            <a:r>
              <a:rPr lang="zh-CN" altLang="zh-CN" dirty="0"/>
              <a:t>计算机网络的性能</a:t>
            </a:r>
            <a:endParaRPr lang="zh-CN" altLang="en-US" dirty="0"/>
          </a:p>
        </p:txBody>
      </p:sp>
      <p:sp>
        <p:nvSpPr>
          <p:cNvPr id="3" name="内容占位符 2"/>
          <p:cNvSpPr>
            <a:spLocks noGrp="1"/>
          </p:cNvSpPr>
          <p:nvPr>
            <p:ph idx="1"/>
          </p:nvPr>
        </p:nvSpPr>
        <p:spPr>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a:lnSpc>
                <a:spcPct val="110000"/>
              </a:lnSpc>
              <a:spcBef>
                <a:spcPts val="600"/>
              </a:spcBef>
            </a:pPr>
            <a:r>
              <a:rPr lang="en-US" altLang="zh-CN" dirty="0">
                <a:solidFill>
                  <a:srgbClr val="FF0000"/>
                </a:solidFill>
              </a:rPr>
              <a:t>1.6.1  </a:t>
            </a:r>
            <a:r>
              <a:rPr lang="zh-CN" altLang="zh-CN" dirty="0">
                <a:solidFill>
                  <a:srgbClr val="FF0000"/>
                </a:solidFill>
              </a:rPr>
              <a:t>计算机网络的性能指标</a:t>
            </a:r>
          </a:p>
          <a:p>
            <a:pPr>
              <a:lnSpc>
                <a:spcPct val="110000"/>
              </a:lnSpc>
              <a:spcBef>
                <a:spcPts val="600"/>
              </a:spcBef>
            </a:pPr>
            <a:r>
              <a:rPr lang="en-US" altLang="zh-CN" dirty="0"/>
              <a:t>1.6.2  </a:t>
            </a:r>
            <a:r>
              <a:rPr lang="zh-CN" altLang="zh-CN" dirty="0"/>
              <a:t>计算机网络的非性能特征</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1.6.1  </a:t>
            </a:r>
            <a:r>
              <a:rPr lang="zh-CN" altLang="en-US" dirty="0"/>
              <a:t>计算机网络的性能指标</a:t>
            </a:r>
          </a:p>
        </p:txBody>
      </p:sp>
      <p:sp>
        <p:nvSpPr>
          <p:cNvPr id="3" name="内容占位符 2"/>
          <p:cNvSpPr>
            <a:spLocks noGrp="1"/>
          </p:cNvSpPr>
          <p:nvPr>
            <p:ph idx="1"/>
          </p:nvPr>
        </p:nvSpPr>
        <p:spPr>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a:lnSpc>
                <a:spcPct val="110000"/>
              </a:lnSpc>
              <a:spcBef>
                <a:spcPts val="600"/>
              </a:spcBef>
            </a:pPr>
            <a:r>
              <a:rPr lang="zh-CN" altLang="zh-CN" dirty="0"/>
              <a:t>计算机网络的性能一般是指它的几个重要的</a:t>
            </a:r>
            <a:r>
              <a:rPr lang="zh-CN" altLang="zh-CN" dirty="0">
                <a:solidFill>
                  <a:srgbClr val="FF0000"/>
                </a:solidFill>
              </a:rPr>
              <a:t>性能指标</a:t>
            </a:r>
            <a:r>
              <a:rPr lang="zh-CN" altLang="en-US" dirty="0"/>
              <a:t>，主要包括：</a:t>
            </a:r>
            <a:endParaRPr lang="en-US" altLang="zh-CN" dirty="0"/>
          </a:p>
          <a:p>
            <a:pPr lvl="1"/>
            <a:r>
              <a:rPr lang="zh-CN" altLang="zh-CN" dirty="0"/>
              <a:t>速率</a:t>
            </a:r>
            <a:endParaRPr lang="en-US" altLang="zh-CN" dirty="0"/>
          </a:p>
          <a:p>
            <a:pPr lvl="1"/>
            <a:r>
              <a:rPr lang="zh-CN" altLang="en-US" dirty="0"/>
              <a:t>带宽</a:t>
            </a:r>
            <a:endParaRPr lang="en-US" altLang="zh-CN" dirty="0"/>
          </a:p>
          <a:p>
            <a:pPr lvl="1"/>
            <a:r>
              <a:rPr lang="zh-CN" altLang="en-US" dirty="0"/>
              <a:t>吞吐量</a:t>
            </a:r>
            <a:endParaRPr lang="en-US" altLang="zh-CN" dirty="0"/>
          </a:p>
          <a:p>
            <a:pPr lvl="1"/>
            <a:r>
              <a:rPr lang="zh-CN" altLang="en-US" dirty="0"/>
              <a:t>时延</a:t>
            </a:r>
            <a:endParaRPr lang="en-US" altLang="zh-CN" dirty="0"/>
          </a:p>
          <a:p>
            <a:pPr lvl="1"/>
            <a:r>
              <a:rPr lang="zh-CN" altLang="en-US" dirty="0"/>
              <a:t>利用率</a:t>
            </a:r>
            <a:endParaRPr lang="en-US" altLang="zh-CN" dirty="0"/>
          </a:p>
          <a:p>
            <a:pPr lvl="1"/>
            <a:r>
              <a:rPr lang="zh-CN" altLang="en-US" dirty="0"/>
              <a:t>时延带宽积</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906" name="Rectangle 2"/>
          <p:cNvSpPr>
            <a:spLocks noGrp="1" noChangeArrowheads="1"/>
          </p:cNvSpPr>
          <p:nvPr>
            <p:ph type="title"/>
          </p:nvPr>
        </p:nvSpPr>
        <p:spPr/>
        <p:txBody>
          <a:bodyPr/>
          <a:lstStyle/>
          <a:p>
            <a:r>
              <a:rPr lang="en-US" altLang="zh-CN" dirty="0"/>
              <a:t>3. </a:t>
            </a:r>
            <a:r>
              <a:rPr lang="zh-CN" altLang="en-US" dirty="0"/>
              <a:t>吞吐量</a:t>
            </a:r>
          </a:p>
        </p:txBody>
      </p:sp>
      <p:sp>
        <p:nvSpPr>
          <p:cNvPr id="379907" name="Rectangle 3"/>
          <p:cNvSpPr>
            <a:spLocks noGrp="1" noChangeArrowheads="1"/>
          </p:cNvSpPr>
          <p:nvPr>
            <p:ph idx="1"/>
          </p:nvPr>
        </p:nvSpPr>
        <p:spPr>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a:lnSpc>
                <a:spcPct val="110000"/>
              </a:lnSpc>
              <a:spcBef>
                <a:spcPts val="600"/>
              </a:spcBef>
            </a:pPr>
            <a:r>
              <a:rPr lang="zh-CN" altLang="en-US" dirty="0"/>
              <a:t>吞吐量 </a:t>
            </a:r>
            <a:r>
              <a:rPr lang="en-US" altLang="zh-CN" dirty="0"/>
              <a:t>(throughput) </a:t>
            </a:r>
            <a:r>
              <a:rPr lang="zh-CN" altLang="en-US" dirty="0"/>
              <a:t>表示在</a:t>
            </a:r>
            <a:r>
              <a:rPr lang="zh-CN" altLang="en-US" dirty="0">
                <a:solidFill>
                  <a:srgbClr val="FF0000"/>
                </a:solidFill>
              </a:rPr>
              <a:t>单位时间内</a:t>
            </a:r>
            <a:r>
              <a:rPr lang="zh-CN" altLang="en-US" dirty="0"/>
              <a:t>通过某个</a:t>
            </a:r>
            <a:r>
              <a:rPr lang="zh-CN" altLang="en-US" dirty="0">
                <a:solidFill>
                  <a:srgbClr val="FF0000"/>
                </a:solidFill>
              </a:rPr>
              <a:t>网络</a:t>
            </a:r>
            <a:r>
              <a:rPr lang="zh-CN" altLang="en-US" dirty="0"/>
              <a:t>（或</a:t>
            </a:r>
            <a:r>
              <a:rPr lang="zh-CN" altLang="en-US" dirty="0">
                <a:solidFill>
                  <a:srgbClr val="FF0000"/>
                </a:solidFill>
              </a:rPr>
              <a:t>信道</a:t>
            </a:r>
            <a:r>
              <a:rPr lang="zh-CN" altLang="en-US" dirty="0"/>
              <a:t>、</a:t>
            </a:r>
            <a:r>
              <a:rPr lang="zh-CN" altLang="en-US" dirty="0">
                <a:solidFill>
                  <a:srgbClr val="FF0000"/>
                </a:solidFill>
              </a:rPr>
              <a:t>接口</a:t>
            </a:r>
            <a:r>
              <a:rPr lang="zh-CN" altLang="en-US" dirty="0"/>
              <a:t>）的</a:t>
            </a:r>
            <a:r>
              <a:rPr lang="zh-CN" altLang="en-US" dirty="0">
                <a:solidFill>
                  <a:srgbClr val="FF0000"/>
                </a:solidFill>
              </a:rPr>
              <a:t>数据量</a:t>
            </a:r>
            <a:r>
              <a:rPr lang="zh-CN" altLang="en-US" dirty="0"/>
              <a:t>。单位</a:t>
            </a:r>
            <a:r>
              <a:rPr lang="zh-CN" altLang="en-US" sz="3200" dirty="0"/>
              <a:t>是 </a:t>
            </a:r>
            <a:r>
              <a:rPr lang="en-US" altLang="zh-CN" sz="3200" dirty="0">
                <a:solidFill>
                  <a:srgbClr val="FF0000"/>
                </a:solidFill>
              </a:rPr>
              <a:t>bit/s</a:t>
            </a:r>
            <a:r>
              <a:rPr lang="zh-CN" altLang="en-US" sz="3200" b="0" dirty="0">
                <a:solidFill>
                  <a:srgbClr val="FF0000"/>
                </a:solidFill>
              </a:rPr>
              <a:t>。</a:t>
            </a:r>
            <a:endParaRPr lang="zh-CN" altLang="en-US" dirty="0"/>
          </a:p>
          <a:p>
            <a:pPr>
              <a:lnSpc>
                <a:spcPct val="110000"/>
              </a:lnSpc>
              <a:spcBef>
                <a:spcPts val="600"/>
              </a:spcBef>
            </a:pPr>
            <a:r>
              <a:rPr lang="zh-CN" altLang="en-US" dirty="0"/>
              <a:t>吞吐量更经常地用于对</a:t>
            </a:r>
            <a:r>
              <a:rPr lang="zh-CN" altLang="en-US" dirty="0">
                <a:solidFill>
                  <a:srgbClr val="FF0000"/>
                </a:solidFill>
              </a:rPr>
              <a:t>现实</a:t>
            </a:r>
            <a:r>
              <a:rPr lang="zh-CN" altLang="en-US" dirty="0"/>
              <a:t>世界中的网络的一种测量，以便知道</a:t>
            </a:r>
            <a:r>
              <a:rPr lang="zh-CN" altLang="en-US" dirty="0">
                <a:solidFill>
                  <a:srgbClr val="FF0000"/>
                </a:solidFill>
              </a:rPr>
              <a:t>实际上</a:t>
            </a:r>
            <a:r>
              <a:rPr lang="zh-CN" altLang="en-US" dirty="0"/>
              <a:t>到底有多少数据量能够通过网络。考虑现实因素（丢包、拥塞等）。</a:t>
            </a:r>
          </a:p>
          <a:p>
            <a:pPr>
              <a:lnSpc>
                <a:spcPct val="110000"/>
              </a:lnSpc>
              <a:spcBef>
                <a:spcPts val="600"/>
              </a:spcBef>
            </a:pPr>
            <a:r>
              <a:rPr lang="zh-CN" altLang="en-US" dirty="0">
                <a:solidFill>
                  <a:srgbClr val="0000CC"/>
                </a:solidFill>
              </a:rPr>
              <a:t>吞吐量受网络的带宽或网络的额定速率的限制，带宽确定了吞吐量的</a:t>
            </a:r>
            <a:r>
              <a:rPr lang="zh-CN" altLang="en-US" dirty="0">
                <a:solidFill>
                  <a:srgbClr val="FF0000"/>
                </a:solidFill>
              </a:rPr>
              <a:t>绝对上限</a:t>
            </a:r>
            <a:r>
              <a:rPr lang="zh-CN" altLang="en-US" dirty="0">
                <a:solidFill>
                  <a:srgbClr val="0000CC"/>
                </a:solidFill>
              </a:rPr>
              <a:t>。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 </a:t>
            </a:r>
            <a:r>
              <a:rPr lang="zh-CN" altLang="en-US" dirty="0"/>
              <a:t>时延 </a:t>
            </a:r>
            <a:r>
              <a:rPr lang="en-US" altLang="zh-CN" dirty="0"/>
              <a:t>(delay </a:t>
            </a:r>
            <a:r>
              <a:rPr lang="zh-CN" altLang="en-US" dirty="0"/>
              <a:t>或 </a:t>
            </a:r>
            <a:r>
              <a:rPr lang="en-US" altLang="zh-CN" dirty="0"/>
              <a:t>latency)</a:t>
            </a:r>
            <a:endParaRPr lang="zh-CN" altLang="en-US" dirty="0"/>
          </a:p>
        </p:txBody>
      </p:sp>
      <p:sp>
        <p:nvSpPr>
          <p:cNvPr id="3" name="内容占位符 2"/>
          <p:cNvSpPr>
            <a:spLocks noGrp="1"/>
          </p:cNvSpPr>
          <p:nvPr>
            <p:ph idx="1"/>
          </p:nvPr>
        </p:nvSpPr>
        <p:spPr>
          <a:xfrm>
            <a:off x="495300" y="1196975"/>
            <a:ext cx="9065895" cy="5381625"/>
          </a:xfrm>
        </p:spPr>
        <p:txBody>
          <a:bodyPr/>
          <a:lstStyle/>
          <a:p>
            <a:r>
              <a:rPr lang="zh-CN" altLang="zh-CN" dirty="0"/>
              <a:t>时延</a:t>
            </a:r>
            <a:r>
              <a:rPr lang="en-US" altLang="zh-CN" dirty="0"/>
              <a:t> (delay </a:t>
            </a:r>
            <a:r>
              <a:rPr lang="zh-CN" altLang="zh-CN" dirty="0"/>
              <a:t>或</a:t>
            </a:r>
            <a:r>
              <a:rPr lang="en-US" altLang="zh-CN" dirty="0"/>
              <a:t> latency) </a:t>
            </a:r>
            <a:r>
              <a:rPr lang="zh-CN" altLang="zh-CN" dirty="0"/>
              <a:t>是指数据（一个报文或分组，甚至比特）从网络（或链路）的一端传送到另一端所需的时间</a:t>
            </a:r>
            <a:r>
              <a:rPr lang="zh-CN" altLang="en-US" dirty="0"/>
              <a:t>。</a:t>
            </a:r>
            <a:endParaRPr lang="en-US" altLang="zh-CN" dirty="0"/>
          </a:p>
          <a:p>
            <a:r>
              <a:rPr lang="zh-CN" altLang="zh-CN" dirty="0"/>
              <a:t>有时也称为</a:t>
            </a:r>
            <a:r>
              <a:rPr lang="zh-CN" altLang="zh-CN" dirty="0">
                <a:solidFill>
                  <a:srgbClr val="FF0000"/>
                </a:solidFill>
              </a:rPr>
              <a:t>延迟</a:t>
            </a:r>
            <a:r>
              <a:rPr lang="zh-CN" altLang="zh-CN" dirty="0"/>
              <a:t>或</a:t>
            </a:r>
            <a:r>
              <a:rPr lang="zh-CN" altLang="zh-CN" dirty="0">
                <a:solidFill>
                  <a:srgbClr val="FF0000"/>
                </a:solidFill>
              </a:rPr>
              <a:t>迟延</a:t>
            </a:r>
            <a:r>
              <a:rPr lang="zh-CN" altLang="en-US" dirty="0">
                <a:solidFill>
                  <a:srgbClr val="FF0000"/>
                </a:solidFill>
              </a:rPr>
              <a:t>。</a:t>
            </a:r>
            <a:endParaRPr lang="en-US" altLang="zh-CN" dirty="0">
              <a:solidFill>
                <a:srgbClr val="FF0000"/>
              </a:solidFill>
            </a:endParaRPr>
          </a:p>
          <a:p>
            <a:r>
              <a:rPr lang="zh-CN" altLang="zh-CN" dirty="0"/>
              <a:t>网络中的时延由以下几个不同的部分组成</a:t>
            </a:r>
            <a:r>
              <a:rPr lang="zh-CN" altLang="en-US" dirty="0"/>
              <a:t>：</a:t>
            </a:r>
            <a:endParaRPr lang="en-US" altLang="zh-CN" dirty="0"/>
          </a:p>
          <a:p>
            <a:pPr lvl="1"/>
            <a:r>
              <a:rPr lang="en-US" altLang="zh-CN" dirty="0"/>
              <a:t>(1) </a:t>
            </a:r>
            <a:r>
              <a:rPr lang="zh-CN" altLang="en-US" dirty="0"/>
              <a:t>发送时延</a:t>
            </a:r>
            <a:endParaRPr lang="en-US" altLang="zh-CN" dirty="0"/>
          </a:p>
          <a:p>
            <a:pPr lvl="1"/>
            <a:r>
              <a:rPr lang="en-US" altLang="zh-CN" dirty="0"/>
              <a:t>(2) </a:t>
            </a:r>
            <a:r>
              <a:rPr lang="zh-CN" altLang="en-US" dirty="0"/>
              <a:t>传播时延</a:t>
            </a:r>
            <a:endParaRPr lang="en-US" altLang="zh-CN" dirty="0"/>
          </a:p>
          <a:p>
            <a:pPr lvl="1"/>
            <a:r>
              <a:rPr lang="en-US" altLang="zh-CN" dirty="0"/>
              <a:t>(3) </a:t>
            </a:r>
            <a:r>
              <a:rPr lang="zh-CN" altLang="en-US" dirty="0"/>
              <a:t>处理时延</a:t>
            </a:r>
            <a:endParaRPr lang="en-US" altLang="zh-CN" dirty="0"/>
          </a:p>
          <a:p>
            <a:pPr lvl="1"/>
            <a:r>
              <a:rPr lang="en-US" altLang="zh-CN" dirty="0"/>
              <a:t>(4) </a:t>
            </a:r>
            <a:r>
              <a:rPr lang="zh-CN" altLang="en-US" dirty="0"/>
              <a:t>排队时延</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ChangeArrowheads="1"/>
          </p:cNvSpPr>
          <p:nvPr>
            <p:ph type="title"/>
          </p:nvPr>
        </p:nvSpPr>
        <p:spPr/>
        <p:txBody>
          <a:bodyPr/>
          <a:lstStyle/>
          <a:p>
            <a:pPr algn="ctr"/>
            <a:r>
              <a:rPr lang="zh-CN" altLang="en-US" dirty="0"/>
              <a:t>四种时延所产生的地方 </a:t>
            </a:r>
          </a:p>
        </p:txBody>
      </p:sp>
      <p:sp>
        <p:nvSpPr>
          <p:cNvPr id="92167" name="Rectangle 7"/>
          <p:cNvSpPr>
            <a:spLocks noChangeArrowheads="1"/>
          </p:cNvSpPr>
          <p:nvPr/>
        </p:nvSpPr>
        <p:spPr bwMode="auto">
          <a:xfrm>
            <a:off x="2348259" y="4394919"/>
            <a:ext cx="5983156" cy="265113"/>
          </a:xfrm>
          <a:prstGeom prst="rect">
            <a:avLst/>
          </a:prstGeom>
          <a:gradFill rotWithShape="1">
            <a:gsLst>
              <a:gs pos="0">
                <a:srgbClr val="B2B2B2">
                  <a:gamma/>
                  <a:shade val="27451"/>
                  <a:invGamma/>
                </a:srgbClr>
              </a:gs>
              <a:gs pos="50000">
                <a:srgbClr val="B2B2B2"/>
              </a:gs>
              <a:gs pos="100000">
                <a:srgbClr val="B2B2B2">
                  <a:gamma/>
                  <a:shade val="27451"/>
                  <a:invGamma/>
                </a:srgbClr>
              </a:gs>
            </a:gsLst>
            <a:lin ang="5400000" scaled="1"/>
          </a:gradFill>
          <a:ln w="9525">
            <a:solidFill>
              <a:schemeClr val="folHlink"/>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黑体" panose="02010609060101010101" pitchFamily="2" charset="-122"/>
            </a:endParaRPr>
          </a:p>
        </p:txBody>
      </p:sp>
      <p:sp>
        <p:nvSpPr>
          <p:cNvPr id="92169" name="Oval 9"/>
          <p:cNvSpPr>
            <a:spLocks noChangeArrowheads="1"/>
          </p:cNvSpPr>
          <p:nvPr/>
        </p:nvSpPr>
        <p:spPr bwMode="auto">
          <a:xfrm>
            <a:off x="974145" y="3861519"/>
            <a:ext cx="1472142" cy="1331913"/>
          </a:xfrm>
          <a:prstGeom prst="ellipse">
            <a:avLst/>
          </a:prstGeom>
          <a:gradFill rotWithShape="1">
            <a:gsLst>
              <a:gs pos="0">
                <a:srgbClr val="FFFF99"/>
              </a:gs>
              <a:gs pos="100000">
                <a:srgbClr val="FFFF99">
                  <a:gamma/>
                  <a:shade val="69804"/>
                  <a:invGamma/>
                </a:srgbClr>
              </a:gs>
            </a:gsLst>
            <a:path path="shape">
              <a:fillToRect l="50000" t="50000" r="50000" b="50000"/>
            </a:path>
          </a:gradFill>
          <a:ln w="9525">
            <a:solidFill>
              <a:schemeClr val="folHlink"/>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黑体" panose="02010609060101010101" pitchFamily="2" charset="-122"/>
            </a:endParaRPr>
          </a:p>
        </p:txBody>
      </p:sp>
      <p:sp>
        <p:nvSpPr>
          <p:cNvPr id="92170" name="Oval 10"/>
          <p:cNvSpPr>
            <a:spLocks noChangeArrowheads="1"/>
          </p:cNvSpPr>
          <p:nvPr/>
        </p:nvSpPr>
        <p:spPr bwMode="auto">
          <a:xfrm>
            <a:off x="8233386" y="3861519"/>
            <a:ext cx="1472142" cy="1331913"/>
          </a:xfrm>
          <a:prstGeom prst="ellipse">
            <a:avLst/>
          </a:prstGeom>
          <a:gradFill rotWithShape="1">
            <a:gsLst>
              <a:gs pos="0">
                <a:srgbClr val="FFFF99"/>
              </a:gs>
              <a:gs pos="100000">
                <a:srgbClr val="FFFF99">
                  <a:gamma/>
                  <a:shade val="66667"/>
                  <a:invGamma/>
                </a:srgbClr>
              </a:gs>
            </a:gsLst>
            <a:path path="shape">
              <a:fillToRect l="50000" t="50000" r="50000" b="50000"/>
            </a:path>
          </a:gradFill>
          <a:ln w="9525">
            <a:solidFill>
              <a:schemeClr val="folHlink"/>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黑体" panose="02010609060101010101" pitchFamily="2" charset="-122"/>
            </a:endParaRPr>
          </a:p>
        </p:txBody>
      </p:sp>
      <p:grpSp>
        <p:nvGrpSpPr>
          <p:cNvPr id="92171" name="Group 11"/>
          <p:cNvGrpSpPr/>
          <p:nvPr/>
        </p:nvGrpSpPr>
        <p:grpSpPr bwMode="auto">
          <a:xfrm>
            <a:off x="1366258" y="4269507"/>
            <a:ext cx="784225" cy="458787"/>
            <a:chOff x="1567" y="1056"/>
            <a:chExt cx="384" cy="336"/>
          </a:xfrm>
        </p:grpSpPr>
        <p:sp>
          <p:nvSpPr>
            <p:cNvPr id="92172" name="Rectangle 12"/>
            <p:cNvSpPr>
              <a:spLocks noChangeArrowheads="1"/>
            </p:cNvSpPr>
            <p:nvPr/>
          </p:nvSpPr>
          <p:spPr bwMode="auto">
            <a:xfrm>
              <a:off x="1663" y="1056"/>
              <a:ext cx="288" cy="336"/>
            </a:xfrm>
            <a:prstGeom prst="rect">
              <a:avLst/>
            </a:prstGeom>
            <a:solidFill>
              <a:srgbClr val="FF6600"/>
            </a:solidFill>
            <a:ln w="9525">
              <a:solidFill>
                <a:srgbClr val="0000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黑体" panose="02010609060101010101" pitchFamily="2" charset="-122"/>
              </a:endParaRPr>
            </a:p>
          </p:txBody>
        </p:sp>
        <p:sp>
          <p:nvSpPr>
            <p:cNvPr id="92173" name="Freeform 13"/>
            <p:cNvSpPr/>
            <p:nvPr/>
          </p:nvSpPr>
          <p:spPr bwMode="auto">
            <a:xfrm>
              <a:off x="1567" y="1056"/>
              <a:ext cx="384" cy="336"/>
            </a:xfrm>
            <a:custGeom>
              <a:avLst/>
              <a:gdLst>
                <a:gd name="T0" fmla="*/ 0 w 384"/>
                <a:gd name="T1" fmla="*/ 0 h 336"/>
                <a:gd name="T2" fmla="*/ 384 w 384"/>
                <a:gd name="T3" fmla="*/ 0 h 336"/>
                <a:gd name="T4" fmla="*/ 384 w 384"/>
                <a:gd name="T5" fmla="*/ 336 h 336"/>
                <a:gd name="T6" fmla="*/ 0 w 384"/>
                <a:gd name="T7" fmla="*/ 336 h 336"/>
              </a:gdLst>
              <a:ahLst/>
              <a:cxnLst>
                <a:cxn ang="0">
                  <a:pos x="T0" y="T1"/>
                </a:cxn>
                <a:cxn ang="0">
                  <a:pos x="T2" y="T3"/>
                </a:cxn>
                <a:cxn ang="0">
                  <a:pos x="T4" y="T5"/>
                </a:cxn>
                <a:cxn ang="0">
                  <a:pos x="T6" y="T7"/>
                </a:cxn>
              </a:cxnLst>
              <a:rect l="0" t="0" r="r" b="b"/>
              <a:pathLst>
                <a:path w="384" h="336">
                  <a:moveTo>
                    <a:pt x="0" y="0"/>
                  </a:moveTo>
                  <a:lnTo>
                    <a:pt x="384" y="0"/>
                  </a:lnTo>
                  <a:lnTo>
                    <a:pt x="384" y="336"/>
                  </a:lnTo>
                  <a:lnTo>
                    <a:pt x="0" y="336"/>
                  </a:lnTo>
                </a:path>
              </a:pathLst>
            </a:custGeom>
            <a:noFill/>
            <a:ln w="28575" cmpd="sng">
              <a:solidFill>
                <a:srgbClr val="0000FF"/>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黑体" panose="02010609060101010101" pitchFamily="2" charset="-122"/>
              </a:endParaRPr>
            </a:p>
          </p:txBody>
        </p:sp>
        <p:sp>
          <p:nvSpPr>
            <p:cNvPr id="92174" name="Line 14"/>
            <p:cNvSpPr>
              <a:spLocks noChangeShapeType="1"/>
            </p:cNvSpPr>
            <p:nvPr/>
          </p:nvSpPr>
          <p:spPr bwMode="auto">
            <a:xfrm>
              <a:off x="1855" y="1056"/>
              <a:ext cx="0" cy="336"/>
            </a:xfrm>
            <a:prstGeom prst="line">
              <a:avLst/>
            </a:prstGeom>
            <a:noFill/>
            <a:ln w="9525">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黑体" panose="02010609060101010101" pitchFamily="2" charset="-122"/>
              </a:endParaRPr>
            </a:p>
          </p:txBody>
        </p:sp>
        <p:sp>
          <p:nvSpPr>
            <p:cNvPr id="92175" name="Line 15"/>
            <p:cNvSpPr>
              <a:spLocks noChangeShapeType="1"/>
            </p:cNvSpPr>
            <p:nvPr/>
          </p:nvSpPr>
          <p:spPr bwMode="auto">
            <a:xfrm>
              <a:off x="1759" y="1056"/>
              <a:ext cx="0" cy="336"/>
            </a:xfrm>
            <a:prstGeom prst="line">
              <a:avLst/>
            </a:prstGeom>
            <a:noFill/>
            <a:ln w="9525">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黑体" panose="02010609060101010101" pitchFamily="2" charset="-122"/>
              </a:endParaRPr>
            </a:p>
          </p:txBody>
        </p:sp>
        <p:sp>
          <p:nvSpPr>
            <p:cNvPr id="92176" name="Line 16"/>
            <p:cNvSpPr>
              <a:spLocks noChangeShapeType="1"/>
            </p:cNvSpPr>
            <p:nvPr/>
          </p:nvSpPr>
          <p:spPr bwMode="auto">
            <a:xfrm>
              <a:off x="1663" y="1056"/>
              <a:ext cx="0" cy="336"/>
            </a:xfrm>
            <a:prstGeom prst="line">
              <a:avLst/>
            </a:prstGeom>
            <a:noFill/>
            <a:ln w="9525">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黑体" panose="02010609060101010101" pitchFamily="2" charset="-122"/>
              </a:endParaRPr>
            </a:p>
          </p:txBody>
        </p:sp>
      </p:grpSp>
      <p:sp>
        <p:nvSpPr>
          <p:cNvPr id="92177" name="Line 17"/>
          <p:cNvSpPr>
            <a:spLocks noChangeShapeType="1"/>
          </p:cNvSpPr>
          <p:nvPr/>
        </p:nvSpPr>
        <p:spPr bwMode="auto">
          <a:xfrm>
            <a:off x="2145324" y="4515568"/>
            <a:ext cx="294085" cy="6350"/>
          </a:xfrm>
          <a:prstGeom prst="line">
            <a:avLst/>
          </a:prstGeom>
          <a:noFill/>
          <a:ln w="28575">
            <a:solidFill>
              <a:schemeClr val="fo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黑体" panose="02010609060101010101" pitchFamily="2" charset="-122"/>
            </a:endParaRPr>
          </a:p>
        </p:txBody>
      </p:sp>
      <p:sp>
        <p:nvSpPr>
          <p:cNvPr id="92178" name="Rectangle 18"/>
          <p:cNvSpPr>
            <a:spLocks noChangeArrowheads="1"/>
          </p:cNvSpPr>
          <p:nvPr/>
        </p:nvSpPr>
        <p:spPr bwMode="auto">
          <a:xfrm>
            <a:off x="2212396" y="4421907"/>
            <a:ext cx="184017" cy="193675"/>
          </a:xfrm>
          <a:prstGeom prst="rect">
            <a:avLst/>
          </a:prstGeom>
          <a:solidFill>
            <a:srgbClr val="0000CC"/>
          </a:solidFill>
          <a:ln w="9525">
            <a:solidFill>
              <a:schemeClr val="bg1">
                <a:lumMod val="50000"/>
              </a:schemeClr>
            </a:solidFill>
            <a:miter lim="800000"/>
          </a:ln>
          <a:effectLst/>
        </p:spPr>
        <p:txBody>
          <a:bodyPr wrap="none" anchor="ctr"/>
          <a:lstStyle/>
          <a:p>
            <a:endParaRPr lang="zh-CN" altLang="en-US" b="1">
              <a:latin typeface="+mn-lt"/>
              <a:ea typeface="黑体" panose="02010609060101010101" pitchFamily="2" charset="-122"/>
            </a:endParaRPr>
          </a:p>
        </p:txBody>
      </p:sp>
      <p:sp>
        <p:nvSpPr>
          <p:cNvPr id="92181" name="AutoShape 21"/>
          <p:cNvSpPr>
            <a:spLocks noChangeArrowheads="1"/>
          </p:cNvSpPr>
          <p:nvPr/>
        </p:nvSpPr>
        <p:spPr bwMode="auto">
          <a:xfrm>
            <a:off x="3034456" y="4447306"/>
            <a:ext cx="1372394" cy="177800"/>
          </a:xfrm>
          <a:prstGeom prst="rightArrow">
            <a:avLst>
              <a:gd name="adj1" fmla="val 50000"/>
              <a:gd name="adj2" fmla="val 178125"/>
            </a:avLst>
          </a:prstGeom>
          <a:solidFill>
            <a:srgbClr val="00FFCC"/>
          </a:solidFill>
          <a:ln w="9525" algn="ctr">
            <a:solidFill>
              <a:schemeClr val="folHlink"/>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黑体" panose="02010609060101010101" pitchFamily="2" charset="-122"/>
            </a:endParaRPr>
          </a:p>
        </p:txBody>
      </p:sp>
      <p:sp>
        <p:nvSpPr>
          <p:cNvPr id="92186" name="AutoShape 26"/>
          <p:cNvSpPr>
            <a:spLocks noChangeArrowheads="1"/>
          </p:cNvSpPr>
          <p:nvPr/>
        </p:nvSpPr>
        <p:spPr bwMode="auto">
          <a:xfrm>
            <a:off x="322317" y="4447306"/>
            <a:ext cx="1236557" cy="177800"/>
          </a:xfrm>
          <a:prstGeom prst="rightArrow">
            <a:avLst>
              <a:gd name="adj1" fmla="val 50000"/>
              <a:gd name="adj2" fmla="val 178348"/>
            </a:avLst>
          </a:prstGeom>
          <a:solidFill>
            <a:srgbClr val="00FFCC"/>
          </a:solidFill>
          <a:ln w="9525">
            <a:solidFill>
              <a:schemeClr val="folHlink"/>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黑体" panose="02010609060101010101" pitchFamily="2" charset="-122"/>
            </a:endParaRPr>
          </a:p>
        </p:txBody>
      </p:sp>
      <p:sp>
        <p:nvSpPr>
          <p:cNvPr id="92187" name="AutoShape 27"/>
          <p:cNvSpPr>
            <a:spLocks noChangeArrowheads="1"/>
          </p:cNvSpPr>
          <p:nvPr/>
        </p:nvSpPr>
        <p:spPr bwMode="auto">
          <a:xfrm>
            <a:off x="7144759" y="4439369"/>
            <a:ext cx="1372394" cy="176213"/>
          </a:xfrm>
          <a:prstGeom prst="rightArrow">
            <a:avLst>
              <a:gd name="adj1" fmla="val 50000"/>
              <a:gd name="adj2" fmla="val 179729"/>
            </a:avLst>
          </a:prstGeom>
          <a:solidFill>
            <a:srgbClr val="00FFCC"/>
          </a:solidFill>
          <a:ln w="9525" algn="ctr">
            <a:solidFill>
              <a:schemeClr val="folHlink"/>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黑体" panose="02010609060101010101" pitchFamily="2" charset="-122"/>
            </a:endParaRPr>
          </a:p>
        </p:txBody>
      </p:sp>
      <p:sp>
        <p:nvSpPr>
          <p:cNvPr id="92188" name="Text Box 28"/>
          <p:cNvSpPr txBox="1">
            <a:spLocks noChangeArrowheads="1"/>
          </p:cNvSpPr>
          <p:nvPr/>
        </p:nvSpPr>
        <p:spPr bwMode="auto">
          <a:xfrm>
            <a:off x="4432646" y="4337769"/>
            <a:ext cx="1606530" cy="40011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dirty="0">
                <a:solidFill>
                  <a:srgbClr val="0000CC"/>
                </a:solidFill>
                <a:latin typeface="+mn-lt"/>
                <a:ea typeface="黑体" panose="02010609060101010101" pitchFamily="2" charset="-122"/>
              </a:rPr>
              <a:t>1 0 1 1 0 0 1</a:t>
            </a:r>
          </a:p>
        </p:txBody>
      </p:sp>
      <p:sp>
        <p:nvSpPr>
          <p:cNvPr id="92189" name="Text Box 29"/>
          <p:cNvSpPr txBox="1">
            <a:spLocks noChangeArrowheads="1"/>
          </p:cNvSpPr>
          <p:nvPr/>
        </p:nvSpPr>
        <p:spPr bwMode="auto">
          <a:xfrm>
            <a:off x="6181675" y="4204418"/>
            <a:ext cx="49244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b="1">
                <a:solidFill>
                  <a:srgbClr val="333399"/>
                </a:solidFill>
                <a:latin typeface="+mn-lt"/>
                <a:ea typeface="黑体" panose="02010609060101010101" pitchFamily="2" charset="-122"/>
              </a:rPr>
              <a:t>…</a:t>
            </a:r>
          </a:p>
        </p:txBody>
      </p:sp>
      <p:sp>
        <p:nvSpPr>
          <p:cNvPr id="92192" name="Text Box 32"/>
          <p:cNvSpPr txBox="1">
            <a:spLocks noChangeArrowheads="1"/>
          </p:cNvSpPr>
          <p:nvPr/>
        </p:nvSpPr>
        <p:spPr bwMode="auto">
          <a:xfrm>
            <a:off x="2451446" y="5166443"/>
            <a:ext cx="110799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b="1">
                <a:solidFill>
                  <a:srgbClr val="333399"/>
                </a:solidFill>
                <a:latin typeface="+mn-lt"/>
                <a:ea typeface="黑体" panose="02010609060101010101" pitchFamily="2" charset="-122"/>
              </a:rPr>
              <a:t>发送器</a:t>
            </a:r>
          </a:p>
        </p:txBody>
      </p:sp>
      <p:sp>
        <p:nvSpPr>
          <p:cNvPr id="92194" name="Text Box 34"/>
          <p:cNvSpPr txBox="1">
            <a:spLocks noChangeArrowheads="1"/>
          </p:cNvSpPr>
          <p:nvPr/>
        </p:nvSpPr>
        <p:spPr bwMode="auto">
          <a:xfrm>
            <a:off x="1319823" y="4680668"/>
            <a:ext cx="80021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b="1">
                <a:solidFill>
                  <a:srgbClr val="333399"/>
                </a:solidFill>
                <a:latin typeface="+mn-lt"/>
                <a:ea typeface="黑体" panose="02010609060101010101" pitchFamily="2" charset="-122"/>
              </a:rPr>
              <a:t>队列</a:t>
            </a:r>
          </a:p>
        </p:txBody>
      </p:sp>
      <p:grpSp>
        <p:nvGrpSpPr>
          <p:cNvPr id="92205" name="Group 45"/>
          <p:cNvGrpSpPr/>
          <p:nvPr/>
        </p:nvGrpSpPr>
        <p:grpSpPr bwMode="auto">
          <a:xfrm>
            <a:off x="6145559" y="2761381"/>
            <a:ext cx="2031074" cy="1612900"/>
            <a:chOff x="3486" y="1933"/>
            <a:chExt cx="1181" cy="1016"/>
          </a:xfrm>
        </p:grpSpPr>
        <p:sp>
          <p:nvSpPr>
            <p:cNvPr id="92193" name="Line 33"/>
            <p:cNvSpPr>
              <a:spLocks noChangeShapeType="1"/>
            </p:cNvSpPr>
            <p:nvPr/>
          </p:nvSpPr>
          <p:spPr bwMode="auto">
            <a:xfrm flipH="1">
              <a:off x="3602" y="2495"/>
              <a:ext cx="276" cy="454"/>
            </a:xfrm>
            <a:prstGeom prst="line">
              <a:avLst/>
            </a:prstGeom>
            <a:noFill/>
            <a:ln w="28575">
              <a:solidFill>
                <a:srgbClr val="0000FF"/>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黑体" panose="02010609060101010101" pitchFamily="2" charset="-122"/>
              </a:endParaRPr>
            </a:p>
          </p:txBody>
        </p:sp>
        <p:sp>
          <p:nvSpPr>
            <p:cNvPr id="92196" name="Text Box 36"/>
            <p:cNvSpPr txBox="1">
              <a:spLocks noChangeArrowheads="1"/>
            </p:cNvSpPr>
            <p:nvPr/>
          </p:nvSpPr>
          <p:spPr bwMode="auto">
            <a:xfrm>
              <a:off x="3486" y="1933"/>
              <a:ext cx="1181" cy="523"/>
            </a:xfrm>
            <a:prstGeom prst="rect">
              <a:avLst/>
            </a:prstGeom>
            <a:solidFill>
              <a:srgbClr val="FFFF99"/>
            </a:solidFill>
            <a:ln w="76200" cmpd="tri">
              <a:solidFill>
                <a:schemeClr val="folHlink"/>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2400" b="1">
                  <a:solidFill>
                    <a:srgbClr val="333399"/>
                  </a:solidFill>
                  <a:latin typeface="+mn-lt"/>
                  <a:ea typeface="黑体" panose="02010609060101010101" pitchFamily="2" charset="-122"/>
                </a:rPr>
                <a:t>在链路上产生</a:t>
              </a:r>
            </a:p>
            <a:p>
              <a:pPr algn="ctr"/>
              <a:r>
                <a:rPr kumimoji="1" lang="zh-CN" altLang="en-US" sz="2400" b="1">
                  <a:solidFill>
                    <a:srgbClr val="333399"/>
                  </a:solidFill>
                  <a:latin typeface="+mn-lt"/>
                  <a:ea typeface="黑体" panose="02010609060101010101" pitchFamily="2" charset="-122"/>
                </a:rPr>
                <a:t>传播时延</a:t>
              </a:r>
            </a:p>
          </p:txBody>
        </p:sp>
      </p:grpSp>
      <p:sp>
        <p:nvSpPr>
          <p:cNvPr id="92197" name="Text Box 37"/>
          <p:cNvSpPr txBox="1">
            <a:spLocks noChangeArrowheads="1"/>
          </p:cNvSpPr>
          <p:nvPr/>
        </p:nvSpPr>
        <p:spPr bwMode="auto">
          <a:xfrm>
            <a:off x="8379568" y="5256931"/>
            <a:ext cx="108395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b="1">
                <a:solidFill>
                  <a:srgbClr val="333399"/>
                </a:solidFill>
                <a:latin typeface="+mn-lt"/>
                <a:ea typeface="黑体" panose="02010609060101010101" pitchFamily="2" charset="-122"/>
              </a:rPr>
              <a:t>结点</a:t>
            </a:r>
            <a:r>
              <a:rPr kumimoji="1" lang="zh-CN" altLang="en-US" sz="1600" b="1">
                <a:solidFill>
                  <a:srgbClr val="333399"/>
                </a:solidFill>
                <a:latin typeface="+mn-lt"/>
                <a:ea typeface="黑体" panose="02010609060101010101" pitchFamily="2" charset="-122"/>
              </a:rPr>
              <a:t> </a:t>
            </a:r>
            <a:r>
              <a:rPr kumimoji="1" lang="en-US" altLang="zh-CN" sz="2400" b="1">
                <a:solidFill>
                  <a:srgbClr val="333399"/>
                </a:solidFill>
                <a:latin typeface="+mn-lt"/>
                <a:ea typeface="黑体" panose="02010609060101010101" pitchFamily="2" charset="-122"/>
              </a:rPr>
              <a:t>B</a:t>
            </a:r>
          </a:p>
        </p:txBody>
      </p:sp>
      <p:sp>
        <p:nvSpPr>
          <p:cNvPr id="92198" name="Text Box 38"/>
          <p:cNvSpPr txBox="1">
            <a:spLocks noChangeArrowheads="1"/>
          </p:cNvSpPr>
          <p:nvPr/>
        </p:nvSpPr>
        <p:spPr bwMode="auto">
          <a:xfrm>
            <a:off x="1125487" y="5166443"/>
            <a:ext cx="108395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b="1" dirty="0">
                <a:solidFill>
                  <a:srgbClr val="333399"/>
                </a:solidFill>
                <a:latin typeface="+mn-lt"/>
                <a:ea typeface="黑体" panose="02010609060101010101" pitchFamily="2" charset="-122"/>
              </a:rPr>
              <a:t>结点</a:t>
            </a:r>
            <a:r>
              <a:rPr kumimoji="1" lang="zh-CN" altLang="en-US" sz="1600" b="1" dirty="0">
                <a:solidFill>
                  <a:srgbClr val="333399"/>
                </a:solidFill>
                <a:latin typeface="+mn-lt"/>
                <a:ea typeface="黑体" panose="02010609060101010101" pitchFamily="2" charset="-122"/>
              </a:rPr>
              <a:t> </a:t>
            </a:r>
            <a:r>
              <a:rPr kumimoji="1" lang="en-US" altLang="zh-CN" sz="2400" b="1" dirty="0">
                <a:solidFill>
                  <a:srgbClr val="333399"/>
                </a:solidFill>
                <a:latin typeface="+mn-lt"/>
                <a:ea typeface="黑体" panose="02010609060101010101" pitchFamily="2" charset="-122"/>
              </a:rPr>
              <a:t>A</a:t>
            </a:r>
          </a:p>
        </p:txBody>
      </p:sp>
      <p:grpSp>
        <p:nvGrpSpPr>
          <p:cNvPr id="92204" name="Group 44"/>
          <p:cNvGrpSpPr/>
          <p:nvPr/>
        </p:nvGrpSpPr>
        <p:grpSpPr bwMode="auto">
          <a:xfrm>
            <a:off x="2294945" y="3282082"/>
            <a:ext cx="3300280" cy="1165225"/>
            <a:chOff x="1247" y="2261"/>
            <a:chExt cx="1919" cy="734"/>
          </a:xfrm>
        </p:grpSpPr>
        <p:sp>
          <p:nvSpPr>
            <p:cNvPr id="92184" name="Text Box 24"/>
            <p:cNvSpPr txBox="1">
              <a:spLocks noChangeArrowheads="1"/>
            </p:cNvSpPr>
            <p:nvPr/>
          </p:nvSpPr>
          <p:spPr bwMode="auto">
            <a:xfrm>
              <a:off x="1260" y="2261"/>
              <a:ext cx="1906" cy="291"/>
            </a:xfrm>
            <a:prstGeom prst="rect">
              <a:avLst/>
            </a:prstGeom>
            <a:solidFill>
              <a:srgbClr val="FFFF99"/>
            </a:solidFill>
            <a:ln w="76200" cmpd="tri">
              <a:solidFill>
                <a:schemeClr val="folHlink"/>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2400" b="1" dirty="0">
                  <a:solidFill>
                    <a:srgbClr val="333399"/>
                  </a:solidFill>
                  <a:latin typeface="+mn-lt"/>
                  <a:ea typeface="黑体" panose="02010609060101010101" pitchFamily="2" charset="-122"/>
                </a:rPr>
                <a:t>在发送器产生发送时延</a:t>
              </a:r>
            </a:p>
          </p:txBody>
        </p:sp>
        <p:sp>
          <p:nvSpPr>
            <p:cNvPr id="92200" name="Line 40"/>
            <p:cNvSpPr>
              <a:spLocks noChangeShapeType="1"/>
            </p:cNvSpPr>
            <p:nvPr/>
          </p:nvSpPr>
          <p:spPr bwMode="auto">
            <a:xfrm flipH="1">
              <a:off x="1247" y="2614"/>
              <a:ext cx="454" cy="381"/>
            </a:xfrm>
            <a:prstGeom prst="line">
              <a:avLst/>
            </a:prstGeom>
            <a:noFill/>
            <a:ln w="28575">
              <a:solidFill>
                <a:srgbClr val="0000FF"/>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黑体" panose="02010609060101010101" pitchFamily="2" charset="-122"/>
              </a:endParaRPr>
            </a:p>
          </p:txBody>
        </p:sp>
      </p:grpSp>
      <p:sp>
        <p:nvSpPr>
          <p:cNvPr id="92201" name="Line 41"/>
          <p:cNvSpPr>
            <a:spLocks noChangeShapeType="1"/>
          </p:cNvSpPr>
          <p:nvPr/>
        </p:nvSpPr>
        <p:spPr bwMode="auto">
          <a:xfrm flipH="1" flipV="1">
            <a:off x="2294946" y="4590181"/>
            <a:ext cx="467783" cy="647700"/>
          </a:xfrm>
          <a:prstGeom prst="line">
            <a:avLst/>
          </a:prstGeom>
          <a:noFill/>
          <a:ln w="28575">
            <a:solidFill>
              <a:srgbClr val="0000FF"/>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黑体" panose="02010609060101010101" pitchFamily="2" charset="-122"/>
            </a:endParaRPr>
          </a:p>
        </p:txBody>
      </p:sp>
      <p:sp>
        <p:nvSpPr>
          <p:cNvPr id="92199" name="Line 39"/>
          <p:cNvSpPr>
            <a:spLocks noChangeShapeType="1"/>
          </p:cNvSpPr>
          <p:nvPr/>
        </p:nvSpPr>
        <p:spPr bwMode="auto">
          <a:xfrm flipH="1">
            <a:off x="1710217" y="2834406"/>
            <a:ext cx="60192" cy="1008062"/>
          </a:xfrm>
          <a:prstGeom prst="line">
            <a:avLst/>
          </a:prstGeom>
          <a:noFill/>
          <a:ln w="28575">
            <a:solidFill>
              <a:srgbClr val="0000FF"/>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黑体" panose="02010609060101010101" pitchFamily="2" charset="-122"/>
            </a:endParaRPr>
          </a:p>
        </p:txBody>
      </p:sp>
      <p:sp>
        <p:nvSpPr>
          <p:cNvPr id="92202" name="Text Box 42"/>
          <p:cNvSpPr txBox="1">
            <a:spLocks noChangeArrowheads="1"/>
          </p:cNvSpPr>
          <p:nvPr/>
        </p:nvSpPr>
        <p:spPr bwMode="auto">
          <a:xfrm>
            <a:off x="322318" y="1916832"/>
            <a:ext cx="2954655" cy="830997"/>
          </a:xfrm>
          <a:prstGeom prst="rect">
            <a:avLst/>
          </a:prstGeom>
          <a:solidFill>
            <a:srgbClr val="FFFF99"/>
          </a:solidFill>
          <a:ln w="76200" cmpd="tri">
            <a:solidFill>
              <a:schemeClr val="folHlink"/>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2400" b="1">
                <a:solidFill>
                  <a:srgbClr val="333399"/>
                </a:solidFill>
                <a:latin typeface="+mn-lt"/>
                <a:ea typeface="黑体" panose="02010609060101010101" pitchFamily="2" charset="-122"/>
              </a:rPr>
              <a:t>在结点 </a:t>
            </a:r>
            <a:r>
              <a:rPr kumimoji="1" lang="en-US" altLang="zh-CN" sz="2400" b="1">
                <a:solidFill>
                  <a:srgbClr val="333399"/>
                </a:solidFill>
                <a:latin typeface="+mn-lt"/>
                <a:ea typeface="黑体" panose="02010609060101010101" pitchFamily="2" charset="-122"/>
              </a:rPr>
              <a:t>A </a:t>
            </a:r>
            <a:r>
              <a:rPr kumimoji="1" lang="zh-CN" altLang="en-US" sz="2400" b="1">
                <a:solidFill>
                  <a:srgbClr val="333399"/>
                </a:solidFill>
                <a:latin typeface="+mn-lt"/>
                <a:ea typeface="黑体" panose="02010609060101010101" pitchFamily="2" charset="-122"/>
              </a:rPr>
              <a:t>中产生</a:t>
            </a:r>
          </a:p>
          <a:p>
            <a:pPr algn="ctr"/>
            <a:r>
              <a:rPr kumimoji="1" lang="zh-CN" altLang="en-US" sz="2400" b="1">
                <a:solidFill>
                  <a:srgbClr val="333399"/>
                </a:solidFill>
                <a:latin typeface="+mn-lt"/>
                <a:ea typeface="黑体" panose="02010609060101010101" pitchFamily="2" charset="-122"/>
              </a:rPr>
              <a:t>处理时延和排队时延</a:t>
            </a:r>
          </a:p>
        </p:txBody>
      </p:sp>
      <p:sp>
        <p:nvSpPr>
          <p:cNvPr id="92206" name="Text Box 46"/>
          <p:cNvSpPr txBox="1">
            <a:spLocks noChangeArrowheads="1"/>
          </p:cNvSpPr>
          <p:nvPr/>
        </p:nvSpPr>
        <p:spPr bwMode="auto">
          <a:xfrm>
            <a:off x="297768" y="3985343"/>
            <a:ext cx="80021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b="1" dirty="0">
                <a:solidFill>
                  <a:srgbClr val="333399"/>
                </a:solidFill>
                <a:latin typeface="+mn-lt"/>
                <a:ea typeface="黑体" panose="02010609060101010101" pitchFamily="2" charset="-122"/>
              </a:rPr>
              <a:t>数据</a:t>
            </a:r>
          </a:p>
        </p:txBody>
      </p:sp>
      <p:sp>
        <p:nvSpPr>
          <p:cNvPr id="92207" name="Text Box 47"/>
          <p:cNvSpPr txBox="1">
            <a:spLocks noChangeArrowheads="1"/>
          </p:cNvSpPr>
          <p:nvPr/>
        </p:nvSpPr>
        <p:spPr bwMode="auto">
          <a:xfrm>
            <a:off x="1366258" y="1116033"/>
            <a:ext cx="730387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kumimoji="1" lang="zh-CN" altLang="en-US" sz="3200" b="1" dirty="0">
                <a:solidFill>
                  <a:srgbClr val="C00000"/>
                </a:solidFill>
                <a:latin typeface="+mn-lt"/>
                <a:ea typeface="黑体" panose="02010609060101010101" pitchFamily="2" charset="-122"/>
              </a:rPr>
              <a:t>假设从结点 </a:t>
            </a:r>
            <a:r>
              <a:rPr kumimoji="1" lang="en-US" altLang="zh-CN" sz="3200" b="1" dirty="0">
                <a:solidFill>
                  <a:srgbClr val="C00000"/>
                </a:solidFill>
                <a:latin typeface="+mn-lt"/>
                <a:ea typeface="黑体" panose="02010609060101010101" pitchFamily="2" charset="-122"/>
              </a:rPr>
              <a:t>A </a:t>
            </a:r>
            <a:r>
              <a:rPr kumimoji="1" lang="zh-CN" altLang="en-US" sz="3200" b="1" dirty="0">
                <a:solidFill>
                  <a:srgbClr val="C00000"/>
                </a:solidFill>
                <a:latin typeface="+mn-lt"/>
                <a:ea typeface="黑体" panose="02010609060101010101" pitchFamily="2" charset="-122"/>
              </a:rPr>
              <a:t>向结点 </a:t>
            </a:r>
            <a:r>
              <a:rPr kumimoji="1" lang="en-US" altLang="zh-CN" sz="3200" b="1" dirty="0">
                <a:solidFill>
                  <a:srgbClr val="C00000"/>
                </a:solidFill>
                <a:latin typeface="+mn-lt"/>
                <a:ea typeface="黑体" panose="02010609060101010101" pitchFamily="2" charset="-122"/>
              </a:rPr>
              <a:t>B </a:t>
            </a:r>
            <a:r>
              <a:rPr kumimoji="1" lang="zh-CN" altLang="en-US" sz="3200" b="1" dirty="0">
                <a:solidFill>
                  <a:srgbClr val="C00000"/>
                </a:solidFill>
                <a:latin typeface="+mn-lt"/>
                <a:ea typeface="黑体" panose="02010609060101010101" pitchFamily="2" charset="-122"/>
              </a:rPr>
              <a:t>发送数据</a:t>
            </a:r>
          </a:p>
        </p:txBody>
      </p:sp>
      <p:sp>
        <p:nvSpPr>
          <p:cNvPr id="92208" name="Text Box 48"/>
          <p:cNvSpPr txBox="1">
            <a:spLocks noChangeArrowheads="1"/>
          </p:cNvSpPr>
          <p:nvPr/>
        </p:nvSpPr>
        <p:spPr bwMode="auto">
          <a:xfrm>
            <a:off x="4752527" y="4706068"/>
            <a:ext cx="80021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b="1">
                <a:solidFill>
                  <a:srgbClr val="333399"/>
                </a:solidFill>
                <a:latin typeface="+mn-lt"/>
                <a:ea typeface="黑体" panose="02010609060101010101" pitchFamily="2" charset="-122"/>
              </a:rPr>
              <a:t>链路</a:t>
            </a:r>
          </a:p>
        </p:txBody>
      </p:sp>
      <p:sp>
        <p:nvSpPr>
          <p:cNvPr id="2" name="矩形 1"/>
          <p:cNvSpPr/>
          <p:nvPr/>
        </p:nvSpPr>
        <p:spPr>
          <a:xfrm>
            <a:off x="2792760" y="5862612"/>
            <a:ext cx="4536504" cy="523220"/>
          </a:xfrm>
          <a:prstGeom prst="rect">
            <a:avLst/>
          </a:prstGeom>
        </p:spPr>
        <p:txBody>
          <a:bodyPr wrap="square">
            <a:spAutoFit/>
          </a:bodyPr>
          <a:lstStyle/>
          <a:p>
            <a:pPr algn="ctr"/>
            <a:r>
              <a:rPr lang="zh-CN" altLang="zh-CN" sz="2800" b="1" dirty="0">
                <a:latin typeface="+mn-lt"/>
                <a:ea typeface="黑体" panose="02010609060101010101" pitchFamily="2" charset="-122"/>
              </a:rPr>
              <a:t>几种时延产生的地方不一样</a:t>
            </a:r>
            <a:endParaRPr lang="zh-CN" altLang="en-US" sz="2800" b="1" dirty="0">
              <a:latin typeface="+mn-lt"/>
              <a:ea typeface="黑体" panose="02010609060101010101" pitchFamily="2"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5. </a:t>
            </a:r>
            <a:r>
              <a:rPr lang="zh-CN" altLang="en-US" dirty="0"/>
              <a:t>利用率</a:t>
            </a:r>
          </a:p>
        </p:txBody>
      </p:sp>
      <p:sp>
        <p:nvSpPr>
          <p:cNvPr id="3" name="内容占位符 2"/>
          <p:cNvSpPr>
            <a:spLocks noGrp="1"/>
          </p:cNvSpPr>
          <p:nvPr>
            <p:ph idx="1"/>
          </p:nvPr>
        </p:nvSpPr>
        <p:spPr/>
        <p:txBody>
          <a:bodyPr/>
          <a:lstStyle/>
          <a:p>
            <a:pPr>
              <a:lnSpc>
                <a:spcPct val="110000"/>
              </a:lnSpc>
              <a:spcBef>
                <a:spcPts val="600"/>
              </a:spcBef>
            </a:pPr>
            <a:r>
              <a:rPr lang="zh-CN" altLang="en-US" dirty="0">
                <a:solidFill>
                  <a:srgbClr val="FF0000"/>
                </a:solidFill>
              </a:rPr>
              <a:t>信道利用率</a:t>
            </a:r>
            <a:r>
              <a:rPr lang="zh-CN" altLang="en-US" dirty="0">
                <a:solidFill>
                  <a:schemeClr val="tx1"/>
                </a:solidFill>
              </a:rPr>
              <a:t>指出某</a:t>
            </a:r>
            <a:r>
              <a:rPr lang="zh-CN" altLang="en-US" dirty="0">
                <a:solidFill>
                  <a:srgbClr val="FF0000"/>
                </a:solidFill>
              </a:rPr>
              <a:t>信道有百分之几</a:t>
            </a:r>
            <a:r>
              <a:rPr lang="zh-CN" altLang="en-US" dirty="0">
                <a:solidFill>
                  <a:schemeClr val="tx1"/>
                </a:solidFill>
              </a:rPr>
              <a:t>的</a:t>
            </a:r>
            <a:r>
              <a:rPr lang="zh-CN" altLang="en-US" dirty="0">
                <a:solidFill>
                  <a:srgbClr val="FF0000"/>
                </a:solidFill>
              </a:rPr>
              <a:t>时间</a:t>
            </a:r>
            <a:r>
              <a:rPr lang="zh-CN" altLang="en-US" dirty="0">
                <a:solidFill>
                  <a:schemeClr val="tx1"/>
                </a:solidFill>
              </a:rPr>
              <a:t>是被利用的（</a:t>
            </a:r>
            <a:r>
              <a:rPr lang="zh-CN" altLang="en-US" dirty="0">
                <a:solidFill>
                  <a:srgbClr val="FF0000"/>
                </a:solidFill>
              </a:rPr>
              <a:t>有数据通过</a:t>
            </a:r>
            <a:r>
              <a:rPr lang="zh-CN" altLang="en-US" dirty="0">
                <a:solidFill>
                  <a:schemeClr val="tx1"/>
                </a:solidFill>
              </a:rPr>
              <a:t>）。完全空闲的信道的利用率是零。</a:t>
            </a:r>
          </a:p>
          <a:p>
            <a:pPr>
              <a:lnSpc>
                <a:spcPct val="110000"/>
              </a:lnSpc>
              <a:spcBef>
                <a:spcPts val="600"/>
              </a:spcBef>
            </a:pPr>
            <a:r>
              <a:rPr lang="zh-CN" altLang="en-US" dirty="0">
                <a:solidFill>
                  <a:srgbClr val="FF0000"/>
                </a:solidFill>
              </a:rPr>
              <a:t>网络利用率</a:t>
            </a:r>
            <a:r>
              <a:rPr lang="zh-CN" altLang="en-US" dirty="0">
                <a:solidFill>
                  <a:schemeClr val="tx1"/>
                </a:solidFill>
              </a:rPr>
              <a:t>则是全网络的信道利用率的</a:t>
            </a:r>
            <a:r>
              <a:rPr lang="zh-CN" altLang="en-US" dirty="0">
                <a:solidFill>
                  <a:srgbClr val="FF0000"/>
                </a:solidFill>
              </a:rPr>
              <a:t>加权平均值。</a:t>
            </a:r>
          </a:p>
          <a:p>
            <a:pPr>
              <a:lnSpc>
                <a:spcPct val="110000"/>
              </a:lnSpc>
              <a:spcBef>
                <a:spcPts val="600"/>
              </a:spcBef>
            </a:pPr>
            <a:r>
              <a:rPr lang="zh-CN" altLang="en-US" dirty="0">
                <a:solidFill>
                  <a:srgbClr val="FF0000"/>
                </a:solidFill>
                <a:highlight>
                  <a:srgbClr val="FFFF00"/>
                </a:highlight>
              </a:rPr>
              <a:t>信道利用率并非越高越好</a:t>
            </a:r>
            <a:r>
              <a:rPr lang="zh-CN" altLang="en-US" dirty="0">
                <a:solidFill>
                  <a:srgbClr val="FF0000"/>
                </a:solidFill>
              </a:rPr>
              <a: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1.7  </a:t>
            </a:r>
            <a:r>
              <a:rPr lang="zh-CN" altLang="zh-CN" dirty="0"/>
              <a:t>计算机网络的体系结构</a:t>
            </a:r>
            <a:endParaRPr lang="zh-CN" altLang="en-US" dirty="0"/>
          </a:p>
        </p:txBody>
      </p:sp>
      <p:sp>
        <p:nvSpPr>
          <p:cNvPr id="3" name="内容占位符 2"/>
          <p:cNvSpPr>
            <a:spLocks noGrp="1"/>
          </p:cNvSpPr>
          <p:nvPr>
            <p:ph idx="1"/>
          </p:nvPr>
        </p:nvSpPr>
        <p:spPr>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r>
              <a:rPr lang="en-US" altLang="zh-CN" dirty="0"/>
              <a:t>1.7.1  </a:t>
            </a:r>
            <a:r>
              <a:rPr lang="zh-CN" altLang="zh-CN" dirty="0"/>
              <a:t>计算机网络体系结构的形成</a:t>
            </a:r>
          </a:p>
          <a:p>
            <a:r>
              <a:rPr lang="en-US" altLang="zh-CN" dirty="0"/>
              <a:t>1.7.2  </a:t>
            </a:r>
            <a:r>
              <a:rPr lang="zh-CN" altLang="zh-CN" dirty="0"/>
              <a:t>协议与划分层次</a:t>
            </a:r>
          </a:p>
          <a:p>
            <a:r>
              <a:rPr lang="en-US" altLang="zh-CN" dirty="0"/>
              <a:t>1.7.3  </a:t>
            </a:r>
            <a:r>
              <a:rPr lang="zh-CN" altLang="zh-CN" dirty="0"/>
              <a:t>具有五层协议的体系结构</a:t>
            </a:r>
          </a:p>
          <a:p>
            <a:r>
              <a:rPr lang="en-US" altLang="zh-CN" dirty="0"/>
              <a:t>1.7.4  </a:t>
            </a:r>
            <a:r>
              <a:rPr lang="zh-CN" altLang="zh-CN" dirty="0"/>
              <a:t>实体、协议、服务和服务访问点</a:t>
            </a:r>
          </a:p>
          <a:p>
            <a:r>
              <a:rPr lang="en-US" altLang="zh-CN" dirty="0"/>
              <a:t>1.7.5  TCP/IP </a:t>
            </a:r>
            <a:r>
              <a:rPr lang="zh-CN" altLang="zh-CN" dirty="0"/>
              <a:t>的体系结构</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p:cNvSpPr>
            <a:spLocks noGrp="1" noChangeArrowheads="1"/>
          </p:cNvSpPr>
          <p:nvPr>
            <p:ph type="title"/>
          </p:nvPr>
        </p:nvSpPr>
        <p:spPr/>
        <p:txBody>
          <a:bodyPr/>
          <a:lstStyle/>
          <a:p>
            <a:r>
              <a:rPr lang="zh-CN" altLang="zh-CN" dirty="0"/>
              <a:t>具有五层协议的体系结构</a:t>
            </a:r>
            <a:endParaRPr lang="zh-CN" altLang="en-US" dirty="0"/>
          </a:p>
        </p:txBody>
      </p:sp>
      <p:sp>
        <p:nvSpPr>
          <p:cNvPr id="6" name="AutoShape 58"/>
          <p:cNvSpPr>
            <a:spLocks noChangeArrowheads="1"/>
          </p:cNvSpPr>
          <p:nvPr/>
        </p:nvSpPr>
        <p:spPr bwMode="auto">
          <a:xfrm>
            <a:off x="900757" y="1653952"/>
            <a:ext cx="2054225" cy="3530600"/>
          </a:xfrm>
          <a:prstGeom prst="cube">
            <a:avLst>
              <a:gd name="adj" fmla="val 9144"/>
            </a:avLst>
          </a:prstGeom>
          <a:solidFill>
            <a:schemeClr val="bg1"/>
          </a:solidFill>
          <a:ln w="19050">
            <a:solidFill>
              <a:schemeClr val="tx1"/>
            </a:solidFill>
            <a:miter lim="800000"/>
          </a:ln>
        </p:spPr>
        <p:txBody>
          <a:bodyPr wrap="none" anchor="ctr"/>
          <a:lstStyle/>
          <a:p>
            <a:endParaRPr lang="zh-CN" altLang="en-US" sz="2000" b="1">
              <a:solidFill>
                <a:srgbClr val="000099"/>
              </a:solidFill>
              <a:latin typeface="+mn-lt"/>
              <a:ea typeface="黑体" panose="02010609060101010101" pitchFamily="2" charset="-122"/>
            </a:endParaRPr>
          </a:p>
        </p:txBody>
      </p:sp>
      <p:sp>
        <p:nvSpPr>
          <p:cNvPr id="7" name="Freeform 50"/>
          <p:cNvSpPr/>
          <p:nvPr/>
        </p:nvSpPr>
        <p:spPr bwMode="auto">
          <a:xfrm>
            <a:off x="902345" y="2036540"/>
            <a:ext cx="2039937" cy="260350"/>
          </a:xfrm>
          <a:custGeom>
            <a:avLst/>
            <a:gdLst>
              <a:gd name="T0" fmla="*/ 2030913617 w 2049"/>
              <a:gd name="T1" fmla="*/ 0 h 182"/>
              <a:gd name="T2" fmla="*/ 1853492943 w 2049"/>
              <a:gd name="T3" fmla="*/ 366290959 h 182"/>
              <a:gd name="T4" fmla="*/ 0 w 2049"/>
              <a:gd name="T5" fmla="*/ 372429209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000" b="1">
              <a:solidFill>
                <a:srgbClr val="000099"/>
              </a:solidFill>
              <a:latin typeface="+mn-lt"/>
              <a:ea typeface="黑体" panose="02010609060101010101" pitchFamily="2" charset="-122"/>
            </a:endParaRPr>
          </a:p>
        </p:txBody>
      </p:sp>
      <p:sp>
        <p:nvSpPr>
          <p:cNvPr id="8" name="Freeform 59"/>
          <p:cNvSpPr/>
          <p:nvPr/>
        </p:nvSpPr>
        <p:spPr bwMode="auto">
          <a:xfrm>
            <a:off x="900757" y="2515965"/>
            <a:ext cx="2039938" cy="260350"/>
          </a:xfrm>
          <a:custGeom>
            <a:avLst/>
            <a:gdLst>
              <a:gd name="T0" fmla="*/ 2030915608 w 2049"/>
              <a:gd name="T1" fmla="*/ 0 h 182"/>
              <a:gd name="T2" fmla="*/ 1853494848 w 2049"/>
              <a:gd name="T3" fmla="*/ 366290959 h 182"/>
              <a:gd name="T4" fmla="*/ 0 w 2049"/>
              <a:gd name="T5" fmla="*/ 372429209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000" b="1">
              <a:solidFill>
                <a:srgbClr val="000099"/>
              </a:solidFill>
              <a:latin typeface="+mn-lt"/>
              <a:ea typeface="黑体" panose="02010609060101010101" pitchFamily="2" charset="-122"/>
            </a:endParaRPr>
          </a:p>
        </p:txBody>
      </p:sp>
      <p:sp>
        <p:nvSpPr>
          <p:cNvPr id="9" name="Freeform 60"/>
          <p:cNvSpPr/>
          <p:nvPr/>
        </p:nvSpPr>
        <p:spPr bwMode="auto">
          <a:xfrm>
            <a:off x="900757" y="2995390"/>
            <a:ext cx="2038350" cy="260350"/>
          </a:xfrm>
          <a:custGeom>
            <a:avLst/>
            <a:gdLst>
              <a:gd name="T0" fmla="*/ 2027754886 w 2049"/>
              <a:gd name="T1" fmla="*/ 0 h 182"/>
              <a:gd name="T2" fmla="*/ 1850610517 w 2049"/>
              <a:gd name="T3" fmla="*/ 366290959 h 182"/>
              <a:gd name="T4" fmla="*/ 0 w 2049"/>
              <a:gd name="T5" fmla="*/ 372429209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000" b="1">
              <a:solidFill>
                <a:srgbClr val="000099"/>
              </a:solidFill>
              <a:latin typeface="+mn-lt"/>
              <a:ea typeface="黑体" panose="02010609060101010101" pitchFamily="2" charset="-122"/>
            </a:endParaRPr>
          </a:p>
        </p:txBody>
      </p:sp>
      <p:sp>
        <p:nvSpPr>
          <p:cNvPr id="10" name="Freeform 61"/>
          <p:cNvSpPr/>
          <p:nvPr/>
        </p:nvSpPr>
        <p:spPr bwMode="auto">
          <a:xfrm>
            <a:off x="900757" y="3474815"/>
            <a:ext cx="2038350" cy="263525"/>
          </a:xfrm>
          <a:custGeom>
            <a:avLst/>
            <a:gdLst>
              <a:gd name="T0" fmla="*/ 2027754886 w 2049"/>
              <a:gd name="T1" fmla="*/ 0 h 185"/>
              <a:gd name="T2" fmla="*/ 1853579006 w 2049"/>
              <a:gd name="T3" fmla="*/ 375380733 h 185"/>
              <a:gd name="T4" fmla="*/ 0 w 2049"/>
              <a:gd name="T5" fmla="*/ 369293931 h 185"/>
              <a:gd name="T6" fmla="*/ 0 60000 65536"/>
              <a:gd name="T7" fmla="*/ 0 60000 65536"/>
              <a:gd name="T8" fmla="*/ 0 60000 65536"/>
              <a:gd name="T9" fmla="*/ 0 w 2049"/>
              <a:gd name="T10" fmla="*/ 0 h 185"/>
              <a:gd name="T11" fmla="*/ 2049 w 2049"/>
              <a:gd name="T12" fmla="*/ 185 h 185"/>
            </a:gdLst>
            <a:ahLst/>
            <a:cxnLst>
              <a:cxn ang="T6">
                <a:pos x="T0" y="T1"/>
              </a:cxn>
              <a:cxn ang="T7">
                <a:pos x="T2" y="T3"/>
              </a:cxn>
              <a:cxn ang="T8">
                <a:pos x="T4" y="T5"/>
              </a:cxn>
            </a:cxnLst>
            <a:rect l="T9" t="T10" r="T11" b="T12"/>
            <a:pathLst>
              <a:path w="2049" h="185">
                <a:moveTo>
                  <a:pt x="2049" y="0"/>
                </a:moveTo>
                <a:lnTo>
                  <a:pt x="1873" y="185"/>
                </a:lnTo>
                <a:lnTo>
                  <a:pt x="0" y="182"/>
                </a:lnTo>
              </a:path>
            </a:pathLst>
          </a:custGeom>
          <a:noFill/>
          <a:ln w="1905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000" b="1">
              <a:solidFill>
                <a:srgbClr val="000099"/>
              </a:solidFill>
              <a:latin typeface="+mn-lt"/>
              <a:ea typeface="黑体" panose="02010609060101010101" pitchFamily="2" charset="-122"/>
            </a:endParaRPr>
          </a:p>
        </p:txBody>
      </p:sp>
      <p:sp>
        <p:nvSpPr>
          <p:cNvPr id="11" name="Freeform 62"/>
          <p:cNvSpPr/>
          <p:nvPr/>
        </p:nvSpPr>
        <p:spPr bwMode="auto">
          <a:xfrm>
            <a:off x="899170" y="3954240"/>
            <a:ext cx="2039937" cy="266700"/>
          </a:xfrm>
          <a:custGeom>
            <a:avLst/>
            <a:gdLst>
              <a:gd name="T0" fmla="*/ 2030913617 w 2049"/>
              <a:gd name="T1" fmla="*/ 0 h 187"/>
              <a:gd name="T2" fmla="*/ 1846554772 w 2049"/>
              <a:gd name="T3" fmla="*/ 380368450 h 187"/>
              <a:gd name="T4" fmla="*/ 0 w 2049"/>
              <a:gd name="T5" fmla="*/ 370198109 h 187"/>
              <a:gd name="T6" fmla="*/ 0 60000 65536"/>
              <a:gd name="T7" fmla="*/ 0 60000 65536"/>
              <a:gd name="T8" fmla="*/ 0 60000 65536"/>
              <a:gd name="T9" fmla="*/ 0 w 2049"/>
              <a:gd name="T10" fmla="*/ 0 h 187"/>
              <a:gd name="T11" fmla="*/ 2049 w 2049"/>
              <a:gd name="T12" fmla="*/ 187 h 187"/>
            </a:gdLst>
            <a:ahLst/>
            <a:cxnLst>
              <a:cxn ang="T6">
                <a:pos x="T0" y="T1"/>
              </a:cxn>
              <a:cxn ang="T7">
                <a:pos x="T2" y="T3"/>
              </a:cxn>
              <a:cxn ang="T8">
                <a:pos x="T4" y="T5"/>
              </a:cxn>
            </a:cxnLst>
            <a:rect l="T9" t="T10" r="T11" b="T12"/>
            <a:pathLst>
              <a:path w="2049" h="187">
                <a:moveTo>
                  <a:pt x="2049" y="0"/>
                </a:moveTo>
                <a:lnTo>
                  <a:pt x="1863" y="187"/>
                </a:lnTo>
                <a:lnTo>
                  <a:pt x="0" y="182"/>
                </a:lnTo>
              </a:path>
            </a:pathLst>
          </a:custGeom>
          <a:noFill/>
          <a:ln w="1905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000" b="1">
              <a:solidFill>
                <a:srgbClr val="000099"/>
              </a:solidFill>
              <a:latin typeface="+mn-lt"/>
              <a:ea typeface="黑体" panose="02010609060101010101" pitchFamily="2" charset="-122"/>
            </a:endParaRPr>
          </a:p>
        </p:txBody>
      </p:sp>
      <p:sp>
        <p:nvSpPr>
          <p:cNvPr id="12" name="Freeform 63"/>
          <p:cNvSpPr/>
          <p:nvPr/>
        </p:nvSpPr>
        <p:spPr bwMode="auto">
          <a:xfrm>
            <a:off x="897582" y="4433665"/>
            <a:ext cx="2039938" cy="260350"/>
          </a:xfrm>
          <a:custGeom>
            <a:avLst/>
            <a:gdLst>
              <a:gd name="T0" fmla="*/ 2030915608 w 2049"/>
              <a:gd name="T1" fmla="*/ 0 h 182"/>
              <a:gd name="T2" fmla="*/ 1853494848 w 2049"/>
              <a:gd name="T3" fmla="*/ 366290959 h 182"/>
              <a:gd name="T4" fmla="*/ 0 w 2049"/>
              <a:gd name="T5" fmla="*/ 372429209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000" b="1">
              <a:solidFill>
                <a:srgbClr val="000099"/>
              </a:solidFill>
              <a:latin typeface="+mn-lt"/>
              <a:ea typeface="黑体" panose="02010609060101010101" pitchFamily="2" charset="-122"/>
            </a:endParaRPr>
          </a:p>
        </p:txBody>
      </p:sp>
      <p:sp>
        <p:nvSpPr>
          <p:cNvPr id="13" name="Text Box 22"/>
          <p:cNvSpPr txBox="1">
            <a:spLocks noChangeArrowheads="1"/>
          </p:cNvSpPr>
          <p:nvPr/>
        </p:nvSpPr>
        <p:spPr bwMode="auto">
          <a:xfrm>
            <a:off x="1618307" y="1936527"/>
            <a:ext cx="88197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800" b="1">
                <a:solidFill>
                  <a:srgbClr val="000099"/>
                </a:solidFill>
                <a:latin typeface="+mn-lt"/>
                <a:ea typeface="黑体" panose="02010609060101010101" pitchFamily="2" charset="-122"/>
              </a:rPr>
              <a:t>应用层</a:t>
            </a:r>
          </a:p>
        </p:txBody>
      </p:sp>
      <p:sp>
        <p:nvSpPr>
          <p:cNvPr id="14" name="Text Box 23"/>
          <p:cNvSpPr txBox="1">
            <a:spLocks noChangeArrowheads="1"/>
          </p:cNvSpPr>
          <p:nvPr/>
        </p:nvSpPr>
        <p:spPr bwMode="auto">
          <a:xfrm>
            <a:off x="1584970" y="3350990"/>
            <a:ext cx="88197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800" b="1">
                <a:solidFill>
                  <a:srgbClr val="000099"/>
                </a:solidFill>
                <a:latin typeface="+mn-lt"/>
                <a:ea typeface="黑体" panose="02010609060101010101" pitchFamily="2" charset="-122"/>
              </a:rPr>
              <a:t>运输层</a:t>
            </a:r>
          </a:p>
        </p:txBody>
      </p:sp>
      <p:sp>
        <p:nvSpPr>
          <p:cNvPr id="15" name="Text Box 24"/>
          <p:cNvSpPr txBox="1">
            <a:spLocks noChangeArrowheads="1"/>
          </p:cNvSpPr>
          <p:nvPr/>
        </p:nvSpPr>
        <p:spPr bwMode="auto">
          <a:xfrm>
            <a:off x="1597670" y="3830415"/>
            <a:ext cx="88197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800" b="1">
                <a:solidFill>
                  <a:srgbClr val="000099"/>
                </a:solidFill>
                <a:latin typeface="+mn-lt"/>
                <a:ea typeface="黑体" panose="02010609060101010101" pitchFamily="2" charset="-122"/>
              </a:rPr>
              <a:t>网络层</a:t>
            </a:r>
          </a:p>
        </p:txBody>
      </p:sp>
      <p:sp>
        <p:nvSpPr>
          <p:cNvPr id="16" name="Text Box 54"/>
          <p:cNvSpPr txBox="1">
            <a:spLocks noChangeArrowheads="1"/>
          </p:cNvSpPr>
          <p:nvPr/>
        </p:nvSpPr>
        <p:spPr bwMode="auto">
          <a:xfrm>
            <a:off x="1597670" y="2388965"/>
            <a:ext cx="88197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800" b="1">
                <a:solidFill>
                  <a:srgbClr val="000099"/>
                </a:solidFill>
                <a:latin typeface="+mn-lt"/>
                <a:ea typeface="黑体" panose="02010609060101010101" pitchFamily="2" charset="-122"/>
              </a:rPr>
              <a:t>表示层</a:t>
            </a:r>
          </a:p>
        </p:txBody>
      </p:sp>
      <p:sp>
        <p:nvSpPr>
          <p:cNvPr id="17" name="Text Box 55"/>
          <p:cNvSpPr txBox="1">
            <a:spLocks noChangeArrowheads="1"/>
          </p:cNvSpPr>
          <p:nvPr/>
        </p:nvSpPr>
        <p:spPr bwMode="auto">
          <a:xfrm>
            <a:off x="1597670" y="2869977"/>
            <a:ext cx="88197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800" b="1">
                <a:solidFill>
                  <a:srgbClr val="000099"/>
                </a:solidFill>
                <a:latin typeface="+mn-lt"/>
                <a:ea typeface="黑体" panose="02010609060101010101" pitchFamily="2" charset="-122"/>
              </a:rPr>
              <a:t>会话层</a:t>
            </a:r>
          </a:p>
        </p:txBody>
      </p:sp>
      <p:sp>
        <p:nvSpPr>
          <p:cNvPr id="18" name="Text Box 56"/>
          <p:cNvSpPr txBox="1">
            <a:spLocks noChangeArrowheads="1"/>
          </p:cNvSpPr>
          <p:nvPr/>
        </p:nvSpPr>
        <p:spPr bwMode="auto">
          <a:xfrm>
            <a:off x="1438920" y="4284440"/>
            <a:ext cx="134684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800" b="1">
                <a:solidFill>
                  <a:srgbClr val="000099"/>
                </a:solidFill>
                <a:latin typeface="+mn-lt"/>
                <a:ea typeface="黑体" panose="02010609060101010101" pitchFamily="2" charset="-122"/>
              </a:rPr>
              <a:t>数据链路层</a:t>
            </a:r>
          </a:p>
        </p:txBody>
      </p:sp>
      <p:sp>
        <p:nvSpPr>
          <p:cNvPr id="19" name="Text Box 57"/>
          <p:cNvSpPr txBox="1">
            <a:spLocks noChangeArrowheads="1"/>
          </p:cNvSpPr>
          <p:nvPr/>
        </p:nvSpPr>
        <p:spPr bwMode="auto">
          <a:xfrm>
            <a:off x="1597670" y="4736877"/>
            <a:ext cx="88197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800" b="1" dirty="0">
                <a:solidFill>
                  <a:srgbClr val="000099"/>
                </a:solidFill>
                <a:latin typeface="+mn-lt"/>
                <a:ea typeface="黑体" panose="02010609060101010101" pitchFamily="2" charset="-122"/>
              </a:rPr>
              <a:t>物理层</a:t>
            </a:r>
          </a:p>
        </p:txBody>
      </p:sp>
      <p:sp>
        <p:nvSpPr>
          <p:cNvPr id="20" name="Text Box 43"/>
          <p:cNvSpPr txBox="1">
            <a:spLocks noChangeArrowheads="1"/>
          </p:cNvSpPr>
          <p:nvPr/>
        </p:nvSpPr>
        <p:spPr bwMode="auto">
          <a:xfrm>
            <a:off x="996007" y="1785715"/>
            <a:ext cx="298480" cy="329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90000"/>
              </a:lnSpc>
            </a:pPr>
            <a:r>
              <a:rPr lang="en-US" altLang="zh-CN" sz="1600" b="1" dirty="0">
                <a:solidFill>
                  <a:srgbClr val="000099"/>
                </a:solidFill>
                <a:latin typeface="+mn-lt"/>
                <a:ea typeface="黑体" panose="02010609060101010101" pitchFamily="2" charset="-122"/>
              </a:rPr>
              <a:t>7</a:t>
            </a:r>
          </a:p>
          <a:p>
            <a:pPr eaLnBrk="1" hangingPunct="1">
              <a:lnSpc>
                <a:spcPct val="190000"/>
              </a:lnSpc>
            </a:pPr>
            <a:r>
              <a:rPr lang="en-US" altLang="zh-CN" sz="1600" b="1" dirty="0">
                <a:solidFill>
                  <a:srgbClr val="000099"/>
                </a:solidFill>
                <a:latin typeface="+mn-lt"/>
                <a:ea typeface="黑体" panose="02010609060101010101" pitchFamily="2" charset="-122"/>
              </a:rPr>
              <a:t>6</a:t>
            </a:r>
          </a:p>
          <a:p>
            <a:pPr eaLnBrk="1" hangingPunct="1">
              <a:lnSpc>
                <a:spcPct val="190000"/>
              </a:lnSpc>
            </a:pPr>
            <a:r>
              <a:rPr lang="en-US" altLang="zh-CN" sz="1600" b="1" dirty="0">
                <a:solidFill>
                  <a:srgbClr val="000099"/>
                </a:solidFill>
                <a:latin typeface="+mn-lt"/>
                <a:ea typeface="黑体" panose="02010609060101010101" pitchFamily="2" charset="-122"/>
              </a:rPr>
              <a:t>5</a:t>
            </a:r>
          </a:p>
          <a:p>
            <a:pPr eaLnBrk="1" hangingPunct="1">
              <a:lnSpc>
                <a:spcPct val="190000"/>
              </a:lnSpc>
            </a:pPr>
            <a:r>
              <a:rPr lang="en-US" altLang="zh-CN" sz="1600" b="1" dirty="0">
                <a:solidFill>
                  <a:srgbClr val="000099"/>
                </a:solidFill>
                <a:latin typeface="+mn-lt"/>
                <a:ea typeface="黑体" panose="02010609060101010101" pitchFamily="2" charset="-122"/>
              </a:rPr>
              <a:t>4</a:t>
            </a:r>
          </a:p>
          <a:p>
            <a:pPr eaLnBrk="1" hangingPunct="1">
              <a:lnSpc>
                <a:spcPct val="190000"/>
              </a:lnSpc>
            </a:pPr>
            <a:r>
              <a:rPr lang="en-US" altLang="zh-CN" sz="1600" b="1" dirty="0">
                <a:solidFill>
                  <a:srgbClr val="000099"/>
                </a:solidFill>
                <a:latin typeface="+mn-lt"/>
                <a:ea typeface="黑体" panose="02010609060101010101" pitchFamily="2" charset="-122"/>
              </a:rPr>
              <a:t>3</a:t>
            </a:r>
          </a:p>
          <a:p>
            <a:pPr eaLnBrk="1" hangingPunct="1">
              <a:lnSpc>
                <a:spcPct val="190000"/>
              </a:lnSpc>
            </a:pPr>
            <a:r>
              <a:rPr lang="en-US" altLang="zh-CN" sz="1600" b="1" dirty="0">
                <a:solidFill>
                  <a:srgbClr val="000099"/>
                </a:solidFill>
                <a:latin typeface="+mn-lt"/>
                <a:ea typeface="黑体" panose="02010609060101010101" pitchFamily="2" charset="-122"/>
              </a:rPr>
              <a:t>2</a:t>
            </a:r>
          </a:p>
          <a:p>
            <a:pPr eaLnBrk="1" hangingPunct="1">
              <a:lnSpc>
                <a:spcPct val="190000"/>
              </a:lnSpc>
            </a:pPr>
            <a:r>
              <a:rPr lang="en-US" altLang="zh-CN" sz="1600" b="1" dirty="0">
                <a:solidFill>
                  <a:srgbClr val="000099"/>
                </a:solidFill>
                <a:latin typeface="+mn-lt"/>
                <a:ea typeface="黑体" panose="02010609060101010101" pitchFamily="2" charset="-122"/>
              </a:rPr>
              <a:t>1</a:t>
            </a:r>
          </a:p>
        </p:txBody>
      </p:sp>
      <p:sp>
        <p:nvSpPr>
          <p:cNvPr id="21" name="Text Box 13"/>
          <p:cNvSpPr txBox="1">
            <a:spLocks noChangeArrowheads="1"/>
          </p:cNvSpPr>
          <p:nvPr/>
        </p:nvSpPr>
        <p:spPr bwMode="auto">
          <a:xfrm>
            <a:off x="776536" y="1222152"/>
            <a:ext cx="234551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dirty="0">
                <a:solidFill>
                  <a:srgbClr val="C00000"/>
                </a:solidFill>
                <a:latin typeface="+mn-lt"/>
                <a:ea typeface="黑体" panose="02010609060101010101" pitchFamily="2" charset="-122"/>
              </a:rPr>
              <a:t>OSI </a:t>
            </a:r>
            <a:r>
              <a:rPr lang="zh-CN" altLang="en-US" b="1" dirty="0">
                <a:solidFill>
                  <a:srgbClr val="C00000"/>
                </a:solidFill>
                <a:latin typeface="+mn-lt"/>
                <a:ea typeface="黑体" panose="02010609060101010101" pitchFamily="2" charset="-122"/>
              </a:rPr>
              <a:t>的体系结构</a:t>
            </a:r>
          </a:p>
        </p:txBody>
      </p:sp>
      <p:sp>
        <p:nvSpPr>
          <p:cNvPr id="22" name="AutoShape 66"/>
          <p:cNvSpPr>
            <a:spLocks noChangeArrowheads="1"/>
          </p:cNvSpPr>
          <p:nvPr/>
        </p:nvSpPr>
        <p:spPr bwMode="auto">
          <a:xfrm>
            <a:off x="3512195" y="1606327"/>
            <a:ext cx="2668587" cy="3587750"/>
          </a:xfrm>
          <a:prstGeom prst="cube">
            <a:avLst>
              <a:gd name="adj" fmla="val 9144"/>
            </a:avLst>
          </a:prstGeom>
          <a:solidFill>
            <a:schemeClr val="bg1"/>
          </a:solidFill>
          <a:ln w="19050">
            <a:solidFill>
              <a:schemeClr val="tx1"/>
            </a:solidFill>
            <a:miter lim="800000"/>
          </a:ln>
        </p:spPr>
        <p:txBody>
          <a:bodyPr wrap="none" anchor="ctr"/>
          <a:lstStyle/>
          <a:p>
            <a:endParaRPr lang="zh-CN" altLang="en-US" sz="2000" b="1">
              <a:solidFill>
                <a:srgbClr val="000099"/>
              </a:solidFill>
              <a:latin typeface="+mn-lt"/>
              <a:ea typeface="黑体" panose="02010609060101010101" pitchFamily="2" charset="-122"/>
            </a:endParaRPr>
          </a:p>
        </p:txBody>
      </p:sp>
      <p:sp>
        <p:nvSpPr>
          <p:cNvPr id="23" name="Freeform 69"/>
          <p:cNvSpPr/>
          <p:nvPr/>
        </p:nvSpPr>
        <p:spPr bwMode="auto">
          <a:xfrm>
            <a:off x="3504257" y="2981102"/>
            <a:ext cx="2673350" cy="279400"/>
          </a:xfrm>
          <a:custGeom>
            <a:avLst/>
            <a:gdLst>
              <a:gd name="T0" fmla="*/ 2147483647 w 1684"/>
              <a:gd name="T1" fmla="*/ 0 h 176"/>
              <a:gd name="T2" fmla="*/ 2147483647 w 1684"/>
              <a:gd name="T3" fmla="*/ 433466923 h 176"/>
              <a:gd name="T4" fmla="*/ 0 w 1684"/>
              <a:gd name="T5" fmla="*/ 443547545 h 176"/>
              <a:gd name="T6" fmla="*/ 0 60000 65536"/>
              <a:gd name="T7" fmla="*/ 0 60000 65536"/>
              <a:gd name="T8" fmla="*/ 0 60000 65536"/>
              <a:gd name="T9" fmla="*/ 0 w 1684"/>
              <a:gd name="T10" fmla="*/ 0 h 176"/>
              <a:gd name="T11" fmla="*/ 1684 w 1684"/>
              <a:gd name="T12" fmla="*/ 176 h 176"/>
            </a:gdLst>
            <a:ahLst/>
            <a:cxnLst>
              <a:cxn ang="T6">
                <a:pos x="T0" y="T1"/>
              </a:cxn>
              <a:cxn ang="T7">
                <a:pos x="T2" y="T3"/>
              </a:cxn>
              <a:cxn ang="T8">
                <a:pos x="T4" y="T5"/>
              </a:cxn>
            </a:cxnLst>
            <a:rect l="T9" t="T10" r="T11" b="T12"/>
            <a:pathLst>
              <a:path w="1684" h="176">
                <a:moveTo>
                  <a:pt x="1684" y="0"/>
                </a:moveTo>
                <a:lnTo>
                  <a:pt x="1528" y="172"/>
                </a:lnTo>
                <a:lnTo>
                  <a:pt x="0" y="176"/>
                </a:lnTo>
              </a:path>
            </a:pathLst>
          </a:custGeom>
          <a:noFill/>
          <a:ln w="1905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000" b="1">
              <a:solidFill>
                <a:srgbClr val="000099"/>
              </a:solidFill>
              <a:latin typeface="+mn-lt"/>
              <a:ea typeface="黑体" panose="02010609060101010101" pitchFamily="2" charset="-122"/>
            </a:endParaRPr>
          </a:p>
        </p:txBody>
      </p:sp>
      <p:sp>
        <p:nvSpPr>
          <p:cNvPr id="24" name="Freeform 70"/>
          <p:cNvSpPr/>
          <p:nvPr/>
        </p:nvSpPr>
        <p:spPr bwMode="auto">
          <a:xfrm>
            <a:off x="3505845" y="3457352"/>
            <a:ext cx="2665412" cy="295275"/>
          </a:xfrm>
          <a:custGeom>
            <a:avLst/>
            <a:gdLst>
              <a:gd name="T0" fmla="*/ 2147483647 w 1679"/>
              <a:gd name="T1" fmla="*/ 0 h 186"/>
              <a:gd name="T2" fmla="*/ 2147483647 w 1679"/>
              <a:gd name="T3" fmla="*/ 468749107 h 186"/>
              <a:gd name="T4" fmla="*/ 0 w 1679"/>
              <a:gd name="T5" fmla="*/ 461189435 h 186"/>
              <a:gd name="T6" fmla="*/ 0 60000 65536"/>
              <a:gd name="T7" fmla="*/ 0 60000 65536"/>
              <a:gd name="T8" fmla="*/ 0 60000 65536"/>
              <a:gd name="T9" fmla="*/ 0 w 1679"/>
              <a:gd name="T10" fmla="*/ 0 h 186"/>
              <a:gd name="T11" fmla="*/ 1679 w 1679"/>
              <a:gd name="T12" fmla="*/ 186 h 186"/>
            </a:gdLst>
            <a:ahLst/>
            <a:cxnLst>
              <a:cxn ang="T6">
                <a:pos x="T0" y="T1"/>
              </a:cxn>
              <a:cxn ang="T7">
                <a:pos x="T2" y="T3"/>
              </a:cxn>
              <a:cxn ang="T8">
                <a:pos x="T4" y="T5"/>
              </a:cxn>
            </a:cxnLst>
            <a:rect l="T9" t="T10" r="T11" b="T12"/>
            <a:pathLst>
              <a:path w="1679" h="186">
                <a:moveTo>
                  <a:pt x="1679" y="0"/>
                </a:moveTo>
                <a:lnTo>
                  <a:pt x="1525" y="186"/>
                </a:lnTo>
                <a:lnTo>
                  <a:pt x="0" y="183"/>
                </a:lnTo>
              </a:path>
            </a:pathLst>
          </a:custGeom>
          <a:noFill/>
          <a:ln w="1905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000" b="1">
              <a:solidFill>
                <a:srgbClr val="000099"/>
              </a:solidFill>
              <a:latin typeface="+mn-lt"/>
              <a:ea typeface="黑体" panose="02010609060101010101" pitchFamily="2" charset="-122"/>
            </a:endParaRPr>
          </a:p>
        </p:txBody>
      </p:sp>
      <p:sp>
        <p:nvSpPr>
          <p:cNvPr id="25" name="Freeform 71"/>
          <p:cNvSpPr/>
          <p:nvPr/>
        </p:nvSpPr>
        <p:spPr bwMode="auto">
          <a:xfrm>
            <a:off x="3504257" y="3965352"/>
            <a:ext cx="2647950" cy="257175"/>
          </a:xfrm>
          <a:custGeom>
            <a:avLst/>
            <a:gdLst>
              <a:gd name="T0" fmla="*/ 2147483647 w 1668"/>
              <a:gd name="T1" fmla="*/ 0 h 162"/>
              <a:gd name="T2" fmla="*/ 2147483647 w 1668"/>
              <a:gd name="T3" fmla="*/ 403224947 h 162"/>
              <a:gd name="T4" fmla="*/ 0 w 1668"/>
              <a:gd name="T5" fmla="*/ 408265258 h 162"/>
              <a:gd name="T6" fmla="*/ 0 60000 65536"/>
              <a:gd name="T7" fmla="*/ 0 60000 65536"/>
              <a:gd name="T8" fmla="*/ 0 60000 65536"/>
              <a:gd name="T9" fmla="*/ 0 w 1668"/>
              <a:gd name="T10" fmla="*/ 0 h 162"/>
              <a:gd name="T11" fmla="*/ 1668 w 1668"/>
              <a:gd name="T12" fmla="*/ 162 h 162"/>
            </a:gdLst>
            <a:ahLst/>
            <a:cxnLst>
              <a:cxn ang="T6">
                <a:pos x="T0" y="T1"/>
              </a:cxn>
              <a:cxn ang="T7">
                <a:pos x="T2" y="T3"/>
              </a:cxn>
              <a:cxn ang="T8">
                <a:pos x="T4" y="T5"/>
              </a:cxn>
            </a:cxnLst>
            <a:rect l="T9" t="T10" r="T11" b="T12"/>
            <a:pathLst>
              <a:path w="1668" h="162">
                <a:moveTo>
                  <a:pt x="1668" y="0"/>
                </a:moveTo>
                <a:lnTo>
                  <a:pt x="1527" y="160"/>
                </a:lnTo>
                <a:lnTo>
                  <a:pt x="0" y="162"/>
                </a:lnTo>
              </a:path>
            </a:pathLst>
          </a:custGeom>
          <a:noFill/>
          <a:ln w="1905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000" b="1">
              <a:solidFill>
                <a:srgbClr val="000099"/>
              </a:solidFill>
              <a:latin typeface="+mn-lt"/>
              <a:ea typeface="黑体" panose="02010609060101010101" pitchFamily="2" charset="-122"/>
            </a:endParaRPr>
          </a:p>
        </p:txBody>
      </p:sp>
      <p:sp>
        <p:nvSpPr>
          <p:cNvPr id="26" name="Text Box 73"/>
          <p:cNvSpPr txBox="1">
            <a:spLocks noChangeArrowheads="1"/>
          </p:cNvSpPr>
          <p:nvPr/>
        </p:nvSpPr>
        <p:spPr bwMode="auto">
          <a:xfrm>
            <a:off x="4290070" y="1965102"/>
            <a:ext cx="88197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800" b="1">
                <a:solidFill>
                  <a:srgbClr val="000099"/>
                </a:solidFill>
                <a:latin typeface="+mn-lt"/>
                <a:ea typeface="黑体" panose="02010609060101010101" pitchFamily="2" charset="-122"/>
              </a:rPr>
              <a:t>应用层</a:t>
            </a:r>
          </a:p>
        </p:txBody>
      </p:sp>
      <p:sp>
        <p:nvSpPr>
          <p:cNvPr id="27" name="Text Box 15"/>
          <p:cNvSpPr txBox="1">
            <a:spLocks noChangeArrowheads="1"/>
          </p:cNvSpPr>
          <p:nvPr/>
        </p:nvSpPr>
        <p:spPr bwMode="auto">
          <a:xfrm>
            <a:off x="4088457" y="4341590"/>
            <a:ext cx="134684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800" b="1">
                <a:solidFill>
                  <a:srgbClr val="000099"/>
                </a:solidFill>
                <a:latin typeface="+mn-lt"/>
                <a:ea typeface="黑体" panose="02010609060101010101" pitchFamily="2" charset="-122"/>
              </a:rPr>
              <a:t>网络接口层</a:t>
            </a:r>
          </a:p>
        </p:txBody>
      </p:sp>
      <p:sp>
        <p:nvSpPr>
          <p:cNvPr id="28" name="Text Box 9"/>
          <p:cNvSpPr txBox="1">
            <a:spLocks noChangeArrowheads="1"/>
          </p:cNvSpPr>
          <p:nvPr/>
        </p:nvSpPr>
        <p:spPr bwMode="auto">
          <a:xfrm>
            <a:off x="4196407" y="3878040"/>
            <a:ext cx="116410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800" b="1">
                <a:solidFill>
                  <a:srgbClr val="000099"/>
                </a:solidFill>
                <a:latin typeface="+mn-lt"/>
                <a:ea typeface="黑体" panose="02010609060101010101" pitchFamily="2" charset="-122"/>
              </a:rPr>
              <a:t>网际层 </a:t>
            </a:r>
            <a:r>
              <a:rPr lang="en-US" altLang="zh-CN" sz="1800" b="1">
                <a:solidFill>
                  <a:srgbClr val="000099"/>
                </a:solidFill>
                <a:latin typeface="+mn-lt"/>
                <a:ea typeface="黑体" panose="02010609060101010101" pitchFamily="2" charset="-122"/>
              </a:rPr>
              <a:t>IP</a:t>
            </a:r>
          </a:p>
        </p:txBody>
      </p:sp>
      <p:sp>
        <p:nvSpPr>
          <p:cNvPr id="29" name="Text Box 16"/>
          <p:cNvSpPr txBox="1">
            <a:spLocks noChangeArrowheads="1"/>
          </p:cNvSpPr>
          <p:nvPr/>
        </p:nvSpPr>
        <p:spPr bwMode="auto">
          <a:xfrm>
            <a:off x="3640716" y="2365152"/>
            <a:ext cx="225279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600" b="1" dirty="0">
                <a:solidFill>
                  <a:srgbClr val="000099"/>
                </a:solidFill>
                <a:latin typeface="+mn-lt"/>
                <a:ea typeface="黑体" panose="02010609060101010101" pitchFamily="2" charset="-122"/>
              </a:rPr>
              <a:t>(</a:t>
            </a:r>
            <a:r>
              <a:rPr lang="zh-CN" altLang="en-US" sz="1600" b="1" dirty="0">
                <a:solidFill>
                  <a:srgbClr val="000099"/>
                </a:solidFill>
                <a:latin typeface="+mn-lt"/>
                <a:ea typeface="黑体" panose="02010609060101010101" pitchFamily="2" charset="-122"/>
              </a:rPr>
              <a:t>各种应用层协议，如</a:t>
            </a:r>
          </a:p>
          <a:p>
            <a:pPr algn="ctr" eaLnBrk="1" hangingPunct="1"/>
            <a:r>
              <a:rPr lang="en-US" altLang="zh-CN" sz="1600" b="1" dirty="0">
                <a:solidFill>
                  <a:srgbClr val="000099"/>
                </a:solidFill>
                <a:latin typeface="+mn-lt"/>
                <a:ea typeface="黑体" panose="02010609060101010101" pitchFamily="2" charset="-122"/>
              </a:rPr>
              <a:t>DNS, HTTP, SMTP </a:t>
            </a:r>
            <a:r>
              <a:rPr lang="zh-CN" altLang="zh-CN" sz="1600" b="1" dirty="0">
                <a:solidFill>
                  <a:srgbClr val="000099"/>
                </a:solidFill>
                <a:latin typeface="+mn-lt"/>
                <a:ea typeface="黑体" panose="02010609060101010101" pitchFamily="2" charset="-122"/>
              </a:rPr>
              <a:t>等</a:t>
            </a:r>
            <a:r>
              <a:rPr lang="en-US" altLang="zh-CN" sz="1600" b="1" dirty="0">
                <a:solidFill>
                  <a:srgbClr val="000099"/>
                </a:solidFill>
                <a:latin typeface="+mn-lt"/>
                <a:ea typeface="黑体" panose="02010609060101010101" pitchFamily="2" charset="-122"/>
              </a:rPr>
              <a:t>)</a:t>
            </a:r>
          </a:p>
        </p:txBody>
      </p:sp>
      <p:sp>
        <p:nvSpPr>
          <p:cNvPr id="30" name="Text Box 41"/>
          <p:cNvSpPr txBox="1">
            <a:spLocks noChangeArrowheads="1"/>
          </p:cNvSpPr>
          <p:nvPr/>
        </p:nvSpPr>
        <p:spPr bwMode="auto">
          <a:xfrm>
            <a:off x="3505643" y="3333527"/>
            <a:ext cx="240546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1800" b="1">
                <a:solidFill>
                  <a:srgbClr val="000099"/>
                </a:solidFill>
                <a:latin typeface="+mn-lt"/>
                <a:ea typeface="黑体" panose="02010609060101010101" pitchFamily="2" charset="-122"/>
              </a:rPr>
              <a:t>运输层 </a:t>
            </a:r>
            <a:r>
              <a:rPr lang="en-US" altLang="zh-CN" sz="1800" b="1">
                <a:solidFill>
                  <a:srgbClr val="000099"/>
                </a:solidFill>
                <a:latin typeface="+mn-lt"/>
                <a:ea typeface="黑体" panose="02010609060101010101" pitchFamily="2" charset="-122"/>
              </a:rPr>
              <a:t>(TCP </a:t>
            </a:r>
            <a:r>
              <a:rPr lang="zh-CN" altLang="en-US" sz="1800" b="1">
                <a:solidFill>
                  <a:srgbClr val="000099"/>
                </a:solidFill>
                <a:latin typeface="+mn-lt"/>
                <a:ea typeface="黑体" panose="02010609060101010101" pitchFamily="2" charset="-122"/>
              </a:rPr>
              <a:t>或 </a:t>
            </a:r>
            <a:r>
              <a:rPr lang="en-US" altLang="zh-CN" sz="1800" b="1">
                <a:solidFill>
                  <a:srgbClr val="000099"/>
                </a:solidFill>
                <a:latin typeface="+mn-lt"/>
                <a:ea typeface="黑体" panose="02010609060101010101" pitchFamily="2" charset="-122"/>
              </a:rPr>
              <a:t>UDP)</a:t>
            </a:r>
          </a:p>
        </p:txBody>
      </p:sp>
      <p:sp>
        <p:nvSpPr>
          <p:cNvPr id="31" name="Text Box 12"/>
          <p:cNvSpPr txBox="1">
            <a:spLocks noChangeArrowheads="1"/>
          </p:cNvSpPr>
          <p:nvPr/>
        </p:nvSpPr>
        <p:spPr bwMode="auto">
          <a:xfrm>
            <a:off x="3524499" y="1222152"/>
            <a:ext cx="280160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C00000"/>
                </a:solidFill>
                <a:latin typeface="+mn-lt"/>
                <a:ea typeface="黑体" panose="02010609060101010101" pitchFamily="2" charset="-122"/>
              </a:rPr>
              <a:t>TCP/IP </a:t>
            </a:r>
            <a:r>
              <a:rPr lang="zh-CN" altLang="en-US" b="1">
                <a:solidFill>
                  <a:srgbClr val="C00000"/>
                </a:solidFill>
                <a:latin typeface="+mn-lt"/>
                <a:ea typeface="黑体" panose="02010609060101010101" pitchFamily="2" charset="-122"/>
              </a:rPr>
              <a:t>的体系结构</a:t>
            </a:r>
          </a:p>
        </p:txBody>
      </p:sp>
      <p:sp>
        <p:nvSpPr>
          <p:cNvPr id="32" name="Text Box 95"/>
          <p:cNvSpPr txBox="1">
            <a:spLocks noChangeArrowheads="1"/>
          </p:cNvSpPr>
          <p:nvPr/>
        </p:nvSpPr>
        <p:spPr bwMode="auto">
          <a:xfrm>
            <a:off x="1608782" y="5241702"/>
            <a:ext cx="46679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800" b="1">
                <a:solidFill>
                  <a:srgbClr val="000099"/>
                </a:solidFill>
                <a:latin typeface="+mn-lt"/>
                <a:ea typeface="黑体" panose="02010609060101010101" pitchFamily="2" charset="-122"/>
              </a:rPr>
              <a:t>(a)</a:t>
            </a:r>
          </a:p>
        </p:txBody>
      </p:sp>
      <p:sp>
        <p:nvSpPr>
          <p:cNvPr id="33" name="Text Box 96"/>
          <p:cNvSpPr txBox="1">
            <a:spLocks noChangeArrowheads="1"/>
          </p:cNvSpPr>
          <p:nvPr/>
        </p:nvSpPr>
        <p:spPr bwMode="auto">
          <a:xfrm>
            <a:off x="4464695" y="5241702"/>
            <a:ext cx="47961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800" b="1">
                <a:solidFill>
                  <a:srgbClr val="000099"/>
                </a:solidFill>
                <a:latin typeface="+mn-lt"/>
                <a:ea typeface="黑体" panose="02010609060101010101" pitchFamily="2" charset="-122"/>
              </a:rPr>
              <a:t>(b)</a:t>
            </a:r>
          </a:p>
        </p:txBody>
      </p:sp>
      <p:sp>
        <p:nvSpPr>
          <p:cNvPr id="34" name="Text Box 97"/>
          <p:cNvSpPr txBox="1">
            <a:spLocks noChangeArrowheads="1"/>
          </p:cNvSpPr>
          <p:nvPr/>
        </p:nvSpPr>
        <p:spPr bwMode="auto">
          <a:xfrm>
            <a:off x="7609532" y="5241702"/>
            <a:ext cx="46679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800" b="1">
                <a:solidFill>
                  <a:srgbClr val="000099"/>
                </a:solidFill>
                <a:latin typeface="+mn-lt"/>
                <a:ea typeface="黑体" panose="02010609060101010101" pitchFamily="2" charset="-122"/>
              </a:rPr>
              <a:t>(c)</a:t>
            </a:r>
          </a:p>
        </p:txBody>
      </p:sp>
      <p:sp>
        <p:nvSpPr>
          <p:cNvPr id="35" name="AutoShape 98"/>
          <p:cNvSpPr>
            <a:spLocks noChangeArrowheads="1"/>
          </p:cNvSpPr>
          <p:nvPr/>
        </p:nvSpPr>
        <p:spPr bwMode="auto">
          <a:xfrm>
            <a:off x="6787207" y="1641252"/>
            <a:ext cx="2054225" cy="3530600"/>
          </a:xfrm>
          <a:prstGeom prst="cube">
            <a:avLst>
              <a:gd name="adj" fmla="val 9144"/>
            </a:avLst>
          </a:prstGeom>
          <a:solidFill>
            <a:schemeClr val="bg1"/>
          </a:solidFill>
          <a:ln w="19050">
            <a:solidFill>
              <a:schemeClr val="tx1"/>
            </a:solidFill>
            <a:miter lim="800000"/>
          </a:ln>
        </p:spPr>
        <p:txBody>
          <a:bodyPr wrap="none" anchor="ctr"/>
          <a:lstStyle/>
          <a:p>
            <a:endParaRPr lang="zh-CN" altLang="en-US" sz="2000" b="1">
              <a:solidFill>
                <a:srgbClr val="000099"/>
              </a:solidFill>
              <a:latin typeface="+mn-lt"/>
              <a:ea typeface="黑体" panose="02010609060101010101" pitchFamily="2" charset="-122"/>
            </a:endParaRPr>
          </a:p>
        </p:txBody>
      </p:sp>
      <p:sp>
        <p:nvSpPr>
          <p:cNvPr id="36" name="Freeform 101"/>
          <p:cNvSpPr/>
          <p:nvPr/>
        </p:nvSpPr>
        <p:spPr bwMode="auto">
          <a:xfrm>
            <a:off x="6787207" y="2982690"/>
            <a:ext cx="2038350" cy="260350"/>
          </a:xfrm>
          <a:custGeom>
            <a:avLst/>
            <a:gdLst>
              <a:gd name="T0" fmla="*/ 2027754886 w 2049"/>
              <a:gd name="T1" fmla="*/ 0 h 182"/>
              <a:gd name="T2" fmla="*/ 1850610517 w 2049"/>
              <a:gd name="T3" fmla="*/ 366290959 h 182"/>
              <a:gd name="T4" fmla="*/ 0 w 2049"/>
              <a:gd name="T5" fmla="*/ 372429209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000" b="1">
              <a:solidFill>
                <a:srgbClr val="000099"/>
              </a:solidFill>
              <a:latin typeface="+mn-lt"/>
              <a:ea typeface="黑体" panose="02010609060101010101" pitchFamily="2" charset="-122"/>
            </a:endParaRPr>
          </a:p>
        </p:txBody>
      </p:sp>
      <p:sp>
        <p:nvSpPr>
          <p:cNvPr id="37" name="Freeform 102"/>
          <p:cNvSpPr/>
          <p:nvPr/>
        </p:nvSpPr>
        <p:spPr bwMode="auto">
          <a:xfrm>
            <a:off x="6787207" y="3462115"/>
            <a:ext cx="2038350" cy="263525"/>
          </a:xfrm>
          <a:custGeom>
            <a:avLst/>
            <a:gdLst>
              <a:gd name="T0" fmla="*/ 2027754886 w 2049"/>
              <a:gd name="T1" fmla="*/ 0 h 185"/>
              <a:gd name="T2" fmla="*/ 1853579006 w 2049"/>
              <a:gd name="T3" fmla="*/ 375380733 h 185"/>
              <a:gd name="T4" fmla="*/ 0 w 2049"/>
              <a:gd name="T5" fmla="*/ 369293931 h 185"/>
              <a:gd name="T6" fmla="*/ 0 60000 65536"/>
              <a:gd name="T7" fmla="*/ 0 60000 65536"/>
              <a:gd name="T8" fmla="*/ 0 60000 65536"/>
              <a:gd name="T9" fmla="*/ 0 w 2049"/>
              <a:gd name="T10" fmla="*/ 0 h 185"/>
              <a:gd name="T11" fmla="*/ 2049 w 2049"/>
              <a:gd name="T12" fmla="*/ 185 h 185"/>
            </a:gdLst>
            <a:ahLst/>
            <a:cxnLst>
              <a:cxn ang="T6">
                <a:pos x="T0" y="T1"/>
              </a:cxn>
              <a:cxn ang="T7">
                <a:pos x="T2" y="T3"/>
              </a:cxn>
              <a:cxn ang="T8">
                <a:pos x="T4" y="T5"/>
              </a:cxn>
            </a:cxnLst>
            <a:rect l="T9" t="T10" r="T11" b="T12"/>
            <a:pathLst>
              <a:path w="2049" h="185">
                <a:moveTo>
                  <a:pt x="2049" y="0"/>
                </a:moveTo>
                <a:lnTo>
                  <a:pt x="1873" y="185"/>
                </a:lnTo>
                <a:lnTo>
                  <a:pt x="0" y="182"/>
                </a:lnTo>
              </a:path>
            </a:pathLst>
          </a:custGeom>
          <a:noFill/>
          <a:ln w="1905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000" b="1">
              <a:solidFill>
                <a:srgbClr val="000099"/>
              </a:solidFill>
              <a:latin typeface="+mn-lt"/>
              <a:ea typeface="黑体" panose="02010609060101010101" pitchFamily="2" charset="-122"/>
            </a:endParaRPr>
          </a:p>
        </p:txBody>
      </p:sp>
      <p:sp>
        <p:nvSpPr>
          <p:cNvPr id="38" name="Freeform 103"/>
          <p:cNvSpPr/>
          <p:nvPr/>
        </p:nvSpPr>
        <p:spPr bwMode="auto">
          <a:xfrm>
            <a:off x="6785620" y="3941540"/>
            <a:ext cx="2039937" cy="266700"/>
          </a:xfrm>
          <a:custGeom>
            <a:avLst/>
            <a:gdLst>
              <a:gd name="T0" fmla="*/ 2030913617 w 2049"/>
              <a:gd name="T1" fmla="*/ 0 h 187"/>
              <a:gd name="T2" fmla="*/ 1846554772 w 2049"/>
              <a:gd name="T3" fmla="*/ 380368450 h 187"/>
              <a:gd name="T4" fmla="*/ 0 w 2049"/>
              <a:gd name="T5" fmla="*/ 370198109 h 187"/>
              <a:gd name="T6" fmla="*/ 0 60000 65536"/>
              <a:gd name="T7" fmla="*/ 0 60000 65536"/>
              <a:gd name="T8" fmla="*/ 0 60000 65536"/>
              <a:gd name="T9" fmla="*/ 0 w 2049"/>
              <a:gd name="T10" fmla="*/ 0 h 187"/>
              <a:gd name="T11" fmla="*/ 2049 w 2049"/>
              <a:gd name="T12" fmla="*/ 187 h 187"/>
            </a:gdLst>
            <a:ahLst/>
            <a:cxnLst>
              <a:cxn ang="T6">
                <a:pos x="T0" y="T1"/>
              </a:cxn>
              <a:cxn ang="T7">
                <a:pos x="T2" y="T3"/>
              </a:cxn>
              <a:cxn ang="T8">
                <a:pos x="T4" y="T5"/>
              </a:cxn>
            </a:cxnLst>
            <a:rect l="T9" t="T10" r="T11" b="T12"/>
            <a:pathLst>
              <a:path w="2049" h="187">
                <a:moveTo>
                  <a:pt x="2049" y="0"/>
                </a:moveTo>
                <a:lnTo>
                  <a:pt x="1863" y="187"/>
                </a:lnTo>
                <a:lnTo>
                  <a:pt x="0" y="182"/>
                </a:lnTo>
              </a:path>
            </a:pathLst>
          </a:custGeom>
          <a:noFill/>
          <a:ln w="1905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000" b="1">
              <a:solidFill>
                <a:srgbClr val="000099"/>
              </a:solidFill>
              <a:latin typeface="+mn-lt"/>
              <a:ea typeface="黑体" panose="02010609060101010101" pitchFamily="2" charset="-122"/>
            </a:endParaRPr>
          </a:p>
        </p:txBody>
      </p:sp>
      <p:sp>
        <p:nvSpPr>
          <p:cNvPr id="39" name="Freeform 104"/>
          <p:cNvSpPr/>
          <p:nvPr/>
        </p:nvSpPr>
        <p:spPr bwMode="auto">
          <a:xfrm>
            <a:off x="6784032" y="4420965"/>
            <a:ext cx="2039938" cy="260350"/>
          </a:xfrm>
          <a:custGeom>
            <a:avLst/>
            <a:gdLst>
              <a:gd name="T0" fmla="*/ 2030915608 w 2049"/>
              <a:gd name="T1" fmla="*/ 0 h 182"/>
              <a:gd name="T2" fmla="*/ 1853494848 w 2049"/>
              <a:gd name="T3" fmla="*/ 366290959 h 182"/>
              <a:gd name="T4" fmla="*/ 0 w 2049"/>
              <a:gd name="T5" fmla="*/ 372429209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000" b="1">
              <a:solidFill>
                <a:srgbClr val="000099"/>
              </a:solidFill>
              <a:latin typeface="+mn-lt"/>
              <a:ea typeface="黑体" panose="02010609060101010101" pitchFamily="2" charset="-122"/>
            </a:endParaRPr>
          </a:p>
        </p:txBody>
      </p:sp>
      <p:sp>
        <p:nvSpPr>
          <p:cNvPr id="40" name="Text Box 106"/>
          <p:cNvSpPr txBox="1">
            <a:spLocks noChangeArrowheads="1"/>
          </p:cNvSpPr>
          <p:nvPr/>
        </p:nvSpPr>
        <p:spPr bwMode="auto">
          <a:xfrm>
            <a:off x="7471420" y="3338290"/>
            <a:ext cx="88197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800" b="1">
                <a:solidFill>
                  <a:srgbClr val="000099"/>
                </a:solidFill>
                <a:latin typeface="+mn-lt"/>
                <a:ea typeface="黑体" panose="02010609060101010101" pitchFamily="2" charset="-122"/>
              </a:rPr>
              <a:t>运输层</a:t>
            </a:r>
          </a:p>
        </p:txBody>
      </p:sp>
      <p:sp>
        <p:nvSpPr>
          <p:cNvPr id="41" name="Text Box 107"/>
          <p:cNvSpPr txBox="1">
            <a:spLocks noChangeArrowheads="1"/>
          </p:cNvSpPr>
          <p:nvPr/>
        </p:nvSpPr>
        <p:spPr bwMode="auto">
          <a:xfrm>
            <a:off x="7484120" y="3817715"/>
            <a:ext cx="88197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800" b="1">
                <a:solidFill>
                  <a:srgbClr val="000099"/>
                </a:solidFill>
                <a:latin typeface="+mn-lt"/>
                <a:ea typeface="黑体" panose="02010609060101010101" pitchFamily="2" charset="-122"/>
              </a:rPr>
              <a:t>网络层</a:t>
            </a:r>
          </a:p>
        </p:txBody>
      </p:sp>
      <p:sp>
        <p:nvSpPr>
          <p:cNvPr id="42" name="Text Box 108"/>
          <p:cNvSpPr txBox="1">
            <a:spLocks noChangeArrowheads="1"/>
          </p:cNvSpPr>
          <p:nvPr/>
        </p:nvSpPr>
        <p:spPr bwMode="auto">
          <a:xfrm>
            <a:off x="7484120" y="2376265"/>
            <a:ext cx="88197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800" b="1">
                <a:solidFill>
                  <a:srgbClr val="000099"/>
                </a:solidFill>
                <a:latin typeface="+mn-lt"/>
                <a:ea typeface="黑体" panose="02010609060101010101" pitchFamily="2" charset="-122"/>
              </a:rPr>
              <a:t>应用层</a:t>
            </a:r>
          </a:p>
        </p:txBody>
      </p:sp>
      <p:sp>
        <p:nvSpPr>
          <p:cNvPr id="43" name="Text Box 110"/>
          <p:cNvSpPr txBox="1">
            <a:spLocks noChangeArrowheads="1"/>
          </p:cNvSpPr>
          <p:nvPr/>
        </p:nvSpPr>
        <p:spPr bwMode="auto">
          <a:xfrm>
            <a:off x="7325370" y="4271740"/>
            <a:ext cx="134684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800" b="1" dirty="0">
                <a:solidFill>
                  <a:srgbClr val="FF0000"/>
                </a:solidFill>
                <a:latin typeface="+mn-lt"/>
                <a:ea typeface="黑体" panose="02010609060101010101" pitchFamily="2" charset="-122"/>
              </a:rPr>
              <a:t>数据链路层</a:t>
            </a:r>
          </a:p>
        </p:txBody>
      </p:sp>
      <p:sp>
        <p:nvSpPr>
          <p:cNvPr id="44" name="Text Box 111"/>
          <p:cNvSpPr txBox="1">
            <a:spLocks noChangeArrowheads="1"/>
          </p:cNvSpPr>
          <p:nvPr/>
        </p:nvSpPr>
        <p:spPr bwMode="auto">
          <a:xfrm>
            <a:off x="7484120" y="4724177"/>
            <a:ext cx="88197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800" b="1" dirty="0">
                <a:solidFill>
                  <a:srgbClr val="FF0000"/>
                </a:solidFill>
                <a:latin typeface="+mn-lt"/>
                <a:ea typeface="黑体" panose="02010609060101010101" pitchFamily="2" charset="-122"/>
              </a:rPr>
              <a:t>物理层</a:t>
            </a:r>
          </a:p>
        </p:txBody>
      </p:sp>
      <p:sp>
        <p:nvSpPr>
          <p:cNvPr id="45" name="Text Box 112"/>
          <p:cNvSpPr txBox="1">
            <a:spLocks noChangeArrowheads="1"/>
          </p:cNvSpPr>
          <p:nvPr/>
        </p:nvSpPr>
        <p:spPr bwMode="auto">
          <a:xfrm>
            <a:off x="6882457" y="1749202"/>
            <a:ext cx="298480" cy="329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90000"/>
              </a:lnSpc>
            </a:pPr>
            <a:endParaRPr lang="en-US" altLang="zh-CN" sz="1600" b="1" dirty="0">
              <a:solidFill>
                <a:srgbClr val="000099"/>
              </a:solidFill>
              <a:latin typeface="+mn-lt"/>
              <a:ea typeface="黑体" panose="02010609060101010101" pitchFamily="2" charset="-122"/>
            </a:endParaRPr>
          </a:p>
          <a:p>
            <a:pPr eaLnBrk="1" hangingPunct="1">
              <a:lnSpc>
                <a:spcPct val="190000"/>
              </a:lnSpc>
            </a:pPr>
            <a:r>
              <a:rPr lang="en-US" altLang="zh-CN" sz="1600" b="1" dirty="0">
                <a:solidFill>
                  <a:srgbClr val="000099"/>
                </a:solidFill>
                <a:latin typeface="+mn-lt"/>
                <a:ea typeface="黑体" panose="02010609060101010101" pitchFamily="2" charset="-122"/>
              </a:rPr>
              <a:t>5</a:t>
            </a:r>
          </a:p>
          <a:p>
            <a:pPr eaLnBrk="1" hangingPunct="1">
              <a:lnSpc>
                <a:spcPct val="190000"/>
              </a:lnSpc>
            </a:pPr>
            <a:endParaRPr lang="en-US" altLang="zh-CN" sz="1600" b="1" dirty="0">
              <a:solidFill>
                <a:srgbClr val="000099"/>
              </a:solidFill>
              <a:latin typeface="+mn-lt"/>
              <a:ea typeface="黑体" panose="02010609060101010101" pitchFamily="2" charset="-122"/>
            </a:endParaRPr>
          </a:p>
          <a:p>
            <a:pPr eaLnBrk="1" hangingPunct="1">
              <a:lnSpc>
                <a:spcPct val="190000"/>
              </a:lnSpc>
            </a:pPr>
            <a:r>
              <a:rPr lang="en-US" altLang="zh-CN" sz="1600" b="1" dirty="0">
                <a:solidFill>
                  <a:srgbClr val="000099"/>
                </a:solidFill>
                <a:latin typeface="+mn-lt"/>
                <a:ea typeface="黑体" panose="02010609060101010101" pitchFamily="2" charset="-122"/>
              </a:rPr>
              <a:t>4</a:t>
            </a:r>
          </a:p>
          <a:p>
            <a:pPr eaLnBrk="1" hangingPunct="1">
              <a:lnSpc>
                <a:spcPct val="190000"/>
              </a:lnSpc>
            </a:pPr>
            <a:r>
              <a:rPr lang="en-US" altLang="zh-CN" sz="1600" b="1" dirty="0">
                <a:solidFill>
                  <a:srgbClr val="000099"/>
                </a:solidFill>
                <a:latin typeface="+mn-lt"/>
                <a:ea typeface="黑体" panose="02010609060101010101" pitchFamily="2" charset="-122"/>
              </a:rPr>
              <a:t>3</a:t>
            </a:r>
          </a:p>
          <a:p>
            <a:pPr eaLnBrk="1" hangingPunct="1">
              <a:lnSpc>
                <a:spcPct val="190000"/>
              </a:lnSpc>
            </a:pPr>
            <a:r>
              <a:rPr lang="en-US" altLang="zh-CN" sz="1600" b="1" dirty="0">
                <a:solidFill>
                  <a:srgbClr val="000099"/>
                </a:solidFill>
                <a:latin typeface="+mn-lt"/>
                <a:ea typeface="黑体" panose="02010609060101010101" pitchFamily="2" charset="-122"/>
              </a:rPr>
              <a:t>2</a:t>
            </a:r>
          </a:p>
          <a:p>
            <a:pPr eaLnBrk="1" hangingPunct="1">
              <a:lnSpc>
                <a:spcPct val="190000"/>
              </a:lnSpc>
            </a:pPr>
            <a:r>
              <a:rPr lang="en-US" altLang="zh-CN" sz="1600" b="1" dirty="0">
                <a:solidFill>
                  <a:srgbClr val="000099"/>
                </a:solidFill>
                <a:latin typeface="+mn-lt"/>
                <a:ea typeface="黑体" panose="02010609060101010101" pitchFamily="2" charset="-122"/>
              </a:rPr>
              <a:t>1</a:t>
            </a:r>
          </a:p>
        </p:txBody>
      </p:sp>
      <p:sp>
        <p:nvSpPr>
          <p:cNvPr id="46" name="Text Box 113"/>
          <p:cNvSpPr txBox="1">
            <a:spLocks noChangeArrowheads="1"/>
          </p:cNvSpPr>
          <p:nvPr/>
        </p:nvSpPr>
        <p:spPr bwMode="auto">
          <a:xfrm>
            <a:off x="6602785" y="1196752"/>
            <a:ext cx="296908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1">
                <a:solidFill>
                  <a:srgbClr val="C00000"/>
                </a:solidFill>
                <a:latin typeface="+mn-lt"/>
                <a:ea typeface="黑体" panose="02010609060101010101" pitchFamily="2" charset="-122"/>
              </a:rPr>
              <a:t>五层协议的体系结构</a:t>
            </a:r>
          </a:p>
        </p:txBody>
      </p:sp>
      <p:sp>
        <p:nvSpPr>
          <p:cNvPr id="47" name="Text Box 15"/>
          <p:cNvSpPr txBox="1">
            <a:spLocks noChangeArrowheads="1"/>
          </p:cNvSpPr>
          <p:nvPr/>
        </p:nvSpPr>
        <p:spPr bwMode="auto">
          <a:xfrm>
            <a:off x="3386782" y="4701952"/>
            <a:ext cx="266611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600" b="1" dirty="0">
                <a:solidFill>
                  <a:srgbClr val="000099"/>
                </a:solidFill>
                <a:latin typeface="+mn-lt"/>
                <a:ea typeface="黑体" panose="02010609060101010101" pitchFamily="2" charset="-122"/>
              </a:rPr>
              <a:t>（这一层并没有具体内容）</a:t>
            </a:r>
          </a:p>
        </p:txBody>
      </p:sp>
      <p:sp>
        <p:nvSpPr>
          <p:cNvPr id="3" name="矩形 2"/>
          <p:cNvSpPr/>
          <p:nvPr/>
        </p:nvSpPr>
        <p:spPr>
          <a:xfrm>
            <a:off x="560512" y="5622339"/>
            <a:ext cx="9201472" cy="830997"/>
          </a:xfrm>
          <a:prstGeom prst="rect">
            <a:avLst/>
          </a:prstGeom>
        </p:spPr>
        <p:txBody>
          <a:bodyPr wrap="square">
            <a:spAutoFit/>
          </a:bodyPr>
          <a:lstStyle/>
          <a:p>
            <a:pPr algn="ctr"/>
            <a:r>
              <a:rPr lang="zh-CN" altLang="zh-CN" sz="2400" b="1" dirty="0">
                <a:latin typeface="+mn-lt"/>
                <a:ea typeface="黑体" panose="02010609060101010101" pitchFamily="2" charset="-122"/>
              </a:rPr>
              <a:t>计算机网络体系结构：</a:t>
            </a:r>
            <a:endParaRPr lang="en-US" altLang="zh-CN" sz="2400" b="1" dirty="0">
              <a:latin typeface="+mn-lt"/>
              <a:ea typeface="黑体" panose="02010609060101010101" pitchFamily="2" charset="-122"/>
            </a:endParaRPr>
          </a:p>
          <a:p>
            <a:pPr algn="ctr"/>
            <a:r>
              <a:rPr lang="en-US" altLang="zh-CN" sz="2400" b="1" dirty="0">
                <a:latin typeface="+mn-lt"/>
                <a:ea typeface="黑体" panose="02010609060101010101" pitchFamily="2" charset="-122"/>
              </a:rPr>
              <a:t>(a) OSI </a:t>
            </a:r>
            <a:r>
              <a:rPr lang="zh-CN" altLang="zh-CN" sz="2400" b="1" dirty="0">
                <a:latin typeface="+mn-lt"/>
                <a:ea typeface="黑体" panose="02010609060101010101" pitchFamily="2" charset="-122"/>
              </a:rPr>
              <a:t>的七层协议；</a:t>
            </a:r>
            <a:r>
              <a:rPr lang="en-US" altLang="zh-CN" sz="2400" b="1" dirty="0">
                <a:latin typeface="+mn-lt"/>
                <a:ea typeface="黑体" panose="02010609060101010101" pitchFamily="2" charset="-122"/>
              </a:rPr>
              <a:t>(b) TCP/IP </a:t>
            </a:r>
            <a:r>
              <a:rPr lang="zh-CN" altLang="zh-CN" sz="2400" b="1" dirty="0">
                <a:latin typeface="+mn-lt"/>
                <a:ea typeface="黑体" panose="02010609060101010101" pitchFamily="2" charset="-122"/>
              </a:rPr>
              <a:t>的四层协议；</a:t>
            </a:r>
            <a:r>
              <a:rPr lang="en-US" altLang="zh-CN" sz="2400" b="1" dirty="0">
                <a:latin typeface="+mn-lt"/>
                <a:ea typeface="黑体" panose="02010609060101010101" pitchFamily="2" charset="-122"/>
              </a:rPr>
              <a:t>(c) </a:t>
            </a:r>
            <a:r>
              <a:rPr lang="zh-CN" altLang="zh-CN" sz="2400" b="1" dirty="0">
                <a:latin typeface="+mn-lt"/>
                <a:ea typeface="黑体" panose="02010609060101010101" pitchFamily="2" charset="-122"/>
              </a:rPr>
              <a:t>五层协议</a:t>
            </a:r>
            <a:endParaRPr lang="zh-CN" altLang="en-US" sz="2400" b="1" dirty="0">
              <a:latin typeface="+mn-lt"/>
              <a:ea typeface="黑体" panose="02010609060101010101" pitchFamily="2"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第一章 课后作业解析</a:t>
            </a:r>
          </a:p>
        </p:txBody>
      </p:sp>
      <p:sp>
        <p:nvSpPr>
          <p:cNvPr id="5" name="Rectangle 4">
            <a:extLst>
              <a:ext uri="{FF2B5EF4-FFF2-40B4-BE49-F238E27FC236}">
                <a16:creationId xmlns:a16="http://schemas.microsoft.com/office/drawing/2014/main" id="{FE0E3A52-BD38-4E26-A394-F30D027EC1FA}"/>
              </a:ext>
            </a:extLst>
          </p:cNvPr>
          <p:cNvSpPr>
            <a:spLocks noGrp="1" noChangeArrowheads="1"/>
          </p:cNvSpPr>
          <p:nvPr>
            <p:ph idx="1"/>
          </p:nvPr>
        </p:nvSpPr>
        <p:spPr bwMode="auto">
          <a:xfrm>
            <a:off x="495300" y="1196752"/>
            <a:ext cx="9066212" cy="4934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2124" tIns="41061" rIns="82124" bIns="41061" numCol="1" anchor="t" anchorCtr="0" compatLnSpc="1"/>
          <a:lstStyle>
            <a:lvl1pPr marL="236855" indent="-236855" defTabSz="814705" eaLnBrk="0" hangingPunct="0">
              <a:lnSpc>
                <a:spcPct val="95000"/>
              </a:lnSpc>
              <a:spcBef>
                <a:spcPct val="50000"/>
              </a:spcBef>
              <a:buClr>
                <a:srgbClr val="BEBA32"/>
              </a:buClr>
              <a:buChar char="•"/>
              <a:defRPr sz="2400" b="1">
                <a:solidFill>
                  <a:schemeClr val="bg1"/>
                </a:solidFill>
                <a:latin typeface="Arial" panose="020B0604020202020204" pitchFamily="34" charset="0"/>
                <a:ea typeface="黑体" panose="02010609060101010101" pitchFamily="2" charset="-122"/>
              </a:defRPr>
            </a:lvl1pPr>
            <a:lvl2pPr marL="574675" indent="-117475" defTabSz="814705" eaLnBrk="0" hangingPunct="0">
              <a:lnSpc>
                <a:spcPct val="95000"/>
              </a:lnSpc>
              <a:spcBef>
                <a:spcPct val="50000"/>
              </a:spcBef>
              <a:buClr>
                <a:srgbClr val="BEBA32"/>
              </a:buClr>
              <a:buChar char="–"/>
              <a:defRPr sz="2000" b="1">
                <a:solidFill>
                  <a:schemeClr val="bg1"/>
                </a:solidFill>
                <a:latin typeface="Arial" panose="020B0604020202020204" pitchFamily="34" charset="0"/>
                <a:ea typeface="黑体" panose="02010609060101010101" pitchFamily="2" charset="-122"/>
              </a:defRPr>
            </a:lvl2pPr>
            <a:lvl3pPr defTabSz="814705" eaLnBrk="0" hangingPunct="0">
              <a:lnSpc>
                <a:spcPct val="95000"/>
              </a:lnSpc>
              <a:spcBef>
                <a:spcPct val="50000"/>
              </a:spcBef>
              <a:buClr>
                <a:srgbClr val="BEBA32"/>
              </a:buClr>
              <a:buChar char="•"/>
              <a:defRPr sz="2000" b="1">
                <a:solidFill>
                  <a:schemeClr val="bg1"/>
                </a:solidFill>
                <a:latin typeface="Arial" panose="020B0604020202020204" pitchFamily="34" charset="0"/>
                <a:ea typeface="黑体" panose="02010609060101010101" pitchFamily="2" charset="-122"/>
              </a:defRPr>
            </a:lvl3pPr>
            <a:lvl4pPr marL="1254125" indent="117475" defTabSz="814705" eaLnBrk="0" hangingPunct="0">
              <a:lnSpc>
                <a:spcPct val="95000"/>
              </a:lnSpc>
              <a:spcBef>
                <a:spcPct val="50000"/>
              </a:spcBef>
              <a:buClr>
                <a:srgbClr val="BEBA32"/>
              </a:buClr>
              <a:buChar char="–"/>
              <a:defRPr sz="2000" b="1">
                <a:solidFill>
                  <a:schemeClr val="bg1"/>
                </a:solidFill>
                <a:latin typeface="Arial" panose="020B0604020202020204" pitchFamily="34" charset="0"/>
                <a:ea typeface="黑体" panose="02010609060101010101" pitchFamily="2" charset="-122"/>
              </a:defRPr>
            </a:lvl4pPr>
            <a:lvl5pPr marL="1605280" indent="224155" defTabSz="814705" eaLnBrk="0" hangingPunct="0">
              <a:lnSpc>
                <a:spcPct val="95000"/>
              </a:lnSpc>
              <a:spcBef>
                <a:spcPct val="50000"/>
              </a:spcBef>
              <a:buClr>
                <a:srgbClr val="BEBA32"/>
              </a:buClr>
              <a:buChar char="»"/>
              <a:defRPr sz="2000" b="1">
                <a:solidFill>
                  <a:schemeClr val="bg1"/>
                </a:solidFill>
                <a:latin typeface="Arial" panose="020B0604020202020204" pitchFamily="34" charset="0"/>
                <a:ea typeface="黑体" panose="02010609060101010101" pitchFamily="2" charset="-122"/>
              </a:defRPr>
            </a:lvl5pPr>
            <a:lvl6pPr marL="2062480" indent="224155" defTabSz="814705" eaLnBrk="0" fontAlgn="base" hangingPunct="0">
              <a:lnSpc>
                <a:spcPct val="95000"/>
              </a:lnSpc>
              <a:spcBef>
                <a:spcPct val="50000"/>
              </a:spcBef>
              <a:spcAft>
                <a:spcPct val="0"/>
              </a:spcAft>
              <a:buClr>
                <a:srgbClr val="BEBA32"/>
              </a:buClr>
              <a:buChar char="»"/>
              <a:defRPr sz="2000" b="1">
                <a:solidFill>
                  <a:schemeClr val="bg1"/>
                </a:solidFill>
                <a:latin typeface="Arial" panose="020B0604020202020204" pitchFamily="34" charset="0"/>
                <a:ea typeface="黑体" panose="02010609060101010101" pitchFamily="2" charset="-122"/>
              </a:defRPr>
            </a:lvl6pPr>
            <a:lvl7pPr marL="2519680" indent="224155" defTabSz="814705" eaLnBrk="0" fontAlgn="base" hangingPunct="0">
              <a:lnSpc>
                <a:spcPct val="95000"/>
              </a:lnSpc>
              <a:spcBef>
                <a:spcPct val="50000"/>
              </a:spcBef>
              <a:spcAft>
                <a:spcPct val="0"/>
              </a:spcAft>
              <a:buClr>
                <a:srgbClr val="BEBA32"/>
              </a:buClr>
              <a:buChar char="»"/>
              <a:defRPr sz="2000" b="1">
                <a:solidFill>
                  <a:schemeClr val="bg1"/>
                </a:solidFill>
                <a:latin typeface="Arial" panose="020B0604020202020204" pitchFamily="34" charset="0"/>
                <a:ea typeface="黑体" panose="02010609060101010101" pitchFamily="2" charset="-122"/>
              </a:defRPr>
            </a:lvl7pPr>
            <a:lvl8pPr marL="2976880" indent="224155" defTabSz="814705" eaLnBrk="0" fontAlgn="base" hangingPunct="0">
              <a:lnSpc>
                <a:spcPct val="95000"/>
              </a:lnSpc>
              <a:spcBef>
                <a:spcPct val="50000"/>
              </a:spcBef>
              <a:spcAft>
                <a:spcPct val="0"/>
              </a:spcAft>
              <a:buClr>
                <a:srgbClr val="BEBA32"/>
              </a:buClr>
              <a:buChar char="»"/>
              <a:defRPr sz="2000" b="1">
                <a:solidFill>
                  <a:schemeClr val="bg1"/>
                </a:solidFill>
                <a:latin typeface="Arial" panose="020B0604020202020204" pitchFamily="34" charset="0"/>
                <a:ea typeface="黑体" panose="02010609060101010101" pitchFamily="2" charset="-122"/>
              </a:defRPr>
            </a:lvl8pPr>
            <a:lvl9pPr marL="3434080" indent="224155" defTabSz="814705" eaLnBrk="0" fontAlgn="base" hangingPunct="0">
              <a:lnSpc>
                <a:spcPct val="95000"/>
              </a:lnSpc>
              <a:spcBef>
                <a:spcPct val="50000"/>
              </a:spcBef>
              <a:spcAft>
                <a:spcPct val="0"/>
              </a:spcAft>
              <a:buClr>
                <a:srgbClr val="BEBA32"/>
              </a:buClr>
              <a:buChar char="»"/>
              <a:defRPr sz="2000" b="1">
                <a:solidFill>
                  <a:schemeClr val="bg1"/>
                </a:solidFill>
                <a:latin typeface="Arial" panose="020B0604020202020204" pitchFamily="34" charset="0"/>
                <a:ea typeface="黑体" panose="02010609060101010101" pitchFamily="2" charset="-122"/>
              </a:defRPr>
            </a:lvl9pPr>
          </a:lstStyle>
          <a:p>
            <a:pPr>
              <a:lnSpc>
                <a:spcPct val="90000"/>
              </a:lnSpc>
            </a:pPr>
            <a:r>
              <a:rPr lang="en-US" altLang="zh-CN" sz="3600" dirty="0">
                <a:solidFill>
                  <a:schemeClr val="tx1"/>
                </a:solidFill>
              </a:rPr>
              <a:t>P38</a:t>
            </a:r>
          </a:p>
          <a:p>
            <a:pPr>
              <a:lnSpc>
                <a:spcPct val="90000"/>
              </a:lnSpc>
              <a:buFontTx/>
              <a:buNone/>
            </a:pPr>
            <a:r>
              <a:rPr lang="en-US" altLang="zh-CN" sz="3600" dirty="0">
                <a:solidFill>
                  <a:schemeClr val="tx1"/>
                </a:solidFill>
              </a:rPr>
              <a:t>  </a:t>
            </a:r>
            <a:r>
              <a:rPr lang="en-US" altLang="zh-CN" sz="2800" dirty="0">
                <a:solidFill>
                  <a:schemeClr val="tx1"/>
                </a:solidFill>
              </a:rPr>
              <a:t>1-02    1-03    1-12     1-14     1-17</a:t>
            </a:r>
          </a:p>
          <a:p>
            <a:pPr>
              <a:lnSpc>
                <a:spcPct val="90000"/>
              </a:lnSpc>
              <a:buFontTx/>
              <a:buNone/>
            </a:pPr>
            <a:endParaRPr lang="en-US" altLang="zh-CN" sz="2800" dirty="0">
              <a:solidFill>
                <a:schemeClr val="tx1"/>
              </a:solidFill>
            </a:endParaRPr>
          </a:p>
          <a:p>
            <a:pPr>
              <a:lnSpc>
                <a:spcPct val="90000"/>
              </a:lnSpc>
              <a:buFontTx/>
              <a:buNone/>
            </a:pPr>
            <a:r>
              <a:rPr lang="zh-CN" altLang="en-US" dirty="0">
                <a:solidFill>
                  <a:schemeClr val="tx1"/>
                </a:solidFill>
              </a:rPr>
              <a:t>  要求</a:t>
            </a:r>
            <a:r>
              <a:rPr lang="zh-CN" altLang="en-US" dirty="0">
                <a:solidFill>
                  <a:srgbClr val="FF0000"/>
                </a:solidFill>
              </a:rPr>
              <a:t>手写作答</a:t>
            </a:r>
            <a:r>
              <a:rPr lang="zh-CN" altLang="en-US" dirty="0">
                <a:solidFill>
                  <a:schemeClr val="tx1"/>
                </a:solidFill>
              </a:rPr>
              <a:t>，签上班级、学号、姓名，拍照上传。</a:t>
            </a:r>
          </a:p>
          <a:p>
            <a:pPr>
              <a:lnSpc>
                <a:spcPct val="90000"/>
              </a:lnSpc>
              <a:buFontTx/>
              <a:buNone/>
            </a:pPr>
            <a:r>
              <a:rPr lang="zh-CN" altLang="en-US" dirty="0">
                <a:solidFill>
                  <a:schemeClr val="tx1"/>
                </a:solidFill>
              </a:rPr>
              <a:t>  严禁盗用他人图片，否则无分，请严肃对待。</a:t>
            </a:r>
          </a:p>
        </p:txBody>
      </p:sp>
    </p:spTree>
    <p:extLst>
      <p:ext uri="{BB962C8B-B14F-4D97-AF65-F5344CB8AC3E}">
        <p14:creationId xmlns:p14="http://schemas.microsoft.com/office/powerpoint/2010/main" val="37062304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第</a:t>
            </a:r>
            <a:r>
              <a:rPr lang="en-US" altLang="zh-CN" dirty="0"/>
              <a:t> 2 </a:t>
            </a:r>
            <a:r>
              <a:rPr lang="zh-CN" altLang="zh-CN" dirty="0"/>
              <a:t>章</a:t>
            </a:r>
            <a:r>
              <a:rPr lang="en-US" altLang="zh-CN" dirty="0"/>
              <a:t>  </a:t>
            </a:r>
            <a:r>
              <a:rPr lang="zh-CN" altLang="zh-CN" dirty="0"/>
              <a:t>物理层</a:t>
            </a:r>
            <a:endParaRPr lang="zh-CN" altLang="en-US" dirty="0"/>
          </a:p>
        </p:txBody>
      </p:sp>
      <p:sp>
        <p:nvSpPr>
          <p:cNvPr id="3" name="内容占位符 2"/>
          <p:cNvSpPr>
            <a:spLocks noGrp="1"/>
          </p:cNvSpPr>
          <p:nvPr>
            <p:ph idx="1"/>
          </p:nvPr>
        </p:nvSpPr>
        <p:spPr/>
        <p:txBody>
          <a:bodyPr/>
          <a:lstStyle/>
          <a:p>
            <a:r>
              <a:rPr lang="en-US" altLang="zh-CN" dirty="0"/>
              <a:t>2.1  </a:t>
            </a:r>
            <a:r>
              <a:rPr lang="zh-CN" altLang="zh-CN" dirty="0"/>
              <a:t>物理层的基本概念</a:t>
            </a:r>
          </a:p>
          <a:p>
            <a:r>
              <a:rPr lang="en-US" altLang="zh-CN" dirty="0">
                <a:solidFill>
                  <a:srgbClr val="FF0000"/>
                </a:solidFill>
              </a:rPr>
              <a:t>2.2  </a:t>
            </a:r>
            <a:r>
              <a:rPr lang="zh-CN" altLang="zh-CN" dirty="0">
                <a:solidFill>
                  <a:srgbClr val="FF0000"/>
                </a:solidFill>
              </a:rPr>
              <a:t>数据通信的基础知识</a:t>
            </a:r>
          </a:p>
          <a:p>
            <a:r>
              <a:rPr lang="en-US" altLang="zh-CN" dirty="0"/>
              <a:t>2.3  </a:t>
            </a:r>
            <a:r>
              <a:rPr lang="zh-CN" altLang="zh-CN" dirty="0"/>
              <a:t>物理层下面的传输媒体</a:t>
            </a:r>
          </a:p>
          <a:p>
            <a:r>
              <a:rPr lang="en-US" altLang="zh-CN" dirty="0">
                <a:solidFill>
                  <a:srgbClr val="FF0000"/>
                </a:solidFill>
              </a:rPr>
              <a:t>2.4	  </a:t>
            </a:r>
            <a:r>
              <a:rPr lang="zh-CN" altLang="en-US" dirty="0">
                <a:solidFill>
                  <a:srgbClr val="FF0000"/>
                </a:solidFill>
              </a:rPr>
              <a:t>信道复用技术</a:t>
            </a:r>
            <a:endParaRPr lang="zh-CN" altLang="zh-CN" dirty="0">
              <a:solidFill>
                <a:srgbClr val="FF0000"/>
              </a:solidFill>
            </a:endParaRPr>
          </a:p>
          <a:p>
            <a:r>
              <a:rPr lang="en-US" altLang="zh-CN" dirty="0"/>
              <a:t>2.5  </a:t>
            </a:r>
            <a:r>
              <a:rPr lang="zh-CN" altLang="zh-CN" dirty="0"/>
              <a:t>宽带接入技术</a:t>
            </a:r>
          </a:p>
          <a:p>
            <a:endParaRPr lang="zh-CN" alt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r>
              <a:rPr lang="en-US" altLang="zh-CN" dirty="0"/>
              <a:t>2.2  </a:t>
            </a:r>
            <a:r>
              <a:rPr lang="zh-CN" altLang="zh-CN" dirty="0"/>
              <a:t>数据通信的基础知识</a:t>
            </a:r>
            <a:endParaRPr lang="zh-CN" altLang="en-US" dirty="0"/>
          </a:p>
        </p:txBody>
      </p:sp>
      <p:sp>
        <p:nvSpPr>
          <p:cNvPr id="26627" name="Rectangle 3"/>
          <p:cNvSpPr>
            <a:spLocks noGrp="1" noChangeArrowheads="1"/>
          </p:cNvSpPr>
          <p:nvPr>
            <p:ph idx="1"/>
          </p:nvPr>
        </p:nvSpPr>
        <p:spPr/>
        <p:txBody>
          <a:bodyPr/>
          <a:lstStyle/>
          <a:p>
            <a:r>
              <a:rPr lang="en-US" altLang="zh-CN" dirty="0"/>
              <a:t>2.2.1  </a:t>
            </a:r>
            <a:r>
              <a:rPr lang="zh-CN" altLang="zh-CN" dirty="0"/>
              <a:t>数据通信系统的模型</a:t>
            </a:r>
          </a:p>
          <a:p>
            <a:r>
              <a:rPr lang="en-US" altLang="zh-CN" dirty="0"/>
              <a:t>2.2.2  </a:t>
            </a:r>
            <a:r>
              <a:rPr lang="zh-CN" altLang="zh-CN" dirty="0"/>
              <a:t>有关信道的几个基本概念</a:t>
            </a:r>
          </a:p>
          <a:p>
            <a:r>
              <a:rPr lang="en-US" altLang="zh-CN" dirty="0"/>
              <a:t>2.2.3  </a:t>
            </a:r>
            <a:r>
              <a:rPr lang="zh-CN" altLang="zh-CN" dirty="0"/>
              <a:t>信道的极限容量</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r>
              <a:rPr lang="en-US" altLang="zh-CN" dirty="0"/>
              <a:t>2.2.1  </a:t>
            </a:r>
            <a:r>
              <a:rPr lang="zh-CN" altLang="zh-CN" dirty="0"/>
              <a:t>数据通信系统的模型</a:t>
            </a:r>
            <a:endParaRPr lang="zh-CN" altLang="en-US" dirty="0"/>
          </a:p>
        </p:txBody>
      </p:sp>
      <p:sp>
        <p:nvSpPr>
          <p:cNvPr id="3" name="矩形 2"/>
          <p:cNvSpPr/>
          <p:nvPr/>
        </p:nvSpPr>
        <p:spPr>
          <a:xfrm>
            <a:off x="416496" y="1105220"/>
            <a:ext cx="9289032" cy="870046"/>
          </a:xfrm>
          <a:prstGeom prst="rect">
            <a:avLst/>
          </a:prstGeom>
          <a:solidFill>
            <a:srgbClr val="FFFF00"/>
          </a:solidFill>
        </p:spPr>
        <p:txBody>
          <a:bodyPr wrap="square" anchor="ctr">
            <a:spAutoFit/>
          </a:bodyPr>
          <a:lstStyle/>
          <a:p>
            <a:pPr>
              <a:lnSpc>
                <a:spcPct val="110000"/>
              </a:lnSpc>
            </a:pPr>
            <a:r>
              <a:rPr lang="zh-CN" altLang="zh-CN" sz="2400" b="1" dirty="0">
                <a:latin typeface="+mn-lt"/>
                <a:ea typeface="黑体" panose="02010609060101010101" pitchFamily="2" charset="-122"/>
              </a:rPr>
              <a:t>一个数据通信系统</a:t>
            </a:r>
            <a:r>
              <a:rPr lang="zh-CN" altLang="en-US" sz="2400" b="1" dirty="0">
                <a:latin typeface="+mn-lt"/>
                <a:ea typeface="黑体" panose="02010609060101010101" pitchFamily="2" charset="-122"/>
              </a:rPr>
              <a:t>包括</a:t>
            </a:r>
            <a:r>
              <a:rPr lang="zh-CN" altLang="zh-CN" sz="2400" b="1" dirty="0">
                <a:solidFill>
                  <a:srgbClr val="FF0000"/>
                </a:solidFill>
                <a:latin typeface="+mn-lt"/>
                <a:ea typeface="黑体" panose="02010609060101010101" pitchFamily="2" charset="-122"/>
              </a:rPr>
              <a:t>三大部分</a:t>
            </a:r>
            <a:r>
              <a:rPr lang="zh-CN" altLang="en-US" sz="2400" b="1" dirty="0">
                <a:solidFill>
                  <a:srgbClr val="FF0000"/>
                </a:solidFill>
                <a:latin typeface="+mn-lt"/>
                <a:ea typeface="黑体" panose="02010609060101010101" pitchFamily="2" charset="-122"/>
              </a:rPr>
              <a:t>：</a:t>
            </a:r>
            <a:r>
              <a:rPr lang="zh-CN" altLang="zh-CN" sz="2400" b="1" dirty="0">
                <a:solidFill>
                  <a:srgbClr val="FF0000"/>
                </a:solidFill>
                <a:latin typeface="+mn-lt"/>
                <a:ea typeface="黑体" panose="02010609060101010101" pitchFamily="2" charset="-122"/>
              </a:rPr>
              <a:t>源系统</a:t>
            </a:r>
            <a:r>
              <a:rPr lang="zh-CN" altLang="zh-CN" sz="2400" b="1" dirty="0">
                <a:latin typeface="+mn-lt"/>
                <a:ea typeface="黑体" panose="02010609060101010101" pitchFamily="2" charset="-122"/>
              </a:rPr>
              <a:t>（或发送端、发送方）、</a:t>
            </a:r>
            <a:r>
              <a:rPr lang="zh-CN" altLang="zh-CN" sz="2400" b="1" dirty="0">
                <a:solidFill>
                  <a:srgbClr val="FF0000"/>
                </a:solidFill>
                <a:latin typeface="+mn-lt"/>
                <a:ea typeface="黑体" panose="02010609060101010101" pitchFamily="2" charset="-122"/>
              </a:rPr>
              <a:t>传输系统</a:t>
            </a:r>
            <a:r>
              <a:rPr lang="zh-CN" altLang="zh-CN" sz="2400" b="1" dirty="0">
                <a:latin typeface="+mn-lt"/>
                <a:ea typeface="黑体" panose="02010609060101010101" pitchFamily="2" charset="-122"/>
              </a:rPr>
              <a:t>（或传输网络）和</a:t>
            </a:r>
            <a:r>
              <a:rPr lang="zh-CN" altLang="zh-CN" sz="2400" b="1" dirty="0">
                <a:solidFill>
                  <a:srgbClr val="FF0000"/>
                </a:solidFill>
                <a:latin typeface="+mn-lt"/>
                <a:ea typeface="黑体" panose="02010609060101010101" pitchFamily="2" charset="-122"/>
              </a:rPr>
              <a:t>目的系统</a:t>
            </a:r>
            <a:r>
              <a:rPr lang="zh-CN" altLang="zh-CN" sz="2400" b="1" dirty="0">
                <a:latin typeface="+mn-lt"/>
                <a:ea typeface="黑体" panose="02010609060101010101" pitchFamily="2" charset="-122"/>
              </a:rPr>
              <a:t>（或接收端、接收方）</a:t>
            </a:r>
            <a:r>
              <a:rPr lang="zh-CN" altLang="en-US" sz="2400" b="1" dirty="0">
                <a:latin typeface="+mn-lt"/>
                <a:ea typeface="黑体" panose="02010609060101010101" pitchFamily="2" charset="-122"/>
              </a:rPr>
              <a:t>。</a:t>
            </a:r>
          </a:p>
        </p:txBody>
      </p:sp>
      <p:grpSp>
        <p:nvGrpSpPr>
          <p:cNvPr id="6" name="Group 107"/>
          <p:cNvGrpSpPr/>
          <p:nvPr/>
        </p:nvGrpSpPr>
        <p:grpSpPr bwMode="auto">
          <a:xfrm>
            <a:off x="4458222" y="4641555"/>
            <a:ext cx="1110985" cy="727075"/>
            <a:chOff x="2463" y="2931"/>
            <a:chExt cx="646" cy="458"/>
          </a:xfrm>
        </p:grpSpPr>
        <p:sp>
          <p:nvSpPr>
            <p:cNvPr id="7" name="AutoShape 13"/>
            <p:cNvSpPr>
              <a:spLocks noChangeArrowheads="1"/>
            </p:cNvSpPr>
            <p:nvPr/>
          </p:nvSpPr>
          <p:spPr bwMode="auto">
            <a:xfrm>
              <a:off x="2463" y="2931"/>
              <a:ext cx="646" cy="458"/>
            </a:xfrm>
            <a:prstGeom prst="cube">
              <a:avLst>
                <a:gd name="adj" fmla="val 13069"/>
              </a:avLst>
            </a:prstGeom>
            <a:solidFill>
              <a:srgbClr val="66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anose="02010609060101010101" pitchFamily="2" charset="-122"/>
              </a:endParaRPr>
            </a:p>
          </p:txBody>
        </p:sp>
        <p:sp>
          <p:nvSpPr>
            <p:cNvPr id="8" name="Rectangle 16"/>
            <p:cNvSpPr>
              <a:spLocks noChangeArrowheads="1"/>
            </p:cNvSpPr>
            <p:nvPr/>
          </p:nvSpPr>
          <p:spPr bwMode="auto">
            <a:xfrm>
              <a:off x="2546" y="2985"/>
              <a:ext cx="508" cy="402"/>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defTabSz="762000" eaLnBrk="0" hangingPunct="0"/>
              <a:r>
                <a:rPr kumimoji="1" lang="zh-CN" altLang="en-US" sz="1800" b="1" dirty="0">
                  <a:solidFill>
                    <a:srgbClr val="0000CC"/>
                  </a:solidFill>
                  <a:latin typeface="+mn-lt"/>
                  <a:ea typeface="黑体" panose="02010609060101010101" pitchFamily="2" charset="-122"/>
                </a:rPr>
                <a:t>传输</a:t>
              </a:r>
            </a:p>
            <a:p>
              <a:pPr algn="l" defTabSz="762000" eaLnBrk="0" hangingPunct="0"/>
              <a:r>
                <a:rPr kumimoji="1" lang="zh-CN" altLang="en-US" sz="1800" b="1" dirty="0">
                  <a:solidFill>
                    <a:srgbClr val="0000CC"/>
                  </a:solidFill>
                  <a:latin typeface="+mn-lt"/>
                  <a:ea typeface="黑体" panose="02010609060101010101" pitchFamily="2" charset="-122"/>
                </a:rPr>
                <a:t>系统</a:t>
              </a:r>
            </a:p>
          </p:txBody>
        </p:sp>
      </p:grpSp>
      <p:grpSp>
        <p:nvGrpSpPr>
          <p:cNvPr id="9" name="Group 102"/>
          <p:cNvGrpSpPr/>
          <p:nvPr/>
        </p:nvGrpSpPr>
        <p:grpSpPr bwMode="auto">
          <a:xfrm>
            <a:off x="341041" y="5005091"/>
            <a:ext cx="613965" cy="1233488"/>
            <a:chOff x="69" y="3160"/>
            <a:chExt cx="357" cy="777"/>
          </a:xfrm>
        </p:grpSpPr>
        <p:sp>
          <p:nvSpPr>
            <p:cNvPr id="10" name="Rectangle 5"/>
            <p:cNvSpPr>
              <a:spLocks noChangeArrowheads="1"/>
            </p:cNvSpPr>
            <p:nvPr/>
          </p:nvSpPr>
          <p:spPr bwMode="auto">
            <a:xfrm>
              <a:off x="69" y="3189"/>
              <a:ext cx="357" cy="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defTabSz="762000" eaLnBrk="0" hangingPunct="0"/>
              <a:r>
                <a:rPr kumimoji="1" lang="zh-CN" altLang="en-US" sz="1800" b="1">
                  <a:solidFill>
                    <a:srgbClr val="0000CC"/>
                  </a:solidFill>
                  <a:latin typeface="+mn-lt"/>
                  <a:ea typeface="黑体" panose="02010609060101010101" pitchFamily="2" charset="-122"/>
                </a:rPr>
                <a:t>输入信息</a:t>
              </a:r>
            </a:p>
          </p:txBody>
        </p:sp>
        <p:sp>
          <p:nvSpPr>
            <p:cNvPr id="11" name="Line 17"/>
            <p:cNvSpPr>
              <a:spLocks noChangeShapeType="1"/>
            </p:cNvSpPr>
            <p:nvPr/>
          </p:nvSpPr>
          <p:spPr bwMode="auto">
            <a:xfrm>
              <a:off x="94" y="3160"/>
              <a:ext cx="313" cy="0"/>
            </a:xfrm>
            <a:prstGeom prst="line">
              <a:avLst/>
            </a:prstGeom>
            <a:noFill/>
            <a:ln w="3810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anose="02010609060101010101" pitchFamily="2" charset="-122"/>
              </a:endParaRPr>
            </a:p>
          </p:txBody>
        </p:sp>
      </p:grpSp>
      <p:grpSp>
        <p:nvGrpSpPr>
          <p:cNvPr id="12" name="Group 104"/>
          <p:cNvGrpSpPr/>
          <p:nvPr/>
        </p:nvGrpSpPr>
        <p:grpSpPr bwMode="auto">
          <a:xfrm>
            <a:off x="1787385" y="5005091"/>
            <a:ext cx="679318" cy="1189038"/>
            <a:chOff x="910" y="3160"/>
            <a:chExt cx="395" cy="749"/>
          </a:xfrm>
        </p:grpSpPr>
        <p:sp>
          <p:nvSpPr>
            <p:cNvPr id="13" name="Rectangle 7"/>
            <p:cNvSpPr>
              <a:spLocks noChangeArrowheads="1"/>
            </p:cNvSpPr>
            <p:nvPr/>
          </p:nvSpPr>
          <p:spPr bwMode="auto">
            <a:xfrm>
              <a:off x="948" y="3161"/>
              <a:ext cx="357" cy="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defTabSz="762000" eaLnBrk="0" hangingPunct="0"/>
              <a:r>
                <a:rPr kumimoji="1" lang="zh-CN" altLang="en-US" sz="1800" b="1" dirty="0">
                  <a:solidFill>
                    <a:srgbClr val="0000CC"/>
                  </a:solidFill>
                  <a:latin typeface="+mn-lt"/>
                  <a:ea typeface="黑体" panose="02010609060101010101" pitchFamily="2" charset="-122"/>
                </a:rPr>
                <a:t>输入数据</a:t>
              </a:r>
            </a:p>
          </p:txBody>
        </p:sp>
        <p:sp>
          <p:nvSpPr>
            <p:cNvPr id="14" name="Line 18"/>
            <p:cNvSpPr>
              <a:spLocks noChangeShapeType="1"/>
            </p:cNvSpPr>
            <p:nvPr/>
          </p:nvSpPr>
          <p:spPr bwMode="auto">
            <a:xfrm>
              <a:off x="910" y="3160"/>
              <a:ext cx="346" cy="0"/>
            </a:xfrm>
            <a:prstGeom prst="line">
              <a:avLst/>
            </a:prstGeom>
            <a:noFill/>
            <a:ln w="3810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anose="02010609060101010101" pitchFamily="2" charset="-122"/>
              </a:endParaRPr>
            </a:p>
          </p:txBody>
        </p:sp>
      </p:grpSp>
      <p:grpSp>
        <p:nvGrpSpPr>
          <p:cNvPr id="15" name="Group 106"/>
          <p:cNvGrpSpPr/>
          <p:nvPr/>
        </p:nvGrpSpPr>
        <p:grpSpPr bwMode="auto">
          <a:xfrm>
            <a:off x="3281885" y="4998739"/>
            <a:ext cx="1319080" cy="1271588"/>
            <a:chOff x="1779" y="3156"/>
            <a:chExt cx="742" cy="801"/>
          </a:xfrm>
        </p:grpSpPr>
        <p:sp>
          <p:nvSpPr>
            <p:cNvPr id="16" name="Rectangle 9"/>
            <p:cNvSpPr>
              <a:spLocks noChangeArrowheads="1"/>
            </p:cNvSpPr>
            <p:nvPr/>
          </p:nvSpPr>
          <p:spPr bwMode="auto">
            <a:xfrm>
              <a:off x="1791" y="3203"/>
              <a:ext cx="730" cy="7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1800" b="1" dirty="0">
                  <a:solidFill>
                    <a:srgbClr val="0000CC"/>
                  </a:solidFill>
                  <a:latin typeface="+mn-lt"/>
                  <a:ea typeface="黑体" panose="02010609060101010101" pitchFamily="2" charset="-122"/>
                </a:rPr>
                <a:t>发送</a:t>
              </a:r>
              <a:endParaRPr kumimoji="1" lang="en-US" altLang="zh-CN" sz="1800" b="1" dirty="0">
                <a:solidFill>
                  <a:srgbClr val="0000CC"/>
                </a:solidFill>
                <a:latin typeface="+mn-lt"/>
                <a:ea typeface="黑体" panose="02010609060101010101" pitchFamily="2" charset="-122"/>
              </a:endParaRPr>
            </a:p>
            <a:p>
              <a:pPr defTabSz="762000" eaLnBrk="0" hangingPunct="0"/>
              <a:r>
                <a:rPr kumimoji="1" lang="zh-CN" altLang="en-US" sz="1800" b="1" dirty="0">
                  <a:solidFill>
                    <a:srgbClr val="0000CC"/>
                  </a:solidFill>
                  <a:latin typeface="+mn-lt"/>
                  <a:ea typeface="黑体" panose="02010609060101010101" pitchFamily="2" charset="-122"/>
                </a:rPr>
                <a:t>的信号</a:t>
              </a:r>
              <a:endParaRPr kumimoji="1" lang="en-US" altLang="zh-CN" sz="1800" b="1" dirty="0">
                <a:solidFill>
                  <a:srgbClr val="0000CC"/>
                </a:solidFill>
                <a:latin typeface="+mn-lt"/>
                <a:ea typeface="黑体" panose="02010609060101010101" pitchFamily="2" charset="-122"/>
              </a:endParaRPr>
            </a:p>
            <a:p>
              <a:pPr defTabSz="762000" eaLnBrk="0" hangingPunct="0"/>
              <a:r>
                <a:rPr kumimoji="1" lang="en-US" altLang="zh-CN" b="1" dirty="0">
                  <a:solidFill>
                    <a:srgbClr val="0000CC"/>
                  </a:solidFill>
                  <a:latin typeface="+mn-lt"/>
                  <a:ea typeface="黑体" panose="02010609060101010101" pitchFamily="2" charset="-122"/>
                </a:rPr>
                <a:t>(</a:t>
              </a:r>
              <a:r>
                <a:rPr kumimoji="1" lang="zh-CN" altLang="en-US" b="1" dirty="0">
                  <a:solidFill>
                    <a:srgbClr val="0000CC"/>
                  </a:solidFill>
                  <a:latin typeface="+mn-lt"/>
                  <a:ea typeface="黑体" panose="02010609060101010101" pitchFamily="2" charset="-122"/>
                </a:rPr>
                <a:t>数字的或模拟的</a:t>
              </a:r>
              <a:r>
                <a:rPr kumimoji="1" lang="en-US" altLang="zh-CN" b="1" dirty="0">
                  <a:solidFill>
                    <a:srgbClr val="0000CC"/>
                  </a:solidFill>
                  <a:latin typeface="+mn-lt"/>
                  <a:ea typeface="黑体" panose="02010609060101010101" pitchFamily="2" charset="-122"/>
                </a:rPr>
                <a:t>)</a:t>
              </a:r>
              <a:endParaRPr kumimoji="1" lang="zh-CN" altLang="en-US" sz="1800" b="1" dirty="0">
                <a:solidFill>
                  <a:srgbClr val="0000CC"/>
                </a:solidFill>
                <a:latin typeface="+mn-lt"/>
                <a:ea typeface="黑体" panose="02010609060101010101" pitchFamily="2" charset="-122"/>
              </a:endParaRPr>
            </a:p>
          </p:txBody>
        </p:sp>
        <p:sp>
          <p:nvSpPr>
            <p:cNvPr id="17" name="Line 19"/>
            <p:cNvSpPr>
              <a:spLocks noChangeShapeType="1"/>
            </p:cNvSpPr>
            <p:nvPr/>
          </p:nvSpPr>
          <p:spPr bwMode="auto">
            <a:xfrm>
              <a:off x="1779" y="3156"/>
              <a:ext cx="684" cy="4"/>
            </a:xfrm>
            <a:prstGeom prst="line">
              <a:avLst/>
            </a:prstGeom>
            <a:noFill/>
            <a:ln w="3810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anose="02010609060101010101" pitchFamily="2" charset="-122"/>
              </a:endParaRPr>
            </a:p>
          </p:txBody>
        </p:sp>
      </p:grpSp>
      <p:grpSp>
        <p:nvGrpSpPr>
          <p:cNvPr id="18" name="Group 108"/>
          <p:cNvGrpSpPr/>
          <p:nvPr/>
        </p:nvGrpSpPr>
        <p:grpSpPr bwMode="auto">
          <a:xfrm>
            <a:off x="5538252" y="5005091"/>
            <a:ext cx="1227930" cy="1231900"/>
            <a:chOff x="3091" y="3160"/>
            <a:chExt cx="729" cy="776"/>
          </a:xfrm>
        </p:grpSpPr>
        <p:sp>
          <p:nvSpPr>
            <p:cNvPr id="19" name="Rectangle 10"/>
            <p:cNvSpPr>
              <a:spLocks noChangeArrowheads="1"/>
            </p:cNvSpPr>
            <p:nvPr/>
          </p:nvSpPr>
          <p:spPr bwMode="auto">
            <a:xfrm>
              <a:off x="3111" y="3182"/>
              <a:ext cx="709" cy="7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1800" b="1" dirty="0">
                  <a:solidFill>
                    <a:srgbClr val="0000CC"/>
                  </a:solidFill>
                  <a:latin typeface="+mn-lt"/>
                  <a:ea typeface="黑体" panose="02010609060101010101" pitchFamily="2" charset="-122"/>
                </a:rPr>
                <a:t>接收</a:t>
              </a:r>
            </a:p>
            <a:p>
              <a:pPr defTabSz="762000" eaLnBrk="0" hangingPunct="0"/>
              <a:r>
                <a:rPr kumimoji="1" lang="zh-CN" altLang="en-US" sz="1800" b="1" dirty="0">
                  <a:solidFill>
                    <a:srgbClr val="0000CC"/>
                  </a:solidFill>
                  <a:latin typeface="+mn-lt"/>
                  <a:ea typeface="黑体" panose="02010609060101010101" pitchFamily="2" charset="-122"/>
                </a:rPr>
                <a:t>的信号</a:t>
              </a:r>
              <a:endParaRPr kumimoji="1" lang="en-US" altLang="zh-CN" b="1" dirty="0">
                <a:solidFill>
                  <a:srgbClr val="0000CC"/>
                </a:solidFill>
                <a:latin typeface="+mn-lt"/>
                <a:ea typeface="黑体" panose="02010609060101010101" pitchFamily="2" charset="-122"/>
              </a:endParaRPr>
            </a:p>
            <a:p>
              <a:pPr defTabSz="762000"/>
              <a:r>
                <a:rPr kumimoji="1" lang="en-US" altLang="zh-CN" b="1" dirty="0">
                  <a:solidFill>
                    <a:srgbClr val="0000CC"/>
                  </a:solidFill>
                  <a:ea typeface="黑体" panose="02010609060101010101" pitchFamily="2" charset="-122"/>
                </a:rPr>
                <a:t>(</a:t>
              </a:r>
              <a:r>
                <a:rPr kumimoji="1" lang="zh-CN" altLang="en-US" b="1" dirty="0">
                  <a:solidFill>
                    <a:srgbClr val="0000CC"/>
                  </a:solidFill>
                  <a:ea typeface="黑体" panose="02010609060101010101" pitchFamily="2" charset="-122"/>
                </a:rPr>
                <a:t>数字的或模拟的</a:t>
              </a:r>
              <a:r>
                <a:rPr kumimoji="1" lang="en-US" altLang="zh-CN" b="1" dirty="0">
                  <a:solidFill>
                    <a:srgbClr val="0000CC"/>
                  </a:solidFill>
                  <a:ea typeface="黑体" panose="02010609060101010101" pitchFamily="2" charset="-122"/>
                </a:rPr>
                <a:t>)</a:t>
              </a:r>
              <a:endParaRPr kumimoji="1" lang="zh-CN" altLang="en-US" b="1" dirty="0">
                <a:solidFill>
                  <a:srgbClr val="0000CC"/>
                </a:solidFill>
                <a:ea typeface="黑体" panose="02010609060101010101" pitchFamily="2" charset="-122"/>
              </a:endParaRPr>
            </a:p>
          </p:txBody>
        </p:sp>
        <p:sp>
          <p:nvSpPr>
            <p:cNvPr id="20" name="Line 20"/>
            <p:cNvSpPr>
              <a:spLocks noChangeShapeType="1"/>
            </p:cNvSpPr>
            <p:nvPr/>
          </p:nvSpPr>
          <p:spPr bwMode="auto">
            <a:xfrm>
              <a:off x="3091" y="3160"/>
              <a:ext cx="714" cy="0"/>
            </a:xfrm>
            <a:prstGeom prst="line">
              <a:avLst/>
            </a:prstGeom>
            <a:noFill/>
            <a:ln w="3810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anose="02010609060101010101" pitchFamily="2" charset="-122"/>
              </a:endParaRPr>
            </a:p>
          </p:txBody>
        </p:sp>
      </p:grpSp>
      <p:grpSp>
        <p:nvGrpSpPr>
          <p:cNvPr id="21" name="Group 110"/>
          <p:cNvGrpSpPr/>
          <p:nvPr/>
        </p:nvGrpSpPr>
        <p:grpSpPr bwMode="auto">
          <a:xfrm>
            <a:off x="7648434" y="5005092"/>
            <a:ext cx="641483" cy="1262063"/>
            <a:chOff x="4318" y="3160"/>
            <a:chExt cx="373" cy="795"/>
          </a:xfrm>
        </p:grpSpPr>
        <p:sp>
          <p:nvSpPr>
            <p:cNvPr id="22" name="Rectangle 8"/>
            <p:cNvSpPr>
              <a:spLocks noChangeArrowheads="1"/>
            </p:cNvSpPr>
            <p:nvPr/>
          </p:nvSpPr>
          <p:spPr bwMode="auto">
            <a:xfrm>
              <a:off x="4334" y="3207"/>
              <a:ext cx="357" cy="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defTabSz="762000" eaLnBrk="0" hangingPunct="0"/>
              <a:r>
                <a:rPr kumimoji="1" lang="zh-CN" altLang="en-US" sz="1800" b="1">
                  <a:solidFill>
                    <a:srgbClr val="0000CC"/>
                  </a:solidFill>
                  <a:latin typeface="+mn-lt"/>
                  <a:ea typeface="黑体" panose="02010609060101010101" pitchFamily="2" charset="-122"/>
                </a:rPr>
                <a:t>输出数据</a:t>
              </a:r>
            </a:p>
          </p:txBody>
        </p:sp>
        <p:sp>
          <p:nvSpPr>
            <p:cNvPr id="23" name="Line 21"/>
            <p:cNvSpPr>
              <a:spLocks noChangeShapeType="1"/>
            </p:cNvSpPr>
            <p:nvPr/>
          </p:nvSpPr>
          <p:spPr bwMode="auto">
            <a:xfrm>
              <a:off x="4318" y="3160"/>
              <a:ext cx="336" cy="0"/>
            </a:xfrm>
            <a:prstGeom prst="line">
              <a:avLst/>
            </a:prstGeom>
            <a:noFill/>
            <a:ln w="3810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anose="02010609060101010101" pitchFamily="2" charset="-122"/>
              </a:endParaRPr>
            </a:p>
          </p:txBody>
        </p:sp>
      </p:grpSp>
      <p:grpSp>
        <p:nvGrpSpPr>
          <p:cNvPr id="24" name="Group 103"/>
          <p:cNvGrpSpPr/>
          <p:nvPr/>
        </p:nvGrpSpPr>
        <p:grpSpPr bwMode="auto">
          <a:xfrm>
            <a:off x="922330" y="4641555"/>
            <a:ext cx="921808" cy="727075"/>
            <a:chOff x="407" y="2931"/>
            <a:chExt cx="536" cy="458"/>
          </a:xfrm>
        </p:grpSpPr>
        <p:sp>
          <p:nvSpPr>
            <p:cNvPr id="25" name="AutoShape 11"/>
            <p:cNvSpPr>
              <a:spLocks noChangeArrowheads="1"/>
            </p:cNvSpPr>
            <p:nvPr/>
          </p:nvSpPr>
          <p:spPr bwMode="auto">
            <a:xfrm>
              <a:off x="407" y="2931"/>
              <a:ext cx="536" cy="458"/>
            </a:xfrm>
            <a:prstGeom prst="cube">
              <a:avLst>
                <a:gd name="adj" fmla="val 13069"/>
              </a:avLst>
            </a:prstGeom>
            <a:solidFill>
              <a:srgbClr val="FFFF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anose="02010609060101010101" pitchFamily="2" charset="-122"/>
              </a:endParaRPr>
            </a:p>
          </p:txBody>
        </p:sp>
        <p:sp>
          <p:nvSpPr>
            <p:cNvPr id="26" name="Rectangle 22"/>
            <p:cNvSpPr>
              <a:spLocks noChangeArrowheads="1"/>
            </p:cNvSpPr>
            <p:nvPr/>
          </p:nvSpPr>
          <p:spPr bwMode="auto">
            <a:xfrm>
              <a:off x="449" y="3059"/>
              <a:ext cx="447" cy="229"/>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defTabSz="762000" eaLnBrk="0" hangingPunct="0"/>
              <a:r>
                <a:rPr kumimoji="1" lang="zh-CN" altLang="en-US" sz="1800" b="1">
                  <a:solidFill>
                    <a:srgbClr val="0000CC"/>
                  </a:solidFill>
                  <a:latin typeface="+mn-lt"/>
                  <a:ea typeface="黑体" panose="02010609060101010101" pitchFamily="2" charset="-122"/>
                </a:rPr>
                <a:t>源点</a:t>
              </a:r>
            </a:p>
          </p:txBody>
        </p:sp>
      </p:grpSp>
      <p:grpSp>
        <p:nvGrpSpPr>
          <p:cNvPr id="27" name="Group 111"/>
          <p:cNvGrpSpPr/>
          <p:nvPr/>
        </p:nvGrpSpPr>
        <p:grpSpPr bwMode="auto">
          <a:xfrm>
            <a:off x="8226285" y="4641555"/>
            <a:ext cx="921808" cy="727075"/>
            <a:chOff x="4654" y="2931"/>
            <a:chExt cx="536" cy="458"/>
          </a:xfrm>
        </p:grpSpPr>
        <p:sp>
          <p:nvSpPr>
            <p:cNvPr id="28" name="AutoShape 15"/>
            <p:cNvSpPr>
              <a:spLocks noChangeArrowheads="1"/>
            </p:cNvSpPr>
            <p:nvPr/>
          </p:nvSpPr>
          <p:spPr bwMode="auto">
            <a:xfrm>
              <a:off x="4654" y="2931"/>
              <a:ext cx="536" cy="458"/>
            </a:xfrm>
            <a:prstGeom prst="cube">
              <a:avLst>
                <a:gd name="adj" fmla="val 13069"/>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anose="02010609060101010101" pitchFamily="2" charset="-122"/>
              </a:endParaRPr>
            </a:p>
          </p:txBody>
        </p:sp>
        <p:sp>
          <p:nvSpPr>
            <p:cNvPr id="29" name="Rectangle 23"/>
            <p:cNvSpPr>
              <a:spLocks noChangeArrowheads="1"/>
            </p:cNvSpPr>
            <p:nvPr/>
          </p:nvSpPr>
          <p:spPr bwMode="auto">
            <a:xfrm>
              <a:off x="4699" y="3068"/>
              <a:ext cx="446" cy="229"/>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defTabSz="762000" eaLnBrk="0" hangingPunct="0"/>
              <a:r>
                <a:rPr kumimoji="1" lang="zh-CN" altLang="en-US" sz="1800" b="1">
                  <a:solidFill>
                    <a:srgbClr val="0000CC"/>
                  </a:solidFill>
                  <a:latin typeface="+mn-lt"/>
                  <a:ea typeface="黑体" panose="02010609060101010101" pitchFamily="2" charset="-122"/>
                </a:rPr>
                <a:t>终点</a:t>
              </a:r>
            </a:p>
          </p:txBody>
        </p:sp>
      </p:grpSp>
      <p:grpSp>
        <p:nvGrpSpPr>
          <p:cNvPr id="30" name="Group 105"/>
          <p:cNvGrpSpPr/>
          <p:nvPr/>
        </p:nvGrpSpPr>
        <p:grpSpPr bwMode="auto">
          <a:xfrm>
            <a:off x="2334278" y="4641555"/>
            <a:ext cx="999200" cy="727075"/>
            <a:chOff x="1228" y="2931"/>
            <a:chExt cx="581" cy="458"/>
          </a:xfrm>
        </p:grpSpPr>
        <p:sp>
          <p:nvSpPr>
            <p:cNvPr id="31" name="AutoShape 12"/>
            <p:cNvSpPr>
              <a:spLocks noChangeArrowheads="1"/>
            </p:cNvSpPr>
            <p:nvPr/>
          </p:nvSpPr>
          <p:spPr bwMode="auto">
            <a:xfrm>
              <a:off x="1256" y="2931"/>
              <a:ext cx="537" cy="458"/>
            </a:xfrm>
            <a:prstGeom prst="cube">
              <a:avLst>
                <a:gd name="adj" fmla="val 13069"/>
              </a:avLst>
            </a:prstGeom>
            <a:solidFill>
              <a:srgbClr val="FFFF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anose="02010609060101010101" pitchFamily="2" charset="-122"/>
              </a:endParaRPr>
            </a:p>
          </p:txBody>
        </p:sp>
        <p:sp>
          <p:nvSpPr>
            <p:cNvPr id="32" name="Rectangle 24"/>
            <p:cNvSpPr>
              <a:spLocks noChangeArrowheads="1"/>
            </p:cNvSpPr>
            <p:nvPr/>
          </p:nvSpPr>
          <p:spPr bwMode="auto">
            <a:xfrm>
              <a:off x="1228" y="3068"/>
              <a:ext cx="581" cy="229"/>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defTabSz="762000" eaLnBrk="0" hangingPunct="0"/>
              <a:r>
                <a:rPr kumimoji="1" lang="zh-CN" altLang="en-US" sz="1800" b="1">
                  <a:solidFill>
                    <a:srgbClr val="0000CC"/>
                  </a:solidFill>
                  <a:latin typeface="+mn-lt"/>
                  <a:ea typeface="黑体" panose="02010609060101010101" pitchFamily="2" charset="-122"/>
                </a:rPr>
                <a:t>发送器</a:t>
              </a:r>
            </a:p>
          </p:txBody>
        </p:sp>
      </p:grpSp>
      <p:grpSp>
        <p:nvGrpSpPr>
          <p:cNvPr id="33" name="Group 109"/>
          <p:cNvGrpSpPr/>
          <p:nvPr/>
        </p:nvGrpSpPr>
        <p:grpSpPr bwMode="auto">
          <a:xfrm>
            <a:off x="6719747" y="4641555"/>
            <a:ext cx="999200" cy="727075"/>
            <a:chOff x="3778" y="2931"/>
            <a:chExt cx="581" cy="458"/>
          </a:xfrm>
        </p:grpSpPr>
        <p:sp>
          <p:nvSpPr>
            <p:cNvPr id="34" name="AutoShape 14"/>
            <p:cNvSpPr>
              <a:spLocks noChangeArrowheads="1"/>
            </p:cNvSpPr>
            <p:nvPr/>
          </p:nvSpPr>
          <p:spPr bwMode="auto">
            <a:xfrm>
              <a:off x="3805" y="2931"/>
              <a:ext cx="535" cy="458"/>
            </a:xfrm>
            <a:prstGeom prst="cube">
              <a:avLst>
                <a:gd name="adj" fmla="val 13069"/>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anose="02010609060101010101" pitchFamily="2" charset="-122"/>
              </a:endParaRPr>
            </a:p>
          </p:txBody>
        </p:sp>
        <p:sp>
          <p:nvSpPr>
            <p:cNvPr id="35" name="Rectangle 25"/>
            <p:cNvSpPr>
              <a:spLocks noChangeArrowheads="1"/>
            </p:cNvSpPr>
            <p:nvPr/>
          </p:nvSpPr>
          <p:spPr bwMode="auto">
            <a:xfrm>
              <a:off x="3778" y="3059"/>
              <a:ext cx="581" cy="229"/>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defTabSz="762000" eaLnBrk="0" hangingPunct="0"/>
              <a:r>
                <a:rPr kumimoji="1" lang="zh-CN" altLang="en-US" sz="1800" b="1">
                  <a:solidFill>
                    <a:srgbClr val="0000CC"/>
                  </a:solidFill>
                  <a:latin typeface="+mn-lt"/>
                  <a:ea typeface="黑体" panose="02010609060101010101" pitchFamily="2" charset="-122"/>
                </a:rPr>
                <a:t>接收器</a:t>
              </a:r>
            </a:p>
          </p:txBody>
        </p:sp>
      </p:grpSp>
      <p:sp>
        <p:nvSpPr>
          <p:cNvPr id="36" name="Line 26"/>
          <p:cNvSpPr>
            <a:spLocks noChangeShapeType="1"/>
          </p:cNvSpPr>
          <p:nvPr/>
        </p:nvSpPr>
        <p:spPr bwMode="auto">
          <a:xfrm>
            <a:off x="2996399" y="3228679"/>
            <a:ext cx="3769783" cy="0"/>
          </a:xfrm>
          <a:prstGeom prst="line">
            <a:avLst/>
          </a:prstGeom>
          <a:noFill/>
          <a:ln w="2857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anose="02010609060101010101" pitchFamily="2" charset="-122"/>
            </a:endParaRPr>
          </a:p>
        </p:txBody>
      </p:sp>
      <p:sp>
        <p:nvSpPr>
          <p:cNvPr id="37" name="Line 27"/>
          <p:cNvSpPr>
            <a:spLocks noChangeShapeType="1"/>
          </p:cNvSpPr>
          <p:nvPr/>
        </p:nvSpPr>
        <p:spPr bwMode="auto">
          <a:xfrm>
            <a:off x="1691077" y="3228680"/>
            <a:ext cx="918369" cy="3175"/>
          </a:xfrm>
          <a:prstGeom prst="line">
            <a:avLst/>
          </a:prstGeom>
          <a:noFill/>
          <a:ln w="76200" cmpd="tri">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anose="02010609060101010101" pitchFamily="2" charset="-122"/>
            </a:endParaRPr>
          </a:p>
        </p:txBody>
      </p:sp>
      <p:sp>
        <p:nvSpPr>
          <p:cNvPr id="38" name="Rectangle 28"/>
          <p:cNvSpPr>
            <a:spLocks noChangeArrowheads="1"/>
          </p:cNvSpPr>
          <p:nvPr/>
        </p:nvSpPr>
        <p:spPr bwMode="auto">
          <a:xfrm>
            <a:off x="2055672" y="3446166"/>
            <a:ext cx="1466983" cy="36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defTabSz="762000" eaLnBrk="0" hangingPunct="0"/>
            <a:r>
              <a:rPr kumimoji="1" lang="zh-CN" altLang="en-US" sz="1800" b="1">
                <a:solidFill>
                  <a:srgbClr val="0000CC"/>
                </a:solidFill>
                <a:latin typeface="+mn-lt"/>
                <a:ea typeface="黑体" panose="02010609060101010101" pitchFamily="2" charset="-122"/>
              </a:rPr>
              <a:t>调制解调器</a:t>
            </a:r>
          </a:p>
        </p:txBody>
      </p:sp>
      <p:sp>
        <p:nvSpPr>
          <p:cNvPr id="39" name="Line 29"/>
          <p:cNvSpPr>
            <a:spLocks noChangeShapeType="1"/>
          </p:cNvSpPr>
          <p:nvPr/>
        </p:nvSpPr>
        <p:spPr bwMode="auto">
          <a:xfrm>
            <a:off x="7380147" y="3228679"/>
            <a:ext cx="999200" cy="0"/>
          </a:xfrm>
          <a:prstGeom prst="line">
            <a:avLst/>
          </a:prstGeom>
          <a:noFill/>
          <a:ln w="76200" cmpd="tri">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anose="02010609060101010101" pitchFamily="2" charset="-122"/>
            </a:endParaRPr>
          </a:p>
        </p:txBody>
      </p:sp>
      <p:grpSp>
        <p:nvGrpSpPr>
          <p:cNvPr id="40" name="Group 80"/>
          <p:cNvGrpSpPr/>
          <p:nvPr/>
        </p:nvGrpSpPr>
        <p:grpSpPr bwMode="auto">
          <a:xfrm>
            <a:off x="4160697" y="2696866"/>
            <a:ext cx="1714633" cy="1009650"/>
            <a:chOff x="385" y="2795"/>
            <a:chExt cx="1769" cy="816"/>
          </a:xfrm>
        </p:grpSpPr>
        <p:sp>
          <p:nvSpPr>
            <p:cNvPr id="41" name="Oval 81"/>
            <p:cNvSpPr>
              <a:spLocks noChangeArrowheads="1"/>
            </p:cNvSpPr>
            <p:nvPr/>
          </p:nvSpPr>
          <p:spPr bwMode="auto">
            <a:xfrm>
              <a:off x="1589" y="3060"/>
              <a:ext cx="554" cy="24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14:hiddenLine>
              </a:ext>
            </a:extLst>
          </p:spPr>
          <p:txBody>
            <a:bodyPr/>
            <a:lstStyle/>
            <a:p>
              <a:endParaRPr lang="zh-CN" altLang="en-US" b="1">
                <a:solidFill>
                  <a:srgbClr val="0000CC"/>
                </a:solidFill>
                <a:latin typeface="+mn-lt"/>
                <a:ea typeface="黑体" panose="02010609060101010101" pitchFamily="2" charset="-122"/>
              </a:endParaRPr>
            </a:p>
          </p:txBody>
        </p:sp>
        <p:sp>
          <p:nvSpPr>
            <p:cNvPr id="42" name="Oval 82"/>
            <p:cNvSpPr>
              <a:spLocks noChangeArrowheads="1"/>
            </p:cNvSpPr>
            <p:nvPr/>
          </p:nvSpPr>
          <p:spPr bwMode="auto">
            <a:xfrm>
              <a:off x="928" y="3274"/>
              <a:ext cx="884" cy="337"/>
            </a:xfrm>
            <a:prstGeom prst="ellipse">
              <a:avLst/>
            </a:prstGeom>
            <a:solidFill>
              <a:srgbClr val="DDDDDD"/>
            </a:solidFill>
            <a:ln>
              <a:noFill/>
            </a:ln>
            <a:effectLst>
              <a:outerShdw dist="35921" dir="2700000" algn="ctr" rotWithShape="0">
                <a:schemeClr val="tx1"/>
              </a:outerShdw>
            </a:effectLst>
            <a:extLst>
              <a:ext uri="{91240B29-F687-4F45-9708-019B960494DF}">
                <a14:hiddenLine xmlns:a14="http://schemas.microsoft.com/office/drawing/2010/main" w="9525">
                  <a:solidFill>
                    <a:srgbClr val="C0C0C0"/>
                  </a:solidFill>
                  <a:round/>
                </a14:hiddenLine>
              </a:ext>
            </a:extLst>
          </p:spPr>
          <p:txBody>
            <a:bodyPr/>
            <a:lstStyle/>
            <a:p>
              <a:endParaRPr lang="zh-CN" altLang="en-US" b="1">
                <a:solidFill>
                  <a:srgbClr val="0000CC"/>
                </a:solidFill>
                <a:latin typeface="+mn-lt"/>
                <a:ea typeface="黑体" panose="02010609060101010101" pitchFamily="2" charset="-122"/>
              </a:endParaRPr>
            </a:p>
          </p:txBody>
        </p:sp>
        <p:sp>
          <p:nvSpPr>
            <p:cNvPr id="43" name="Oval 83"/>
            <p:cNvSpPr>
              <a:spLocks noChangeArrowheads="1"/>
            </p:cNvSpPr>
            <p:nvPr/>
          </p:nvSpPr>
          <p:spPr bwMode="auto">
            <a:xfrm>
              <a:off x="502" y="3204"/>
              <a:ext cx="586" cy="28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14:hiddenLine>
              </a:ext>
            </a:extLst>
          </p:spPr>
          <p:txBody>
            <a:bodyPr/>
            <a:lstStyle/>
            <a:p>
              <a:endParaRPr lang="zh-CN" altLang="en-US" b="1">
                <a:solidFill>
                  <a:srgbClr val="0000CC"/>
                </a:solidFill>
                <a:latin typeface="+mn-lt"/>
                <a:ea typeface="黑体" panose="02010609060101010101" pitchFamily="2" charset="-122"/>
              </a:endParaRPr>
            </a:p>
          </p:txBody>
        </p:sp>
        <p:sp>
          <p:nvSpPr>
            <p:cNvPr id="44" name="Oval 84"/>
            <p:cNvSpPr>
              <a:spLocks noChangeArrowheads="1"/>
            </p:cNvSpPr>
            <p:nvPr/>
          </p:nvSpPr>
          <p:spPr bwMode="auto">
            <a:xfrm>
              <a:off x="385" y="3084"/>
              <a:ext cx="384" cy="256"/>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14:hiddenLine>
              </a:ext>
            </a:extLst>
          </p:spPr>
          <p:txBody>
            <a:bodyPr/>
            <a:lstStyle/>
            <a:p>
              <a:endParaRPr lang="zh-CN" altLang="en-US" b="1">
                <a:solidFill>
                  <a:srgbClr val="0000CC"/>
                </a:solidFill>
                <a:latin typeface="+mn-lt"/>
                <a:ea typeface="黑体" panose="02010609060101010101" pitchFamily="2" charset="-122"/>
              </a:endParaRPr>
            </a:p>
          </p:txBody>
        </p:sp>
        <p:sp>
          <p:nvSpPr>
            <p:cNvPr id="45" name="Oval 85"/>
            <p:cNvSpPr>
              <a:spLocks noChangeArrowheads="1"/>
            </p:cNvSpPr>
            <p:nvPr/>
          </p:nvSpPr>
          <p:spPr bwMode="auto">
            <a:xfrm>
              <a:off x="566" y="2883"/>
              <a:ext cx="576" cy="32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14:hiddenLine>
              </a:ext>
            </a:extLst>
          </p:spPr>
          <p:txBody>
            <a:bodyPr/>
            <a:lstStyle/>
            <a:p>
              <a:endParaRPr lang="zh-CN" altLang="en-US" b="1">
                <a:solidFill>
                  <a:srgbClr val="0000CC"/>
                </a:solidFill>
                <a:latin typeface="+mn-lt"/>
                <a:ea typeface="黑体" panose="02010609060101010101" pitchFamily="2" charset="-122"/>
              </a:endParaRPr>
            </a:p>
          </p:txBody>
        </p:sp>
        <p:sp>
          <p:nvSpPr>
            <p:cNvPr id="46" name="Oval 86"/>
            <p:cNvSpPr>
              <a:spLocks noChangeArrowheads="1"/>
            </p:cNvSpPr>
            <p:nvPr/>
          </p:nvSpPr>
          <p:spPr bwMode="auto">
            <a:xfrm>
              <a:off x="992" y="2795"/>
              <a:ext cx="757" cy="32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14:hiddenLine>
              </a:ext>
            </a:extLst>
          </p:spPr>
          <p:txBody>
            <a:bodyPr/>
            <a:lstStyle/>
            <a:p>
              <a:endParaRPr lang="zh-CN" altLang="en-US" b="1">
                <a:solidFill>
                  <a:srgbClr val="0000CC"/>
                </a:solidFill>
                <a:latin typeface="+mn-lt"/>
                <a:ea typeface="黑体" panose="02010609060101010101" pitchFamily="2" charset="-122"/>
              </a:endParaRPr>
            </a:p>
          </p:txBody>
        </p:sp>
        <p:sp>
          <p:nvSpPr>
            <p:cNvPr id="47" name="Oval 87"/>
            <p:cNvSpPr>
              <a:spLocks noChangeArrowheads="1"/>
            </p:cNvSpPr>
            <p:nvPr/>
          </p:nvSpPr>
          <p:spPr bwMode="auto">
            <a:xfrm>
              <a:off x="1504" y="2891"/>
              <a:ext cx="554" cy="24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14:hiddenLine>
              </a:ext>
            </a:extLst>
          </p:spPr>
          <p:txBody>
            <a:bodyPr/>
            <a:lstStyle/>
            <a:p>
              <a:endParaRPr lang="zh-CN" altLang="en-US" b="1">
                <a:solidFill>
                  <a:srgbClr val="0000CC"/>
                </a:solidFill>
                <a:latin typeface="+mn-lt"/>
                <a:ea typeface="黑体" panose="02010609060101010101" pitchFamily="2" charset="-122"/>
              </a:endParaRPr>
            </a:p>
          </p:txBody>
        </p:sp>
        <p:sp>
          <p:nvSpPr>
            <p:cNvPr id="48" name="Oval 88"/>
            <p:cNvSpPr>
              <a:spLocks noChangeArrowheads="1"/>
            </p:cNvSpPr>
            <p:nvPr/>
          </p:nvSpPr>
          <p:spPr bwMode="auto">
            <a:xfrm>
              <a:off x="704" y="2987"/>
              <a:ext cx="1141" cy="41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14:hiddenLine>
              </a:ext>
            </a:extLst>
          </p:spPr>
          <p:txBody>
            <a:bodyPr/>
            <a:lstStyle/>
            <a:p>
              <a:endParaRPr lang="zh-CN" altLang="en-US" b="1">
                <a:solidFill>
                  <a:srgbClr val="0000CC"/>
                </a:solidFill>
                <a:latin typeface="+mn-lt"/>
                <a:ea typeface="黑体" panose="02010609060101010101" pitchFamily="2" charset="-122"/>
              </a:endParaRPr>
            </a:p>
          </p:txBody>
        </p:sp>
        <p:sp>
          <p:nvSpPr>
            <p:cNvPr id="49" name="Oval 89"/>
            <p:cNvSpPr>
              <a:spLocks noChangeArrowheads="1"/>
            </p:cNvSpPr>
            <p:nvPr/>
          </p:nvSpPr>
          <p:spPr bwMode="auto">
            <a:xfrm rot="1336630">
              <a:off x="1474" y="3067"/>
              <a:ext cx="555" cy="417"/>
            </a:xfrm>
            <a:prstGeom prst="ellipse">
              <a:avLst/>
            </a:prstGeom>
            <a:solidFill>
              <a:srgbClr val="DDDDDD"/>
            </a:solidFill>
            <a:ln>
              <a:noFill/>
            </a:ln>
            <a:effectLst>
              <a:outerShdw dist="40161" dir="4293903" algn="ctr" rotWithShape="0">
                <a:schemeClr val="tx1"/>
              </a:outerShdw>
            </a:effectLst>
            <a:extLst>
              <a:ext uri="{91240B29-F687-4F45-9708-019B960494DF}">
                <a14:hiddenLine xmlns:a14="http://schemas.microsoft.com/office/drawing/2010/main" w="9525">
                  <a:solidFill>
                    <a:srgbClr val="C0C0C0"/>
                  </a:solidFill>
                  <a:round/>
                </a14:hiddenLine>
              </a:ext>
            </a:extLst>
          </p:spPr>
          <p:txBody>
            <a:bodyPr/>
            <a:lstStyle/>
            <a:p>
              <a:endParaRPr lang="zh-CN" altLang="en-US" b="1">
                <a:solidFill>
                  <a:srgbClr val="0000CC"/>
                </a:solidFill>
                <a:latin typeface="+mn-lt"/>
                <a:ea typeface="黑体" panose="02010609060101010101" pitchFamily="2" charset="-122"/>
              </a:endParaRPr>
            </a:p>
          </p:txBody>
        </p:sp>
        <p:sp>
          <p:nvSpPr>
            <p:cNvPr id="50" name="Oval 90"/>
            <p:cNvSpPr>
              <a:spLocks noChangeArrowheads="1"/>
            </p:cNvSpPr>
            <p:nvPr/>
          </p:nvSpPr>
          <p:spPr bwMode="auto">
            <a:xfrm>
              <a:off x="1004" y="2811"/>
              <a:ext cx="756" cy="32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14:hiddenLine>
              </a:ext>
            </a:extLst>
          </p:spPr>
          <p:txBody>
            <a:bodyPr/>
            <a:lstStyle/>
            <a:p>
              <a:endParaRPr lang="zh-CN" altLang="en-US" b="1">
                <a:solidFill>
                  <a:srgbClr val="0000CC"/>
                </a:solidFill>
                <a:latin typeface="+mn-lt"/>
                <a:ea typeface="黑体" panose="02010609060101010101" pitchFamily="2" charset="-122"/>
              </a:endParaRPr>
            </a:p>
          </p:txBody>
        </p:sp>
        <p:sp>
          <p:nvSpPr>
            <p:cNvPr id="51" name="Oval 91"/>
            <p:cNvSpPr>
              <a:spLocks noChangeArrowheads="1"/>
            </p:cNvSpPr>
            <p:nvPr/>
          </p:nvSpPr>
          <p:spPr bwMode="auto">
            <a:xfrm>
              <a:off x="577" y="2899"/>
              <a:ext cx="575" cy="320"/>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14:hiddenLine>
              </a:ext>
            </a:extLst>
          </p:spPr>
          <p:txBody>
            <a:bodyPr/>
            <a:lstStyle/>
            <a:p>
              <a:endParaRPr lang="zh-CN" altLang="en-US" b="1">
                <a:solidFill>
                  <a:srgbClr val="0000CC"/>
                </a:solidFill>
                <a:latin typeface="+mn-lt"/>
                <a:ea typeface="黑体" panose="02010609060101010101" pitchFamily="2" charset="-122"/>
              </a:endParaRPr>
            </a:p>
          </p:txBody>
        </p:sp>
        <p:sp>
          <p:nvSpPr>
            <p:cNvPr id="52" name="Oval 92"/>
            <p:cNvSpPr>
              <a:spLocks noChangeArrowheads="1"/>
            </p:cNvSpPr>
            <p:nvPr/>
          </p:nvSpPr>
          <p:spPr bwMode="auto">
            <a:xfrm>
              <a:off x="396" y="3100"/>
              <a:ext cx="383" cy="256"/>
            </a:xfrm>
            <a:prstGeom prst="ellipse">
              <a:avLst/>
            </a:prstGeom>
            <a:solidFill>
              <a:srgbClr val="DDDDDD"/>
            </a:solidFill>
            <a:ln>
              <a:noFill/>
            </a:ln>
            <a:effectLst>
              <a:outerShdw dist="63500" dir="3187806" algn="ctr" rotWithShape="0">
                <a:schemeClr val="tx1"/>
              </a:outerShdw>
            </a:effectLst>
            <a:extLst>
              <a:ext uri="{91240B29-F687-4F45-9708-019B960494DF}">
                <a14:hiddenLine xmlns:a14="http://schemas.microsoft.com/office/drawing/2010/main" w="9525">
                  <a:solidFill>
                    <a:srgbClr val="C0C0C0"/>
                  </a:solidFill>
                  <a:round/>
                </a14:hiddenLine>
              </a:ext>
            </a:extLst>
          </p:spPr>
          <p:txBody>
            <a:bodyPr/>
            <a:lstStyle/>
            <a:p>
              <a:endParaRPr lang="zh-CN" altLang="en-US" b="1">
                <a:solidFill>
                  <a:srgbClr val="0000CC"/>
                </a:solidFill>
                <a:latin typeface="+mn-lt"/>
                <a:ea typeface="黑体" panose="02010609060101010101" pitchFamily="2" charset="-122"/>
              </a:endParaRPr>
            </a:p>
          </p:txBody>
        </p:sp>
        <p:sp>
          <p:nvSpPr>
            <p:cNvPr id="53" name="Oval 93"/>
            <p:cNvSpPr>
              <a:spLocks noChangeArrowheads="1"/>
            </p:cNvSpPr>
            <p:nvPr/>
          </p:nvSpPr>
          <p:spPr bwMode="auto">
            <a:xfrm>
              <a:off x="1515" y="2908"/>
              <a:ext cx="554" cy="24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14:hiddenLine>
              </a:ext>
            </a:extLst>
          </p:spPr>
          <p:txBody>
            <a:bodyPr/>
            <a:lstStyle/>
            <a:p>
              <a:endParaRPr lang="zh-CN" altLang="en-US" b="1">
                <a:solidFill>
                  <a:srgbClr val="0000CC"/>
                </a:solidFill>
                <a:latin typeface="+mn-lt"/>
                <a:ea typeface="黑体" panose="02010609060101010101" pitchFamily="2" charset="-122"/>
              </a:endParaRPr>
            </a:p>
          </p:txBody>
        </p:sp>
        <p:sp>
          <p:nvSpPr>
            <p:cNvPr id="54" name="Oval 94"/>
            <p:cNvSpPr>
              <a:spLocks noChangeArrowheads="1"/>
            </p:cNvSpPr>
            <p:nvPr/>
          </p:nvSpPr>
          <p:spPr bwMode="auto">
            <a:xfrm>
              <a:off x="1599" y="3075"/>
              <a:ext cx="555" cy="249"/>
            </a:xfrm>
            <a:prstGeom prst="ellipse">
              <a:avLst/>
            </a:prstGeom>
            <a:solidFill>
              <a:srgbClr val="DDDDDD"/>
            </a:solidFill>
            <a:ln>
              <a:noFill/>
            </a:ln>
            <a:effectLst>
              <a:outerShdw dist="35921" dir="2700000" algn="ctr" rotWithShape="0">
                <a:schemeClr val="tx1"/>
              </a:outerShdw>
            </a:effectLst>
            <a:extLst>
              <a:ext uri="{91240B29-F687-4F45-9708-019B960494DF}">
                <a14:hiddenLine xmlns:a14="http://schemas.microsoft.com/office/drawing/2010/main" w="9525">
                  <a:solidFill>
                    <a:srgbClr val="C0C0C0"/>
                  </a:solidFill>
                  <a:round/>
                </a14:hiddenLine>
              </a:ext>
            </a:extLst>
          </p:spPr>
          <p:txBody>
            <a:bodyPr/>
            <a:lstStyle/>
            <a:p>
              <a:endParaRPr lang="zh-CN" altLang="en-US" b="1">
                <a:solidFill>
                  <a:srgbClr val="0000CC"/>
                </a:solidFill>
                <a:latin typeface="+mn-lt"/>
                <a:ea typeface="黑体" panose="02010609060101010101" pitchFamily="2" charset="-122"/>
              </a:endParaRPr>
            </a:p>
          </p:txBody>
        </p:sp>
        <p:sp>
          <p:nvSpPr>
            <p:cNvPr id="55" name="Oval 95"/>
            <p:cNvSpPr>
              <a:spLocks noChangeArrowheads="1"/>
            </p:cNvSpPr>
            <p:nvPr/>
          </p:nvSpPr>
          <p:spPr bwMode="auto">
            <a:xfrm>
              <a:off x="715" y="3003"/>
              <a:ext cx="1141" cy="417"/>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14:hiddenLine>
              </a:ext>
            </a:extLst>
          </p:spPr>
          <p:txBody>
            <a:bodyPr/>
            <a:lstStyle/>
            <a:p>
              <a:endParaRPr lang="zh-CN" altLang="en-US" b="1">
                <a:solidFill>
                  <a:srgbClr val="0000CC"/>
                </a:solidFill>
                <a:latin typeface="+mn-lt"/>
                <a:ea typeface="黑体" panose="02010609060101010101" pitchFamily="2" charset="-122"/>
              </a:endParaRPr>
            </a:p>
          </p:txBody>
        </p:sp>
        <p:sp>
          <p:nvSpPr>
            <p:cNvPr id="56" name="Oval 96"/>
            <p:cNvSpPr>
              <a:spLocks noChangeArrowheads="1"/>
            </p:cNvSpPr>
            <p:nvPr/>
          </p:nvSpPr>
          <p:spPr bwMode="auto">
            <a:xfrm>
              <a:off x="513" y="3219"/>
              <a:ext cx="586" cy="282"/>
            </a:xfrm>
            <a:prstGeom prst="ellipse">
              <a:avLst/>
            </a:prstGeom>
            <a:solidFill>
              <a:srgbClr val="DDDDDD"/>
            </a:solidFill>
            <a:ln>
              <a:noFill/>
            </a:ln>
            <a:effectLst>
              <a:outerShdw dist="113592" dir="20006097" algn="ctr" rotWithShape="0">
                <a:schemeClr val="tx1"/>
              </a:outerShdw>
            </a:effectLst>
            <a:extLst>
              <a:ext uri="{91240B29-F687-4F45-9708-019B960494DF}">
                <a14:hiddenLine xmlns:a14="http://schemas.microsoft.com/office/drawing/2010/main" w="9525">
                  <a:solidFill>
                    <a:srgbClr val="C0C0C0"/>
                  </a:solidFill>
                  <a:round/>
                </a14:hiddenLine>
              </a:ext>
            </a:extLst>
          </p:spPr>
          <p:txBody>
            <a:bodyPr/>
            <a:lstStyle/>
            <a:p>
              <a:endParaRPr lang="zh-CN" altLang="en-US" b="1">
                <a:solidFill>
                  <a:srgbClr val="0000CC"/>
                </a:solidFill>
                <a:latin typeface="+mn-lt"/>
                <a:ea typeface="黑体" panose="02010609060101010101" pitchFamily="2" charset="-122"/>
              </a:endParaRPr>
            </a:p>
          </p:txBody>
        </p:sp>
        <p:sp>
          <p:nvSpPr>
            <p:cNvPr id="57" name="Freeform 97"/>
            <p:cNvSpPr/>
            <p:nvPr/>
          </p:nvSpPr>
          <p:spPr bwMode="auto">
            <a:xfrm>
              <a:off x="567" y="2924"/>
              <a:ext cx="1451" cy="597"/>
            </a:xfrm>
            <a:custGeom>
              <a:avLst/>
              <a:gdLst>
                <a:gd name="T0" fmla="*/ 0 w 1447"/>
                <a:gd name="T1" fmla="*/ 488 h 1128"/>
                <a:gd name="T2" fmla="*/ 80 w 1447"/>
                <a:gd name="T3" fmla="*/ 392 h 1128"/>
                <a:gd name="T4" fmla="*/ 56 w 1447"/>
                <a:gd name="T5" fmla="*/ 384 h 1128"/>
                <a:gd name="T6" fmla="*/ 24 w 1447"/>
                <a:gd name="T7" fmla="*/ 400 h 1128"/>
                <a:gd name="T8" fmla="*/ 40 w 1447"/>
                <a:gd name="T9" fmla="*/ 376 h 1128"/>
                <a:gd name="T10" fmla="*/ 64 w 1447"/>
                <a:gd name="T11" fmla="*/ 352 h 1128"/>
                <a:gd name="T12" fmla="*/ 96 w 1447"/>
                <a:gd name="T13" fmla="*/ 304 h 1128"/>
                <a:gd name="T14" fmla="*/ 104 w 1447"/>
                <a:gd name="T15" fmla="*/ 280 h 1128"/>
                <a:gd name="T16" fmla="*/ 152 w 1447"/>
                <a:gd name="T17" fmla="*/ 208 h 1128"/>
                <a:gd name="T18" fmla="*/ 168 w 1447"/>
                <a:gd name="T19" fmla="*/ 184 h 1128"/>
                <a:gd name="T20" fmla="*/ 200 w 1447"/>
                <a:gd name="T21" fmla="*/ 176 h 1128"/>
                <a:gd name="T22" fmla="*/ 288 w 1447"/>
                <a:gd name="T23" fmla="*/ 112 h 1128"/>
                <a:gd name="T24" fmla="*/ 328 w 1447"/>
                <a:gd name="T25" fmla="*/ 80 h 1128"/>
                <a:gd name="T26" fmla="*/ 352 w 1447"/>
                <a:gd name="T27" fmla="*/ 56 h 1128"/>
                <a:gd name="T28" fmla="*/ 424 w 1447"/>
                <a:gd name="T29" fmla="*/ 40 h 1128"/>
                <a:gd name="T30" fmla="*/ 504 w 1447"/>
                <a:gd name="T31" fmla="*/ 0 h 1128"/>
                <a:gd name="T32" fmla="*/ 808 w 1447"/>
                <a:gd name="T33" fmla="*/ 40 h 1128"/>
                <a:gd name="T34" fmla="*/ 1056 w 1447"/>
                <a:gd name="T35" fmla="*/ 176 h 1128"/>
                <a:gd name="T36" fmla="*/ 1080 w 1447"/>
                <a:gd name="T37" fmla="*/ 200 h 1128"/>
                <a:gd name="T38" fmla="*/ 1104 w 1447"/>
                <a:gd name="T39" fmla="*/ 216 h 1128"/>
                <a:gd name="T40" fmla="*/ 1224 w 1447"/>
                <a:gd name="T41" fmla="*/ 304 h 1128"/>
                <a:gd name="T42" fmla="*/ 1296 w 1447"/>
                <a:gd name="T43" fmla="*/ 368 h 1128"/>
                <a:gd name="T44" fmla="*/ 1344 w 1447"/>
                <a:gd name="T45" fmla="*/ 440 h 1128"/>
                <a:gd name="T46" fmla="*/ 1360 w 1447"/>
                <a:gd name="T47" fmla="*/ 488 h 1128"/>
                <a:gd name="T48" fmla="*/ 1392 w 1447"/>
                <a:gd name="T49" fmla="*/ 536 h 1128"/>
                <a:gd name="T50" fmla="*/ 1416 w 1447"/>
                <a:gd name="T51" fmla="*/ 608 h 1128"/>
                <a:gd name="T52" fmla="*/ 1432 w 1447"/>
                <a:gd name="T53" fmla="*/ 656 h 1128"/>
                <a:gd name="T54" fmla="*/ 1432 w 1447"/>
                <a:gd name="T55" fmla="*/ 856 h 1128"/>
                <a:gd name="T56" fmla="*/ 1416 w 1447"/>
                <a:gd name="T57" fmla="*/ 904 h 1128"/>
                <a:gd name="T58" fmla="*/ 1368 w 1447"/>
                <a:gd name="T59" fmla="*/ 920 h 1128"/>
                <a:gd name="T60" fmla="*/ 1352 w 1447"/>
                <a:gd name="T61" fmla="*/ 944 h 1128"/>
                <a:gd name="T62" fmla="*/ 1304 w 1447"/>
                <a:gd name="T63" fmla="*/ 976 h 1128"/>
                <a:gd name="T64" fmla="*/ 1216 w 1447"/>
                <a:gd name="T65" fmla="*/ 1040 h 1128"/>
                <a:gd name="T66" fmla="*/ 1168 w 1447"/>
                <a:gd name="T67" fmla="*/ 1072 h 1128"/>
                <a:gd name="T68" fmla="*/ 1112 w 1447"/>
                <a:gd name="T69" fmla="*/ 1128 h 1128"/>
                <a:gd name="T70" fmla="*/ 440 w 1447"/>
                <a:gd name="T71" fmla="*/ 1096 h 1128"/>
                <a:gd name="T72" fmla="*/ 360 w 1447"/>
                <a:gd name="T73" fmla="*/ 1072 h 1128"/>
                <a:gd name="T74" fmla="*/ 304 w 1447"/>
                <a:gd name="T75" fmla="*/ 976 h 1128"/>
                <a:gd name="T76" fmla="*/ 240 w 1447"/>
                <a:gd name="T77" fmla="*/ 880 h 1128"/>
                <a:gd name="T78" fmla="*/ 200 w 1447"/>
                <a:gd name="T79" fmla="*/ 800 h 1128"/>
                <a:gd name="T80" fmla="*/ 120 w 1447"/>
                <a:gd name="T81" fmla="*/ 704 h 1128"/>
                <a:gd name="T82" fmla="*/ 56 w 1447"/>
                <a:gd name="T83" fmla="*/ 624 h 1128"/>
                <a:gd name="T84" fmla="*/ 16 w 1447"/>
                <a:gd name="T85" fmla="*/ 544 h 1128"/>
                <a:gd name="T86" fmla="*/ 8 w 1447"/>
                <a:gd name="T87" fmla="*/ 512 h 1128"/>
                <a:gd name="T88" fmla="*/ 0 w 1447"/>
                <a:gd name="T89" fmla="*/ 488 h 1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447" h="1128">
                  <a:moveTo>
                    <a:pt x="0" y="488"/>
                  </a:moveTo>
                  <a:cubicBezTo>
                    <a:pt x="24" y="453"/>
                    <a:pt x="56" y="427"/>
                    <a:pt x="80" y="392"/>
                  </a:cubicBezTo>
                  <a:cubicBezTo>
                    <a:pt x="72" y="389"/>
                    <a:pt x="64" y="383"/>
                    <a:pt x="56" y="384"/>
                  </a:cubicBezTo>
                  <a:cubicBezTo>
                    <a:pt x="44" y="386"/>
                    <a:pt x="35" y="405"/>
                    <a:pt x="24" y="400"/>
                  </a:cubicBezTo>
                  <a:cubicBezTo>
                    <a:pt x="15" y="396"/>
                    <a:pt x="34" y="383"/>
                    <a:pt x="40" y="376"/>
                  </a:cubicBezTo>
                  <a:cubicBezTo>
                    <a:pt x="47" y="367"/>
                    <a:pt x="56" y="360"/>
                    <a:pt x="64" y="352"/>
                  </a:cubicBezTo>
                  <a:cubicBezTo>
                    <a:pt x="82" y="279"/>
                    <a:pt x="56" y="354"/>
                    <a:pt x="96" y="304"/>
                  </a:cubicBezTo>
                  <a:cubicBezTo>
                    <a:pt x="101" y="297"/>
                    <a:pt x="100" y="287"/>
                    <a:pt x="104" y="280"/>
                  </a:cubicBezTo>
                  <a:cubicBezTo>
                    <a:pt x="104" y="280"/>
                    <a:pt x="144" y="220"/>
                    <a:pt x="152" y="208"/>
                  </a:cubicBezTo>
                  <a:cubicBezTo>
                    <a:pt x="157" y="200"/>
                    <a:pt x="159" y="186"/>
                    <a:pt x="168" y="184"/>
                  </a:cubicBezTo>
                  <a:cubicBezTo>
                    <a:pt x="179" y="181"/>
                    <a:pt x="189" y="179"/>
                    <a:pt x="200" y="176"/>
                  </a:cubicBezTo>
                  <a:cubicBezTo>
                    <a:pt x="228" y="148"/>
                    <a:pt x="253" y="129"/>
                    <a:pt x="288" y="112"/>
                  </a:cubicBezTo>
                  <a:cubicBezTo>
                    <a:pt x="324" y="58"/>
                    <a:pt x="282" y="111"/>
                    <a:pt x="328" y="80"/>
                  </a:cubicBezTo>
                  <a:cubicBezTo>
                    <a:pt x="337" y="74"/>
                    <a:pt x="343" y="62"/>
                    <a:pt x="352" y="56"/>
                  </a:cubicBezTo>
                  <a:cubicBezTo>
                    <a:pt x="365" y="47"/>
                    <a:pt x="418" y="41"/>
                    <a:pt x="424" y="40"/>
                  </a:cubicBezTo>
                  <a:cubicBezTo>
                    <a:pt x="450" y="23"/>
                    <a:pt x="475" y="10"/>
                    <a:pt x="504" y="0"/>
                  </a:cubicBezTo>
                  <a:cubicBezTo>
                    <a:pt x="606" y="15"/>
                    <a:pt x="705" y="31"/>
                    <a:pt x="808" y="40"/>
                  </a:cubicBezTo>
                  <a:cubicBezTo>
                    <a:pt x="913" y="66"/>
                    <a:pt x="964" y="153"/>
                    <a:pt x="1056" y="176"/>
                  </a:cubicBezTo>
                  <a:cubicBezTo>
                    <a:pt x="1064" y="184"/>
                    <a:pt x="1071" y="193"/>
                    <a:pt x="1080" y="200"/>
                  </a:cubicBezTo>
                  <a:cubicBezTo>
                    <a:pt x="1087" y="206"/>
                    <a:pt x="1097" y="210"/>
                    <a:pt x="1104" y="216"/>
                  </a:cubicBezTo>
                  <a:cubicBezTo>
                    <a:pt x="1145" y="252"/>
                    <a:pt x="1171" y="286"/>
                    <a:pt x="1224" y="304"/>
                  </a:cubicBezTo>
                  <a:cubicBezTo>
                    <a:pt x="1247" y="327"/>
                    <a:pt x="1276" y="343"/>
                    <a:pt x="1296" y="368"/>
                  </a:cubicBezTo>
                  <a:cubicBezTo>
                    <a:pt x="1314" y="391"/>
                    <a:pt x="1335" y="413"/>
                    <a:pt x="1344" y="440"/>
                  </a:cubicBezTo>
                  <a:cubicBezTo>
                    <a:pt x="1349" y="456"/>
                    <a:pt x="1351" y="474"/>
                    <a:pt x="1360" y="488"/>
                  </a:cubicBezTo>
                  <a:cubicBezTo>
                    <a:pt x="1371" y="504"/>
                    <a:pt x="1386" y="518"/>
                    <a:pt x="1392" y="536"/>
                  </a:cubicBezTo>
                  <a:cubicBezTo>
                    <a:pt x="1395" y="546"/>
                    <a:pt x="1414" y="603"/>
                    <a:pt x="1416" y="608"/>
                  </a:cubicBezTo>
                  <a:cubicBezTo>
                    <a:pt x="1421" y="624"/>
                    <a:pt x="1432" y="656"/>
                    <a:pt x="1432" y="656"/>
                  </a:cubicBezTo>
                  <a:cubicBezTo>
                    <a:pt x="1443" y="744"/>
                    <a:pt x="1447" y="743"/>
                    <a:pt x="1432" y="856"/>
                  </a:cubicBezTo>
                  <a:cubicBezTo>
                    <a:pt x="1430" y="873"/>
                    <a:pt x="1432" y="899"/>
                    <a:pt x="1416" y="904"/>
                  </a:cubicBezTo>
                  <a:cubicBezTo>
                    <a:pt x="1400" y="909"/>
                    <a:pt x="1368" y="920"/>
                    <a:pt x="1368" y="920"/>
                  </a:cubicBezTo>
                  <a:cubicBezTo>
                    <a:pt x="1363" y="928"/>
                    <a:pt x="1359" y="938"/>
                    <a:pt x="1352" y="944"/>
                  </a:cubicBezTo>
                  <a:cubicBezTo>
                    <a:pt x="1338" y="957"/>
                    <a:pt x="1304" y="976"/>
                    <a:pt x="1304" y="976"/>
                  </a:cubicBezTo>
                  <a:cubicBezTo>
                    <a:pt x="1279" y="1014"/>
                    <a:pt x="1251" y="1005"/>
                    <a:pt x="1216" y="1040"/>
                  </a:cubicBezTo>
                  <a:cubicBezTo>
                    <a:pt x="1186" y="1070"/>
                    <a:pt x="1203" y="1060"/>
                    <a:pt x="1168" y="1072"/>
                  </a:cubicBezTo>
                  <a:cubicBezTo>
                    <a:pt x="1149" y="1101"/>
                    <a:pt x="1131" y="1099"/>
                    <a:pt x="1112" y="1128"/>
                  </a:cubicBezTo>
                  <a:cubicBezTo>
                    <a:pt x="850" y="1124"/>
                    <a:pt x="672" y="1125"/>
                    <a:pt x="440" y="1096"/>
                  </a:cubicBezTo>
                  <a:cubicBezTo>
                    <a:pt x="413" y="1087"/>
                    <a:pt x="387" y="1081"/>
                    <a:pt x="360" y="1072"/>
                  </a:cubicBezTo>
                  <a:cubicBezTo>
                    <a:pt x="338" y="1038"/>
                    <a:pt x="322" y="1009"/>
                    <a:pt x="304" y="976"/>
                  </a:cubicBezTo>
                  <a:cubicBezTo>
                    <a:pt x="286" y="943"/>
                    <a:pt x="257" y="914"/>
                    <a:pt x="240" y="880"/>
                  </a:cubicBezTo>
                  <a:cubicBezTo>
                    <a:pt x="227" y="855"/>
                    <a:pt x="215" y="823"/>
                    <a:pt x="200" y="800"/>
                  </a:cubicBezTo>
                  <a:cubicBezTo>
                    <a:pt x="178" y="764"/>
                    <a:pt x="147" y="735"/>
                    <a:pt x="120" y="704"/>
                  </a:cubicBezTo>
                  <a:cubicBezTo>
                    <a:pt x="94" y="675"/>
                    <a:pt x="89" y="646"/>
                    <a:pt x="56" y="624"/>
                  </a:cubicBezTo>
                  <a:cubicBezTo>
                    <a:pt x="45" y="580"/>
                    <a:pt x="27" y="583"/>
                    <a:pt x="16" y="544"/>
                  </a:cubicBezTo>
                  <a:cubicBezTo>
                    <a:pt x="13" y="533"/>
                    <a:pt x="11" y="523"/>
                    <a:pt x="8" y="512"/>
                  </a:cubicBezTo>
                  <a:cubicBezTo>
                    <a:pt x="6" y="504"/>
                    <a:pt x="0" y="488"/>
                    <a:pt x="0" y="488"/>
                  </a:cubicBezTo>
                  <a:close/>
                </a:path>
              </a:pathLst>
            </a:custGeom>
            <a:solidFill>
              <a:srgbClr val="DDDDDD"/>
            </a:solidFill>
            <a:ln>
              <a:noFill/>
            </a:ln>
            <a:effectLst/>
            <a:extLst>
              <a:ext uri="{91240B29-F687-4F45-9708-019B960494DF}">
                <a14:hiddenLine xmlns:a14="http://schemas.microsoft.com/office/drawing/2010/main" w="12700">
                  <a:solidFill>
                    <a:schemeClr val="tx1"/>
                  </a:solidFill>
                  <a:prstDash val="solid"/>
                  <a:round/>
                </a14:hiddenLine>
              </a:ext>
              <a:ext uri="{AF507438-7753-43E0-B8FC-AC1667EBCBE1}">
                <a14:hiddenEffects xmlns:a14="http://schemas.microsoft.com/office/drawing/2010/main">
                  <a:effectLst>
                    <a:outerShdw dist="52363" dir="4557825" algn="ctr" rotWithShape="0">
                      <a:schemeClr val="bg2"/>
                    </a:outerShdw>
                  </a:effectLst>
                </a14:hiddenEffects>
              </a:ext>
            </a:extLst>
          </p:spPr>
          <p:txBody>
            <a:bodyPr/>
            <a:lstStyle/>
            <a:p>
              <a:endParaRPr lang="zh-CN" altLang="en-US" b="1">
                <a:solidFill>
                  <a:srgbClr val="0000CC"/>
                </a:solidFill>
                <a:latin typeface="+mn-lt"/>
                <a:ea typeface="黑体" panose="02010609060101010101" pitchFamily="2" charset="-122"/>
              </a:endParaRPr>
            </a:p>
          </p:txBody>
        </p:sp>
      </p:grpSp>
      <p:sp>
        <p:nvSpPr>
          <p:cNvPr id="58" name="Rectangle 42"/>
          <p:cNvSpPr>
            <a:spLocks noChangeArrowheads="1"/>
          </p:cNvSpPr>
          <p:nvPr/>
        </p:nvSpPr>
        <p:spPr bwMode="auto">
          <a:xfrm>
            <a:off x="1113226" y="3519191"/>
            <a:ext cx="942446" cy="36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defTabSz="762000" eaLnBrk="0" hangingPunct="0"/>
            <a:r>
              <a:rPr kumimoji="1" lang="en-US" altLang="zh-CN" sz="1800" b="1">
                <a:solidFill>
                  <a:srgbClr val="0000CC"/>
                </a:solidFill>
                <a:latin typeface="+mn-lt"/>
                <a:ea typeface="黑体" panose="02010609060101010101" pitchFamily="2" charset="-122"/>
              </a:rPr>
              <a:t>PC </a:t>
            </a:r>
          </a:p>
        </p:txBody>
      </p:sp>
      <p:sp>
        <p:nvSpPr>
          <p:cNvPr id="59" name="Rectangle 43"/>
          <p:cNvSpPr>
            <a:spLocks noChangeArrowheads="1"/>
          </p:cNvSpPr>
          <p:nvPr/>
        </p:nvSpPr>
        <p:spPr bwMode="auto">
          <a:xfrm>
            <a:off x="4351595" y="3054055"/>
            <a:ext cx="1336905"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defTabSz="762000" eaLnBrk="0" hangingPunct="0"/>
            <a:r>
              <a:rPr kumimoji="1" lang="zh-CN" altLang="en-US" sz="1800" b="1">
                <a:solidFill>
                  <a:srgbClr val="0000CC"/>
                </a:solidFill>
                <a:latin typeface="+mn-lt"/>
                <a:ea typeface="黑体" panose="02010609060101010101" pitchFamily="2" charset="-122"/>
              </a:rPr>
              <a:t>公用电话网</a:t>
            </a:r>
          </a:p>
        </p:txBody>
      </p:sp>
      <p:pic>
        <p:nvPicPr>
          <p:cNvPr id="60" name="Picture 4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82432" y="2990555"/>
            <a:ext cx="923529" cy="528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 name="Picture 45"/>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77112" y="2844505"/>
            <a:ext cx="767027" cy="669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62" name="Rectangle 46"/>
          <p:cNvSpPr>
            <a:spLocks noChangeArrowheads="1"/>
          </p:cNvSpPr>
          <p:nvPr/>
        </p:nvSpPr>
        <p:spPr bwMode="auto">
          <a:xfrm>
            <a:off x="6380949" y="3474741"/>
            <a:ext cx="1460103" cy="36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defTabSz="762000" eaLnBrk="0" hangingPunct="0"/>
            <a:r>
              <a:rPr kumimoji="1" lang="zh-CN" altLang="en-US" sz="1800" b="1">
                <a:solidFill>
                  <a:srgbClr val="0000CC"/>
                </a:solidFill>
                <a:latin typeface="+mn-lt"/>
                <a:ea typeface="黑体" panose="02010609060101010101" pitchFamily="2" charset="-122"/>
              </a:rPr>
              <a:t>调制解调器</a:t>
            </a:r>
          </a:p>
        </p:txBody>
      </p:sp>
      <p:grpSp>
        <p:nvGrpSpPr>
          <p:cNvPr id="63" name="Group 47"/>
          <p:cNvGrpSpPr/>
          <p:nvPr/>
        </p:nvGrpSpPr>
        <p:grpSpPr bwMode="auto">
          <a:xfrm>
            <a:off x="3228570" y="2795292"/>
            <a:ext cx="706835" cy="339725"/>
            <a:chOff x="2315" y="3965"/>
            <a:chExt cx="496" cy="254"/>
          </a:xfrm>
        </p:grpSpPr>
        <p:sp>
          <p:nvSpPr>
            <p:cNvPr id="64" name="Freeform 48"/>
            <p:cNvSpPr/>
            <p:nvPr/>
          </p:nvSpPr>
          <p:spPr bwMode="auto">
            <a:xfrm>
              <a:off x="2315" y="4051"/>
              <a:ext cx="92" cy="89"/>
            </a:xfrm>
            <a:custGeom>
              <a:avLst/>
              <a:gdLst>
                <a:gd name="T0" fmla="*/ 0 w 552"/>
                <a:gd name="T1" fmla="*/ 255 h 535"/>
                <a:gd name="T2" fmla="*/ 7 w 552"/>
                <a:gd name="T3" fmla="*/ 209 h 535"/>
                <a:gd name="T4" fmla="*/ 18 w 552"/>
                <a:gd name="T5" fmla="*/ 164 h 535"/>
                <a:gd name="T6" fmla="*/ 26 w 552"/>
                <a:gd name="T7" fmla="*/ 131 h 535"/>
                <a:gd name="T8" fmla="*/ 39 w 552"/>
                <a:gd name="T9" fmla="*/ 115 h 535"/>
                <a:gd name="T10" fmla="*/ 52 w 552"/>
                <a:gd name="T11" fmla="*/ 104 h 535"/>
                <a:gd name="T12" fmla="*/ 67 w 552"/>
                <a:gd name="T13" fmla="*/ 103 h 535"/>
                <a:gd name="T14" fmla="*/ 83 w 552"/>
                <a:gd name="T15" fmla="*/ 107 h 535"/>
                <a:gd name="T16" fmla="*/ 98 w 552"/>
                <a:gd name="T17" fmla="*/ 121 h 535"/>
                <a:gd name="T18" fmla="*/ 106 w 552"/>
                <a:gd name="T19" fmla="*/ 140 h 535"/>
                <a:gd name="T20" fmla="*/ 112 w 552"/>
                <a:gd name="T21" fmla="*/ 165 h 535"/>
                <a:gd name="T22" fmla="*/ 141 w 552"/>
                <a:gd name="T23" fmla="*/ 331 h 535"/>
                <a:gd name="T24" fmla="*/ 148 w 552"/>
                <a:gd name="T25" fmla="*/ 356 h 535"/>
                <a:gd name="T26" fmla="*/ 154 w 552"/>
                <a:gd name="T27" fmla="*/ 373 h 535"/>
                <a:gd name="T28" fmla="*/ 172 w 552"/>
                <a:gd name="T29" fmla="*/ 385 h 535"/>
                <a:gd name="T30" fmla="*/ 188 w 552"/>
                <a:gd name="T31" fmla="*/ 386 h 535"/>
                <a:gd name="T32" fmla="*/ 203 w 552"/>
                <a:gd name="T33" fmla="*/ 378 h 535"/>
                <a:gd name="T34" fmla="*/ 212 w 552"/>
                <a:gd name="T35" fmla="*/ 359 h 535"/>
                <a:gd name="T36" fmla="*/ 219 w 552"/>
                <a:gd name="T37" fmla="*/ 331 h 535"/>
                <a:gd name="T38" fmla="*/ 258 w 552"/>
                <a:gd name="T39" fmla="*/ 88 h 535"/>
                <a:gd name="T40" fmla="*/ 264 w 552"/>
                <a:gd name="T41" fmla="*/ 52 h 535"/>
                <a:gd name="T42" fmla="*/ 271 w 552"/>
                <a:gd name="T43" fmla="*/ 29 h 535"/>
                <a:gd name="T44" fmla="*/ 280 w 552"/>
                <a:gd name="T45" fmla="*/ 12 h 535"/>
                <a:gd name="T46" fmla="*/ 291 w 552"/>
                <a:gd name="T47" fmla="*/ 4 h 535"/>
                <a:gd name="T48" fmla="*/ 308 w 552"/>
                <a:gd name="T49" fmla="*/ 0 h 535"/>
                <a:gd name="T50" fmla="*/ 327 w 552"/>
                <a:gd name="T51" fmla="*/ 5 h 535"/>
                <a:gd name="T52" fmla="*/ 340 w 552"/>
                <a:gd name="T53" fmla="*/ 26 h 535"/>
                <a:gd name="T54" fmla="*/ 347 w 552"/>
                <a:gd name="T55" fmla="*/ 43 h 535"/>
                <a:gd name="T56" fmla="*/ 353 w 552"/>
                <a:gd name="T57" fmla="*/ 68 h 535"/>
                <a:gd name="T58" fmla="*/ 412 w 552"/>
                <a:gd name="T59" fmla="*/ 460 h 535"/>
                <a:gd name="T60" fmla="*/ 419 w 552"/>
                <a:gd name="T61" fmla="*/ 492 h 535"/>
                <a:gd name="T62" fmla="*/ 429 w 552"/>
                <a:gd name="T63" fmla="*/ 520 h 535"/>
                <a:gd name="T64" fmla="*/ 441 w 552"/>
                <a:gd name="T65" fmla="*/ 530 h 535"/>
                <a:gd name="T66" fmla="*/ 462 w 552"/>
                <a:gd name="T67" fmla="*/ 535 h 535"/>
                <a:gd name="T68" fmla="*/ 478 w 552"/>
                <a:gd name="T69" fmla="*/ 518 h 535"/>
                <a:gd name="T70" fmla="*/ 488 w 552"/>
                <a:gd name="T71" fmla="*/ 495 h 535"/>
                <a:gd name="T72" fmla="*/ 496 w 552"/>
                <a:gd name="T73" fmla="*/ 461 h 535"/>
                <a:gd name="T74" fmla="*/ 552 w 552"/>
                <a:gd name="T75" fmla="*/ 107 h 5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52" h="535">
                  <a:moveTo>
                    <a:pt x="0" y="255"/>
                  </a:moveTo>
                  <a:lnTo>
                    <a:pt x="7" y="209"/>
                  </a:lnTo>
                  <a:lnTo>
                    <a:pt x="18" y="164"/>
                  </a:lnTo>
                  <a:lnTo>
                    <a:pt x="26" y="131"/>
                  </a:lnTo>
                  <a:lnTo>
                    <a:pt x="39" y="115"/>
                  </a:lnTo>
                  <a:lnTo>
                    <a:pt x="52" y="104"/>
                  </a:lnTo>
                  <a:lnTo>
                    <a:pt x="67" y="103"/>
                  </a:lnTo>
                  <a:lnTo>
                    <a:pt x="83" y="107"/>
                  </a:lnTo>
                  <a:lnTo>
                    <a:pt x="98" y="121"/>
                  </a:lnTo>
                  <a:lnTo>
                    <a:pt x="106" y="140"/>
                  </a:lnTo>
                  <a:lnTo>
                    <a:pt x="112" y="165"/>
                  </a:lnTo>
                  <a:lnTo>
                    <a:pt x="141" y="331"/>
                  </a:lnTo>
                  <a:lnTo>
                    <a:pt x="148" y="356"/>
                  </a:lnTo>
                  <a:lnTo>
                    <a:pt x="154" y="373"/>
                  </a:lnTo>
                  <a:lnTo>
                    <a:pt x="172" y="385"/>
                  </a:lnTo>
                  <a:lnTo>
                    <a:pt x="188" y="386"/>
                  </a:lnTo>
                  <a:lnTo>
                    <a:pt x="203" y="378"/>
                  </a:lnTo>
                  <a:lnTo>
                    <a:pt x="212" y="359"/>
                  </a:lnTo>
                  <a:lnTo>
                    <a:pt x="219" y="331"/>
                  </a:lnTo>
                  <a:lnTo>
                    <a:pt x="258" y="88"/>
                  </a:lnTo>
                  <a:lnTo>
                    <a:pt x="264" y="52"/>
                  </a:lnTo>
                  <a:lnTo>
                    <a:pt x="271" y="29"/>
                  </a:lnTo>
                  <a:lnTo>
                    <a:pt x="280" y="12"/>
                  </a:lnTo>
                  <a:lnTo>
                    <a:pt x="291" y="4"/>
                  </a:lnTo>
                  <a:lnTo>
                    <a:pt x="308" y="0"/>
                  </a:lnTo>
                  <a:lnTo>
                    <a:pt x="327" y="5"/>
                  </a:lnTo>
                  <a:lnTo>
                    <a:pt x="340" y="26"/>
                  </a:lnTo>
                  <a:lnTo>
                    <a:pt x="347" y="43"/>
                  </a:lnTo>
                  <a:lnTo>
                    <a:pt x="353" y="68"/>
                  </a:lnTo>
                  <a:lnTo>
                    <a:pt x="412" y="460"/>
                  </a:lnTo>
                  <a:lnTo>
                    <a:pt x="419" y="492"/>
                  </a:lnTo>
                  <a:lnTo>
                    <a:pt x="429" y="520"/>
                  </a:lnTo>
                  <a:lnTo>
                    <a:pt x="441" y="530"/>
                  </a:lnTo>
                  <a:lnTo>
                    <a:pt x="462" y="535"/>
                  </a:lnTo>
                  <a:lnTo>
                    <a:pt x="478" y="518"/>
                  </a:lnTo>
                  <a:lnTo>
                    <a:pt x="488" y="495"/>
                  </a:lnTo>
                  <a:lnTo>
                    <a:pt x="496" y="461"/>
                  </a:lnTo>
                  <a:lnTo>
                    <a:pt x="552" y="107"/>
                  </a:lnTo>
                </a:path>
              </a:pathLst>
            </a:custGeom>
            <a:noFill/>
            <a:ln w="28575" cmpd="sng">
              <a:solidFill>
                <a:srgbClr val="333399"/>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b="1">
                <a:solidFill>
                  <a:srgbClr val="0000CC"/>
                </a:solidFill>
                <a:latin typeface="+mn-lt"/>
                <a:ea typeface="黑体" panose="02010609060101010101" pitchFamily="2" charset="-122"/>
              </a:endParaRPr>
            </a:p>
          </p:txBody>
        </p:sp>
        <p:sp>
          <p:nvSpPr>
            <p:cNvPr id="65" name="Freeform 49"/>
            <p:cNvSpPr/>
            <p:nvPr/>
          </p:nvSpPr>
          <p:spPr bwMode="auto">
            <a:xfrm>
              <a:off x="2407" y="3965"/>
              <a:ext cx="157" cy="254"/>
            </a:xfrm>
            <a:custGeom>
              <a:avLst/>
              <a:gdLst>
                <a:gd name="T0" fmla="*/ 0 w 943"/>
                <a:gd name="T1" fmla="*/ 622 h 1524"/>
                <a:gd name="T2" fmla="*/ 49 w 943"/>
                <a:gd name="T3" fmla="*/ 336 h 1524"/>
                <a:gd name="T4" fmla="*/ 55 w 943"/>
                <a:gd name="T5" fmla="*/ 313 h 1524"/>
                <a:gd name="T6" fmla="*/ 71 w 943"/>
                <a:gd name="T7" fmla="*/ 301 h 1524"/>
                <a:gd name="T8" fmla="*/ 84 w 943"/>
                <a:gd name="T9" fmla="*/ 297 h 1524"/>
                <a:gd name="T10" fmla="*/ 105 w 943"/>
                <a:gd name="T11" fmla="*/ 301 h 1524"/>
                <a:gd name="T12" fmla="*/ 116 w 943"/>
                <a:gd name="T13" fmla="*/ 314 h 1524"/>
                <a:gd name="T14" fmla="*/ 122 w 943"/>
                <a:gd name="T15" fmla="*/ 336 h 1524"/>
                <a:gd name="T16" fmla="*/ 236 w 943"/>
                <a:gd name="T17" fmla="*/ 1164 h 1524"/>
                <a:gd name="T18" fmla="*/ 247 w 943"/>
                <a:gd name="T19" fmla="*/ 1207 h 1524"/>
                <a:gd name="T20" fmla="*/ 258 w 943"/>
                <a:gd name="T21" fmla="*/ 1222 h 1524"/>
                <a:gd name="T22" fmla="*/ 276 w 943"/>
                <a:gd name="T23" fmla="*/ 1230 h 1524"/>
                <a:gd name="T24" fmla="*/ 290 w 943"/>
                <a:gd name="T25" fmla="*/ 1234 h 1524"/>
                <a:gd name="T26" fmla="*/ 309 w 943"/>
                <a:gd name="T27" fmla="*/ 1227 h 1524"/>
                <a:gd name="T28" fmla="*/ 324 w 943"/>
                <a:gd name="T29" fmla="*/ 1209 h 1524"/>
                <a:gd name="T30" fmla="*/ 335 w 943"/>
                <a:gd name="T31" fmla="*/ 1164 h 1524"/>
                <a:gd name="T32" fmla="*/ 448 w 943"/>
                <a:gd name="T33" fmla="*/ 204 h 1524"/>
                <a:gd name="T34" fmla="*/ 455 w 943"/>
                <a:gd name="T35" fmla="*/ 158 h 1524"/>
                <a:gd name="T36" fmla="*/ 462 w 943"/>
                <a:gd name="T37" fmla="*/ 143 h 1524"/>
                <a:gd name="T38" fmla="*/ 470 w 943"/>
                <a:gd name="T39" fmla="*/ 129 h 1524"/>
                <a:gd name="T40" fmla="*/ 483 w 943"/>
                <a:gd name="T41" fmla="*/ 118 h 1524"/>
                <a:gd name="T42" fmla="*/ 499 w 943"/>
                <a:gd name="T43" fmla="*/ 116 h 1524"/>
                <a:gd name="T44" fmla="*/ 517 w 943"/>
                <a:gd name="T45" fmla="*/ 122 h 1524"/>
                <a:gd name="T46" fmla="*/ 531 w 943"/>
                <a:gd name="T47" fmla="*/ 132 h 1524"/>
                <a:gd name="T48" fmla="*/ 539 w 943"/>
                <a:gd name="T49" fmla="*/ 143 h 1524"/>
                <a:gd name="T50" fmla="*/ 548 w 943"/>
                <a:gd name="T51" fmla="*/ 158 h 1524"/>
                <a:gd name="T52" fmla="*/ 555 w 943"/>
                <a:gd name="T53" fmla="*/ 197 h 1524"/>
                <a:gd name="T54" fmla="*/ 658 w 943"/>
                <a:gd name="T55" fmla="*/ 1428 h 1524"/>
                <a:gd name="T56" fmla="*/ 665 w 943"/>
                <a:gd name="T57" fmla="*/ 1480 h 1524"/>
                <a:gd name="T58" fmla="*/ 674 w 943"/>
                <a:gd name="T59" fmla="*/ 1505 h 1524"/>
                <a:gd name="T60" fmla="*/ 692 w 943"/>
                <a:gd name="T61" fmla="*/ 1517 h 1524"/>
                <a:gd name="T62" fmla="*/ 710 w 943"/>
                <a:gd name="T63" fmla="*/ 1524 h 1524"/>
                <a:gd name="T64" fmla="*/ 727 w 943"/>
                <a:gd name="T65" fmla="*/ 1517 h 1524"/>
                <a:gd name="T66" fmla="*/ 736 w 943"/>
                <a:gd name="T67" fmla="*/ 1505 h 1524"/>
                <a:gd name="T68" fmla="*/ 742 w 943"/>
                <a:gd name="T69" fmla="*/ 1484 h 1524"/>
                <a:gd name="T70" fmla="*/ 748 w 943"/>
                <a:gd name="T71" fmla="*/ 1432 h 1524"/>
                <a:gd name="T72" fmla="*/ 882 w 943"/>
                <a:gd name="T73" fmla="*/ 87 h 1524"/>
                <a:gd name="T74" fmla="*/ 888 w 943"/>
                <a:gd name="T75" fmla="*/ 59 h 1524"/>
                <a:gd name="T76" fmla="*/ 897 w 943"/>
                <a:gd name="T77" fmla="*/ 34 h 1524"/>
                <a:gd name="T78" fmla="*/ 908 w 943"/>
                <a:gd name="T79" fmla="*/ 17 h 1524"/>
                <a:gd name="T80" fmla="*/ 919 w 943"/>
                <a:gd name="T81" fmla="*/ 5 h 1524"/>
                <a:gd name="T82" fmla="*/ 931 w 943"/>
                <a:gd name="T83" fmla="*/ 0 h 1524"/>
                <a:gd name="T84" fmla="*/ 943 w 943"/>
                <a:gd name="T85" fmla="*/ 0 h 1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3" h="1524">
                  <a:moveTo>
                    <a:pt x="0" y="622"/>
                  </a:moveTo>
                  <a:lnTo>
                    <a:pt x="49" y="336"/>
                  </a:lnTo>
                  <a:lnTo>
                    <a:pt x="55" y="313"/>
                  </a:lnTo>
                  <a:lnTo>
                    <a:pt x="71" y="301"/>
                  </a:lnTo>
                  <a:lnTo>
                    <a:pt x="84" y="297"/>
                  </a:lnTo>
                  <a:lnTo>
                    <a:pt x="105" y="301"/>
                  </a:lnTo>
                  <a:lnTo>
                    <a:pt x="116" y="314"/>
                  </a:lnTo>
                  <a:lnTo>
                    <a:pt x="122" y="336"/>
                  </a:lnTo>
                  <a:lnTo>
                    <a:pt x="236" y="1164"/>
                  </a:lnTo>
                  <a:lnTo>
                    <a:pt x="247" y="1207"/>
                  </a:lnTo>
                  <a:lnTo>
                    <a:pt x="258" y="1222"/>
                  </a:lnTo>
                  <a:lnTo>
                    <a:pt x="276" y="1230"/>
                  </a:lnTo>
                  <a:lnTo>
                    <a:pt x="290" y="1234"/>
                  </a:lnTo>
                  <a:lnTo>
                    <a:pt x="309" y="1227"/>
                  </a:lnTo>
                  <a:lnTo>
                    <a:pt x="324" y="1209"/>
                  </a:lnTo>
                  <a:lnTo>
                    <a:pt x="335" y="1164"/>
                  </a:lnTo>
                  <a:lnTo>
                    <a:pt x="448" y="204"/>
                  </a:lnTo>
                  <a:lnTo>
                    <a:pt x="455" y="158"/>
                  </a:lnTo>
                  <a:lnTo>
                    <a:pt x="462" y="143"/>
                  </a:lnTo>
                  <a:lnTo>
                    <a:pt x="470" y="129"/>
                  </a:lnTo>
                  <a:lnTo>
                    <a:pt x="483" y="118"/>
                  </a:lnTo>
                  <a:lnTo>
                    <a:pt x="499" y="116"/>
                  </a:lnTo>
                  <a:lnTo>
                    <a:pt x="517" y="122"/>
                  </a:lnTo>
                  <a:lnTo>
                    <a:pt x="531" y="132"/>
                  </a:lnTo>
                  <a:lnTo>
                    <a:pt x="539" y="143"/>
                  </a:lnTo>
                  <a:lnTo>
                    <a:pt x="548" y="158"/>
                  </a:lnTo>
                  <a:lnTo>
                    <a:pt x="555" y="197"/>
                  </a:lnTo>
                  <a:lnTo>
                    <a:pt x="658" y="1428"/>
                  </a:lnTo>
                  <a:lnTo>
                    <a:pt x="665" y="1480"/>
                  </a:lnTo>
                  <a:lnTo>
                    <a:pt x="674" y="1505"/>
                  </a:lnTo>
                  <a:lnTo>
                    <a:pt x="692" y="1517"/>
                  </a:lnTo>
                  <a:lnTo>
                    <a:pt x="710" y="1524"/>
                  </a:lnTo>
                  <a:lnTo>
                    <a:pt x="727" y="1517"/>
                  </a:lnTo>
                  <a:lnTo>
                    <a:pt x="736" y="1505"/>
                  </a:lnTo>
                  <a:lnTo>
                    <a:pt x="742" y="1484"/>
                  </a:lnTo>
                  <a:lnTo>
                    <a:pt x="748" y="1432"/>
                  </a:lnTo>
                  <a:lnTo>
                    <a:pt x="882" y="87"/>
                  </a:lnTo>
                  <a:lnTo>
                    <a:pt x="888" y="59"/>
                  </a:lnTo>
                  <a:lnTo>
                    <a:pt x="897" y="34"/>
                  </a:lnTo>
                  <a:lnTo>
                    <a:pt x="908" y="17"/>
                  </a:lnTo>
                  <a:lnTo>
                    <a:pt x="919" y="5"/>
                  </a:lnTo>
                  <a:lnTo>
                    <a:pt x="931" y="0"/>
                  </a:lnTo>
                  <a:lnTo>
                    <a:pt x="943" y="0"/>
                  </a:lnTo>
                </a:path>
              </a:pathLst>
            </a:custGeom>
            <a:noFill/>
            <a:ln w="28575" cmpd="sng">
              <a:solidFill>
                <a:srgbClr val="333399"/>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b="1">
                <a:solidFill>
                  <a:srgbClr val="0000CC"/>
                </a:solidFill>
                <a:latin typeface="+mn-lt"/>
                <a:ea typeface="黑体" panose="02010609060101010101" pitchFamily="2" charset="-122"/>
              </a:endParaRPr>
            </a:p>
          </p:txBody>
        </p:sp>
        <p:sp>
          <p:nvSpPr>
            <p:cNvPr id="66" name="Freeform 50"/>
            <p:cNvSpPr/>
            <p:nvPr/>
          </p:nvSpPr>
          <p:spPr bwMode="auto">
            <a:xfrm>
              <a:off x="2719" y="4051"/>
              <a:ext cx="92" cy="89"/>
            </a:xfrm>
            <a:custGeom>
              <a:avLst/>
              <a:gdLst>
                <a:gd name="T0" fmla="*/ 551 w 551"/>
                <a:gd name="T1" fmla="*/ 255 h 535"/>
                <a:gd name="T2" fmla="*/ 544 w 551"/>
                <a:gd name="T3" fmla="*/ 209 h 535"/>
                <a:gd name="T4" fmla="*/ 534 w 551"/>
                <a:gd name="T5" fmla="*/ 164 h 535"/>
                <a:gd name="T6" fmla="*/ 525 w 551"/>
                <a:gd name="T7" fmla="*/ 131 h 535"/>
                <a:gd name="T8" fmla="*/ 514 w 551"/>
                <a:gd name="T9" fmla="*/ 115 h 535"/>
                <a:gd name="T10" fmla="*/ 499 w 551"/>
                <a:gd name="T11" fmla="*/ 104 h 535"/>
                <a:gd name="T12" fmla="*/ 486 w 551"/>
                <a:gd name="T13" fmla="*/ 103 h 535"/>
                <a:gd name="T14" fmla="*/ 468 w 551"/>
                <a:gd name="T15" fmla="*/ 107 h 535"/>
                <a:gd name="T16" fmla="*/ 455 w 551"/>
                <a:gd name="T17" fmla="*/ 121 h 535"/>
                <a:gd name="T18" fmla="*/ 446 w 551"/>
                <a:gd name="T19" fmla="*/ 140 h 535"/>
                <a:gd name="T20" fmla="*/ 439 w 551"/>
                <a:gd name="T21" fmla="*/ 165 h 535"/>
                <a:gd name="T22" fmla="*/ 411 w 551"/>
                <a:gd name="T23" fmla="*/ 331 h 535"/>
                <a:gd name="T24" fmla="*/ 404 w 551"/>
                <a:gd name="T25" fmla="*/ 356 h 535"/>
                <a:gd name="T26" fmla="*/ 398 w 551"/>
                <a:gd name="T27" fmla="*/ 373 h 535"/>
                <a:gd name="T28" fmla="*/ 381 w 551"/>
                <a:gd name="T29" fmla="*/ 385 h 535"/>
                <a:gd name="T30" fmla="*/ 364 w 551"/>
                <a:gd name="T31" fmla="*/ 386 h 535"/>
                <a:gd name="T32" fmla="*/ 349 w 551"/>
                <a:gd name="T33" fmla="*/ 378 h 535"/>
                <a:gd name="T34" fmla="*/ 341 w 551"/>
                <a:gd name="T35" fmla="*/ 359 h 535"/>
                <a:gd name="T36" fmla="*/ 333 w 551"/>
                <a:gd name="T37" fmla="*/ 331 h 535"/>
                <a:gd name="T38" fmla="*/ 295 w 551"/>
                <a:gd name="T39" fmla="*/ 88 h 535"/>
                <a:gd name="T40" fmla="*/ 288 w 551"/>
                <a:gd name="T41" fmla="*/ 52 h 535"/>
                <a:gd name="T42" fmla="*/ 281 w 551"/>
                <a:gd name="T43" fmla="*/ 29 h 535"/>
                <a:gd name="T44" fmla="*/ 271 w 551"/>
                <a:gd name="T45" fmla="*/ 12 h 535"/>
                <a:gd name="T46" fmla="*/ 260 w 551"/>
                <a:gd name="T47" fmla="*/ 4 h 535"/>
                <a:gd name="T48" fmla="*/ 242 w 551"/>
                <a:gd name="T49" fmla="*/ 0 h 535"/>
                <a:gd name="T50" fmla="*/ 225 w 551"/>
                <a:gd name="T51" fmla="*/ 5 h 535"/>
                <a:gd name="T52" fmla="*/ 210 w 551"/>
                <a:gd name="T53" fmla="*/ 26 h 535"/>
                <a:gd name="T54" fmla="*/ 204 w 551"/>
                <a:gd name="T55" fmla="*/ 43 h 535"/>
                <a:gd name="T56" fmla="*/ 199 w 551"/>
                <a:gd name="T57" fmla="*/ 68 h 535"/>
                <a:gd name="T58" fmla="*/ 141 w 551"/>
                <a:gd name="T59" fmla="*/ 460 h 535"/>
                <a:gd name="T60" fmla="*/ 134 w 551"/>
                <a:gd name="T61" fmla="*/ 492 h 535"/>
                <a:gd name="T62" fmla="*/ 123 w 551"/>
                <a:gd name="T63" fmla="*/ 520 h 535"/>
                <a:gd name="T64" fmla="*/ 111 w 551"/>
                <a:gd name="T65" fmla="*/ 530 h 535"/>
                <a:gd name="T66" fmla="*/ 90 w 551"/>
                <a:gd name="T67" fmla="*/ 535 h 535"/>
                <a:gd name="T68" fmla="*/ 73 w 551"/>
                <a:gd name="T69" fmla="*/ 518 h 535"/>
                <a:gd name="T70" fmla="*/ 63 w 551"/>
                <a:gd name="T71" fmla="*/ 495 h 535"/>
                <a:gd name="T72" fmla="*/ 56 w 551"/>
                <a:gd name="T73" fmla="*/ 461 h 535"/>
                <a:gd name="T74" fmla="*/ 0 w 551"/>
                <a:gd name="T75" fmla="*/ 107 h 5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51" h="535">
                  <a:moveTo>
                    <a:pt x="551" y="255"/>
                  </a:moveTo>
                  <a:lnTo>
                    <a:pt x="544" y="209"/>
                  </a:lnTo>
                  <a:lnTo>
                    <a:pt x="534" y="164"/>
                  </a:lnTo>
                  <a:lnTo>
                    <a:pt x="525" y="131"/>
                  </a:lnTo>
                  <a:lnTo>
                    <a:pt x="514" y="115"/>
                  </a:lnTo>
                  <a:lnTo>
                    <a:pt x="499" y="104"/>
                  </a:lnTo>
                  <a:lnTo>
                    <a:pt x="486" y="103"/>
                  </a:lnTo>
                  <a:lnTo>
                    <a:pt x="468" y="107"/>
                  </a:lnTo>
                  <a:lnTo>
                    <a:pt x="455" y="121"/>
                  </a:lnTo>
                  <a:lnTo>
                    <a:pt x="446" y="140"/>
                  </a:lnTo>
                  <a:lnTo>
                    <a:pt x="439" y="165"/>
                  </a:lnTo>
                  <a:lnTo>
                    <a:pt x="411" y="331"/>
                  </a:lnTo>
                  <a:lnTo>
                    <a:pt x="404" y="356"/>
                  </a:lnTo>
                  <a:lnTo>
                    <a:pt x="398" y="373"/>
                  </a:lnTo>
                  <a:lnTo>
                    <a:pt x="381" y="385"/>
                  </a:lnTo>
                  <a:lnTo>
                    <a:pt x="364" y="386"/>
                  </a:lnTo>
                  <a:lnTo>
                    <a:pt x="349" y="378"/>
                  </a:lnTo>
                  <a:lnTo>
                    <a:pt x="341" y="359"/>
                  </a:lnTo>
                  <a:lnTo>
                    <a:pt x="333" y="331"/>
                  </a:lnTo>
                  <a:lnTo>
                    <a:pt x="295" y="88"/>
                  </a:lnTo>
                  <a:lnTo>
                    <a:pt x="288" y="52"/>
                  </a:lnTo>
                  <a:lnTo>
                    <a:pt x="281" y="29"/>
                  </a:lnTo>
                  <a:lnTo>
                    <a:pt x="271" y="12"/>
                  </a:lnTo>
                  <a:lnTo>
                    <a:pt x="260" y="4"/>
                  </a:lnTo>
                  <a:lnTo>
                    <a:pt x="242" y="0"/>
                  </a:lnTo>
                  <a:lnTo>
                    <a:pt x="225" y="5"/>
                  </a:lnTo>
                  <a:lnTo>
                    <a:pt x="210" y="26"/>
                  </a:lnTo>
                  <a:lnTo>
                    <a:pt x="204" y="43"/>
                  </a:lnTo>
                  <a:lnTo>
                    <a:pt x="199" y="68"/>
                  </a:lnTo>
                  <a:lnTo>
                    <a:pt x="141" y="460"/>
                  </a:lnTo>
                  <a:lnTo>
                    <a:pt x="134" y="492"/>
                  </a:lnTo>
                  <a:lnTo>
                    <a:pt x="123" y="520"/>
                  </a:lnTo>
                  <a:lnTo>
                    <a:pt x="111" y="530"/>
                  </a:lnTo>
                  <a:lnTo>
                    <a:pt x="90" y="535"/>
                  </a:lnTo>
                  <a:lnTo>
                    <a:pt x="73" y="518"/>
                  </a:lnTo>
                  <a:lnTo>
                    <a:pt x="63" y="495"/>
                  </a:lnTo>
                  <a:lnTo>
                    <a:pt x="56" y="461"/>
                  </a:lnTo>
                  <a:lnTo>
                    <a:pt x="0" y="107"/>
                  </a:lnTo>
                </a:path>
              </a:pathLst>
            </a:custGeom>
            <a:noFill/>
            <a:ln w="28575" cmpd="sng">
              <a:solidFill>
                <a:srgbClr val="333399"/>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b="1">
                <a:solidFill>
                  <a:srgbClr val="0000CC"/>
                </a:solidFill>
                <a:latin typeface="+mn-lt"/>
                <a:ea typeface="黑体" panose="02010609060101010101" pitchFamily="2" charset="-122"/>
              </a:endParaRPr>
            </a:p>
          </p:txBody>
        </p:sp>
        <p:sp>
          <p:nvSpPr>
            <p:cNvPr id="67" name="Freeform 51"/>
            <p:cNvSpPr/>
            <p:nvPr/>
          </p:nvSpPr>
          <p:spPr bwMode="auto">
            <a:xfrm>
              <a:off x="2562" y="3965"/>
              <a:ext cx="157" cy="254"/>
            </a:xfrm>
            <a:custGeom>
              <a:avLst/>
              <a:gdLst>
                <a:gd name="T0" fmla="*/ 943 w 943"/>
                <a:gd name="T1" fmla="*/ 626 h 1524"/>
                <a:gd name="T2" fmla="*/ 895 w 943"/>
                <a:gd name="T3" fmla="*/ 336 h 1524"/>
                <a:gd name="T4" fmla="*/ 887 w 943"/>
                <a:gd name="T5" fmla="*/ 313 h 1524"/>
                <a:gd name="T6" fmla="*/ 873 w 943"/>
                <a:gd name="T7" fmla="*/ 301 h 1524"/>
                <a:gd name="T8" fmla="*/ 859 w 943"/>
                <a:gd name="T9" fmla="*/ 297 h 1524"/>
                <a:gd name="T10" fmla="*/ 837 w 943"/>
                <a:gd name="T11" fmla="*/ 301 h 1524"/>
                <a:gd name="T12" fmla="*/ 828 w 943"/>
                <a:gd name="T13" fmla="*/ 314 h 1524"/>
                <a:gd name="T14" fmla="*/ 819 w 943"/>
                <a:gd name="T15" fmla="*/ 336 h 1524"/>
                <a:gd name="T16" fmla="*/ 706 w 943"/>
                <a:gd name="T17" fmla="*/ 1164 h 1524"/>
                <a:gd name="T18" fmla="*/ 695 w 943"/>
                <a:gd name="T19" fmla="*/ 1207 h 1524"/>
                <a:gd name="T20" fmla="*/ 686 w 943"/>
                <a:gd name="T21" fmla="*/ 1222 h 1524"/>
                <a:gd name="T22" fmla="*/ 667 w 943"/>
                <a:gd name="T23" fmla="*/ 1230 h 1524"/>
                <a:gd name="T24" fmla="*/ 652 w 943"/>
                <a:gd name="T25" fmla="*/ 1234 h 1524"/>
                <a:gd name="T26" fmla="*/ 633 w 943"/>
                <a:gd name="T27" fmla="*/ 1227 h 1524"/>
                <a:gd name="T28" fmla="*/ 619 w 943"/>
                <a:gd name="T29" fmla="*/ 1209 h 1524"/>
                <a:gd name="T30" fmla="*/ 608 w 943"/>
                <a:gd name="T31" fmla="*/ 1164 h 1524"/>
                <a:gd name="T32" fmla="*/ 495 w 943"/>
                <a:gd name="T33" fmla="*/ 204 h 1524"/>
                <a:gd name="T34" fmla="*/ 486 w 943"/>
                <a:gd name="T35" fmla="*/ 158 h 1524"/>
                <a:gd name="T36" fmla="*/ 482 w 943"/>
                <a:gd name="T37" fmla="*/ 143 h 1524"/>
                <a:gd name="T38" fmla="*/ 473 w 943"/>
                <a:gd name="T39" fmla="*/ 129 h 1524"/>
                <a:gd name="T40" fmla="*/ 459 w 943"/>
                <a:gd name="T41" fmla="*/ 118 h 1524"/>
                <a:gd name="T42" fmla="*/ 446 w 943"/>
                <a:gd name="T43" fmla="*/ 116 h 1524"/>
                <a:gd name="T44" fmla="*/ 427 w 943"/>
                <a:gd name="T45" fmla="*/ 122 h 1524"/>
                <a:gd name="T46" fmla="*/ 411 w 943"/>
                <a:gd name="T47" fmla="*/ 132 h 1524"/>
                <a:gd name="T48" fmla="*/ 403 w 943"/>
                <a:gd name="T49" fmla="*/ 143 h 1524"/>
                <a:gd name="T50" fmla="*/ 396 w 943"/>
                <a:gd name="T51" fmla="*/ 158 h 1524"/>
                <a:gd name="T52" fmla="*/ 389 w 943"/>
                <a:gd name="T53" fmla="*/ 197 h 1524"/>
                <a:gd name="T54" fmla="*/ 285 w 943"/>
                <a:gd name="T55" fmla="*/ 1428 h 1524"/>
                <a:gd name="T56" fmla="*/ 278 w 943"/>
                <a:gd name="T57" fmla="*/ 1480 h 1524"/>
                <a:gd name="T58" fmla="*/ 268 w 943"/>
                <a:gd name="T59" fmla="*/ 1505 h 1524"/>
                <a:gd name="T60" fmla="*/ 250 w 943"/>
                <a:gd name="T61" fmla="*/ 1517 h 1524"/>
                <a:gd name="T62" fmla="*/ 233 w 943"/>
                <a:gd name="T63" fmla="*/ 1524 h 1524"/>
                <a:gd name="T64" fmla="*/ 217 w 943"/>
                <a:gd name="T65" fmla="*/ 1517 h 1524"/>
                <a:gd name="T66" fmla="*/ 207 w 943"/>
                <a:gd name="T67" fmla="*/ 1505 h 1524"/>
                <a:gd name="T68" fmla="*/ 200 w 943"/>
                <a:gd name="T69" fmla="*/ 1484 h 1524"/>
                <a:gd name="T70" fmla="*/ 194 w 943"/>
                <a:gd name="T71" fmla="*/ 1432 h 1524"/>
                <a:gd name="T72" fmla="*/ 60 w 943"/>
                <a:gd name="T73" fmla="*/ 87 h 1524"/>
                <a:gd name="T74" fmla="*/ 56 w 943"/>
                <a:gd name="T75" fmla="*/ 59 h 1524"/>
                <a:gd name="T76" fmla="*/ 46 w 943"/>
                <a:gd name="T77" fmla="*/ 34 h 1524"/>
                <a:gd name="T78" fmla="*/ 35 w 943"/>
                <a:gd name="T79" fmla="*/ 17 h 1524"/>
                <a:gd name="T80" fmla="*/ 25 w 943"/>
                <a:gd name="T81" fmla="*/ 5 h 1524"/>
                <a:gd name="T82" fmla="*/ 12 w 943"/>
                <a:gd name="T83" fmla="*/ 0 h 1524"/>
                <a:gd name="T84" fmla="*/ 0 w 943"/>
                <a:gd name="T85" fmla="*/ 0 h 1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3" h="1524">
                  <a:moveTo>
                    <a:pt x="943" y="626"/>
                  </a:moveTo>
                  <a:lnTo>
                    <a:pt x="895" y="336"/>
                  </a:lnTo>
                  <a:lnTo>
                    <a:pt x="887" y="313"/>
                  </a:lnTo>
                  <a:lnTo>
                    <a:pt x="873" y="301"/>
                  </a:lnTo>
                  <a:lnTo>
                    <a:pt x="859" y="297"/>
                  </a:lnTo>
                  <a:lnTo>
                    <a:pt x="837" y="301"/>
                  </a:lnTo>
                  <a:lnTo>
                    <a:pt x="828" y="314"/>
                  </a:lnTo>
                  <a:lnTo>
                    <a:pt x="819" y="336"/>
                  </a:lnTo>
                  <a:lnTo>
                    <a:pt x="706" y="1164"/>
                  </a:lnTo>
                  <a:lnTo>
                    <a:pt x="695" y="1207"/>
                  </a:lnTo>
                  <a:lnTo>
                    <a:pt x="686" y="1222"/>
                  </a:lnTo>
                  <a:lnTo>
                    <a:pt x="667" y="1230"/>
                  </a:lnTo>
                  <a:lnTo>
                    <a:pt x="652" y="1234"/>
                  </a:lnTo>
                  <a:lnTo>
                    <a:pt x="633" y="1227"/>
                  </a:lnTo>
                  <a:lnTo>
                    <a:pt x="619" y="1209"/>
                  </a:lnTo>
                  <a:lnTo>
                    <a:pt x="608" y="1164"/>
                  </a:lnTo>
                  <a:lnTo>
                    <a:pt x="495" y="204"/>
                  </a:lnTo>
                  <a:lnTo>
                    <a:pt x="486" y="158"/>
                  </a:lnTo>
                  <a:lnTo>
                    <a:pt x="482" y="143"/>
                  </a:lnTo>
                  <a:lnTo>
                    <a:pt x="473" y="129"/>
                  </a:lnTo>
                  <a:lnTo>
                    <a:pt x="459" y="118"/>
                  </a:lnTo>
                  <a:lnTo>
                    <a:pt x="446" y="116"/>
                  </a:lnTo>
                  <a:lnTo>
                    <a:pt x="427" y="122"/>
                  </a:lnTo>
                  <a:lnTo>
                    <a:pt x="411" y="132"/>
                  </a:lnTo>
                  <a:lnTo>
                    <a:pt x="403" y="143"/>
                  </a:lnTo>
                  <a:lnTo>
                    <a:pt x="396" y="158"/>
                  </a:lnTo>
                  <a:lnTo>
                    <a:pt x="389" y="197"/>
                  </a:lnTo>
                  <a:lnTo>
                    <a:pt x="285" y="1428"/>
                  </a:lnTo>
                  <a:lnTo>
                    <a:pt x="278" y="1480"/>
                  </a:lnTo>
                  <a:lnTo>
                    <a:pt x="268" y="1505"/>
                  </a:lnTo>
                  <a:lnTo>
                    <a:pt x="250" y="1517"/>
                  </a:lnTo>
                  <a:lnTo>
                    <a:pt x="233" y="1524"/>
                  </a:lnTo>
                  <a:lnTo>
                    <a:pt x="217" y="1517"/>
                  </a:lnTo>
                  <a:lnTo>
                    <a:pt x="207" y="1505"/>
                  </a:lnTo>
                  <a:lnTo>
                    <a:pt x="200" y="1484"/>
                  </a:lnTo>
                  <a:lnTo>
                    <a:pt x="194" y="1432"/>
                  </a:lnTo>
                  <a:lnTo>
                    <a:pt x="60" y="87"/>
                  </a:lnTo>
                  <a:lnTo>
                    <a:pt x="56" y="59"/>
                  </a:lnTo>
                  <a:lnTo>
                    <a:pt x="46" y="34"/>
                  </a:lnTo>
                  <a:lnTo>
                    <a:pt x="35" y="17"/>
                  </a:lnTo>
                  <a:lnTo>
                    <a:pt x="25" y="5"/>
                  </a:lnTo>
                  <a:lnTo>
                    <a:pt x="12" y="0"/>
                  </a:lnTo>
                  <a:lnTo>
                    <a:pt x="0" y="0"/>
                  </a:lnTo>
                </a:path>
              </a:pathLst>
            </a:custGeom>
            <a:noFill/>
            <a:ln w="28575" cmpd="sng">
              <a:solidFill>
                <a:srgbClr val="333399"/>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b="1">
                <a:solidFill>
                  <a:srgbClr val="0000CC"/>
                </a:solidFill>
                <a:latin typeface="+mn-lt"/>
                <a:ea typeface="黑体" panose="02010609060101010101" pitchFamily="2" charset="-122"/>
              </a:endParaRPr>
            </a:p>
          </p:txBody>
        </p:sp>
      </p:grpSp>
      <p:sp>
        <p:nvSpPr>
          <p:cNvPr id="68" name="Freeform 52"/>
          <p:cNvSpPr/>
          <p:nvPr/>
        </p:nvSpPr>
        <p:spPr bwMode="auto">
          <a:xfrm>
            <a:off x="1809742" y="2896891"/>
            <a:ext cx="803142" cy="165100"/>
          </a:xfrm>
          <a:custGeom>
            <a:avLst/>
            <a:gdLst>
              <a:gd name="T0" fmla="*/ 0 w 672"/>
              <a:gd name="T1" fmla="*/ 288 h 288"/>
              <a:gd name="T2" fmla="*/ 96 w 672"/>
              <a:gd name="T3" fmla="*/ 288 h 288"/>
              <a:gd name="T4" fmla="*/ 96 w 672"/>
              <a:gd name="T5" fmla="*/ 0 h 288"/>
              <a:gd name="T6" fmla="*/ 192 w 672"/>
              <a:gd name="T7" fmla="*/ 0 h 288"/>
              <a:gd name="T8" fmla="*/ 192 w 672"/>
              <a:gd name="T9" fmla="*/ 288 h 288"/>
              <a:gd name="T10" fmla="*/ 288 w 672"/>
              <a:gd name="T11" fmla="*/ 288 h 288"/>
              <a:gd name="T12" fmla="*/ 288 w 672"/>
              <a:gd name="T13" fmla="*/ 0 h 288"/>
              <a:gd name="T14" fmla="*/ 384 w 672"/>
              <a:gd name="T15" fmla="*/ 0 h 288"/>
              <a:gd name="T16" fmla="*/ 384 w 672"/>
              <a:gd name="T17" fmla="*/ 288 h 288"/>
              <a:gd name="T18" fmla="*/ 480 w 672"/>
              <a:gd name="T19" fmla="*/ 288 h 288"/>
              <a:gd name="T20" fmla="*/ 480 w 672"/>
              <a:gd name="T21" fmla="*/ 0 h 288"/>
              <a:gd name="T22" fmla="*/ 576 w 672"/>
              <a:gd name="T23" fmla="*/ 0 h 288"/>
              <a:gd name="T24" fmla="*/ 576 w 672"/>
              <a:gd name="T25" fmla="*/ 288 h 288"/>
              <a:gd name="T26" fmla="*/ 672 w 672"/>
              <a:gd name="T27" fmla="*/ 288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72" h="288">
                <a:moveTo>
                  <a:pt x="0" y="288"/>
                </a:moveTo>
                <a:lnTo>
                  <a:pt x="96" y="288"/>
                </a:lnTo>
                <a:lnTo>
                  <a:pt x="96" y="0"/>
                </a:lnTo>
                <a:lnTo>
                  <a:pt x="192" y="0"/>
                </a:lnTo>
                <a:lnTo>
                  <a:pt x="192" y="288"/>
                </a:lnTo>
                <a:lnTo>
                  <a:pt x="288" y="288"/>
                </a:lnTo>
                <a:lnTo>
                  <a:pt x="288" y="0"/>
                </a:lnTo>
                <a:lnTo>
                  <a:pt x="384" y="0"/>
                </a:lnTo>
                <a:lnTo>
                  <a:pt x="384" y="288"/>
                </a:lnTo>
                <a:lnTo>
                  <a:pt x="480" y="288"/>
                </a:lnTo>
                <a:lnTo>
                  <a:pt x="480" y="0"/>
                </a:lnTo>
                <a:lnTo>
                  <a:pt x="576" y="0"/>
                </a:lnTo>
                <a:lnTo>
                  <a:pt x="576" y="288"/>
                </a:lnTo>
                <a:lnTo>
                  <a:pt x="672" y="288"/>
                </a:lnTo>
              </a:path>
            </a:pathLst>
          </a:custGeom>
          <a:noFill/>
          <a:ln w="28575" cmpd="sng">
            <a:solidFill>
              <a:srgbClr val="333399"/>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anose="02010609060101010101" pitchFamily="2" charset="-122"/>
            </a:endParaRPr>
          </a:p>
        </p:txBody>
      </p:sp>
      <p:sp>
        <p:nvSpPr>
          <p:cNvPr id="69" name="Rectangle 53"/>
          <p:cNvSpPr>
            <a:spLocks noChangeArrowheads="1"/>
          </p:cNvSpPr>
          <p:nvPr/>
        </p:nvSpPr>
        <p:spPr bwMode="auto">
          <a:xfrm>
            <a:off x="1508779" y="2409530"/>
            <a:ext cx="1571890" cy="36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defTabSz="762000" eaLnBrk="0" hangingPunct="0"/>
            <a:r>
              <a:rPr kumimoji="1" lang="zh-CN" altLang="en-US" sz="1800" b="1" dirty="0">
                <a:solidFill>
                  <a:srgbClr val="0000CC"/>
                </a:solidFill>
                <a:latin typeface="+mn-lt"/>
                <a:ea typeface="黑体" panose="02010609060101010101" pitchFamily="2" charset="-122"/>
              </a:rPr>
              <a:t>数字比特流</a:t>
            </a:r>
          </a:p>
        </p:txBody>
      </p:sp>
      <p:sp>
        <p:nvSpPr>
          <p:cNvPr id="70" name="Rectangle 54"/>
          <p:cNvSpPr>
            <a:spLocks noChangeArrowheads="1"/>
          </p:cNvSpPr>
          <p:nvPr/>
        </p:nvSpPr>
        <p:spPr bwMode="auto">
          <a:xfrm>
            <a:off x="7225366" y="2409530"/>
            <a:ext cx="1539214" cy="36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defTabSz="762000" eaLnBrk="0" hangingPunct="0"/>
            <a:r>
              <a:rPr kumimoji="1" lang="zh-CN" altLang="en-US" sz="1800" b="1">
                <a:solidFill>
                  <a:srgbClr val="0000CC"/>
                </a:solidFill>
                <a:latin typeface="+mn-lt"/>
                <a:ea typeface="黑体" panose="02010609060101010101" pitchFamily="2" charset="-122"/>
              </a:rPr>
              <a:t>数字比特流</a:t>
            </a:r>
          </a:p>
        </p:txBody>
      </p:sp>
      <p:sp>
        <p:nvSpPr>
          <p:cNvPr id="71" name="Rectangle 55"/>
          <p:cNvSpPr>
            <a:spLocks noChangeArrowheads="1"/>
          </p:cNvSpPr>
          <p:nvPr/>
        </p:nvSpPr>
        <p:spPr bwMode="auto">
          <a:xfrm>
            <a:off x="3068630" y="2409530"/>
            <a:ext cx="1305321" cy="36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defTabSz="762000" eaLnBrk="0" hangingPunct="0"/>
            <a:r>
              <a:rPr kumimoji="1" lang="zh-CN" altLang="en-US" sz="1800" b="1">
                <a:solidFill>
                  <a:srgbClr val="0000CC"/>
                </a:solidFill>
                <a:latin typeface="+mn-lt"/>
                <a:ea typeface="黑体" panose="02010609060101010101" pitchFamily="2" charset="-122"/>
              </a:rPr>
              <a:t>模拟信号</a:t>
            </a:r>
          </a:p>
        </p:txBody>
      </p:sp>
      <p:sp>
        <p:nvSpPr>
          <p:cNvPr id="72" name="Rectangle 56"/>
          <p:cNvSpPr>
            <a:spLocks noChangeArrowheads="1"/>
          </p:cNvSpPr>
          <p:nvPr/>
        </p:nvSpPr>
        <p:spPr bwMode="auto">
          <a:xfrm>
            <a:off x="5882209" y="2409530"/>
            <a:ext cx="1320800" cy="36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defTabSz="762000" eaLnBrk="0" hangingPunct="0"/>
            <a:r>
              <a:rPr kumimoji="1" lang="zh-CN" altLang="en-US" sz="1800" b="1">
                <a:solidFill>
                  <a:srgbClr val="0000CC"/>
                </a:solidFill>
                <a:latin typeface="+mn-lt"/>
                <a:ea typeface="黑体" panose="02010609060101010101" pitchFamily="2" charset="-122"/>
              </a:rPr>
              <a:t>模拟信号 </a:t>
            </a:r>
          </a:p>
        </p:txBody>
      </p:sp>
      <p:sp>
        <p:nvSpPr>
          <p:cNvPr id="73" name="Rectangle 57"/>
          <p:cNvSpPr>
            <a:spLocks noChangeArrowheads="1"/>
          </p:cNvSpPr>
          <p:nvPr/>
        </p:nvSpPr>
        <p:spPr bwMode="auto">
          <a:xfrm>
            <a:off x="538816" y="2409530"/>
            <a:ext cx="768747" cy="638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defTabSz="762000" eaLnBrk="0" hangingPunct="0"/>
            <a:r>
              <a:rPr kumimoji="1" lang="zh-CN" altLang="en-US" sz="1800" b="1">
                <a:solidFill>
                  <a:srgbClr val="0000CC"/>
                </a:solidFill>
                <a:latin typeface="+mn-lt"/>
                <a:ea typeface="黑体" panose="02010609060101010101" pitchFamily="2" charset="-122"/>
              </a:rPr>
              <a:t>输入</a:t>
            </a:r>
          </a:p>
          <a:p>
            <a:pPr algn="l" defTabSz="762000" eaLnBrk="0" hangingPunct="0"/>
            <a:r>
              <a:rPr kumimoji="1" lang="zh-CN" altLang="en-US" sz="1800" b="1">
                <a:solidFill>
                  <a:srgbClr val="0000CC"/>
                </a:solidFill>
                <a:latin typeface="+mn-lt"/>
                <a:ea typeface="黑体" panose="02010609060101010101" pitchFamily="2" charset="-122"/>
              </a:rPr>
              <a:t>汉字</a:t>
            </a:r>
          </a:p>
        </p:txBody>
      </p:sp>
      <p:sp>
        <p:nvSpPr>
          <p:cNvPr id="74" name="Rectangle 58"/>
          <p:cNvSpPr>
            <a:spLocks noChangeArrowheads="1"/>
          </p:cNvSpPr>
          <p:nvPr/>
        </p:nvSpPr>
        <p:spPr bwMode="auto">
          <a:xfrm>
            <a:off x="8917641" y="2409530"/>
            <a:ext cx="768747" cy="638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defTabSz="762000" eaLnBrk="0" hangingPunct="0"/>
            <a:r>
              <a:rPr kumimoji="1" lang="zh-CN" altLang="en-US" sz="1800" b="1">
                <a:solidFill>
                  <a:srgbClr val="0000CC"/>
                </a:solidFill>
                <a:latin typeface="+mn-lt"/>
                <a:ea typeface="黑体" panose="02010609060101010101" pitchFamily="2" charset="-122"/>
              </a:rPr>
              <a:t>显示</a:t>
            </a:r>
          </a:p>
          <a:p>
            <a:pPr algn="l" defTabSz="762000" eaLnBrk="0" hangingPunct="0"/>
            <a:r>
              <a:rPr kumimoji="1" lang="zh-CN" altLang="en-US" sz="1800" b="1">
                <a:solidFill>
                  <a:srgbClr val="0000CC"/>
                </a:solidFill>
                <a:latin typeface="+mn-lt"/>
                <a:ea typeface="黑体" panose="02010609060101010101" pitchFamily="2" charset="-122"/>
              </a:rPr>
              <a:t>汉字</a:t>
            </a:r>
          </a:p>
        </p:txBody>
      </p:sp>
      <p:sp>
        <p:nvSpPr>
          <p:cNvPr id="75" name="Freeform 59"/>
          <p:cNvSpPr/>
          <p:nvPr/>
        </p:nvSpPr>
        <p:spPr bwMode="auto">
          <a:xfrm>
            <a:off x="7421422" y="2917529"/>
            <a:ext cx="804863" cy="165100"/>
          </a:xfrm>
          <a:custGeom>
            <a:avLst/>
            <a:gdLst>
              <a:gd name="T0" fmla="*/ 0 w 672"/>
              <a:gd name="T1" fmla="*/ 288 h 288"/>
              <a:gd name="T2" fmla="*/ 96 w 672"/>
              <a:gd name="T3" fmla="*/ 288 h 288"/>
              <a:gd name="T4" fmla="*/ 96 w 672"/>
              <a:gd name="T5" fmla="*/ 0 h 288"/>
              <a:gd name="T6" fmla="*/ 192 w 672"/>
              <a:gd name="T7" fmla="*/ 0 h 288"/>
              <a:gd name="T8" fmla="*/ 192 w 672"/>
              <a:gd name="T9" fmla="*/ 288 h 288"/>
              <a:gd name="T10" fmla="*/ 288 w 672"/>
              <a:gd name="T11" fmla="*/ 288 h 288"/>
              <a:gd name="T12" fmla="*/ 288 w 672"/>
              <a:gd name="T13" fmla="*/ 0 h 288"/>
              <a:gd name="T14" fmla="*/ 384 w 672"/>
              <a:gd name="T15" fmla="*/ 0 h 288"/>
              <a:gd name="T16" fmla="*/ 384 w 672"/>
              <a:gd name="T17" fmla="*/ 288 h 288"/>
              <a:gd name="T18" fmla="*/ 480 w 672"/>
              <a:gd name="T19" fmla="*/ 288 h 288"/>
              <a:gd name="T20" fmla="*/ 480 w 672"/>
              <a:gd name="T21" fmla="*/ 0 h 288"/>
              <a:gd name="T22" fmla="*/ 576 w 672"/>
              <a:gd name="T23" fmla="*/ 0 h 288"/>
              <a:gd name="T24" fmla="*/ 576 w 672"/>
              <a:gd name="T25" fmla="*/ 288 h 288"/>
              <a:gd name="T26" fmla="*/ 672 w 672"/>
              <a:gd name="T27" fmla="*/ 288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72" h="288">
                <a:moveTo>
                  <a:pt x="0" y="288"/>
                </a:moveTo>
                <a:lnTo>
                  <a:pt x="96" y="288"/>
                </a:lnTo>
                <a:lnTo>
                  <a:pt x="96" y="0"/>
                </a:lnTo>
                <a:lnTo>
                  <a:pt x="192" y="0"/>
                </a:lnTo>
                <a:lnTo>
                  <a:pt x="192" y="288"/>
                </a:lnTo>
                <a:lnTo>
                  <a:pt x="288" y="288"/>
                </a:lnTo>
                <a:lnTo>
                  <a:pt x="288" y="0"/>
                </a:lnTo>
                <a:lnTo>
                  <a:pt x="384" y="0"/>
                </a:lnTo>
                <a:lnTo>
                  <a:pt x="384" y="288"/>
                </a:lnTo>
                <a:lnTo>
                  <a:pt x="480" y="288"/>
                </a:lnTo>
                <a:lnTo>
                  <a:pt x="480" y="0"/>
                </a:lnTo>
                <a:lnTo>
                  <a:pt x="576" y="0"/>
                </a:lnTo>
                <a:lnTo>
                  <a:pt x="576" y="288"/>
                </a:lnTo>
                <a:lnTo>
                  <a:pt x="672" y="288"/>
                </a:lnTo>
              </a:path>
            </a:pathLst>
          </a:custGeom>
          <a:noFill/>
          <a:ln w="28575" cmpd="sng">
            <a:solidFill>
              <a:srgbClr val="333399"/>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anose="02010609060101010101" pitchFamily="2" charset="-122"/>
            </a:endParaRPr>
          </a:p>
        </p:txBody>
      </p:sp>
      <p:grpSp>
        <p:nvGrpSpPr>
          <p:cNvPr id="76" name="Group 60"/>
          <p:cNvGrpSpPr/>
          <p:nvPr/>
        </p:nvGrpSpPr>
        <p:grpSpPr bwMode="auto">
          <a:xfrm>
            <a:off x="6057628" y="2795292"/>
            <a:ext cx="708554" cy="339725"/>
            <a:chOff x="2315" y="3965"/>
            <a:chExt cx="496" cy="254"/>
          </a:xfrm>
        </p:grpSpPr>
        <p:sp>
          <p:nvSpPr>
            <p:cNvPr id="77" name="Freeform 61"/>
            <p:cNvSpPr/>
            <p:nvPr/>
          </p:nvSpPr>
          <p:spPr bwMode="auto">
            <a:xfrm>
              <a:off x="2315" y="4051"/>
              <a:ext cx="92" cy="89"/>
            </a:xfrm>
            <a:custGeom>
              <a:avLst/>
              <a:gdLst>
                <a:gd name="T0" fmla="*/ 0 w 552"/>
                <a:gd name="T1" fmla="*/ 255 h 535"/>
                <a:gd name="T2" fmla="*/ 7 w 552"/>
                <a:gd name="T3" fmla="*/ 209 h 535"/>
                <a:gd name="T4" fmla="*/ 18 w 552"/>
                <a:gd name="T5" fmla="*/ 164 h 535"/>
                <a:gd name="T6" fmla="*/ 26 w 552"/>
                <a:gd name="T7" fmla="*/ 131 h 535"/>
                <a:gd name="T8" fmla="*/ 39 w 552"/>
                <a:gd name="T9" fmla="*/ 115 h 535"/>
                <a:gd name="T10" fmla="*/ 52 w 552"/>
                <a:gd name="T11" fmla="*/ 104 h 535"/>
                <a:gd name="T12" fmla="*/ 67 w 552"/>
                <a:gd name="T13" fmla="*/ 103 h 535"/>
                <a:gd name="T14" fmla="*/ 83 w 552"/>
                <a:gd name="T15" fmla="*/ 107 h 535"/>
                <a:gd name="T16" fmla="*/ 98 w 552"/>
                <a:gd name="T17" fmla="*/ 121 h 535"/>
                <a:gd name="T18" fmla="*/ 106 w 552"/>
                <a:gd name="T19" fmla="*/ 140 h 535"/>
                <a:gd name="T20" fmla="*/ 112 w 552"/>
                <a:gd name="T21" fmla="*/ 165 h 535"/>
                <a:gd name="T22" fmla="*/ 141 w 552"/>
                <a:gd name="T23" fmla="*/ 331 h 535"/>
                <a:gd name="T24" fmla="*/ 148 w 552"/>
                <a:gd name="T25" fmla="*/ 356 h 535"/>
                <a:gd name="T26" fmla="*/ 154 w 552"/>
                <a:gd name="T27" fmla="*/ 373 h 535"/>
                <a:gd name="T28" fmla="*/ 172 w 552"/>
                <a:gd name="T29" fmla="*/ 385 h 535"/>
                <a:gd name="T30" fmla="*/ 188 w 552"/>
                <a:gd name="T31" fmla="*/ 386 h 535"/>
                <a:gd name="T32" fmla="*/ 203 w 552"/>
                <a:gd name="T33" fmla="*/ 378 h 535"/>
                <a:gd name="T34" fmla="*/ 212 w 552"/>
                <a:gd name="T35" fmla="*/ 359 h 535"/>
                <a:gd name="T36" fmla="*/ 219 w 552"/>
                <a:gd name="T37" fmla="*/ 331 h 535"/>
                <a:gd name="T38" fmla="*/ 258 w 552"/>
                <a:gd name="T39" fmla="*/ 88 h 535"/>
                <a:gd name="T40" fmla="*/ 264 w 552"/>
                <a:gd name="T41" fmla="*/ 52 h 535"/>
                <a:gd name="T42" fmla="*/ 271 w 552"/>
                <a:gd name="T43" fmla="*/ 29 h 535"/>
                <a:gd name="T44" fmla="*/ 280 w 552"/>
                <a:gd name="T45" fmla="*/ 12 h 535"/>
                <a:gd name="T46" fmla="*/ 291 w 552"/>
                <a:gd name="T47" fmla="*/ 4 h 535"/>
                <a:gd name="T48" fmla="*/ 308 w 552"/>
                <a:gd name="T49" fmla="*/ 0 h 535"/>
                <a:gd name="T50" fmla="*/ 327 w 552"/>
                <a:gd name="T51" fmla="*/ 5 h 535"/>
                <a:gd name="T52" fmla="*/ 340 w 552"/>
                <a:gd name="T53" fmla="*/ 26 h 535"/>
                <a:gd name="T54" fmla="*/ 347 w 552"/>
                <a:gd name="T55" fmla="*/ 43 h 535"/>
                <a:gd name="T56" fmla="*/ 353 w 552"/>
                <a:gd name="T57" fmla="*/ 68 h 535"/>
                <a:gd name="T58" fmla="*/ 412 w 552"/>
                <a:gd name="T59" fmla="*/ 460 h 535"/>
                <a:gd name="T60" fmla="*/ 419 w 552"/>
                <a:gd name="T61" fmla="*/ 492 h 535"/>
                <a:gd name="T62" fmla="*/ 429 w 552"/>
                <a:gd name="T63" fmla="*/ 520 h 535"/>
                <a:gd name="T64" fmla="*/ 441 w 552"/>
                <a:gd name="T65" fmla="*/ 530 h 535"/>
                <a:gd name="T66" fmla="*/ 462 w 552"/>
                <a:gd name="T67" fmla="*/ 535 h 535"/>
                <a:gd name="T68" fmla="*/ 478 w 552"/>
                <a:gd name="T69" fmla="*/ 518 h 535"/>
                <a:gd name="T70" fmla="*/ 488 w 552"/>
                <a:gd name="T71" fmla="*/ 495 h 535"/>
                <a:gd name="T72" fmla="*/ 496 w 552"/>
                <a:gd name="T73" fmla="*/ 461 h 535"/>
                <a:gd name="T74" fmla="*/ 552 w 552"/>
                <a:gd name="T75" fmla="*/ 107 h 5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52" h="535">
                  <a:moveTo>
                    <a:pt x="0" y="255"/>
                  </a:moveTo>
                  <a:lnTo>
                    <a:pt x="7" y="209"/>
                  </a:lnTo>
                  <a:lnTo>
                    <a:pt x="18" y="164"/>
                  </a:lnTo>
                  <a:lnTo>
                    <a:pt x="26" y="131"/>
                  </a:lnTo>
                  <a:lnTo>
                    <a:pt x="39" y="115"/>
                  </a:lnTo>
                  <a:lnTo>
                    <a:pt x="52" y="104"/>
                  </a:lnTo>
                  <a:lnTo>
                    <a:pt x="67" y="103"/>
                  </a:lnTo>
                  <a:lnTo>
                    <a:pt x="83" y="107"/>
                  </a:lnTo>
                  <a:lnTo>
                    <a:pt x="98" y="121"/>
                  </a:lnTo>
                  <a:lnTo>
                    <a:pt x="106" y="140"/>
                  </a:lnTo>
                  <a:lnTo>
                    <a:pt x="112" y="165"/>
                  </a:lnTo>
                  <a:lnTo>
                    <a:pt x="141" y="331"/>
                  </a:lnTo>
                  <a:lnTo>
                    <a:pt x="148" y="356"/>
                  </a:lnTo>
                  <a:lnTo>
                    <a:pt x="154" y="373"/>
                  </a:lnTo>
                  <a:lnTo>
                    <a:pt x="172" y="385"/>
                  </a:lnTo>
                  <a:lnTo>
                    <a:pt x="188" y="386"/>
                  </a:lnTo>
                  <a:lnTo>
                    <a:pt x="203" y="378"/>
                  </a:lnTo>
                  <a:lnTo>
                    <a:pt x="212" y="359"/>
                  </a:lnTo>
                  <a:lnTo>
                    <a:pt x="219" y="331"/>
                  </a:lnTo>
                  <a:lnTo>
                    <a:pt x="258" y="88"/>
                  </a:lnTo>
                  <a:lnTo>
                    <a:pt x="264" y="52"/>
                  </a:lnTo>
                  <a:lnTo>
                    <a:pt x="271" y="29"/>
                  </a:lnTo>
                  <a:lnTo>
                    <a:pt x="280" y="12"/>
                  </a:lnTo>
                  <a:lnTo>
                    <a:pt x="291" y="4"/>
                  </a:lnTo>
                  <a:lnTo>
                    <a:pt x="308" y="0"/>
                  </a:lnTo>
                  <a:lnTo>
                    <a:pt x="327" y="5"/>
                  </a:lnTo>
                  <a:lnTo>
                    <a:pt x="340" y="26"/>
                  </a:lnTo>
                  <a:lnTo>
                    <a:pt x="347" y="43"/>
                  </a:lnTo>
                  <a:lnTo>
                    <a:pt x="353" y="68"/>
                  </a:lnTo>
                  <a:lnTo>
                    <a:pt x="412" y="460"/>
                  </a:lnTo>
                  <a:lnTo>
                    <a:pt x="419" y="492"/>
                  </a:lnTo>
                  <a:lnTo>
                    <a:pt x="429" y="520"/>
                  </a:lnTo>
                  <a:lnTo>
                    <a:pt x="441" y="530"/>
                  </a:lnTo>
                  <a:lnTo>
                    <a:pt x="462" y="535"/>
                  </a:lnTo>
                  <a:lnTo>
                    <a:pt x="478" y="518"/>
                  </a:lnTo>
                  <a:lnTo>
                    <a:pt x="488" y="495"/>
                  </a:lnTo>
                  <a:lnTo>
                    <a:pt x="496" y="461"/>
                  </a:lnTo>
                  <a:lnTo>
                    <a:pt x="552" y="107"/>
                  </a:lnTo>
                </a:path>
              </a:pathLst>
            </a:custGeom>
            <a:noFill/>
            <a:ln w="28575" cmpd="sng">
              <a:solidFill>
                <a:srgbClr val="333399"/>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b="1">
                <a:solidFill>
                  <a:srgbClr val="0000CC"/>
                </a:solidFill>
                <a:latin typeface="+mn-lt"/>
                <a:ea typeface="黑体" panose="02010609060101010101" pitchFamily="2" charset="-122"/>
              </a:endParaRPr>
            </a:p>
          </p:txBody>
        </p:sp>
        <p:sp>
          <p:nvSpPr>
            <p:cNvPr id="78" name="Freeform 62"/>
            <p:cNvSpPr/>
            <p:nvPr/>
          </p:nvSpPr>
          <p:spPr bwMode="auto">
            <a:xfrm>
              <a:off x="2407" y="3965"/>
              <a:ext cx="157" cy="254"/>
            </a:xfrm>
            <a:custGeom>
              <a:avLst/>
              <a:gdLst>
                <a:gd name="T0" fmla="*/ 0 w 943"/>
                <a:gd name="T1" fmla="*/ 622 h 1524"/>
                <a:gd name="T2" fmla="*/ 49 w 943"/>
                <a:gd name="T3" fmla="*/ 336 h 1524"/>
                <a:gd name="T4" fmla="*/ 55 w 943"/>
                <a:gd name="T5" fmla="*/ 313 h 1524"/>
                <a:gd name="T6" fmla="*/ 71 w 943"/>
                <a:gd name="T7" fmla="*/ 301 h 1524"/>
                <a:gd name="T8" fmla="*/ 84 w 943"/>
                <a:gd name="T9" fmla="*/ 297 h 1524"/>
                <a:gd name="T10" fmla="*/ 105 w 943"/>
                <a:gd name="T11" fmla="*/ 301 h 1524"/>
                <a:gd name="T12" fmla="*/ 116 w 943"/>
                <a:gd name="T13" fmla="*/ 314 h 1524"/>
                <a:gd name="T14" fmla="*/ 122 w 943"/>
                <a:gd name="T15" fmla="*/ 336 h 1524"/>
                <a:gd name="T16" fmla="*/ 236 w 943"/>
                <a:gd name="T17" fmla="*/ 1164 h 1524"/>
                <a:gd name="T18" fmla="*/ 247 w 943"/>
                <a:gd name="T19" fmla="*/ 1207 h 1524"/>
                <a:gd name="T20" fmla="*/ 258 w 943"/>
                <a:gd name="T21" fmla="*/ 1222 h 1524"/>
                <a:gd name="T22" fmla="*/ 276 w 943"/>
                <a:gd name="T23" fmla="*/ 1230 h 1524"/>
                <a:gd name="T24" fmla="*/ 290 w 943"/>
                <a:gd name="T25" fmla="*/ 1234 h 1524"/>
                <a:gd name="T26" fmla="*/ 309 w 943"/>
                <a:gd name="T27" fmla="*/ 1227 h 1524"/>
                <a:gd name="T28" fmla="*/ 324 w 943"/>
                <a:gd name="T29" fmla="*/ 1209 h 1524"/>
                <a:gd name="T30" fmla="*/ 335 w 943"/>
                <a:gd name="T31" fmla="*/ 1164 h 1524"/>
                <a:gd name="T32" fmla="*/ 448 w 943"/>
                <a:gd name="T33" fmla="*/ 204 h 1524"/>
                <a:gd name="T34" fmla="*/ 455 w 943"/>
                <a:gd name="T35" fmla="*/ 158 h 1524"/>
                <a:gd name="T36" fmla="*/ 462 w 943"/>
                <a:gd name="T37" fmla="*/ 143 h 1524"/>
                <a:gd name="T38" fmla="*/ 470 w 943"/>
                <a:gd name="T39" fmla="*/ 129 h 1524"/>
                <a:gd name="T40" fmla="*/ 483 w 943"/>
                <a:gd name="T41" fmla="*/ 118 h 1524"/>
                <a:gd name="T42" fmla="*/ 499 w 943"/>
                <a:gd name="T43" fmla="*/ 116 h 1524"/>
                <a:gd name="T44" fmla="*/ 517 w 943"/>
                <a:gd name="T45" fmla="*/ 122 h 1524"/>
                <a:gd name="T46" fmla="*/ 531 w 943"/>
                <a:gd name="T47" fmla="*/ 132 h 1524"/>
                <a:gd name="T48" fmla="*/ 539 w 943"/>
                <a:gd name="T49" fmla="*/ 143 h 1524"/>
                <a:gd name="T50" fmla="*/ 548 w 943"/>
                <a:gd name="T51" fmla="*/ 158 h 1524"/>
                <a:gd name="T52" fmla="*/ 555 w 943"/>
                <a:gd name="T53" fmla="*/ 197 h 1524"/>
                <a:gd name="T54" fmla="*/ 658 w 943"/>
                <a:gd name="T55" fmla="*/ 1428 h 1524"/>
                <a:gd name="T56" fmla="*/ 665 w 943"/>
                <a:gd name="T57" fmla="*/ 1480 h 1524"/>
                <a:gd name="T58" fmla="*/ 674 w 943"/>
                <a:gd name="T59" fmla="*/ 1505 h 1524"/>
                <a:gd name="T60" fmla="*/ 692 w 943"/>
                <a:gd name="T61" fmla="*/ 1517 h 1524"/>
                <a:gd name="T62" fmla="*/ 710 w 943"/>
                <a:gd name="T63" fmla="*/ 1524 h 1524"/>
                <a:gd name="T64" fmla="*/ 727 w 943"/>
                <a:gd name="T65" fmla="*/ 1517 h 1524"/>
                <a:gd name="T66" fmla="*/ 736 w 943"/>
                <a:gd name="T67" fmla="*/ 1505 h 1524"/>
                <a:gd name="T68" fmla="*/ 742 w 943"/>
                <a:gd name="T69" fmla="*/ 1484 h 1524"/>
                <a:gd name="T70" fmla="*/ 748 w 943"/>
                <a:gd name="T71" fmla="*/ 1432 h 1524"/>
                <a:gd name="T72" fmla="*/ 882 w 943"/>
                <a:gd name="T73" fmla="*/ 87 h 1524"/>
                <a:gd name="T74" fmla="*/ 888 w 943"/>
                <a:gd name="T75" fmla="*/ 59 h 1524"/>
                <a:gd name="T76" fmla="*/ 897 w 943"/>
                <a:gd name="T77" fmla="*/ 34 h 1524"/>
                <a:gd name="T78" fmla="*/ 908 w 943"/>
                <a:gd name="T79" fmla="*/ 17 h 1524"/>
                <a:gd name="T80" fmla="*/ 919 w 943"/>
                <a:gd name="T81" fmla="*/ 5 h 1524"/>
                <a:gd name="T82" fmla="*/ 931 w 943"/>
                <a:gd name="T83" fmla="*/ 0 h 1524"/>
                <a:gd name="T84" fmla="*/ 943 w 943"/>
                <a:gd name="T85" fmla="*/ 0 h 1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3" h="1524">
                  <a:moveTo>
                    <a:pt x="0" y="622"/>
                  </a:moveTo>
                  <a:lnTo>
                    <a:pt x="49" y="336"/>
                  </a:lnTo>
                  <a:lnTo>
                    <a:pt x="55" y="313"/>
                  </a:lnTo>
                  <a:lnTo>
                    <a:pt x="71" y="301"/>
                  </a:lnTo>
                  <a:lnTo>
                    <a:pt x="84" y="297"/>
                  </a:lnTo>
                  <a:lnTo>
                    <a:pt x="105" y="301"/>
                  </a:lnTo>
                  <a:lnTo>
                    <a:pt x="116" y="314"/>
                  </a:lnTo>
                  <a:lnTo>
                    <a:pt x="122" y="336"/>
                  </a:lnTo>
                  <a:lnTo>
                    <a:pt x="236" y="1164"/>
                  </a:lnTo>
                  <a:lnTo>
                    <a:pt x="247" y="1207"/>
                  </a:lnTo>
                  <a:lnTo>
                    <a:pt x="258" y="1222"/>
                  </a:lnTo>
                  <a:lnTo>
                    <a:pt x="276" y="1230"/>
                  </a:lnTo>
                  <a:lnTo>
                    <a:pt x="290" y="1234"/>
                  </a:lnTo>
                  <a:lnTo>
                    <a:pt x="309" y="1227"/>
                  </a:lnTo>
                  <a:lnTo>
                    <a:pt x="324" y="1209"/>
                  </a:lnTo>
                  <a:lnTo>
                    <a:pt x="335" y="1164"/>
                  </a:lnTo>
                  <a:lnTo>
                    <a:pt x="448" y="204"/>
                  </a:lnTo>
                  <a:lnTo>
                    <a:pt x="455" y="158"/>
                  </a:lnTo>
                  <a:lnTo>
                    <a:pt x="462" y="143"/>
                  </a:lnTo>
                  <a:lnTo>
                    <a:pt x="470" y="129"/>
                  </a:lnTo>
                  <a:lnTo>
                    <a:pt x="483" y="118"/>
                  </a:lnTo>
                  <a:lnTo>
                    <a:pt x="499" y="116"/>
                  </a:lnTo>
                  <a:lnTo>
                    <a:pt x="517" y="122"/>
                  </a:lnTo>
                  <a:lnTo>
                    <a:pt x="531" y="132"/>
                  </a:lnTo>
                  <a:lnTo>
                    <a:pt x="539" y="143"/>
                  </a:lnTo>
                  <a:lnTo>
                    <a:pt x="548" y="158"/>
                  </a:lnTo>
                  <a:lnTo>
                    <a:pt x="555" y="197"/>
                  </a:lnTo>
                  <a:lnTo>
                    <a:pt x="658" y="1428"/>
                  </a:lnTo>
                  <a:lnTo>
                    <a:pt x="665" y="1480"/>
                  </a:lnTo>
                  <a:lnTo>
                    <a:pt x="674" y="1505"/>
                  </a:lnTo>
                  <a:lnTo>
                    <a:pt x="692" y="1517"/>
                  </a:lnTo>
                  <a:lnTo>
                    <a:pt x="710" y="1524"/>
                  </a:lnTo>
                  <a:lnTo>
                    <a:pt x="727" y="1517"/>
                  </a:lnTo>
                  <a:lnTo>
                    <a:pt x="736" y="1505"/>
                  </a:lnTo>
                  <a:lnTo>
                    <a:pt x="742" y="1484"/>
                  </a:lnTo>
                  <a:lnTo>
                    <a:pt x="748" y="1432"/>
                  </a:lnTo>
                  <a:lnTo>
                    <a:pt x="882" y="87"/>
                  </a:lnTo>
                  <a:lnTo>
                    <a:pt x="888" y="59"/>
                  </a:lnTo>
                  <a:lnTo>
                    <a:pt x="897" y="34"/>
                  </a:lnTo>
                  <a:lnTo>
                    <a:pt x="908" y="17"/>
                  </a:lnTo>
                  <a:lnTo>
                    <a:pt x="919" y="5"/>
                  </a:lnTo>
                  <a:lnTo>
                    <a:pt x="931" y="0"/>
                  </a:lnTo>
                  <a:lnTo>
                    <a:pt x="943" y="0"/>
                  </a:lnTo>
                </a:path>
              </a:pathLst>
            </a:custGeom>
            <a:noFill/>
            <a:ln w="28575" cmpd="sng">
              <a:solidFill>
                <a:srgbClr val="333399"/>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b="1">
                <a:solidFill>
                  <a:srgbClr val="0000CC"/>
                </a:solidFill>
                <a:latin typeface="+mn-lt"/>
                <a:ea typeface="黑体" panose="02010609060101010101" pitchFamily="2" charset="-122"/>
              </a:endParaRPr>
            </a:p>
          </p:txBody>
        </p:sp>
        <p:sp>
          <p:nvSpPr>
            <p:cNvPr id="79" name="Freeform 63"/>
            <p:cNvSpPr/>
            <p:nvPr/>
          </p:nvSpPr>
          <p:spPr bwMode="auto">
            <a:xfrm>
              <a:off x="2719" y="4051"/>
              <a:ext cx="92" cy="89"/>
            </a:xfrm>
            <a:custGeom>
              <a:avLst/>
              <a:gdLst>
                <a:gd name="T0" fmla="*/ 551 w 551"/>
                <a:gd name="T1" fmla="*/ 255 h 535"/>
                <a:gd name="T2" fmla="*/ 544 w 551"/>
                <a:gd name="T3" fmla="*/ 209 h 535"/>
                <a:gd name="T4" fmla="*/ 534 w 551"/>
                <a:gd name="T5" fmla="*/ 164 h 535"/>
                <a:gd name="T6" fmla="*/ 525 w 551"/>
                <a:gd name="T7" fmla="*/ 131 h 535"/>
                <a:gd name="T8" fmla="*/ 514 w 551"/>
                <a:gd name="T9" fmla="*/ 115 h 535"/>
                <a:gd name="T10" fmla="*/ 499 w 551"/>
                <a:gd name="T11" fmla="*/ 104 h 535"/>
                <a:gd name="T12" fmla="*/ 486 w 551"/>
                <a:gd name="T13" fmla="*/ 103 h 535"/>
                <a:gd name="T14" fmla="*/ 468 w 551"/>
                <a:gd name="T15" fmla="*/ 107 h 535"/>
                <a:gd name="T16" fmla="*/ 455 w 551"/>
                <a:gd name="T17" fmla="*/ 121 h 535"/>
                <a:gd name="T18" fmla="*/ 446 w 551"/>
                <a:gd name="T19" fmla="*/ 140 h 535"/>
                <a:gd name="T20" fmla="*/ 439 w 551"/>
                <a:gd name="T21" fmla="*/ 165 h 535"/>
                <a:gd name="T22" fmla="*/ 411 w 551"/>
                <a:gd name="T23" fmla="*/ 331 h 535"/>
                <a:gd name="T24" fmla="*/ 404 w 551"/>
                <a:gd name="T25" fmla="*/ 356 h 535"/>
                <a:gd name="T26" fmla="*/ 398 w 551"/>
                <a:gd name="T27" fmla="*/ 373 h 535"/>
                <a:gd name="T28" fmla="*/ 381 w 551"/>
                <a:gd name="T29" fmla="*/ 385 h 535"/>
                <a:gd name="T30" fmla="*/ 364 w 551"/>
                <a:gd name="T31" fmla="*/ 386 h 535"/>
                <a:gd name="T32" fmla="*/ 349 w 551"/>
                <a:gd name="T33" fmla="*/ 378 h 535"/>
                <a:gd name="T34" fmla="*/ 341 w 551"/>
                <a:gd name="T35" fmla="*/ 359 h 535"/>
                <a:gd name="T36" fmla="*/ 333 w 551"/>
                <a:gd name="T37" fmla="*/ 331 h 535"/>
                <a:gd name="T38" fmla="*/ 295 w 551"/>
                <a:gd name="T39" fmla="*/ 88 h 535"/>
                <a:gd name="T40" fmla="*/ 288 w 551"/>
                <a:gd name="T41" fmla="*/ 52 h 535"/>
                <a:gd name="T42" fmla="*/ 281 w 551"/>
                <a:gd name="T43" fmla="*/ 29 h 535"/>
                <a:gd name="T44" fmla="*/ 271 w 551"/>
                <a:gd name="T45" fmla="*/ 12 h 535"/>
                <a:gd name="T46" fmla="*/ 260 w 551"/>
                <a:gd name="T47" fmla="*/ 4 h 535"/>
                <a:gd name="T48" fmla="*/ 242 w 551"/>
                <a:gd name="T49" fmla="*/ 0 h 535"/>
                <a:gd name="T50" fmla="*/ 225 w 551"/>
                <a:gd name="T51" fmla="*/ 5 h 535"/>
                <a:gd name="T52" fmla="*/ 210 w 551"/>
                <a:gd name="T53" fmla="*/ 26 h 535"/>
                <a:gd name="T54" fmla="*/ 204 w 551"/>
                <a:gd name="T55" fmla="*/ 43 h 535"/>
                <a:gd name="T56" fmla="*/ 199 w 551"/>
                <a:gd name="T57" fmla="*/ 68 h 535"/>
                <a:gd name="T58" fmla="*/ 141 w 551"/>
                <a:gd name="T59" fmla="*/ 460 h 535"/>
                <a:gd name="T60" fmla="*/ 134 w 551"/>
                <a:gd name="T61" fmla="*/ 492 h 535"/>
                <a:gd name="T62" fmla="*/ 123 w 551"/>
                <a:gd name="T63" fmla="*/ 520 h 535"/>
                <a:gd name="T64" fmla="*/ 111 w 551"/>
                <a:gd name="T65" fmla="*/ 530 h 535"/>
                <a:gd name="T66" fmla="*/ 90 w 551"/>
                <a:gd name="T67" fmla="*/ 535 h 535"/>
                <a:gd name="T68" fmla="*/ 73 w 551"/>
                <a:gd name="T69" fmla="*/ 518 h 535"/>
                <a:gd name="T70" fmla="*/ 63 w 551"/>
                <a:gd name="T71" fmla="*/ 495 h 535"/>
                <a:gd name="T72" fmla="*/ 56 w 551"/>
                <a:gd name="T73" fmla="*/ 461 h 535"/>
                <a:gd name="T74" fmla="*/ 0 w 551"/>
                <a:gd name="T75" fmla="*/ 107 h 5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51" h="535">
                  <a:moveTo>
                    <a:pt x="551" y="255"/>
                  </a:moveTo>
                  <a:lnTo>
                    <a:pt x="544" y="209"/>
                  </a:lnTo>
                  <a:lnTo>
                    <a:pt x="534" y="164"/>
                  </a:lnTo>
                  <a:lnTo>
                    <a:pt x="525" y="131"/>
                  </a:lnTo>
                  <a:lnTo>
                    <a:pt x="514" y="115"/>
                  </a:lnTo>
                  <a:lnTo>
                    <a:pt x="499" y="104"/>
                  </a:lnTo>
                  <a:lnTo>
                    <a:pt x="486" y="103"/>
                  </a:lnTo>
                  <a:lnTo>
                    <a:pt x="468" y="107"/>
                  </a:lnTo>
                  <a:lnTo>
                    <a:pt x="455" y="121"/>
                  </a:lnTo>
                  <a:lnTo>
                    <a:pt x="446" y="140"/>
                  </a:lnTo>
                  <a:lnTo>
                    <a:pt x="439" y="165"/>
                  </a:lnTo>
                  <a:lnTo>
                    <a:pt x="411" y="331"/>
                  </a:lnTo>
                  <a:lnTo>
                    <a:pt x="404" y="356"/>
                  </a:lnTo>
                  <a:lnTo>
                    <a:pt x="398" y="373"/>
                  </a:lnTo>
                  <a:lnTo>
                    <a:pt x="381" y="385"/>
                  </a:lnTo>
                  <a:lnTo>
                    <a:pt x="364" y="386"/>
                  </a:lnTo>
                  <a:lnTo>
                    <a:pt x="349" y="378"/>
                  </a:lnTo>
                  <a:lnTo>
                    <a:pt x="341" y="359"/>
                  </a:lnTo>
                  <a:lnTo>
                    <a:pt x="333" y="331"/>
                  </a:lnTo>
                  <a:lnTo>
                    <a:pt x="295" y="88"/>
                  </a:lnTo>
                  <a:lnTo>
                    <a:pt x="288" y="52"/>
                  </a:lnTo>
                  <a:lnTo>
                    <a:pt x="281" y="29"/>
                  </a:lnTo>
                  <a:lnTo>
                    <a:pt x="271" y="12"/>
                  </a:lnTo>
                  <a:lnTo>
                    <a:pt x="260" y="4"/>
                  </a:lnTo>
                  <a:lnTo>
                    <a:pt x="242" y="0"/>
                  </a:lnTo>
                  <a:lnTo>
                    <a:pt x="225" y="5"/>
                  </a:lnTo>
                  <a:lnTo>
                    <a:pt x="210" y="26"/>
                  </a:lnTo>
                  <a:lnTo>
                    <a:pt x="204" y="43"/>
                  </a:lnTo>
                  <a:lnTo>
                    <a:pt x="199" y="68"/>
                  </a:lnTo>
                  <a:lnTo>
                    <a:pt x="141" y="460"/>
                  </a:lnTo>
                  <a:lnTo>
                    <a:pt x="134" y="492"/>
                  </a:lnTo>
                  <a:lnTo>
                    <a:pt x="123" y="520"/>
                  </a:lnTo>
                  <a:lnTo>
                    <a:pt x="111" y="530"/>
                  </a:lnTo>
                  <a:lnTo>
                    <a:pt x="90" y="535"/>
                  </a:lnTo>
                  <a:lnTo>
                    <a:pt x="73" y="518"/>
                  </a:lnTo>
                  <a:lnTo>
                    <a:pt x="63" y="495"/>
                  </a:lnTo>
                  <a:lnTo>
                    <a:pt x="56" y="461"/>
                  </a:lnTo>
                  <a:lnTo>
                    <a:pt x="0" y="107"/>
                  </a:lnTo>
                </a:path>
              </a:pathLst>
            </a:custGeom>
            <a:noFill/>
            <a:ln w="28575" cmpd="sng">
              <a:solidFill>
                <a:srgbClr val="333399"/>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b="1">
                <a:solidFill>
                  <a:srgbClr val="0000CC"/>
                </a:solidFill>
                <a:latin typeface="+mn-lt"/>
                <a:ea typeface="黑体" panose="02010609060101010101" pitchFamily="2" charset="-122"/>
              </a:endParaRPr>
            </a:p>
          </p:txBody>
        </p:sp>
        <p:sp>
          <p:nvSpPr>
            <p:cNvPr id="80" name="Freeform 64"/>
            <p:cNvSpPr/>
            <p:nvPr/>
          </p:nvSpPr>
          <p:spPr bwMode="auto">
            <a:xfrm>
              <a:off x="2562" y="3965"/>
              <a:ext cx="157" cy="254"/>
            </a:xfrm>
            <a:custGeom>
              <a:avLst/>
              <a:gdLst>
                <a:gd name="T0" fmla="*/ 943 w 943"/>
                <a:gd name="T1" fmla="*/ 626 h 1524"/>
                <a:gd name="T2" fmla="*/ 895 w 943"/>
                <a:gd name="T3" fmla="*/ 336 h 1524"/>
                <a:gd name="T4" fmla="*/ 887 w 943"/>
                <a:gd name="T5" fmla="*/ 313 h 1524"/>
                <a:gd name="T6" fmla="*/ 873 w 943"/>
                <a:gd name="T7" fmla="*/ 301 h 1524"/>
                <a:gd name="T8" fmla="*/ 859 w 943"/>
                <a:gd name="T9" fmla="*/ 297 h 1524"/>
                <a:gd name="T10" fmla="*/ 837 w 943"/>
                <a:gd name="T11" fmla="*/ 301 h 1524"/>
                <a:gd name="T12" fmla="*/ 828 w 943"/>
                <a:gd name="T13" fmla="*/ 314 h 1524"/>
                <a:gd name="T14" fmla="*/ 819 w 943"/>
                <a:gd name="T15" fmla="*/ 336 h 1524"/>
                <a:gd name="T16" fmla="*/ 706 w 943"/>
                <a:gd name="T17" fmla="*/ 1164 h 1524"/>
                <a:gd name="T18" fmla="*/ 695 w 943"/>
                <a:gd name="T19" fmla="*/ 1207 h 1524"/>
                <a:gd name="T20" fmla="*/ 686 w 943"/>
                <a:gd name="T21" fmla="*/ 1222 h 1524"/>
                <a:gd name="T22" fmla="*/ 667 w 943"/>
                <a:gd name="T23" fmla="*/ 1230 h 1524"/>
                <a:gd name="T24" fmla="*/ 652 w 943"/>
                <a:gd name="T25" fmla="*/ 1234 h 1524"/>
                <a:gd name="T26" fmla="*/ 633 w 943"/>
                <a:gd name="T27" fmla="*/ 1227 h 1524"/>
                <a:gd name="T28" fmla="*/ 619 w 943"/>
                <a:gd name="T29" fmla="*/ 1209 h 1524"/>
                <a:gd name="T30" fmla="*/ 608 w 943"/>
                <a:gd name="T31" fmla="*/ 1164 h 1524"/>
                <a:gd name="T32" fmla="*/ 495 w 943"/>
                <a:gd name="T33" fmla="*/ 204 h 1524"/>
                <a:gd name="T34" fmla="*/ 486 w 943"/>
                <a:gd name="T35" fmla="*/ 158 h 1524"/>
                <a:gd name="T36" fmla="*/ 482 w 943"/>
                <a:gd name="T37" fmla="*/ 143 h 1524"/>
                <a:gd name="T38" fmla="*/ 473 w 943"/>
                <a:gd name="T39" fmla="*/ 129 h 1524"/>
                <a:gd name="T40" fmla="*/ 459 w 943"/>
                <a:gd name="T41" fmla="*/ 118 h 1524"/>
                <a:gd name="T42" fmla="*/ 446 w 943"/>
                <a:gd name="T43" fmla="*/ 116 h 1524"/>
                <a:gd name="T44" fmla="*/ 427 w 943"/>
                <a:gd name="T45" fmla="*/ 122 h 1524"/>
                <a:gd name="T46" fmla="*/ 411 w 943"/>
                <a:gd name="T47" fmla="*/ 132 h 1524"/>
                <a:gd name="T48" fmla="*/ 403 w 943"/>
                <a:gd name="T49" fmla="*/ 143 h 1524"/>
                <a:gd name="T50" fmla="*/ 396 w 943"/>
                <a:gd name="T51" fmla="*/ 158 h 1524"/>
                <a:gd name="T52" fmla="*/ 389 w 943"/>
                <a:gd name="T53" fmla="*/ 197 h 1524"/>
                <a:gd name="T54" fmla="*/ 285 w 943"/>
                <a:gd name="T55" fmla="*/ 1428 h 1524"/>
                <a:gd name="T56" fmla="*/ 278 w 943"/>
                <a:gd name="T57" fmla="*/ 1480 h 1524"/>
                <a:gd name="T58" fmla="*/ 268 w 943"/>
                <a:gd name="T59" fmla="*/ 1505 h 1524"/>
                <a:gd name="T60" fmla="*/ 250 w 943"/>
                <a:gd name="T61" fmla="*/ 1517 h 1524"/>
                <a:gd name="T62" fmla="*/ 233 w 943"/>
                <a:gd name="T63" fmla="*/ 1524 h 1524"/>
                <a:gd name="T64" fmla="*/ 217 w 943"/>
                <a:gd name="T65" fmla="*/ 1517 h 1524"/>
                <a:gd name="T66" fmla="*/ 207 w 943"/>
                <a:gd name="T67" fmla="*/ 1505 h 1524"/>
                <a:gd name="T68" fmla="*/ 200 w 943"/>
                <a:gd name="T69" fmla="*/ 1484 h 1524"/>
                <a:gd name="T70" fmla="*/ 194 w 943"/>
                <a:gd name="T71" fmla="*/ 1432 h 1524"/>
                <a:gd name="T72" fmla="*/ 60 w 943"/>
                <a:gd name="T73" fmla="*/ 87 h 1524"/>
                <a:gd name="T74" fmla="*/ 56 w 943"/>
                <a:gd name="T75" fmla="*/ 59 h 1524"/>
                <a:gd name="T76" fmla="*/ 46 w 943"/>
                <a:gd name="T77" fmla="*/ 34 h 1524"/>
                <a:gd name="T78" fmla="*/ 35 w 943"/>
                <a:gd name="T79" fmla="*/ 17 h 1524"/>
                <a:gd name="T80" fmla="*/ 25 w 943"/>
                <a:gd name="T81" fmla="*/ 5 h 1524"/>
                <a:gd name="T82" fmla="*/ 12 w 943"/>
                <a:gd name="T83" fmla="*/ 0 h 1524"/>
                <a:gd name="T84" fmla="*/ 0 w 943"/>
                <a:gd name="T85" fmla="*/ 0 h 1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3" h="1524">
                  <a:moveTo>
                    <a:pt x="943" y="626"/>
                  </a:moveTo>
                  <a:lnTo>
                    <a:pt x="895" y="336"/>
                  </a:lnTo>
                  <a:lnTo>
                    <a:pt x="887" y="313"/>
                  </a:lnTo>
                  <a:lnTo>
                    <a:pt x="873" y="301"/>
                  </a:lnTo>
                  <a:lnTo>
                    <a:pt x="859" y="297"/>
                  </a:lnTo>
                  <a:lnTo>
                    <a:pt x="837" y="301"/>
                  </a:lnTo>
                  <a:lnTo>
                    <a:pt x="828" y="314"/>
                  </a:lnTo>
                  <a:lnTo>
                    <a:pt x="819" y="336"/>
                  </a:lnTo>
                  <a:lnTo>
                    <a:pt x="706" y="1164"/>
                  </a:lnTo>
                  <a:lnTo>
                    <a:pt x="695" y="1207"/>
                  </a:lnTo>
                  <a:lnTo>
                    <a:pt x="686" y="1222"/>
                  </a:lnTo>
                  <a:lnTo>
                    <a:pt x="667" y="1230"/>
                  </a:lnTo>
                  <a:lnTo>
                    <a:pt x="652" y="1234"/>
                  </a:lnTo>
                  <a:lnTo>
                    <a:pt x="633" y="1227"/>
                  </a:lnTo>
                  <a:lnTo>
                    <a:pt x="619" y="1209"/>
                  </a:lnTo>
                  <a:lnTo>
                    <a:pt x="608" y="1164"/>
                  </a:lnTo>
                  <a:lnTo>
                    <a:pt x="495" y="204"/>
                  </a:lnTo>
                  <a:lnTo>
                    <a:pt x="486" y="158"/>
                  </a:lnTo>
                  <a:lnTo>
                    <a:pt x="482" y="143"/>
                  </a:lnTo>
                  <a:lnTo>
                    <a:pt x="473" y="129"/>
                  </a:lnTo>
                  <a:lnTo>
                    <a:pt x="459" y="118"/>
                  </a:lnTo>
                  <a:lnTo>
                    <a:pt x="446" y="116"/>
                  </a:lnTo>
                  <a:lnTo>
                    <a:pt x="427" y="122"/>
                  </a:lnTo>
                  <a:lnTo>
                    <a:pt x="411" y="132"/>
                  </a:lnTo>
                  <a:lnTo>
                    <a:pt x="403" y="143"/>
                  </a:lnTo>
                  <a:lnTo>
                    <a:pt x="396" y="158"/>
                  </a:lnTo>
                  <a:lnTo>
                    <a:pt x="389" y="197"/>
                  </a:lnTo>
                  <a:lnTo>
                    <a:pt x="285" y="1428"/>
                  </a:lnTo>
                  <a:lnTo>
                    <a:pt x="278" y="1480"/>
                  </a:lnTo>
                  <a:lnTo>
                    <a:pt x="268" y="1505"/>
                  </a:lnTo>
                  <a:lnTo>
                    <a:pt x="250" y="1517"/>
                  </a:lnTo>
                  <a:lnTo>
                    <a:pt x="233" y="1524"/>
                  </a:lnTo>
                  <a:lnTo>
                    <a:pt x="217" y="1517"/>
                  </a:lnTo>
                  <a:lnTo>
                    <a:pt x="207" y="1505"/>
                  </a:lnTo>
                  <a:lnTo>
                    <a:pt x="200" y="1484"/>
                  </a:lnTo>
                  <a:lnTo>
                    <a:pt x="194" y="1432"/>
                  </a:lnTo>
                  <a:lnTo>
                    <a:pt x="60" y="87"/>
                  </a:lnTo>
                  <a:lnTo>
                    <a:pt x="56" y="59"/>
                  </a:lnTo>
                  <a:lnTo>
                    <a:pt x="46" y="34"/>
                  </a:lnTo>
                  <a:lnTo>
                    <a:pt x="35" y="17"/>
                  </a:lnTo>
                  <a:lnTo>
                    <a:pt x="25" y="5"/>
                  </a:lnTo>
                  <a:lnTo>
                    <a:pt x="12" y="0"/>
                  </a:lnTo>
                  <a:lnTo>
                    <a:pt x="0" y="0"/>
                  </a:lnTo>
                </a:path>
              </a:pathLst>
            </a:custGeom>
            <a:noFill/>
            <a:ln w="28575" cmpd="sng">
              <a:solidFill>
                <a:srgbClr val="333399"/>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b="1">
                <a:solidFill>
                  <a:srgbClr val="0000CC"/>
                </a:solidFill>
                <a:latin typeface="+mn-lt"/>
                <a:ea typeface="黑体" panose="02010609060101010101" pitchFamily="2" charset="-122"/>
              </a:endParaRPr>
            </a:p>
          </p:txBody>
        </p:sp>
      </p:grpSp>
      <p:grpSp>
        <p:nvGrpSpPr>
          <p:cNvPr id="81" name="Group 113"/>
          <p:cNvGrpSpPr/>
          <p:nvPr/>
        </p:nvGrpSpPr>
        <p:grpSpPr bwMode="auto">
          <a:xfrm>
            <a:off x="632520" y="1988840"/>
            <a:ext cx="8918838" cy="420689"/>
            <a:chOff x="317" y="1260"/>
            <a:chExt cx="4873" cy="229"/>
          </a:xfrm>
        </p:grpSpPr>
        <p:sp>
          <p:nvSpPr>
            <p:cNvPr id="82" name="Line 65"/>
            <p:cNvSpPr>
              <a:spLocks noChangeShapeType="1"/>
            </p:cNvSpPr>
            <p:nvPr/>
          </p:nvSpPr>
          <p:spPr bwMode="auto">
            <a:xfrm>
              <a:off x="317" y="1373"/>
              <a:ext cx="4873" cy="0"/>
            </a:xfrm>
            <a:prstGeom prst="line">
              <a:avLst/>
            </a:prstGeom>
            <a:noFill/>
            <a:ln w="28575">
              <a:solidFill>
                <a:srgbClr val="0000CC"/>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anose="02010609060101010101" pitchFamily="2" charset="-122"/>
              </a:endParaRPr>
            </a:p>
          </p:txBody>
        </p:sp>
        <p:sp>
          <p:nvSpPr>
            <p:cNvPr id="83" name="Rectangle 66"/>
            <p:cNvSpPr>
              <a:spLocks noChangeArrowheads="1"/>
            </p:cNvSpPr>
            <p:nvPr/>
          </p:nvSpPr>
          <p:spPr bwMode="auto">
            <a:xfrm>
              <a:off x="2294" y="1260"/>
              <a:ext cx="994" cy="229"/>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defTabSz="762000" eaLnBrk="0" hangingPunct="0"/>
              <a:r>
                <a:rPr kumimoji="1" lang="zh-CN" altLang="en-US" sz="1800" b="1">
                  <a:solidFill>
                    <a:srgbClr val="0000CC"/>
                  </a:solidFill>
                  <a:latin typeface="+mn-lt"/>
                  <a:ea typeface="黑体" panose="02010609060101010101" pitchFamily="2" charset="-122"/>
                </a:rPr>
                <a:t>数据通信系统</a:t>
              </a:r>
            </a:p>
          </p:txBody>
        </p:sp>
      </p:grpSp>
      <p:grpSp>
        <p:nvGrpSpPr>
          <p:cNvPr id="84" name="Group 99"/>
          <p:cNvGrpSpPr/>
          <p:nvPr/>
        </p:nvGrpSpPr>
        <p:grpSpPr bwMode="auto">
          <a:xfrm>
            <a:off x="691877" y="3308055"/>
            <a:ext cx="3074988" cy="1660525"/>
            <a:chOff x="273" y="2091"/>
            <a:chExt cx="1788" cy="1046"/>
          </a:xfrm>
        </p:grpSpPr>
        <p:sp>
          <p:nvSpPr>
            <p:cNvPr id="85" name="Line 68"/>
            <p:cNvSpPr>
              <a:spLocks noChangeShapeType="1"/>
            </p:cNvSpPr>
            <p:nvPr/>
          </p:nvSpPr>
          <p:spPr bwMode="auto">
            <a:xfrm>
              <a:off x="2061" y="2091"/>
              <a:ext cx="0" cy="1046"/>
            </a:xfrm>
            <a:prstGeom prst="line">
              <a:avLst/>
            </a:prstGeom>
            <a:noFill/>
            <a:ln w="28575">
              <a:solidFill>
                <a:srgbClr val="FF0000"/>
              </a:solidFill>
              <a:prstDash val="dash"/>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anose="02010609060101010101" pitchFamily="2" charset="-122"/>
              </a:endParaRPr>
            </a:p>
          </p:txBody>
        </p:sp>
        <p:grpSp>
          <p:nvGrpSpPr>
            <p:cNvPr id="86" name="Group 98"/>
            <p:cNvGrpSpPr/>
            <p:nvPr/>
          </p:nvGrpSpPr>
          <p:grpSpPr bwMode="auto">
            <a:xfrm>
              <a:off x="273" y="2523"/>
              <a:ext cx="1788" cy="237"/>
              <a:chOff x="273" y="2523"/>
              <a:chExt cx="1788" cy="237"/>
            </a:xfrm>
          </p:grpSpPr>
          <p:sp>
            <p:nvSpPr>
              <p:cNvPr id="87" name="Line 67"/>
              <p:cNvSpPr>
                <a:spLocks noChangeShapeType="1"/>
              </p:cNvSpPr>
              <p:nvPr/>
            </p:nvSpPr>
            <p:spPr bwMode="auto">
              <a:xfrm>
                <a:off x="273" y="2660"/>
                <a:ext cx="1788" cy="0"/>
              </a:xfrm>
              <a:prstGeom prst="line">
                <a:avLst/>
              </a:prstGeom>
              <a:noFill/>
              <a:ln w="28575">
                <a:solidFill>
                  <a:srgbClr val="333399"/>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anose="02010609060101010101" pitchFamily="2" charset="-122"/>
                </a:endParaRPr>
              </a:p>
            </p:txBody>
          </p:sp>
          <p:sp>
            <p:nvSpPr>
              <p:cNvPr id="88" name="Rectangle 71"/>
              <p:cNvSpPr>
                <a:spLocks noChangeArrowheads="1"/>
              </p:cNvSpPr>
              <p:nvPr/>
            </p:nvSpPr>
            <p:spPr bwMode="auto">
              <a:xfrm>
                <a:off x="854" y="2523"/>
                <a:ext cx="620" cy="237"/>
              </a:xfrm>
              <a:prstGeom prst="rect">
                <a:avLst/>
              </a:prstGeom>
              <a:solidFill>
                <a:srgbClr val="FFFF00"/>
              </a:solidFill>
              <a:ln w="12700">
                <a:solidFill>
                  <a:srgbClr val="33339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800" b="1">
                    <a:solidFill>
                      <a:srgbClr val="0000CC"/>
                    </a:solidFill>
                    <a:latin typeface="+mn-lt"/>
                    <a:ea typeface="黑体" panose="02010609060101010101" pitchFamily="2" charset="-122"/>
                  </a:rPr>
                  <a:t>源系统</a:t>
                </a:r>
              </a:p>
            </p:txBody>
          </p:sp>
        </p:grpSp>
      </p:grpSp>
      <p:grpSp>
        <p:nvGrpSpPr>
          <p:cNvPr id="89" name="Group 101"/>
          <p:cNvGrpSpPr/>
          <p:nvPr/>
        </p:nvGrpSpPr>
        <p:grpSpPr bwMode="auto">
          <a:xfrm>
            <a:off x="6226168" y="4009730"/>
            <a:ext cx="3076707" cy="376237"/>
            <a:chOff x="3491" y="2533"/>
            <a:chExt cx="1789" cy="237"/>
          </a:xfrm>
        </p:grpSpPr>
        <p:sp>
          <p:nvSpPr>
            <p:cNvPr id="90" name="Line 70"/>
            <p:cNvSpPr>
              <a:spLocks noChangeShapeType="1"/>
            </p:cNvSpPr>
            <p:nvPr/>
          </p:nvSpPr>
          <p:spPr bwMode="auto">
            <a:xfrm>
              <a:off x="3491" y="2660"/>
              <a:ext cx="1789" cy="0"/>
            </a:xfrm>
            <a:prstGeom prst="line">
              <a:avLst/>
            </a:prstGeom>
            <a:noFill/>
            <a:ln w="28575">
              <a:solidFill>
                <a:srgbClr val="333399"/>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anose="02010609060101010101" pitchFamily="2" charset="-122"/>
              </a:endParaRPr>
            </a:p>
          </p:txBody>
        </p:sp>
        <p:sp>
          <p:nvSpPr>
            <p:cNvPr id="91" name="Rectangle 73"/>
            <p:cNvSpPr>
              <a:spLocks noChangeArrowheads="1"/>
            </p:cNvSpPr>
            <p:nvPr/>
          </p:nvSpPr>
          <p:spPr bwMode="auto">
            <a:xfrm>
              <a:off x="4028" y="2533"/>
              <a:ext cx="712" cy="237"/>
            </a:xfrm>
            <a:prstGeom prst="rect">
              <a:avLst/>
            </a:prstGeom>
            <a:solidFill>
              <a:srgbClr val="FF99FF"/>
            </a:solidFill>
            <a:ln w="12700">
              <a:solidFill>
                <a:srgbClr val="33339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defTabSz="762000" eaLnBrk="0" hangingPunct="0"/>
              <a:r>
                <a:rPr kumimoji="1" lang="zh-CN" altLang="en-US" sz="1800" b="1" dirty="0">
                  <a:solidFill>
                    <a:srgbClr val="0000CC"/>
                  </a:solidFill>
                  <a:latin typeface="+mn-lt"/>
                  <a:ea typeface="黑体" panose="02010609060101010101" pitchFamily="2" charset="-122"/>
                </a:rPr>
                <a:t>目的系统</a:t>
              </a:r>
            </a:p>
          </p:txBody>
        </p:sp>
      </p:grpSp>
      <p:grpSp>
        <p:nvGrpSpPr>
          <p:cNvPr id="92" name="Group 100"/>
          <p:cNvGrpSpPr/>
          <p:nvPr/>
        </p:nvGrpSpPr>
        <p:grpSpPr bwMode="auto">
          <a:xfrm>
            <a:off x="3766866" y="3279479"/>
            <a:ext cx="2459302" cy="1725612"/>
            <a:chOff x="2061" y="2073"/>
            <a:chExt cx="1430" cy="1087"/>
          </a:xfrm>
        </p:grpSpPr>
        <p:sp>
          <p:nvSpPr>
            <p:cNvPr id="93" name="Line 69"/>
            <p:cNvSpPr>
              <a:spLocks noChangeShapeType="1"/>
            </p:cNvSpPr>
            <p:nvPr/>
          </p:nvSpPr>
          <p:spPr bwMode="auto">
            <a:xfrm>
              <a:off x="2061" y="2660"/>
              <a:ext cx="1430" cy="0"/>
            </a:xfrm>
            <a:prstGeom prst="line">
              <a:avLst/>
            </a:prstGeom>
            <a:noFill/>
            <a:ln w="28575">
              <a:solidFill>
                <a:srgbClr val="333399"/>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anose="02010609060101010101" pitchFamily="2" charset="-122"/>
              </a:endParaRPr>
            </a:p>
          </p:txBody>
        </p:sp>
        <p:sp>
          <p:nvSpPr>
            <p:cNvPr id="94" name="Rectangle 72"/>
            <p:cNvSpPr>
              <a:spLocks noChangeArrowheads="1"/>
            </p:cNvSpPr>
            <p:nvPr/>
          </p:nvSpPr>
          <p:spPr bwMode="auto">
            <a:xfrm>
              <a:off x="2418" y="2533"/>
              <a:ext cx="734" cy="237"/>
            </a:xfrm>
            <a:prstGeom prst="rect">
              <a:avLst/>
            </a:prstGeom>
            <a:solidFill>
              <a:srgbClr val="66FFFF"/>
            </a:solidFill>
            <a:ln w="12700">
              <a:solidFill>
                <a:srgbClr val="33339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defTabSz="762000" eaLnBrk="0" hangingPunct="0"/>
              <a:r>
                <a:rPr kumimoji="1" lang="zh-CN" altLang="en-US" sz="1800" b="1">
                  <a:solidFill>
                    <a:srgbClr val="0000CC"/>
                  </a:solidFill>
                  <a:latin typeface="+mn-lt"/>
                  <a:ea typeface="黑体" panose="02010609060101010101" pitchFamily="2" charset="-122"/>
                </a:rPr>
                <a:t>传输系统</a:t>
              </a:r>
            </a:p>
          </p:txBody>
        </p:sp>
        <p:sp>
          <p:nvSpPr>
            <p:cNvPr id="95" name="Line 74"/>
            <p:cNvSpPr>
              <a:spLocks noChangeShapeType="1"/>
            </p:cNvSpPr>
            <p:nvPr/>
          </p:nvSpPr>
          <p:spPr bwMode="auto">
            <a:xfrm flipH="1">
              <a:off x="3486" y="2073"/>
              <a:ext cx="5" cy="1087"/>
            </a:xfrm>
            <a:prstGeom prst="line">
              <a:avLst/>
            </a:prstGeom>
            <a:noFill/>
            <a:ln w="28575">
              <a:solidFill>
                <a:srgbClr val="FF0000"/>
              </a:solidFill>
              <a:prstDash val="dash"/>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anose="02010609060101010101" pitchFamily="2" charset="-122"/>
              </a:endParaRPr>
            </a:p>
          </p:txBody>
        </p:sp>
      </p:grpSp>
      <p:pic>
        <p:nvPicPr>
          <p:cNvPr id="96" name="Picture 7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11401" y="3041355"/>
            <a:ext cx="923528" cy="53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7" name="Picture 76"/>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226285" y="2844505"/>
            <a:ext cx="768747" cy="669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grpSp>
        <p:nvGrpSpPr>
          <p:cNvPr id="98" name="Group 112"/>
          <p:cNvGrpSpPr/>
          <p:nvPr/>
        </p:nvGrpSpPr>
        <p:grpSpPr bwMode="auto">
          <a:xfrm>
            <a:off x="9110257" y="5005092"/>
            <a:ext cx="667279" cy="1262063"/>
            <a:chOff x="5168" y="3160"/>
            <a:chExt cx="388" cy="795"/>
          </a:xfrm>
        </p:grpSpPr>
        <p:sp>
          <p:nvSpPr>
            <p:cNvPr id="99" name="Rectangle 6"/>
            <p:cNvSpPr>
              <a:spLocks noChangeArrowheads="1"/>
            </p:cNvSpPr>
            <p:nvPr/>
          </p:nvSpPr>
          <p:spPr bwMode="auto">
            <a:xfrm>
              <a:off x="5199" y="3207"/>
              <a:ext cx="357" cy="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defTabSz="762000" eaLnBrk="0" hangingPunct="0"/>
              <a:r>
                <a:rPr kumimoji="1" lang="zh-CN" altLang="en-US" sz="1800" b="1">
                  <a:solidFill>
                    <a:srgbClr val="0000CC"/>
                  </a:solidFill>
                  <a:latin typeface="+mn-lt"/>
                  <a:ea typeface="黑体" panose="02010609060101010101" pitchFamily="2" charset="-122"/>
                </a:rPr>
                <a:t>输出信息</a:t>
              </a:r>
            </a:p>
          </p:txBody>
        </p:sp>
        <p:sp>
          <p:nvSpPr>
            <p:cNvPr id="100" name="Line 77"/>
            <p:cNvSpPr>
              <a:spLocks noChangeShapeType="1"/>
            </p:cNvSpPr>
            <p:nvPr/>
          </p:nvSpPr>
          <p:spPr bwMode="auto">
            <a:xfrm>
              <a:off x="5168" y="3160"/>
              <a:ext cx="335" cy="0"/>
            </a:xfrm>
            <a:prstGeom prst="line">
              <a:avLst/>
            </a:prstGeom>
            <a:noFill/>
            <a:ln w="3810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anose="02010609060101010101" pitchFamily="2" charset="-122"/>
              </a:endParaRPr>
            </a:p>
          </p:txBody>
        </p:sp>
      </p:grpSp>
      <p:sp>
        <p:nvSpPr>
          <p:cNvPr id="101" name="Rectangle 79"/>
          <p:cNvSpPr>
            <a:spLocks noChangeArrowheads="1"/>
          </p:cNvSpPr>
          <p:nvPr/>
        </p:nvSpPr>
        <p:spPr bwMode="auto">
          <a:xfrm>
            <a:off x="8348391" y="3516016"/>
            <a:ext cx="883973" cy="36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defTabSz="762000" eaLnBrk="0" hangingPunct="0"/>
            <a:r>
              <a:rPr kumimoji="1" lang="en-US" altLang="zh-CN" sz="1800" b="1">
                <a:solidFill>
                  <a:srgbClr val="0000CC"/>
                </a:solidFill>
                <a:latin typeface="+mn-lt"/>
                <a:ea typeface="黑体" panose="02010609060101010101" pitchFamily="2" charset="-122"/>
              </a:rPr>
              <a:t>PC</a:t>
            </a:r>
          </a:p>
        </p:txBody>
      </p:sp>
      <p:sp>
        <p:nvSpPr>
          <p:cNvPr id="4" name="矩形 3"/>
          <p:cNvSpPr/>
          <p:nvPr/>
        </p:nvSpPr>
        <p:spPr>
          <a:xfrm>
            <a:off x="3080792" y="6238579"/>
            <a:ext cx="3685390" cy="461665"/>
          </a:xfrm>
          <a:prstGeom prst="rect">
            <a:avLst/>
          </a:prstGeom>
        </p:spPr>
        <p:txBody>
          <a:bodyPr wrap="square">
            <a:spAutoFit/>
          </a:bodyPr>
          <a:lstStyle/>
          <a:p>
            <a:pPr algn="ctr"/>
            <a:r>
              <a:rPr lang="zh-CN" altLang="zh-CN" sz="2400" b="1" dirty="0">
                <a:latin typeface="+mn-lt"/>
                <a:ea typeface="黑体" panose="02010609060101010101" pitchFamily="2" charset="-122"/>
              </a:rPr>
              <a:t>数据通信系统的模型</a:t>
            </a:r>
            <a:endParaRPr lang="zh-CN" altLang="en-US" sz="2400" b="1" dirty="0">
              <a:latin typeface="+mn-lt"/>
              <a:ea typeface="黑体" panose="0201060906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repeatCount="3000" fill="hold" nodeType="clickEffect">
                                  <p:stCondLst>
                                    <p:cond delay="0"/>
                                  </p:stCondLst>
                                  <p:childTnLst>
                                    <p:set>
                                      <p:cBhvr>
                                        <p:cTn id="6" dur="1" fill="hold">
                                          <p:stCondLst>
                                            <p:cond delay="0"/>
                                          </p:stCondLst>
                                        </p:cTn>
                                        <p:tgtEl>
                                          <p:spTgt spid="81"/>
                                        </p:tgtEl>
                                        <p:attrNameLst>
                                          <p:attrName>style.visibility</p:attrName>
                                        </p:attrNameLst>
                                      </p:cBhvr>
                                      <p:to>
                                        <p:strVal val="visible"/>
                                      </p:to>
                                    </p:set>
                                  </p:childTnLst>
                                </p:cTn>
                              </p:par>
                            </p:childTnLst>
                          </p:cTn>
                        </p:par>
                        <p:par>
                          <p:cTn id="7" fill="hold">
                            <p:stCondLst>
                              <p:cond delay="0"/>
                            </p:stCondLst>
                            <p:childTnLst>
                              <p:par>
                                <p:cTn id="8" presetID="35" presetClass="emph" presetSubtype="0" repeatCount="3000" fill="hold" nodeType="afterEffect">
                                  <p:stCondLst>
                                    <p:cond delay="0"/>
                                  </p:stCondLst>
                                  <p:childTnLst>
                                    <p:anim calcmode="discrete" valueType="str">
                                      <p:cBhvr>
                                        <p:cTn id="9" dur="1000" fill="hold"/>
                                        <p:tgtEl>
                                          <p:spTgt spid="81"/>
                                        </p:tgtEl>
                                        <p:attrNameLst>
                                          <p:attrName>style.visibility</p:attrName>
                                        </p:attrNameLst>
                                      </p:cBhvr>
                                      <p:tavLst>
                                        <p:tav tm="0">
                                          <p:val>
                                            <p:strVal val="hidden"/>
                                          </p:val>
                                        </p:tav>
                                        <p:tav tm="50000">
                                          <p:val>
                                            <p:strVal val="visible"/>
                                          </p:val>
                                        </p:tav>
                                      </p:tavLst>
                                    </p:anim>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84"/>
                                        </p:tgtEl>
                                        <p:attrNameLst>
                                          <p:attrName>style.visibility</p:attrName>
                                        </p:attrNameLst>
                                      </p:cBhvr>
                                      <p:to>
                                        <p:strVal val="visible"/>
                                      </p:to>
                                    </p:set>
                                  </p:childTnLst>
                                </p:cTn>
                              </p:par>
                            </p:childTnLst>
                          </p:cTn>
                        </p:par>
                        <p:par>
                          <p:cTn id="14" fill="hold">
                            <p:stCondLst>
                              <p:cond delay="0"/>
                            </p:stCondLst>
                            <p:childTnLst>
                              <p:par>
                                <p:cTn id="15" presetID="35" presetClass="emph" presetSubtype="0" repeatCount="3000" fill="hold" nodeType="afterEffect">
                                  <p:stCondLst>
                                    <p:cond delay="0"/>
                                  </p:stCondLst>
                                  <p:childTnLst>
                                    <p:anim calcmode="discrete" valueType="str">
                                      <p:cBhvr>
                                        <p:cTn id="16" dur="1000" fill="hold"/>
                                        <p:tgtEl>
                                          <p:spTgt spid="84"/>
                                        </p:tgtEl>
                                        <p:attrNameLst>
                                          <p:attrName>style.visibility</p:attrName>
                                        </p:attrNameLst>
                                      </p:cBhvr>
                                      <p:tavLst>
                                        <p:tav tm="0">
                                          <p:val>
                                            <p:strVal val="hidden"/>
                                          </p:val>
                                        </p:tav>
                                        <p:tav tm="50000">
                                          <p:val>
                                            <p:strVal val="visible"/>
                                          </p:val>
                                        </p:tav>
                                      </p:tavLst>
                                    </p:anim>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92"/>
                                        </p:tgtEl>
                                        <p:attrNameLst>
                                          <p:attrName>style.visibility</p:attrName>
                                        </p:attrNameLst>
                                      </p:cBhvr>
                                      <p:to>
                                        <p:strVal val="visible"/>
                                      </p:to>
                                    </p:set>
                                  </p:childTnLst>
                                </p:cTn>
                              </p:par>
                            </p:childTnLst>
                          </p:cTn>
                        </p:par>
                        <p:par>
                          <p:cTn id="21" fill="hold">
                            <p:stCondLst>
                              <p:cond delay="0"/>
                            </p:stCondLst>
                            <p:childTnLst>
                              <p:par>
                                <p:cTn id="22" presetID="35" presetClass="emph" presetSubtype="0" repeatCount="3000" fill="hold" nodeType="afterEffect">
                                  <p:stCondLst>
                                    <p:cond delay="0"/>
                                  </p:stCondLst>
                                  <p:childTnLst>
                                    <p:anim calcmode="discrete" valueType="str">
                                      <p:cBhvr>
                                        <p:cTn id="23" dur="1000" fill="hold"/>
                                        <p:tgtEl>
                                          <p:spTgt spid="92"/>
                                        </p:tgtEl>
                                        <p:attrNameLst>
                                          <p:attrName>style.visibility</p:attrName>
                                        </p:attrNameLst>
                                      </p:cBhvr>
                                      <p:tavLst>
                                        <p:tav tm="0">
                                          <p:val>
                                            <p:strVal val="hidden"/>
                                          </p:val>
                                        </p:tav>
                                        <p:tav tm="50000">
                                          <p:val>
                                            <p:strVal val="visible"/>
                                          </p:val>
                                        </p:tav>
                                      </p:tavLst>
                                    </p:anim>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89"/>
                                        </p:tgtEl>
                                        <p:attrNameLst>
                                          <p:attrName>style.visibility</p:attrName>
                                        </p:attrNameLst>
                                      </p:cBhvr>
                                      <p:to>
                                        <p:strVal val="visible"/>
                                      </p:to>
                                    </p:set>
                                  </p:childTnLst>
                                </p:cTn>
                              </p:par>
                            </p:childTnLst>
                          </p:cTn>
                        </p:par>
                        <p:par>
                          <p:cTn id="28" fill="hold">
                            <p:stCondLst>
                              <p:cond delay="0"/>
                            </p:stCondLst>
                            <p:childTnLst>
                              <p:par>
                                <p:cTn id="29" presetID="35" presetClass="emph" presetSubtype="0" repeatCount="3000" fill="hold" nodeType="afterEffect">
                                  <p:stCondLst>
                                    <p:cond delay="0"/>
                                  </p:stCondLst>
                                  <p:childTnLst>
                                    <p:anim calcmode="discrete" valueType="str">
                                      <p:cBhvr>
                                        <p:cTn id="30" dur="1000" fill="hold"/>
                                        <p:tgtEl>
                                          <p:spTgt spid="89"/>
                                        </p:tgtEl>
                                        <p:attrNameLst>
                                          <p:attrName>style.visibility</p:attrName>
                                        </p:attrNameLst>
                                      </p:cBhvr>
                                      <p:tavLst>
                                        <p:tav tm="0">
                                          <p:val>
                                            <p:strVal val="hidden"/>
                                          </p:val>
                                        </p:tav>
                                        <p:tav tm="50000">
                                          <p:val>
                                            <p:strVal val="visible"/>
                                          </p:val>
                                        </p:tav>
                                      </p:tavLst>
                                    </p:anim>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9"/>
                                        </p:tgtEl>
                                        <p:attrNameLst>
                                          <p:attrName>style.visibility</p:attrName>
                                        </p:attrNameLst>
                                      </p:cBhvr>
                                      <p:to>
                                        <p:strVal val="visible"/>
                                      </p:to>
                                    </p:set>
                                  </p:childTnLst>
                                </p:cTn>
                              </p:par>
                            </p:childTnLst>
                          </p:cTn>
                        </p:par>
                        <p:par>
                          <p:cTn id="35" fill="hold">
                            <p:stCondLst>
                              <p:cond delay="0"/>
                            </p:stCondLst>
                            <p:childTnLst>
                              <p:par>
                                <p:cTn id="36" presetID="1" presetClass="entr" presetSubtype="0" fill="hold" nodeType="afterEffect">
                                  <p:stCondLst>
                                    <p:cond delay="500"/>
                                  </p:stCondLst>
                                  <p:childTnLst>
                                    <p:set>
                                      <p:cBhvr>
                                        <p:cTn id="37" dur="1" fill="hold">
                                          <p:stCondLst>
                                            <p:cond delay="0"/>
                                          </p:stCondLst>
                                        </p:cTn>
                                        <p:tgtEl>
                                          <p:spTgt spid="24"/>
                                        </p:tgtEl>
                                        <p:attrNameLst>
                                          <p:attrName>style.visibility</p:attrName>
                                        </p:attrNameLst>
                                      </p:cBhvr>
                                      <p:to>
                                        <p:strVal val="visible"/>
                                      </p:to>
                                    </p:set>
                                  </p:childTnLst>
                                </p:cTn>
                              </p:par>
                            </p:childTnLst>
                          </p:cTn>
                        </p:par>
                        <p:par>
                          <p:cTn id="38" fill="hold">
                            <p:stCondLst>
                              <p:cond delay="500"/>
                            </p:stCondLst>
                            <p:childTnLst>
                              <p:par>
                                <p:cTn id="39" presetID="1" presetClass="entr" presetSubtype="0" fill="hold" nodeType="afterEffect">
                                  <p:stCondLst>
                                    <p:cond delay="1000"/>
                                  </p:stCondLst>
                                  <p:childTnLst>
                                    <p:set>
                                      <p:cBhvr>
                                        <p:cTn id="40" dur="1" fill="hold">
                                          <p:stCondLst>
                                            <p:cond delay="0"/>
                                          </p:stCondLst>
                                        </p:cTn>
                                        <p:tgtEl>
                                          <p:spTgt spid="12"/>
                                        </p:tgtEl>
                                        <p:attrNameLst>
                                          <p:attrName>style.visibility</p:attrName>
                                        </p:attrNameLst>
                                      </p:cBhvr>
                                      <p:to>
                                        <p:strVal val="visible"/>
                                      </p:to>
                                    </p:set>
                                  </p:childTnLst>
                                </p:cTn>
                              </p:par>
                            </p:childTnLst>
                          </p:cTn>
                        </p:par>
                        <p:par>
                          <p:cTn id="41" fill="hold">
                            <p:stCondLst>
                              <p:cond delay="1500"/>
                            </p:stCondLst>
                            <p:childTnLst>
                              <p:par>
                                <p:cTn id="42" presetID="1" presetClass="entr" presetSubtype="0" fill="hold" nodeType="afterEffect">
                                  <p:stCondLst>
                                    <p:cond delay="1000"/>
                                  </p:stCondLst>
                                  <p:childTnLst>
                                    <p:set>
                                      <p:cBhvr>
                                        <p:cTn id="43" dur="1" fill="hold">
                                          <p:stCondLst>
                                            <p:cond delay="0"/>
                                          </p:stCondLst>
                                        </p:cTn>
                                        <p:tgtEl>
                                          <p:spTgt spid="30"/>
                                        </p:tgtEl>
                                        <p:attrNameLst>
                                          <p:attrName>style.visibility</p:attrName>
                                        </p:attrNameLst>
                                      </p:cBhvr>
                                      <p:to>
                                        <p:strVal val="visible"/>
                                      </p:to>
                                    </p:set>
                                  </p:childTnLst>
                                </p:cTn>
                              </p:par>
                            </p:childTnLst>
                          </p:cTn>
                        </p:par>
                        <p:par>
                          <p:cTn id="44" fill="hold">
                            <p:stCondLst>
                              <p:cond delay="2500"/>
                            </p:stCondLst>
                            <p:childTnLst>
                              <p:par>
                                <p:cTn id="45" presetID="1" presetClass="entr" presetSubtype="0" fill="hold" nodeType="afterEffect">
                                  <p:stCondLst>
                                    <p:cond delay="1000"/>
                                  </p:stCondLst>
                                  <p:childTnLst>
                                    <p:set>
                                      <p:cBhvr>
                                        <p:cTn id="46" dur="1" fill="hold">
                                          <p:stCondLst>
                                            <p:cond delay="0"/>
                                          </p:stCondLst>
                                        </p:cTn>
                                        <p:tgtEl>
                                          <p:spTgt spid="15"/>
                                        </p:tgtEl>
                                        <p:attrNameLst>
                                          <p:attrName>style.visibility</p:attrName>
                                        </p:attrNameLst>
                                      </p:cBhvr>
                                      <p:to>
                                        <p:strVal val="visible"/>
                                      </p:to>
                                    </p:set>
                                  </p:childTnLst>
                                </p:cTn>
                              </p:par>
                            </p:childTnLst>
                          </p:cTn>
                        </p:par>
                        <p:par>
                          <p:cTn id="47" fill="hold">
                            <p:stCondLst>
                              <p:cond delay="3500"/>
                            </p:stCondLst>
                            <p:childTnLst>
                              <p:par>
                                <p:cTn id="48" presetID="1" presetClass="entr" presetSubtype="0" fill="hold" nodeType="afterEffect">
                                  <p:stCondLst>
                                    <p:cond delay="1000"/>
                                  </p:stCondLst>
                                  <p:childTnLst>
                                    <p:set>
                                      <p:cBhvr>
                                        <p:cTn id="49" dur="1" fill="hold">
                                          <p:stCondLst>
                                            <p:cond delay="0"/>
                                          </p:stCondLst>
                                        </p:cTn>
                                        <p:tgtEl>
                                          <p:spTgt spid="6"/>
                                        </p:tgtEl>
                                        <p:attrNameLst>
                                          <p:attrName>style.visibility</p:attrName>
                                        </p:attrNameLst>
                                      </p:cBhvr>
                                      <p:to>
                                        <p:strVal val="visible"/>
                                      </p:to>
                                    </p:set>
                                  </p:childTnLst>
                                </p:cTn>
                              </p:par>
                            </p:childTnLst>
                          </p:cTn>
                        </p:par>
                        <p:par>
                          <p:cTn id="50" fill="hold">
                            <p:stCondLst>
                              <p:cond delay="4500"/>
                            </p:stCondLst>
                            <p:childTnLst>
                              <p:par>
                                <p:cTn id="51" presetID="1" presetClass="entr" presetSubtype="0" fill="hold" nodeType="afterEffect">
                                  <p:stCondLst>
                                    <p:cond delay="1000"/>
                                  </p:stCondLst>
                                  <p:childTnLst>
                                    <p:set>
                                      <p:cBhvr>
                                        <p:cTn id="52" dur="1" fill="hold">
                                          <p:stCondLst>
                                            <p:cond delay="0"/>
                                          </p:stCondLst>
                                        </p:cTn>
                                        <p:tgtEl>
                                          <p:spTgt spid="18"/>
                                        </p:tgtEl>
                                        <p:attrNameLst>
                                          <p:attrName>style.visibility</p:attrName>
                                        </p:attrNameLst>
                                      </p:cBhvr>
                                      <p:to>
                                        <p:strVal val="visible"/>
                                      </p:to>
                                    </p:set>
                                  </p:childTnLst>
                                </p:cTn>
                              </p:par>
                            </p:childTnLst>
                          </p:cTn>
                        </p:par>
                        <p:par>
                          <p:cTn id="53" fill="hold">
                            <p:stCondLst>
                              <p:cond delay="5500"/>
                            </p:stCondLst>
                            <p:childTnLst>
                              <p:par>
                                <p:cTn id="54" presetID="1" presetClass="entr" presetSubtype="0" fill="hold" nodeType="afterEffect">
                                  <p:stCondLst>
                                    <p:cond delay="1000"/>
                                  </p:stCondLst>
                                  <p:childTnLst>
                                    <p:set>
                                      <p:cBhvr>
                                        <p:cTn id="55" dur="1" fill="hold">
                                          <p:stCondLst>
                                            <p:cond delay="0"/>
                                          </p:stCondLst>
                                        </p:cTn>
                                        <p:tgtEl>
                                          <p:spTgt spid="33"/>
                                        </p:tgtEl>
                                        <p:attrNameLst>
                                          <p:attrName>style.visibility</p:attrName>
                                        </p:attrNameLst>
                                      </p:cBhvr>
                                      <p:to>
                                        <p:strVal val="visible"/>
                                      </p:to>
                                    </p:set>
                                  </p:childTnLst>
                                </p:cTn>
                              </p:par>
                            </p:childTnLst>
                          </p:cTn>
                        </p:par>
                        <p:par>
                          <p:cTn id="56" fill="hold">
                            <p:stCondLst>
                              <p:cond delay="6500"/>
                            </p:stCondLst>
                            <p:childTnLst>
                              <p:par>
                                <p:cTn id="57" presetID="1" presetClass="entr" presetSubtype="0" fill="hold" nodeType="afterEffect">
                                  <p:stCondLst>
                                    <p:cond delay="1000"/>
                                  </p:stCondLst>
                                  <p:childTnLst>
                                    <p:set>
                                      <p:cBhvr>
                                        <p:cTn id="58" dur="1" fill="hold">
                                          <p:stCondLst>
                                            <p:cond delay="0"/>
                                          </p:stCondLst>
                                        </p:cTn>
                                        <p:tgtEl>
                                          <p:spTgt spid="21"/>
                                        </p:tgtEl>
                                        <p:attrNameLst>
                                          <p:attrName>style.visibility</p:attrName>
                                        </p:attrNameLst>
                                      </p:cBhvr>
                                      <p:to>
                                        <p:strVal val="visible"/>
                                      </p:to>
                                    </p:set>
                                  </p:childTnLst>
                                </p:cTn>
                              </p:par>
                            </p:childTnLst>
                          </p:cTn>
                        </p:par>
                        <p:par>
                          <p:cTn id="59" fill="hold">
                            <p:stCondLst>
                              <p:cond delay="7500"/>
                            </p:stCondLst>
                            <p:childTnLst>
                              <p:par>
                                <p:cTn id="60" presetID="1" presetClass="entr" presetSubtype="0" fill="hold" nodeType="afterEffect">
                                  <p:stCondLst>
                                    <p:cond delay="1000"/>
                                  </p:stCondLst>
                                  <p:childTnLst>
                                    <p:set>
                                      <p:cBhvr>
                                        <p:cTn id="61" dur="1" fill="hold">
                                          <p:stCondLst>
                                            <p:cond delay="0"/>
                                          </p:stCondLst>
                                        </p:cTn>
                                        <p:tgtEl>
                                          <p:spTgt spid="27"/>
                                        </p:tgtEl>
                                        <p:attrNameLst>
                                          <p:attrName>style.visibility</p:attrName>
                                        </p:attrNameLst>
                                      </p:cBhvr>
                                      <p:to>
                                        <p:strVal val="visible"/>
                                      </p:to>
                                    </p:set>
                                  </p:childTnLst>
                                </p:cTn>
                              </p:par>
                            </p:childTnLst>
                          </p:cTn>
                        </p:par>
                        <p:par>
                          <p:cTn id="62" fill="hold">
                            <p:stCondLst>
                              <p:cond delay="8500"/>
                            </p:stCondLst>
                            <p:childTnLst>
                              <p:par>
                                <p:cTn id="63" presetID="1" presetClass="entr" presetSubtype="0" fill="hold" nodeType="afterEffect">
                                  <p:stCondLst>
                                    <p:cond delay="1000"/>
                                  </p:stCondLst>
                                  <p:childTnLst>
                                    <p:set>
                                      <p:cBhvr>
                                        <p:cTn id="64" dur="1" fill="hold">
                                          <p:stCondLst>
                                            <p:cond delay="0"/>
                                          </p:stCondLst>
                                        </p:cTn>
                                        <p:tgtEl>
                                          <p:spTgt spid="9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pPr algn="ctr"/>
            <a:r>
              <a:rPr lang="zh-CN" altLang="en-US" dirty="0"/>
              <a:t>常用术语</a:t>
            </a:r>
          </a:p>
        </p:txBody>
      </p:sp>
      <p:sp>
        <p:nvSpPr>
          <p:cNvPr id="28675" name="Rectangle 3"/>
          <p:cNvSpPr>
            <a:spLocks noGrp="1" noChangeArrowheads="1"/>
          </p:cNvSpPr>
          <p:nvPr>
            <p:ph idx="1"/>
          </p:nvPr>
        </p:nvSpPr>
        <p:spPr>
          <a:xfrm>
            <a:off x="495300" y="1196752"/>
            <a:ext cx="9066212" cy="5544616"/>
          </a:xfrm>
        </p:spPr>
        <p:txBody>
          <a:bodyPr/>
          <a:lstStyle/>
          <a:p>
            <a:pPr>
              <a:lnSpc>
                <a:spcPct val="120000"/>
              </a:lnSpc>
            </a:pPr>
            <a:r>
              <a:rPr lang="zh-CN" altLang="en-US" sz="2800" dirty="0">
                <a:solidFill>
                  <a:srgbClr val="0000CC"/>
                </a:solidFill>
              </a:rPr>
              <a:t>数据 </a:t>
            </a:r>
            <a:r>
              <a:rPr lang="en-US" altLang="zh-CN" sz="2800" dirty="0">
                <a:solidFill>
                  <a:srgbClr val="0000CC"/>
                </a:solidFill>
              </a:rPr>
              <a:t>(data) </a:t>
            </a:r>
            <a:r>
              <a:rPr lang="en-US" altLang="zh-CN" sz="2800" dirty="0"/>
              <a:t>—— </a:t>
            </a:r>
            <a:r>
              <a:rPr lang="zh-CN" altLang="en-US" sz="2800" dirty="0"/>
              <a:t>运送消息的实体。</a:t>
            </a:r>
          </a:p>
          <a:p>
            <a:pPr lvl="1">
              <a:lnSpc>
                <a:spcPct val="120000"/>
              </a:lnSpc>
            </a:pPr>
            <a:r>
              <a:rPr lang="zh-CN" altLang="en-US" dirty="0">
                <a:solidFill>
                  <a:srgbClr val="C00000"/>
                </a:solidFill>
              </a:rPr>
              <a:t>模拟数据</a:t>
            </a:r>
            <a:r>
              <a:rPr lang="en-US" altLang="zh-CN" dirty="0">
                <a:solidFill>
                  <a:srgbClr val="C00000"/>
                </a:solidFill>
                <a:sym typeface="+mn-ea"/>
              </a:rPr>
              <a:t>——</a:t>
            </a:r>
            <a:r>
              <a:rPr lang="zh-CN" altLang="en-US" dirty="0">
                <a:solidFill>
                  <a:srgbClr val="C00000"/>
                </a:solidFill>
                <a:sym typeface="+mn-ea"/>
              </a:rPr>
              <a:t>数据的取值连续变化</a:t>
            </a:r>
          </a:p>
          <a:p>
            <a:pPr lvl="1">
              <a:lnSpc>
                <a:spcPct val="120000"/>
              </a:lnSpc>
            </a:pPr>
            <a:r>
              <a:rPr lang="zh-CN" altLang="en-US" dirty="0">
                <a:solidFill>
                  <a:srgbClr val="C00000"/>
                </a:solidFill>
                <a:sym typeface="+mn-ea"/>
              </a:rPr>
              <a:t>数字数据</a:t>
            </a:r>
            <a:r>
              <a:rPr lang="en-US" altLang="zh-CN" dirty="0">
                <a:solidFill>
                  <a:srgbClr val="C00000"/>
                </a:solidFill>
                <a:sym typeface="+mn-ea"/>
              </a:rPr>
              <a:t>——</a:t>
            </a:r>
            <a:r>
              <a:rPr lang="zh-CN" altLang="en-US" dirty="0">
                <a:solidFill>
                  <a:srgbClr val="C00000"/>
                </a:solidFill>
                <a:sym typeface="+mn-ea"/>
              </a:rPr>
              <a:t>数据的取值为不连续数值</a:t>
            </a:r>
          </a:p>
          <a:p>
            <a:pPr>
              <a:lnSpc>
                <a:spcPct val="120000"/>
              </a:lnSpc>
            </a:pPr>
            <a:r>
              <a:rPr lang="zh-CN" altLang="en-US" sz="2800" dirty="0">
                <a:solidFill>
                  <a:srgbClr val="0000CC"/>
                </a:solidFill>
              </a:rPr>
              <a:t>信号 </a:t>
            </a:r>
            <a:r>
              <a:rPr lang="en-US" altLang="zh-CN" sz="2800" dirty="0">
                <a:solidFill>
                  <a:srgbClr val="0000CC"/>
                </a:solidFill>
              </a:rPr>
              <a:t>(signal) </a:t>
            </a:r>
            <a:r>
              <a:rPr lang="en-US" altLang="zh-CN" sz="2800" dirty="0"/>
              <a:t>—— </a:t>
            </a:r>
            <a:r>
              <a:rPr lang="zh-CN" altLang="en-US" sz="2800" dirty="0"/>
              <a:t>数据的</a:t>
            </a:r>
            <a:r>
              <a:rPr lang="zh-CN" altLang="en-US" sz="2800" u="sng" dirty="0">
                <a:solidFill>
                  <a:srgbClr val="FF0000"/>
                </a:solidFill>
              </a:rPr>
              <a:t>电气</a:t>
            </a:r>
            <a:r>
              <a:rPr lang="zh-CN" altLang="en-US" sz="2800" dirty="0"/>
              <a:t>的或</a:t>
            </a:r>
            <a:r>
              <a:rPr lang="zh-CN" altLang="en-US" sz="2800" u="sng" dirty="0">
                <a:solidFill>
                  <a:srgbClr val="FF0000"/>
                </a:solidFill>
              </a:rPr>
              <a:t>电磁</a:t>
            </a:r>
            <a:r>
              <a:rPr lang="zh-CN" altLang="en-US" sz="2800" dirty="0"/>
              <a:t>的</a:t>
            </a:r>
            <a:r>
              <a:rPr lang="zh-CN" altLang="en-US" sz="2800" dirty="0">
                <a:solidFill>
                  <a:srgbClr val="FF0000"/>
                </a:solidFill>
              </a:rPr>
              <a:t>表现</a:t>
            </a:r>
            <a:r>
              <a:rPr lang="zh-CN" altLang="en-US" sz="2800" dirty="0"/>
              <a:t>，是数据的载体，是</a:t>
            </a:r>
            <a:r>
              <a:rPr lang="zh-CN" altLang="en-US" sz="2800" dirty="0">
                <a:solidFill>
                  <a:srgbClr val="FF0000"/>
                </a:solidFill>
              </a:rPr>
              <a:t>数据</a:t>
            </a:r>
            <a:r>
              <a:rPr lang="zh-CN" altLang="en-US" sz="2800" dirty="0"/>
              <a:t>在</a:t>
            </a:r>
            <a:r>
              <a:rPr lang="zh-CN" altLang="en-US" sz="2800" dirty="0">
                <a:solidFill>
                  <a:srgbClr val="FF0000"/>
                </a:solidFill>
              </a:rPr>
              <a:t>传输介质上</a:t>
            </a:r>
            <a:r>
              <a:rPr lang="zh-CN" altLang="en-US" sz="2800" dirty="0"/>
              <a:t>传输过程中的</a:t>
            </a:r>
            <a:r>
              <a:rPr lang="zh-CN" altLang="en-US" sz="2800" dirty="0">
                <a:solidFill>
                  <a:srgbClr val="FF0000"/>
                </a:solidFill>
              </a:rPr>
              <a:t>表示形式</a:t>
            </a:r>
            <a:r>
              <a:rPr lang="zh-CN" altLang="en-US" sz="2800" dirty="0"/>
              <a:t>。（例如，传输线路上高低电平的变化）</a:t>
            </a:r>
            <a:endParaRPr lang="en-US" altLang="zh-CN" sz="2800" dirty="0"/>
          </a:p>
          <a:p>
            <a:pPr lvl="1">
              <a:lnSpc>
                <a:spcPct val="120000"/>
              </a:lnSpc>
            </a:pPr>
            <a:r>
              <a:rPr lang="zh-CN" altLang="en-US" dirty="0">
                <a:solidFill>
                  <a:srgbClr val="C00000"/>
                </a:solidFill>
                <a:sym typeface="+mn-ea"/>
              </a:rPr>
              <a:t>模拟信号 </a:t>
            </a:r>
            <a:r>
              <a:rPr lang="en-US" altLang="zh-CN" dirty="0">
                <a:solidFill>
                  <a:srgbClr val="C00000"/>
                </a:solidFill>
                <a:sym typeface="+mn-ea"/>
              </a:rPr>
              <a:t>(analogous signal) </a:t>
            </a:r>
            <a:r>
              <a:rPr lang="en-US" altLang="zh-CN" sz="2400" dirty="0">
                <a:sym typeface="+mn-ea"/>
              </a:rPr>
              <a:t>—— </a:t>
            </a:r>
            <a:r>
              <a:rPr lang="zh-CN" altLang="en-US" sz="2400" dirty="0">
                <a:sym typeface="+mn-ea"/>
              </a:rPr>
              <a:t>代表消息的参数的取值是连续的，信号的</a:t>
            </a:r>
            <a:r>
              <a:rPr lang="zh-CN" altLang="en-US" sz="2400" dirty="0">
                <a:solidFill>
                  <a:srgbClr val="FF0000"/>
                </a:solidFill>
                <a:sym typeface="+mn-ea"/>
              </a:rPr>
              <a:t>电平</a:t>
            </a:r>
            <a:r>
              <a:rPr lang="zh-CN" altLang="en-US" sz="2400" dirty="0">
                <a:sym typeface="+mn-ea"/>
              </a:rPr>
              <a:t>是</a:t>
            </a:r>
            <a:r>
              <a:rPr lang="zh-CN" altLang="en-US" sz="2400" dirty="0">
                <a:solidFill>
                  <a:srgbClr val="FF0000"/>
                </a:solidFill>
                <a:sym typeface="+mn-ea"/>
              </a:rPr>
              <a:t>连续变化</a:t>
            </a:r>
            <a:r>
              <a:rPr lang="zh-CN" altLang="en-US" sz="2400" dirty="0">
                <a:sym typeface="+mn-ea"/>
              </a:rPr>
              <a:t>的。（宽带）</a:t>
            </a:r>
            <a:endParaRPr lang="zh-CN" altLang="en-US" sz="2400" dirty="0"/>
          </a:p>
          <a:p>
            <a:pPr lvl="1">
              <a:lnSpc>
                <a:spcPct val="120000"/>
              </a:lnSpc>
            </a:pPr>
            <a:r>
              <a:rPr lang="zh-CN" altLang="en-US" dirty="0">
                <a:solidFill>
                  <a:srgbClr val="C00000"/>
                </a:solidFill>
                <a:sym typeface="+mn-ea"/>
              </a:rPr>
              <a:t>数字信号 </a:t>
            </a:r>
            <a:r>
              <a:rPr lang="en-US" altLang="zh-CN" dirty="0">
                <a:solidFill>
                  <a:srgbClr val="C00000"/>
                </a:solidFill>
                <a:sym typeface="+mn-ea"/>
              </a:rPr>
              <a:t>(digital signal) </a:t>
            </a:r>
            <a:r>
              <a:rPr lang="en-US" altLang="zh-CN" sz="2400" dirty="0">
                <a:sym typeface="+mn-ea"/>
              </a:rPr>
              <a:t>—— </a:t>
            </a:r>
            <a:r>
              <a:rPr lang="zh-CN" altLang="en-US" sz="2400" dirty="0">
                <a:sym typeface="+mn-ea"/>
              </a:rPr>
              <a:t>代表消息的参数的取值是</a:t>
            </a:r>
            <a:r>
              <a:rPr lang="zh-CN" altLang="en-US" sz="2400" dirty="0">
                <a:solidFill>
                  <a:srgbClr val="FF0000"/>
                </a:solidFill>
                <a:sym typeface="+mn-ea"/>
              </a:rPr>
              <a:t>离散</a:t>
            </a:r>
            <a:r>
              <a:rPr lang="zh-CN" altLang="en-US" sz="2400" dirty="0">
                <a:sym typeface="+mn-ea"/>
              </a:rPr>
              <a:t>的。 （光纤）</a:t>
            </a:r>
            <a:endParaRPr lang="zh-CN"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675">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675">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867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pPr algn="ctr"/>
            <a:r>
              <a:rPr lang="zh-CN" altLang="en-US" dirty="0"/>
              <a:t>常用术语</a:t>
            </a:r>
          </a:p>
        </p:txBody>
      </p:sp>
      <p:sp>
        <p:nvSpPr>
          <p:cNvPr id="28675" name="Rectangle 3"/>
          <p:cNvSpPr>
            <a:spLocks noGrp="1" noChangeArrowheads="1"/>
          </p:cNvSpPr>
          <p:nvPr>
            <p:ph idx="1"/>
          </p:nvPr>
        </p:nvSpPr>
        <p:spPr>
          <a:xfrm>
            <a:off x="495300" y="1196975"/>
            <a:ext cx="9065895" cy="5530850"/>
          </a:xfrm>
        </p:spPr>
        <p:txBody>
          <a:bodyPr/>
          <a:lstStyle/>
          <a:p>
            <a:pPr>
              <a:lnSpc>
                <a:spcPct val="120000"/>
              </a:lnSpc>
            </a:pPr>
            <a:r>
              <a:rPr lang="zh-CN" altLang="en-US" sz="2800" dirty="0">
                <a:solidFill>
                  <a:srgbClr val="0000CC"/>
                </a:solidFill>
                <a:sym typeface="+mn-ea"/>
              </a:rPr>
              <a:t>码元 </a:t>
            </a:r>
            <a:r>
              <a:rPr lang="en-US" altLang="zh-CN" sz="2800" dirty="0">
                <a:solidFill>
                  <a:srgbClr val="0000CC"/>
                </a:solidFill>
                <a:sym typeface="+mn-ea"/>
              </a:rPr>
              <a:t>(code) </a:t>
            </a:r>
            <a:r>
              <a:rPr lang="en-US" altLang="zh-CN" sz="2800" dirty="0">
                <a:sym typeface="+mn-ea"/>
              </a:rPr>
              <a:t>—— </a:t>
            </a:r>
            <a:r>
              <a:rPr lang="zh-CN" altLang="en-US" sz="2800" dirty="0">
                <a:sym typeface="+mn-ea"/>
              </a:rPr>
              <a:t>在使用</a:t>
            </a:r>
            <a:r>
              <a:rPr lang="zh-CN" altLang="en-US" sz="2800" dirty="0">
                <a:solidFill>
                  <a:srgbClr val="FF0000"/>
                </a:solidFill>
                <a:sym typeface="+mn-ea"/>
              </a:rPr>
              <a:t>时间域</a:t>
            </a:r>
            <a:r>
              <a:rPr lang="zh-CN" altLang="en-US" sz="2800" dirty="0">
                <a:sym typeface="+mn-ea"/>
              </a:rPr>
              <a:t>（或简称为时域）的</a:t>
            </a:r>
            <a:r>
              <a:rPr lang="zh-CN" altLang="en-US" sz="2800" dirty="0">
                <a:solidFill>
                  <a:srgbClr val="FF0000"/>
                </a:solidFill>
                <a:sym typeface="+mn-ea"/>
              </a:rPr>
              <a:t>波形</a:t>
            </a:r>
            <a:r>
              <a:rPr lang="zh-CN" altLang="en-US" sz="2800" dirty="0">
                <a:sym typeface="+mn-ea"/>
              </a:rPr>
              <a:t>表示数字信号时，代表不同离散数值的</a:t>
            </a:r>
            <a:r>
              <a:rPr lang="zh-CN" altLang="en-US" sz="2800" u="sng" dirty="0">
                <a:solidFill>
                  <a:srgbClr val="FF0000"/>
                </a:solidFill>
                <a:sym typeface="+mn-ea"/>
              </a:rPr>
              <a:t>基本波形</a:t>
            </a:r>
            <a:r>
              <a:rPr lang="zh-CN" altLang="en-US" sz="2800" dirty="0">
                <a:sym typeface="+mn-ea"/>
              </a:rPr>
              <a:t>。</a:t>
            </a:r>
            <a:endParaRPr lang="zh-CN" altLang="en-US" sz="2800" dirty="0"/>
          </a:p>
          <a:p>
            <a:pPr marL="0" indent="0">
              <a:lnSpc>
                <a:spcPct val="120000"/>
              </a:lnSpc>
              <a:buNone/>
            </a:pPr>
            <a:endParaRPr lang="zh-CN" altLang="en-US" sz="2800" dirty="0"/>
          </a:p>
        </p:txBody>
      </p:sp>
      <p:pic>
        <p:nvPicPr>
          <p:cNvPr id="11" name="图片 10"/>
          <p:cNvPicPr>
            <a:picLocks noChangeAspect="1"/>
          </p:cNvPicPr>
          <p:nvPr/>
        </p:nvPicPr>
        <p:blipFill>
          <a:blip r:embed="rId3"/>
          <a:stretch>
            <a:fillRect/>
          </a:stretch>
        </p:blipFill>
        <p:spPr>
          <a:xfrm>
            <a:off x="537210" y="3159988"/>
            <a:ext cx="8951595" cy="2141220"/>
          </a:xfrm>
          <a:prstGeom prst="rect">
            <a:avLst/>
          </a:prstGeom>
        </p:spPr>
      </p:pic>
      <p:cxnSp>
        <p:nvCxnSpPr>
          <p:cNvPr id="3" name="直接连接符 2"/>
          <p:cNvCxnSpPr/>
          <p:nvPr/>
        </p:nvCxnSpPr>
        <p:spPr bwMode="auto">
          <a:xfrm>
            <a:off x="1712640" y="4221088"/>
            <a:ext cx="0" cy="1296144"/>
          </a:xfrm>
          <a:prstGeom prst="line">
            <a:avLst/>
          </a:prstGeom>
          <a:ln>
            <a:prstDash val="sysDash"/>
            <a:headEnd type="none" w="med" len="med"/>
            <a:tailEnd type="none" w="med" len="med"/>
          </a:ln>
        </p:spPr>
        <p:style>
          <a:lnRef idx="3">
            <a:schemeClr val="accent1"/>
          </a:lnRef>
          <a:fillRef idx="0">
            <a:schemeClr val="accent1"/>
          </a:fillRef>
          <a:effectRef idx="2">
            <a:schemeClr val="accent1"/>
          </a:effectRef>
          <a:fontRef idx="minor">
            <a:schemeClr val="tx1"/>
          </a:fontRef>
        </p:style>
      </p:cxnSp>
      <p:cxnSp>
        <p:nvCxnSpPr>
          <p:cNvPr id="7" name="直接连接符 6"/>
          <p:cNvCxnSpPr/>
          <p:nvPr/>
        </p:nvCxnSpPr>
        <p:spPr bwMode="auto">
          <a:xfrm>
            <a:off x="2216696" y="4221088"/>
            <a:ext cx="0" cy="1296144"/>
          </a:xfrm>
          <a:prstGeom prst="line">
            <a:avLst/>
          </a:prstGeom>
          <a:ln>
            <a:prstDash val="sysDash"/>
            <a:headEnd type="none" w="med" len="med"/>
            <a:tailEnd type="none" w="med" len="med"/>
          </a:ln>
        </p:spPr>
        <p:style>
          <a:lnRef idx="3">
            <a:schemeClr val="accent1"/>
          </a:lnRef>
          <a:fillRef idx="0">
            <a:schemeClr val="accent1"/>
          </a:fillRef>
          <a:effectRef idx="2">
            <a:schemeClr val="accent1"/>
          </a:effectRef>
          <a:fontRef idx="minor">
            <a:schemeClr val="tx1"/>
          </a:fontRef>
        </p:style>
      </p:cxnSp>
      <p:cxnSp>
        <p:nvCxnSpPr>
          <p:cNvPr id="8" name="直接连接符 7"/>
          <p:cNvCxnSpPr/>
          <p:nvPr/>
        </p:nvCxnSpPr>
        <p:spPr bwMode="auto">
          <a:xfrm>
            <a:off x="2720752" y="4221088"/>
            <a:ext cx="0" cy="1296144"/>
          </a:xfrm>
          <a:prstGeom prst="line">
            <a:avLst/>
          </a:prstGeom>
          <a:ln>
            <a:prstDash val="sysDash"/>
            <a:headEnd type="none" w="med" len="med"/>
            <a:tailEnd type="none" w="med" len="med"/>
          </a:ln>
        </p:spPr>
        <p:style>
          <a:lnRef idx="3">
            <a:schemeClr val="accent1"/>
          </a:lnRef>
          <a:fillRef idx="0">
            <a:schemeClr val="accent1"/>
          </a:fillRef>
          <a:effectRef idx="2">
            <a:schemeClr val="accent1"/>
          </a:effectRef>
          <a:fontRef idx="minor">
            <a:schemeClr val="tx1"/>
          </a:fontRef>
        </p:style>
      </p:cxnSp>
      <p:sp>
        <p:nvSpPr>
          <p:cNvPr id="4" name="矩形 3"/>
          <p:cNvSpPr/>
          <p:nvPr/>
        </p:nvSpPr>
        <p:spPr bwMode="auto">
          <a:xfrm>
            <a:off x="5457056" y="4365104"/>
            <a:ext cx="2952327" cy="1008112"/>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Arial" panose="020B0604020202020204" pitchFamily="34" charset="0"/>
            </a:endParaRPr>
          </a:p>
        </p:txBody>
      </p:sp>
      <p:grpSp>
        <p:nvGrpSpPr>
          <p:cNvPr id="13" name="组合 12"/>
          <p:cNvGrpSpPr/>
          <p:nvPr/>
        </p:nvGrpSpPr>
        <p:grpSpPr>
          <a:xfrm>
            <a:off x="5498967" y="4238046"/>
            <a:ext cx="2952326" cy="1495210"/>
            <a:chOff x="4504882" y="3927614"/>
            <a:chExt cx="3842480" cy="1399309"/>
          </a:xfrm>
        </p:grpSpPr>
        <p:cxnSp>
          <p:nvCxnSpPr>
            <p:cNvPr id="14" name="直接连接符 13"/>
            <p:cNvCxnSpPr/>
            <p:nvPr/>
          </p:nvCxnSpPr>
          <p:spPr>
            <a:xfrm>
              <a:off x="4525663" y="4966705"/>
              <a:ext cx="226446"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flipV="1">
              <a:off x="4752109" y="4225486"/>
              <a:ext cx="0" cy="741219"/>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4752109" y="4211482"/>
              <a:ext cx="226446"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flipV="1">
              <a:off x="4978555" y="4225486"/>
              <a:ext cx="0" cy="741219"/>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4989790" y="4966705"/>
              <a:ext cx="226446"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flipV="1">
              <a:off x="5216236" y="4225486"/>
              <a:ext cx="0" cy="741219"/>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5216236" y="4211482"/>
              <a:ext cx="226446"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5465617" y="4211482"/>
              <a:ext cx="226446"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flipV="1">
              <a:off x="5692063" y="4225486"/>
              <a:ext cx="0" cy="741219"/>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5703298" y="4966705"/>
              <a:ext cx="226446"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flipV="1">
              <a:off x="5943599" y="4225486"/>
              <a:ext cx="0" cy="741219"/>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5943599" y="4211482"/>
              <a:ext cx="226446"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flipV="1">
              <a:off x="6170045" y="4225486"/>
              <a:ext cx="0" cy="741219"/>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6181280" y="4966705"/>
              <a:ext cx="226446"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6430661" y="4966705"/>
              <a:ext cx="226446"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flipV="1">
              <a:off x="6670962" y="4225486"/>
              <a:ext cx="0" cy="741219"/>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a:off x="6670962" y="4211482"/>
              <a:ext cx="226446"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a:off x="6920344" y="4211482"/>
              <a:ext cx="226446"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flipV="1">
              <a:off x="7146790" y="4225486"/>
              <a:ext cx="0" cy="741219"/>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a:off x="7158025" y="4966705"/>
              <a:ext cx="226446"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flipV="1">
              <a:off x="7391399" y="4225486"/>
              <a:ext cx="0" cy="741219"/>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a:off x="7391399" y="4211482"/>
              <a:ext cx="226446"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flipV="1">
              <a:off x="7617845" y="4225486"/>
              <a:ext cx="0" cy="741219"/>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a:off x="7629080" y="4966705"/>
              <a:ext cx="226446"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a:off x="7871534" y="4966705"/>
              <a:ext cx="226446"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flipV="1">
              <a:off x="8111835" y="4225486"/>
              <a:ext cx="0" cy="741219"/>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a:off x="8111835" y="4211482"/>
              <a:ext cx="226446"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a:off x="4504882" y="3927614"/>
              <a:ext cx="0" cy="1399309"/>
            </a:xfrm>
            <a:prstGeom prst="line">
              <a:avLst/>
            </a:prstGeom>
            <a:ln w="635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a:off x="8347362" y="3927614"/>
              <a:ext cx="0" cy="1399309"/>
            </a:xfrm>
            <a:prstGeom prst="line">
              <a:avLst/>
            </a:prstGeom>
            <a:ln w="635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a:off x="4985192" y="3927614"/>
              <a:ext cx="0" cy="1399309"/>
            </a:xfrm>
            <a:prstGeom prst="line">
              <a:avLst/>
            </a:prstGeom>
            <a:ln w="635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a:xfrm>
              <a:off x="5465502" y="3927614"/>
              <a:ext cx="0" cy="1399309"/>
            </a:xfrm>
            <a:prstGeom prst="line">
              <a:avLst/>
            </a:prstGeom>
            <a:ln w="635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a:off x="5945812" y="3927614"/>
              <a:ext cx="0" cy="1399309"/>
            </a:xfrm>
            <a:prstGeom prst="line">
              <a:avLst/>
            </a:prstGeom>
            <a:ln w="635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6" name="直接连接符 45"/>
            <p:cNvCxnSpPr/>
            <p:nvPr/>
          </p:nvCxnSpPr>
          <p:spPr>
            <a:xfrm>
              <a:off x="6426122" y="3927614"/>
              <a:ext cx="0" cy="1399309"/>
            </a:xfrm>
            <a:prstGeom prst="line">
              <a:avLst/>
            </a:prstGeom>
            <a:ln w="635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a:off x="6906432" y="3927614"/>
              <a:ext cx="0" cy="1399309"/>
            </a:xfrm>
            <a:prstGeom prst="line">
              <a:avLst/>
            </a:prstGeom>
            <a:ln w="635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a:off x="7386742" y="3927614"/>
              <a:ext cx="0" cy="1399309"/>
            </a:xfrm>
            <a:prstGeom prst="line">
              <a:avLst/>
            </a:prstGeom>
            <a:ln w="635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9" name="直接连接符 48"/>
            <p:cNvCxnSpPr/>
            <p:nvPr/>
          </p:nvCxnSpPr>
          <p:spPr>
            <a:xfrm>
              <a:off x="7867052" y="3927614"/>
              <a:ext cx="0" cy="1399309"/>
            </a:xfrm>
            <a:prstGeom prst="line">
              <a:avLst/>
            </a:prstGeom>
            <a:ln w="635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p:cNvSpPr>
            <a:spLocks noGrp="1" noChangeArrowheads="1"/>
          </p:cNvSpPr>
          <p:nvPr>
            <p:ph type="title"/>
          </p:nvPr>
        </p:nvSpPr>
        <p:spPr/>
        <p:txBody>
          <a:bodyPr/>
          <a:lstStyle/>
          <a:p>
            <a:r>
              <a:rPr lang="en-US" altLang="zh-CN" dirty="0"/>
              <a:t>2.2.2  </a:t>
            </a:r>
            <a:r>
              <a:rPr lang="zh-CN" altLang="zh-CN" dirty="0"/>
              <a:t>有关信道的几个基本概念</a:t>
            </a:r>
            <a:endParaRPr lang="zh-CN" altLang="en-US" dirty="0"/>
          </a:p>
        </p:txBody>
      </p:sp>
      <p:sp>
        <p:nvSpPr>
          <p:cNvPr id="120835" name="Rectangle 3"/>
          <p:cNvSpPr>
            <a:spLocks noGrp="1" noChangeArrowheads="1"/>
          </p:cNvSpPr>
          <p:nvPr>
            <p:ph idx="1"/>
          </p:nvPr>
        </p:nvSpPr>
        <p:spPr/>
        <p:txBody>
          <a:bodyPr/>
          <a:lstStyle/>
          <a:p>
            <a:pPr>
              <a:spcAft>
                <a:spcPct val="15000"/>
              </a:spcAft>
            </a:pPr>
            <a:r>
              <a:rPr lang="zh-CN" altLang="en-US" dirty="0">
                <a:solidFill>
                  <a:srgbClr val="0000CC"/>
                </a:solidFill>
              </a:rPr>
              <a:t>基带信号</a:t>
            </a:r>
            <a:r>
              <a:rPr lang="zh-CN" altLang="en-US" dirty="0"/>
              <a:t>（即基本频带信号）</a:t>
            </a:r>
            <a:r>
              <a:rPr lang="en-US" altLang="zh-CN" dirty="0"/>
              <a:t>—— </a:t>
            </a:r>
            <a:r>
              <a:rPr lang="zh-CN" altLang="en-US" dirty="0"/>
              <a:t>来自</a:t>
            </a:r>
            <a:r>
              <a:rPr lang="zh-CN" altLang="en-US" dirty="0">
                <a:solidFill>
                  <a:srgbClr val="FF0000"/>
                </a:solidFill>
              </a:rPr>
              <a:t>信源</a:t>
            </a:r>
            <a:r>
              <a:rPr lang="zh-CN" altLang="en-US" dirty="0"/>
              <a:t>的</a:t>
            </a:r>
            <a:r>
              <a:rPr lang="zh-CN" altLang="en-US" dirty="0">
                <a:solidFill>
                  <a:srgbClr val="FF0000"/>
                </a:solidFill>
              </a:rPr>
              <a:t>信号</a:t>
            </a:r>
            <a:r>
              <a:rPr lang="zh-CN" altLang="en-US" dirty="0"/>
              <a:t>（由信源直接产生的信号）。像计算机输出的代表各种文字或图像文件的数据信号都属于基带信号。</a:t>
            </a:r>
          </a:p>
          <a:p>
            <a:pPr>
              <a:spcAft>
                <a:spcPct val="15000"/>
              </a:spcAft>
            </a:pPr>
            <a:r>
              <a:rPr lang="zh-CN" altLang="en-US" dirty="0">
                <a:solidFill>
                  <a:srgbClr val="0000CC"/>
                </a:solidFill>
              </a:rPr>
              <a:t>调制</a:t>
            </a:r>
            <a:r>
              <a:rPr lang="zh-CN" altLang="en-US" dirty="0"/>
              <a:t> </a:t>
            </a:r>
            <a:r>
              <a:rPr lang="en-US" altLang="zh-CN" dirty="0"/>
              <a:t>—— </a:t>
            </a:r>
            <a:r>
              <a:rPr lang="zh-CN" altLang="en-US" dirty="0"/>
              <a:t>基带信号往往包含有较多的</a:t>
            </a:r>
            <a:r>
              <a:rPr lang="zh-CN" altLang="en-US" dirty="0">
                <a:solidFill>
                  <a:srgbClr val="FF0000"/>
                </a:solidFill>
              </a:rPr>
              <a:t>低频</a:t>
            </a:r>
            <a:r>
              <a:rPr lang="zh-CN" altLang="en-US" dirty="0"/>
              <a:t>成分，甚至有直流成分，而许多</a:t>
            </a:r>
            <a:r>
              <a:rPr lang="zh-CN" altLang="en-US" dirty="0">
                <a:solidFill>
                  <a:srgbClr val="FF0000"/>
                </a:solidFill>
              </a:rPr>
              <a:t>信道</a:t>
            </a:r>
            <a:r>
              <a:rPr lang="zh-CN" altLang="en-US" dirty="0"/>
              <a:t>并</a:t>
            </a:r>
            <a:r>
              <a:rPr lang="zh-CN" altLang="en-US" dirty="0">
                <a:solidFill>
                  <a:srgbClr val="FF0000"/>
                </a:solidFill>
              </a:rPr>
              <a:t>不能传输</a:t>
            </a:r>
            <a:r>
              <a:rPr lang="zh-CN" altLang="en-US" dirty="0"/>
              <a:t>这种低频分量或直流分量。因此必须对基带信号进行</a:t>
            </a:r>
            <a:r>
              <a:rPr lang="zh-CN" altLang="en-US" dirty="0">
                <a:solidFill>
                  <a:srgbClr val="FF0000"/>
                </a:solidFill>
              </a:rPr>
              <a:t>调制 </a:t>
            </a:r>
            <a:r>
              <a:rPr lang="en-US" altLang="zh-CN" dirty="0"/>
              <a:t>(modulation)</a:t>
            </a:r>
            <a:r>
              <a:rPr lang="zh-CN" altLang="en-US" dirty="0"/>
              <a:t>。   </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p:cNvSpPr>
            <a:spLocks noGrp="1" noChangeArrowheads="1"/>
          </p:cNvSpPr>
          <p:nvPr>
            <p:ph type="title"/>
          </p:nvPr>
        </p:nvSpPr>
        <p:spPr/>
        <p:txBody>
          <a:bodyPr/>
          <a:lstStyle/>
          <a:p>
            <a:r>
              <a:rPr lang="en-US" altLang="zh-CN" dirty="0"/>
              <a:t>2.2.2  </a:t>
            </a:r>
            <a:r>
              <a:rPr lang="zh-CN" altLang="zh-CN" dirty="0"/>
              <a:t>有关信道的几个基本概念</a:t>
            </a:r>
            <a:endParaRPr lang="zh-CN" altLang="en-US" dirty="0"/>
          </a:p>
        </p:txBody>
      </p:sp>
      <p:sp>
        <p:nvSpPr>
          <p:cNvPr id="120835" name="Rectangle 3"/>
          <p:cNvSpPr>
            <a:spLocks noGrp="1" noChangeArrowheads="1"/>
          </p:cNvSpPr>
          <p:nvPr>
            <p:ph idx="1"/>
          </p:nvPr>
        </p:nvSpPr>
        <p:spPr>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marL="0" indent="0">
              <a:spcAft>
                <a:spcPct val="15000"/>
              </a:spcAft>
              <a:buNone/>
            </a:pPr>
            <a:r>
              <a:rPr lang="zh-CN" altLang="en-US" dirty="0"/>
              <a:t>调制</a:t>
            </a:r>
            <a:r>
              <a:rPr lang="zh-CN" altLang="zh-CN" dirty="0"/>
              <a:t>分为两大类</a:t>
            </a:r>
            <a:r>
              <a:rPr lang="zh-CN" altLang="en-US" dirty="0"/>
              <a:t>：</a:t>
            </a:r>
            <a:endParaRPr lang="en-US" altLang="zh-CN" dirty="0"/>
          </a:p>
          <a:p>
            <a:pPr>
              <a:spcAft>
                <a:spcPct val="15000"/>
              </a:spcAft>
            </a:pPr>
            <a:r>
              <a:rPr lang="zh-CN" altLang="zh-CN" sz="2800" dirty="0">
                <a:solidFill>
                  <a:srgbClr val="0000CC"/>
                </a:solidFill>
              </a:rPr>
              <a:t>基带调制</a:t>
            </a:r>
            <a:r>
              <a:rPr lang="zh-CN" altLang="en-US" sz="2800" dirty="0">
                <a:solidFill>
                  <a:srgbClr val="0000CC"/>
                </a:solidFill>
              </a:rPr>
              <a:t>：</a:t>
            </a:r>
            <a:r>
              <a:rPr lang="zh-CN" altLang="zh-CN" sz="2800" dirty="0"/>
              <a:t>仅对基带信号的</a:t>
            </a:r>
            <a:r>
              <a:rPr lang="zh-CN" altLang="zh-CN" sz="2800" dirty="0">
                <a:solidFill>
                  <a:srgbClr val="FF0000"/>
                </a:solidFill>
              </a:rPr>
              <a:t>波形</a:t>
            </a:r>
            <a:r>
              <a:rPr lang="zh-CN" altLang="zh-CN" sz="2800" dirty="0"/>
              <a:t>进行</a:t>
            </a:r>
            <a:r>
              <a:rPr lang="zh-CN" altLang="zh-CN" sz="2800" dirty="0">
                <a:solidFill>
                  <a:srgbClr val="FF0000"/>
                </a:solidFill>
              </a:rPr>
              <a:t>变换</a:t>
            </a:r>
            <a:r>
              <a:rPr lang="zh-CN" altLang="zh-CN" sz="2800" dirty="0"/>
              <a:t>，使它能够与</a:t>
            </a:r>
            <a:r>
              <a:rPr lang="zh-CN" altLang="zh-CN" sz="2800" dirty="0">
                <a:solidFill>
                  <a:srgbClr val="FF0000"/>
                </a:solidFill>
              </a:rPr>
              <a:t>信道特性相适应</a:t>
            </a:r>
            <a:r>
              <a:rPr lang="zh-CN" altLang="en-US" sz="2800" dirty="0"/>
              <a:t>（比如，支持同步</a:t>
            </a:r>
            <a:r>
              <a:rPr lang="en-US" altLang="zh-CN" sz="2800" dirty="0"/>
              <a:t>/</a:t>
            </a:r>
            <a:r>
              <a:rPr lang="zh-CN" altLang="en-US" sz="2800" dirty="0"/>
              <a:t>异步通信的信道）</a:t>
            </a:r>
            <a:r>
              <a:rPr lang="zh-CN" altLang="zh-CN" sz="2800" dirty="0"/>
              <a:t>。</a:t>
            </a:r>
            <a:r>
              <a:rPr lang="zh-CN" altLang="zh-CN" sz="2800" dirty="0">
                <a:solidFill>
                  <a:srgbClr val="FF0000"/>
                </a:solidFill>
              </a:rPr>
              <a:t>变换后的信号仍然是</a:t>
            </a:r>
            <a:r>
              <a:rPr lang="zh-CN" altLang="zh-CN" sz="2800" u="sng" dirty="0">
                <a:solidFill>
                  <a:srgbClr val="FF0000"/>
                </a:solidFill>
              </a:rPr>
              <a:t>基带信号</a:t>
            </a:r>
            <a:r>
              <a:rPr lang="zh-CN" altLang="en-US" sz="2800" dirty="0">
                <a:solidFill>
                  <a:srgbClr val="FF0000"/>
                </a:solidFill>
              </a:rPr>
              <a:t>。</a:t>
            </a:r>
            <a:r>
              <a:rPr lang="zh-CN" altLang="zh-CN" sz="2800" dirty="0"/>
              <a:t>把这种过程称为</a:t>
            </a:r>
            <a:r>
              <a:rPr lang="zh-CN" altLang="zh-CN" sz="2800" dirty="0">
                <a:solidFill>
                  <a:srgbClr val="FF0000"/>
                </a:solidFill>
              </a:rPr>
              <a:t>编码</a:t>
            </a:r>
            <a:r>
              <a:rPr lang="en-US" altLang="zh-CN" sz="2800" dirty="0">
                <a:solidFill>
                  <a:srgbClr val="FF0000"/>
                </a:solidFill>
              </a:rPr>
              <a:t> </a:t>
            </a:r>
            <a:r>
              <a:rPr lang="en-US" altLang="zh-CN" sz="2800" dirty="0"/>
              <a:t>(coding)</a:t>
            </a:r>
            <a:r>
              <a:rPr lang="zh-CN" altLang="en-US" sz="2800" dirty="0"/>
              <a:t>。</a:t>
            </a:r>
            <a:endParaRPr lang="en-US" altLang="zh-CN" sz="2800" dirty="0">
              <a:solidFill>
                <a:srgbClr val="0000CC"/>
              </a:solidFill>
            </a:endParaRPr>
          </a:p>
          <a:p>
            <a:pPr>
              <a:spcAft>
                <a:spcPct val="15000"/>
              </a:spcAft>
            </a:pPr>
            <a:r>
              <a:rPr lang="zh-CN" altLang="zh-CN" sz="2800" dirty="0">
                <a:solidFill>
                  <a:srgbClr val="0000CC"/>
                </a:solidFill>
              </a:rPr>
              <a:t>带通调制</a:t>
            </a:r>
            <a:r>
              <a:rPr lang="zh-CN" altLang="en-US" sz="2800" dirty="0">
                <a:solidFill>
                  <a:srgbClr val="0000CC"/>
                </a:solidFill>
              </a:rPr>
              <a:t>：</a:t>
            </a:r>
            <a:r>
              <a:rPr lang="zh-CN" altLang="zh-CN" sz="2800" dirty="0"/>
              <a:t>使用</a:t>
            </a:r>
            <a:r>
              <a:rPr lang="zh-CN" altLang="zh-CN" sz="2800" dirty="0">
                <a:solidFill>
                  <a:srgbClr val="FF0000"/>
                </a:solidFill>
              </a:rPr>
              <a:t>载波</a:t>
            </a:r>
            <a:r>
              <a:rPr lang="en-US" altLang="zh-CN" sz="2800" dirty="0">
                <a:solidFill>
                  <a:srgbClr val="FF0000"/>
                </a:solidFill>
              </a:rPr>
              <a:t> </a:t>
            </a:r>
            <a:r>
              <a:rPr lang="en-US" altLang="zh-CN" sz="2800" dirty="0"/>
              <a:t>(carrier)</a:t>
            </a:r>
            <a:r>
              <a:rPr lang="zh-CN" altLang="zh-CN" sz="2800" dirty="0"/>
              <a:t>进行调制，把基带信号的频率范围搬移到较高的频段，并</a:t>
            </a:r>
            <a:r>
              <a:rPr lang="zh-CN" altLang="zh-CN" sz="2800" dirty="0">
                <a:solidFill>
                  <a:srgbClr val="FF0000"/>
                </a:solidFill>
              </a:rPr>
              <a:t>转换为模拟信号，</a:t>
            </a:r>
            <a:r>
              <a:rPr lang="zh-CN" altLang="zh-CN" sz="2800" dirty="0"/>
              <a:t>这样就能够更好地在模拟信道中传输</a:t>
            </a:r>
            <a:r>
              <a:rPr lang="zh-CN" altLang="en-US" sz="2800" dirty="0"/>
              <a:t>（即仅在一段频率范围内能够通过信道）。</a:t>
            </a:r>
            <a:endParaRPr lang="en-US" altLang="zh-CN" sz="2800" dirty="0"/>
          </a:p>
          <a:p>
            <a:pPr>
              <a:spcAft>
                <a:spcPct val="15000"/>
              </a:spcAft>
            </a:pPr>
            <a:r>
              <a:rPr lang="zh-CN" altLang="en-US" sz="2800" dirty="0">
                <a:solidFill>
                  <a:srgbClr val="0000CC"/>
                </a:solidFill>
              </a:rPr>
              <a:t>带通信号 ：</a:t>
            </a:r>
            <a:r>
              <a:rPr lang="zh-CN" altLang="zh-CN" sz="2800" dirty="0"/>
              <a:t>经过载波调制后的信号</a:t>
            </a:r>
            <a:r>
              <a:rPr lang="zh-CN" altLang="en-US" sz="2800" dirty="0"/>
              <a:t>。</a:t>
            </a:r>
            <a:endParaRPr lang="en-US" altLang="zh-CN" dirty="0">
              <a:solidFill>
                <a:srgbClr val="0000CC"/>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314" name="Rectangle 2"/>
          <p:cNvSpPr>
            <a:spLocks noGrp="1" noChangeArrowheads="1"/>
          </p:cNvSpPr>
          <p:nvPr>
            <p:ph type="title"/>
          </p:nvPr>
        </p:nvSpPr>
        <p:spPr/>
        <p:txBody>
          <a:bodyPr/>
          <a:lstStyle/>
          <a:p>
            <a:r>
              <a:rPr lang="en-US" altLang="zh-CN" dirty="0"/>
              <a:t>2.4  </a:t>
            </a:r>
            <a:r>
              <a:rPr lang="zh-CN" altLang="zh-CN" dirty="0"/>
              <a:t>信道复用技术</a:t>
            </a:r>
          </a:p>
        </p:txBody>
      </p:sp>
      <p:sp>
        <p:nvSpPr>
          <p:cNvPr id="269315" name="Rectangle 3"/>
          <p:cNvSpPr>
            <a:spLocks noGrp="1" noChangeArrowheads="1"/>
          </p:cNvSpPr>
          <p:nvPr>
            <p:ph idx="1"/>
          </p:nvPr>
        </p:nvSpPr>
        <p:spPr/>
        <p:txBody>
          <a:bodyPr/>
          <a:lstStyle/>
          <a:p>
            <a:r>
              <a:rPr lang="en-US" altLang="zh-CN" dirty="0"/>
              <a:t>2.4.1  </a:t>
            </a:r>
            <a:r>
              <a:rPr lang="zh-CN" altLang="en-US" dirty="0"/>
              <a:t>频分复用</a:t>
            </a:r>
            <a:endParaRPr lang="zh-CN" altLang="zh-CN" dirty="0"/>
          </a:p>
          <a:p>
            <a:r>
              <a:rPr lang="en-US" altLang="zh-CN" dirty="0"/>
              <a:t>2.4.2  </a:t>
            </a:r>
            <a:r>
              <a:rPr lang="zh-CN" altLang="zh-CN" dirty="0"/>
              <a:t>波分复用</a:t>
            </a:r>
          </a:p>
          <a:p>
            <a:r>
              <a:rPr lang="en-US" altLang="zh-CN" dirty="0"/>
              <a:t>2.4.3  </a:t>
            </a:r>
            <a:r>
              <a:rPr lang="zh-CN" altLang="en-US" dirty="0" err="1"/>
              <a:t>时分复用</a:t>
            </a:r>
          </a:p>
          <a:p>
            <a:r>
              <a:rPr lang="en-US" altLang="zh-CN" dirty="0" err="1"/>
              <a:t>2.4.4  </a:t>
            </a:r>
            <a:r>
              <a:rPr lang="zh-CN" altLang="en-US" dirty="0" err="1"/>
              <a:t>码分复用</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a:t>2.4  </a:t>
            </a:r>
            <a:r>
              <a:rPr lang="zh-CN" altLang="en-US"/>
              <a:t>信道复用技术</a:t>
            </a:r>
          </a:p>
        </p:txBody>
      </p:sp>
      <p:sp>
        <p:nvSpPr>
          <p:cNvPr id="3" name="内容占位符 2"/>
          <p:cNvSpPr>
            <a:spLocks noGrp="1"/>
          </p:cNvSpPr>
          <p:nvPr>
            <p:ph idx="1"/>
          </p:nvPr>
        </p:nvSpPr>
        <p:spPr>
          <a:xfrm>
            <a:off x="495300" y="1196975"/>
            <a:ext cx="9065895" cy="1042670"/>
          </a:xfrm>
        </p:spPr>
        <p:txBody>
          <a:bodyPr/>
          <a:lstStyle/>
          <a:p>
            <a:r>
              <a:rPr lang="zh-CN" altLang="en-US" sz="2800">
                <a:solidFill>
                  <a:srgbClr val="FF0000"/>
                </a:solidFill>
              </a:rPr>
              <a:t>复用</a:t>
            </a:r>
            <a:r>
              <a:rPr lang="en-US" altLang="zh-CN" sz="2800">
                <a:solidFill>
                  <a:srgbClr val="FF0000"/>
                </a:solidFill>
              </a:rPr>
              <a:t>(multiplexing)</a:t>
            </a:r>
            <a:r>
              <a:rPr lang="zh-CN" altLang="en-US" sz="2800"/>
              <a:t>是通信技术中的基本概念</a:t>
            </a:r>
            <a:r>
              <a:rPr lang="en-US" altLang="zh-CN" sz="2800"/>
              <a:t>,</a:t>
            </a:r>
            <a:r>
              <a:rPr lang="zh-CN" altLang="en-US" sz="2800"/>
              <a:t>复用技术让多个用户共享一个信道。</a:t>
            </a:r>
          </a:p>
        </p:txBody>
      </p:sp>
      <p:pic>
        <p:nvPicPr>
          <p:cNvPr id="4" name="图片 3"/>
          <p:cNvPicPr>
            <a:picLocks noChangeAspect="1"/>
          </p:cNvPicPr>
          <p:nvPr/>
        </p:nvPicPr>
        <p:blipFill>
          <a:blip r:embed="rId2"/>
          <a:stretch>
            <a:fillRect/>
          </a:stretch>
        </p:blipFill>
        <p:spPr>
          <a:xfrm>
            <a:off x="1294130" y="2661920"/>
            <a:ext cx="7592060" cy="1855470"/>
          </a:xfrm>
          <a:prstGeom prst="rect">
            <a:avLst/>
          </a:prstGeom>
        </p:spPr>
      </p:pic>
      <p:pic>
        <p:nvPicPr>
          <p:cNvPr id="5" name="图片 4"/>
          <p:cNvPicPr>
            <a:picLocks noChangeAspect="1"/>
          </p:cNvPicPr>
          <p:nvPr/>
        </p:nvPicPr>
        <p:blipFill>
          <a:blip r:embed="rId3"/>
          <a:stretch>
            <a:fillRect/>
          </a:stretch>
        </p:blipFill>
        <p:spPr>
          <a:xfrm>
            <a:off x="1294130" y="5147310"/>
            <a:ext cx="7592060" cy="1537335"/>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a:t>2.4.1  </a:t>
            </a:r>
            <a:r>
              <a:rPr lang="zh-CN" altLang="en-US"/>
              <a:t>频分复用</a:t>
            </a:r>
            <a:r>
              <a:rPr lang="en-US" altLang="zh-CN"/>
              <a:t>FDM</a:t>
            </a:r>
          </a:p>
        </p:txBody>
      </p:sp>
      <p:sp>
        <p:nvSpPr>
          <p:cNvPr id="3" name="内容占位符 2"/>
          <p:cNvSpPr>
            <a:spLocks noGrp="1"/>
          </p:cNvSpPr>
          <p:nvPr>
            <p:ph idx="1"/>
          </p:nvPr>
        </p:nvSpPr>
        <p:spPr>
          <a:xfrm>
            <a:off x="495300" y="1196975"/>
            <a:ext cx="9065895" cy="1042670"/>
          </a:xfrm>
        </p:spPr>
        <p:txBody>
          <a:bodyPr/>
          <a:lstStyle/>
          <a:p>
            <a:r>
              <a:rPr lang="zh-CN" altLang="en-US" sz="2800">
                <a:solidFill>
                  <a:srgbClr val="FF0000"/>
                </a:solidFill>
              </a:rPr>
              <a:t>频分复用</a:t>
            </a:r>
            <a:r>
              <a:rPr lang="zh-CN" altLang="en-US" sz="2800"/>
              <a:t>按频率划分不同信道，用户在分到一定的频带后，在通信过程中始终占用整个频带。</a:t>
            </a:r>
          </a:p>
        </p:txBody>
      </p:sp>
      <p:sp>
        <p:nvSpPr>
          <p:cNvPr id="6" name="内容占位符 2"/>
          <p:cNvSpPr>
            <a:spLocks noGrp="1"/>
          </p:cNvSpPr>
          <p:nvPr/>
        </p:nvSpPr>
        <p:spPr>
          <a:xfrm>
            <a:off x="495300" y="2329180"/>
            <a:ext cx="9065895" cy="1042670"/>
          </a:xfrm>
          <a:prstGeom prst="rect">
            <a:avLst/>
          </a:prstGeom>
          <a:noFill/>
          <a:ln>
            <a:noFill/>
          </a:ln>
          <a:effectLst/>
        </p:spPr>
        <p:txBody>
          <a:bodyPr vert="horz" wrap="square" lIns="91440" tIns="45720" rIns="91440" bIns="45720" numCol="1" anchor="t" anchorCtr="0" compatLnSpc="1"/>
          <a:lstStyle>
            <a:lvl1pPr marL="342900" indent="-342900" algn="l" rtl="0" eaLnBrk="1" fontAlgn="base" hangingPunct="1">
              <a:lnSpc>
                <a:spcPct val="110000"/>
              </a:lnSpc>
              <a:spcBef>
                <a:spcPts val="600"/>
              </a:spcBef>
              <a:spcAft>
                <a:spcPct val="0"/>
              </a:spcAft>
              <a:buClr>
                <a:srgbClr val="333399"/>
              </a:buClr>
              <a:buSzPct val="75000"/>
              <a:buFont typeface="Wingdings" panose="05000000000000000000" pitchFamily="2" charset="2"/>
              <a:buChar char="n"/>
              <a:defRPr sz="3200" b="1">
                <a:solidFill>
                  <a:schemeClr val="tx1"/>
                </a:solidFill>
                <a:latin typeface="+mn-lt"/>
                <a:ea typeface="黑体" panose="02010609060101010101" pitchFamily="2" charset="-122"/>
                <a:cs typeface="+mn-cs"/>
              </a:defRPr>
            </a:lvl1pPr>
            <a:lvl2pPr marL="742950" indent="-285750" algn="l" rtl="0" eaLnBrk="1" fontAlgn="base" hangingPunct="1">
              <a:lnSpc>
                <a:spcPct val="110000"/>
              </a:lnSpc>
              <a:spcBef>
                <a:spcPts val="600"/>
              </a:spcBef>
              <a:spcAft>
                <a:spcPct val="0"/>
              </a:spcAft>
              <a:buClr>
                <a:schemeClr val="accent2"/>
              </a:buClr>
              <a:buSzPct val="70000"/>
              <a:buFont typeface="Wingdings" panose="05000000000000000000" pitchFamily="2" charset="2"/>
              <a:buChar char="n"/>
              <a:defRPr sz="2800" b="1">
                <a:solidFill>
                  <a:schemeClr val="tx1"/>
                </a:solidFill>
                <a:latin typeface="+mn-lt"/>
                <a:ea typeface="黑体" panose="02010609060101010101" pitchFamily="2" charset="-122"/>
              </a:defRPr>
            </a:lvl2pPr>
            <a:lvl3pPr marL="1143000" indent="-228600" algn="l" rtl="0" eaLnBrk="1" fontAlgn="base" hangingPunct="1">
              <a:lnSpc>
                <a:spcPct val="110000"/>
              </a:lnSpc>
              <a:spcBef>
                <a:spcPts val="600"/>
              </a:spcBef>
              <a:spcAft>
                <a:spcPct val="0"/>
              </a:spcAft>
              <a:buClr>
                <a:srgbClr val="333399"/>
              </a:buClr>
              <a:buSzPct val="65000"/>
              <a:buFont typeface="Wingdings" panose="05000000000000000000" pitchFamily="2" charset="2"/>
              <a:buChar char="p"/>
              <a:defRPr sz="2400" b="1">
                <a:solidFill>
                  <a:schemeClr val="tx1"/>
                </a:solidFill>
                <a:latin typeface="+mn-lt"/>
                <a:ea typeface="黑体" panose="02010609060101010101" pitchFamily="2" charset="-122"/>
              </a:defRPr>
            </a:lvl3pPr>
            <a:lvl4pPr marL="1600200" indent="-228600" algn="l" rtl="0" eaLnBrk="1" fontAlgn="base" hangingPunct="1">
              <a:lnSpc>
                <a:spcPct val="110000"/>
              </a:lnSpc>
              <a:spcBef>
                <a:spcPts val="600"/>
              </a:spcBef>
              <a:spcAft>
                <a:spcPct val="0"/>
              </a:spcAft>
              <a:buClr>
                <a:schemeClr val="bg2"/>
              </a:buClr>
              <a:buSzPct val="65000"/>
              <a:buFont typeface="Wingdings" panose="05000000000000000000" pitchFamily="2" charset="2"/>
              <a:buChar char="n"/>
              <a:defRPr sz="2000" b="1">
                <a:solidFill>
                  <a:schemeClr val="tx1"/>
                </a:solidFill>
                <a:latin typeface="+mn-lt"/>
                <a:ea typeface="黑体" panose="02010609060101010101" pitchFamily="2" charset="-122"/>
              </a:defRPr>
            </a:lvl4pPr>
            <a:lvl5pPr marL="2057400" indent="-228600" algn="l" rtl="0" eaLnBrk="1" fontAlgn="base" hangingPunct="1">
              <a:lnSpc>
                <a:spcPct val="110000"/>
              </a:lnSpc>
              <a:spcBef>
                <a:spcPts val="600"/>
              </a:spcBef>
              <a:spcAft>
                <a:spcPct val="0"/>
              </a:spcAft>
              <a:buClr>
                <a:srgbClr val="333399"/>
              </a:buClr>
              <a:buSzPct val="60000"/>
              <a:buFont typeface="Wingdings" panose="05000000000000000000" pitchFamily="2" charset="2"/>
              <a:buChar char="n"/>
              <a:defRPr sz="2000" b="1">
                <a:solidFill>
                  <a:schemeClr val="tx1"/>
                </a:solidFill>
                <a:latin typeface="+mn-lt"/>
                <a:ea typeface="黑体" panose="02010609060101010101" pitchFamily="2" charset="-122"/>
              </a:defRPr>
            </a:lvl5pPr>
            <a:lvl6pPr marL="25146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6pPr>
            <a:lvl7pPr marL="29718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7pPr>
            <a:lvl8pPr marL="34290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8pPr>
            <a:lvl9pPr marL="38862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9pPr>
          </a:lstStyle>
          <a:p>
            <a:r>
              <a:rPr lang="zh-CN" altLang="en-US" sz="2800" dirty="0">
                <a:solidFill>
                  <a:srgbClr val="FF0000"/>
                </a:solidFill>
              </a:rPr>
              <a:t>频分复用</a:t>
            </a:r>
            <a:r>
              <a:rPr lang="zh-CN" altLang="en-US" sz="2800" dirty="0"/>
              <a:t>是所有用户在同样的时间占用不同的带宽资源（这里的</a:t>
            </a:r>
            <a:r>
              <a:rPr lang="en-US" altLang="zh-CN" sz="2800" dirty="0"/>
              <a:t>“</a:t>
            </a:r>
            <a:r>
              <a:rPr lang="zh-CN" altLang="en-US" sz="2800" dirty="0"/>
              <a:t>带宽</a:t>
            </a:r>
            <a:r>
              <a:rPr lang="en-US" altLang="zh-CN" sz="2800" dirty="0"/>
              <a:t>”</a:t>
            </a:r>
            <a:r>
              <a:rPr lang="zh-CN" altLang="en-US" sz="2800" dirty="0"/>
              <a:t>是</a:t>
            </a:r>
            <a:r>
              <a:rPr lang="zh-CN" altLang="en-US" sz="2800" dirty="0">
                <a:solidFill>
                  <a:srgbClr val="FF0000"/>
                </a:solidFill>
              </a:rPr>
              <a:t>频率带宽</a:t>
            </a:r>
            <a:r>
              <a:rPr lang="zh-CN" altLang="en-US" sz="2800" dirty="0"/>
              <a:t>而不是数据的发送速率）</a:t>
            </a:r>
          </a:p>
        </p:txBody>
      </p:sp>
      <p:pic>
        <p:nvPicPr>
          <p:cNvPr id="8" name="图片 7"/>
          <p:cNvPicPr>
            <a:picLocks noChangeAspect="1"/>
          </p:cNvPicPr>
          <p:nvPr/>
        </p:nvPicPr>
        <p:blipFill>
          <a:blip r:embed="rId2"/>
          <a:stretch>
            <a:fillRect/>
          </a:stretch>
        </p:blipFill>
        <p:spPr>
          <a:xfrm>
            <a:off x="1908810" y="3644900"/>
            <a:ext cx="6409055" cy="2985135"/>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a:t>2.4.2  </a:t>
            </a:r>
            <a:r>
              <a:rPr lang="zh-CN" altLang="en-US"/>
              <a:t>波分复用</a:t>
            </a:r>
            <a:r>
              <a:rPr lang="en-US" altLang="zh-CN"/>
              <a:t>WDM</a:t>
            </a:r>
          </a:p>
        </p:txBody>
      </p:sp>
      <p:sp>
        <p:nvSpPr>
          <p:cNvPr id="3" name="内容占位符 2"/>
          <p:cNvSpPr>
            <a:spLocks noGrp="1"/>
          </p:cNvSpPr>
          <p:nvPr>
            <p:ph idx="1"/>
          </p:nvPr>
        </p:nvSpPr>
        <p:spPr>
          <a:xfrm>
            <a:off x="495300" y="1196975"/>
            <a:ext cx="9065895" cy="2592065"/>
          </a:xfrm>
        </p:spPr>
        <p:txBody>
          <a:bodyPr/>
          <a:lstStyle/>
          <a:p>
            <a:r>
              <a:rPr lang="zh-CN" altLang="en-US" sz="2800" dirty="0">
                <a:solidFill>
                  <a:srgbClr val="FF0000"/>
                </a:solidFill>
              </a:rPr>
              <a:t>波分复用</a:t>
            </a:r>
            <a:r>
              <a:rPr lang="zh-CN" altLang="en-US" sz="2800" dirty="0">
                <a:solidFill>
                  <a:schemeClr val="tx1"/>
                </a:solidFill>
              </a:rPr>
              <a:t>就是</a:t>
            </a:r>
            <a:r>
              <a:rPr lang="zh-CN" altLang="en-US" sz="2800" dirty="0">
                <a:solidFill>
                  <a:srgbClr val="FF0000"/>
                </a:solidFill>
              </a:rPr>
              <a:t>光的频分复用</a:t>
            </a:r>
            <a:r>
              <a:rPr lang="zh-CN" altLang="en-US" sz="2800" dirty="0">
                <a:solidFill>
                  <a:schemeClr val="tx1"/>
                </a:solidFill>
              </a:rPr>
              <a:t>。整个波长频带被划分为若干个</a:t>
            </a:r>
            <a:r>
              <a:rPr lang="zh-CN" altLang="en-US" sz="2800" dirty="0">
                <a:solidFill>
                  <a:srgbClr val="FF0000"/>
                </a:solidFill>
              </a:rPr>
              <a:t>波长范围</a:t>
            </a:r>
            <a:r>
              <a:rPr lang="zh-CN" altLang="en-US" sz="2800" dirty="0">
                <a:solidFill>
                  <a:schemeClr val="tx1"/>
                </a:solidFill>
              </a:rPr>
              <a:t>，每个用户占用一个</a:t>
            </a:r>
            <a:r>
              <a:rPr lang="zh-CN" altLang="en-US" sz="2800" dirty="0">
                <a:solidFill>
                  <a:srgbClr val="FF0000"/>
                </a:solidFill>
              </a:rPr>
              <a:t>波长范围</a:t>
            </a:r>
            <a:r>
              <a:rPr lang="zh-CN" altLang="en-US" sz="2800" dirty="0">
                <a:solidFill>
                  <a:schemeClr val="tx1"/>
                </a:solidFill>
              </a:rPr>
              <a:t>来传输。</a:t>
            </a:r>
            <a:endParaRPr lang="en-US" altLang="zh-CN" sz="2800" dirty="0">
              <a:solidFill>
                <a:schemeClr val="tx1"/>
              </a:solidFill>
            </a:endParaRPr>
          </a:p>
          <a:p>
            <a:pPr marL="0" indent="0">
              <a:buNone/>
            </a:pPr>
            <a:r>
              <a:rPr lang="en-US" altLang="zh-CN" sz="2800" dirty="0"/>
              <a:t>   (</a:t>
            </a:r>
            <a:r>
              <a:rPr lang="zh-CN" altLang="en-US" sz="2800" dirty="0"/>
              <a:t>光的频分复用，习惯上用波长表示</a:t>
            </a:r>
            <a:r>
              <a:rPr lang="en-US" altLang="zh-CN" sz="2800" dirty="0"/>
              <a:t>)</a:t>
            </a:r>
            <a:endParaRPr lang="zh-CN" altLang="en-US" sz="2800" dirty="0">
              <a:solidFill>
                <a:schemeClr val="tx1"/>
              </a:solidFill>
            </a:endParaRPr>
          </a:p>
          <a:p>
            <a:r>
              <a:rPr lang="zh-CN" altLang="en-US" sz="2800" dirty="0">
                <a:solidFill>
                  <a:schemeClr val="tx1"/>
                </a:solidFill>
              </a:rPr>
              <a:t>在一根光纤上，复用多路频率接近的光载波信号的方式称为</a:t>
            </a:r>
            <a:r>
              <a:rPr lang="zh-CN" altLang="en-US" sz="2800" dirty="0">
                <a:solidFill>
                  <a:srgbClr val="FF0000"/>
                </a:solidFill>
              </a:rPr>
              <a:t>波分复用</a:t>
            </a:r>
            <a:r>
              <a:rPr lang="en-US" altLang="zh-CN" sz="2800" dirty="0">
                <a:solidFill>
                  <a:srgbClr val="FF0000"/>
                </a:solidFill>
              </a:rPr>
              <a:t>WDM</a:t>
            </a:r>
            <a:r>
              <a:rPr lang="zh-CN" altLang="en-US" sz="2800" dirty="0">
                <a:solidFill>
                  <a:schemeClr val="tx1"/>
                </a:solidFill>
              </a:rPr>
              <a:t>。</a:t>
            </a:r>
          </a:p>
        </p:txBody>
      </p:sp>
      <p:pic>
        <p:nvPicPr>
          <p:cNvPr id="5" name="图片 4">
            <a:extLst>
              <a:ext uri="{FF2B5EF4-FFF2-40B4-BE49-F238E27FC236}">
                <a16:creationId xmlns:a16="http://schemas.microsoft.com/office/drawing/2014/main" id="{CE24D684-B76D-4FFD-9D2C-C4CA42954B0E}"/>
              </a:ext>
            </a:extLst>
          </p:cNvPr>
          <p:cNvPicPr>
            <a:picLocks noChangeAspect="1"/>
          </p:cNvPicPr>
          <p:nvPr/>
        </p:nvPicPr>
        <p:blipFill>
          <a:blip r:embed="rId2"/>
          <a:stretch>
            <a:fillRect/>
          </a:stretch>
        </p:blipFill>
        <p:spPr>
          <a:xfrm>
            <a:off x="712304" y="3789040"/>
            <a:ext cx="8481392" cy="2848088"/>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a:t>2.4.3  </a:t>
            </a:r>
            <a:r>
              <a:rPr lang="zh-CN" altLang="en-US"/>
              <a:t>时分复用</a:t>
            </a:r>
            <a:r>
              <a:rPr lang="en-US" altLang="zh-CN"/>
              <a:t>TDM</a:t>
            </a:r>
          </a:p>
        </p:txBody>
      </p:sp>
      <p:sp>
        <p:nvSpPr>
          <p:cNvPr id="3" name="内容占位符 2"/>
          <p:cNvSpPr>
            <a:spLocks noGrp="1"/>
          </p:cNvSpPr>
          <p:nvPr>
            <p:ph idx="1"/>
          </p:nvPr>
        </p:nvSpPr>
        <p:spPr>
          <a:xfrm>
            <a:off x="495300" y="1196975"/>
            <a:ext cx="9065895" cy="4435475"/>
          </a:xfrm>
        </p:spPr>
        <p:txBody>
          <a:bodyPr/>
          <a:lstStyle/>
          <a:p>
            <a:r>
              <a:rPr lang="zh-CN" altLang="en-US" sz="2800" dirty="0">
                <a:solidFill>
                  <a:srgbClr val="FF0000"/>
                </a:solidFill>
              </a:rPr>
              <a:t>时分复用</a:t>
            </a:r>
            <a:r>
              <a:rPr lang="zh-CN" altLang="en-US" sz="2800" dirty="0">
                <a:solidFill>
                  <a:schemeClr val="tx1"/>
                </a:solidFill>
              </a:rPr>
              <a:t>则是将时间划分为一段段等长的</a:t>
            </a:r>
            <a:r>
              <a:rPr lang="zh-CN" altLang="en-US" sz="2800" dirty="0">
                <a:solidFill>
                  <a:srgbClr val="FF0000"/>
                </a:solidFill>
              </a:rPr>
              <a:t>时分复用帧（</a:t>
            </a:r>
            <a:r>
              <a:rPr lang="en-US" altLang="zh-CN" sz="2800" dirty="0">
                <a:solidFill>
                  <a:srgbClr val="FF0000"/>
                </a:solidFill>
              </a:rPr>
              <a:t>TDM</a:t>
            </a:r>
            <a:r>
              <a:rPr lang="zh-CN" altLang="en-US" sz="2800" dirty="0">
                <a:solidFill>
                  <a:srgbClr val="FF0000"/>
                </a:solidFill>
              </a:rPr>
              <a:t>帧）</a:t>
            </a:r>
            <a:r>
              <a:rPr lang="zh-CN" altLang="en-US" sz="2800" dirty="0">
                <a:solidFill>
                  <a:schemeClr val="tx1"/>
                </a:solidFill>
              </a:rPr>
              <a:t>。每个时分复用的</a:t>
            </a:r>
            <a:r>
              <a:rPr lang="zh-CN" altLang="en-US" sz="2800" dirty="0">
                <a:solidFill>
                  <a:srgbClr val="FF0000"/>
                </a:solidFill>
              </a:rPr>
              <a:t>用户</a:t>
            </a:r>
            <a:r>
              <a:rPr lang="zh-CN" altLang="en-US" sz="2800" dirty="0">
                <a:solidFill>
                  <a:schemeClr val="tx1"/>
                </a:solidFill>
              </a:rPr>
              <a:t>在每一个</a:t>
            </a:r>
            <a:r>
              <a:rPr lang="en-US" altLang="zh-CN" sz="2800" dirty="0">
                <a:solidFill>
                  <a:srgbClr val="FF0000"/>
                </a:solidFill>
              </a:rPr>
              <a:t>TDM</a:t>
            </a:r>
            <a:r>
              <a:rPr lang="zh-CN" altLang="en-US" sz="2800" dirty="0">
                <a:solidFill>
                  <a:srgbClr val="FF0000"/>
                </a:solidFill>
              </a:rPr>
              <a:t>帧</a:t>
            </a:r>
            <a:r>
              <a:rPr lang="zh-CN" altLang="en-US" sz="2800" dirty="0">
                <a:solidFill>
                  <a:schemeClr val="tx1"/>
                </a:solidFill>
              </a:rPr>
              <a:t>中</a:t>
            </a:r>
            <a:r>
              <a:rPr lang="zh-CN" altLang="en-US" sz="2800" dirty="0">
                <a:solidFill>
                  <a:srgbClr val="FF0000"/>
                </a:solidFill>
              </a:rPr>
              <a:t>占用固定序号</a:t>
            </a:r>
            <a:r>
              <a:rPr lang="zh-CN" altLang="en-US" sz="2800" dirty="0">
                <a:solidFill>
                  <a:schemeClr val="tx1"/>
                </a:solidFill>
              </a:rPr>
              <a:t>的时隙。</a:t>
            </a:r>
          </a:p>
          <a:p>
            <a:r>
              <a:rPr lang="zh-CN" altLang="en-US" sz="2800" dirty="0">
                <a:solidFill>
                  <a:schemeClr val="tx1"/>
                </a:solidFill>
              </a:rPr>
              <a:t>每一个用户所占用的时隙是</a:t>
            </a:r>
            <a:r>
              <a:rPr lang="zh-CN" altLang="en-US" sz="2800" dirty="0">
                <a:solidFill>
                  <a:srgbClr val="FF0000"/>
                </a:solidFill>
              </a:rPr>
              <a:t>周期性</a:t>
            </a:r>
            <a:r>
              <a:rPr lang="zh-CN" altLang="en-US" sz="2800" dirty="0">
                <a:solidFill>
                  <a:schemeClr val="tx1"/>
                </a:solidFill>
              </a:rPr>
              <a:t>的出现（其周期就是</a:t>
            </a:r>
            <a:r>
              <a:rPr lang="en-US" altLang="zh-CN" sz="2800" dirty="0">
                <a:solidFill>
                  <a:schemeClr val="tx1"/>
                </a:solidFill>
              </a:rPr>
              <a:t>TDM</a:t>
            </a:r>
            <a:r>
              <a:rPr lang="zh-CN" altLang="en-US" sz="2800" dirty="0">
                <a:solidFill>
                  <a:schemeClr val="tx1"/>
                </a:solidFill>
              </a:rPr>
              <a:t>帧的长度）。</a:t>
            </a:r>
            <a:r>
              <a:rPr lang="en-US" altLang="zh-CN" sz="2800" dirty="0">
                <a:solidFill>
                  <a:schemeClr val="tx1"/>
                </a:solidFill>
              </a:rPr>
              <a:t>TDM</a:t>
            </a:r>
            <a:r>
              <a:rPr lang="zh-CN" altLang="en-US" sz="2800" dirty="0">
                <a:solidFill>
                  <a:schemeClr val="tx1"/>
                </a:solidFill>
              </a:rPr>
              <a:t>信号也称为等时信号。</a:t>
            </a:r>
          </a:p>
          <a:p>
            <a:r>
              <a:rPr lang="zh-CN" altLang="en-US" sz="2800" dirty="0">
                <a:solidFill>
                  <a:schemeClr val="tx1"/>
                </a:solidFill>
              </a:rPr>
              <a:t>时分复用的所有用户是在</a:t>
            </a:r>
            <a:r>
              <a:rPr lang="zh-CN" altLang="en-US" sz="2800" dirty="0">
                <a:solidFill>
                  <a:srgbClr val="FF0000"/>
                </a:solidFill>
              </a:rPr>
              <a:t>不同时间</a:t>
            </a:r>
            <a:r>
              <a:rPr lang="zh-CN" altLang="en-US" sz="2800" dirty="0">
                <a:solidFill>
                  <a:schemeClr val="tx1"/>
                </a:solidFill>
              </a:rPr>
              <a:t>占用同样的</a:t>
            </a:r>
            <a:r>
              <a:rPr lang="zh-CN" altLang="en-US" sz="2800" dirty="0">
                <a:solidFill>
                  <a:srgbClr val="FF0000"/>
                </a:solidFill>
              </a:rPr>
              <a:t>频带宽度</a:t>
            </a:r>
            <a:r>
              <a:rPr lang="zh-CN" altLang="en-US" sz="2800" dirty="0">
                <a:solidFill>
                  <a:schemeClr val="tx1"/>
                </a:solidFill>
              </a:rPr>
              <a:t>。</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ym typeface="+mn-ea"/>
              </a:rPr>
              <a:t>2.4.3  </a:t>
            </a:r>
            <a:r>
              <a:rPr lang="zh-CN" altLang="en-US">
                <a:sym typeface="+mn-ea"/>
              </a:rPr>
              <a:t>时分复用</a:t>
            </a:r>
            <a:r>
              <a:rPr lang="en-US" altLang="zh-CN">
                <a:sym typeface="+mn-ea"/>
              </a:rPr>
              <a:t>TDM</a:t>
            </a:r>
            <a:endParaRPr lang="zh-CN" altLang="en-US"/>
          </a:p>
        </p:txBody>
      </p:sp>
      <p:pic>
        <p:nvPicPr>
          <p:cNvPr id="4" name="图片 3"/>
          <p:cNvPicPr>
            <a:picLocks noChangeAspect="1"/>
          </p:cNvPicPr>
          <p:nvPr/>
        </p:nvPicPr>
        <p:blipFill>
          <a:blip r:embed="rId2"/>
          <a:stretch>
            <a:fillRect/>
          </a:stretch>
        </p:blipFill>
        <p:spPr>
          <a:xfrm>
            <a:off x="758825" y="2210435"/>
            <a:ext cx="8802370" cy="2976245"/>
          </a:xfrm>
          <a:prstGeom prst="rect">
            <a:avLst/>
          </a:prstGeom>
        </p:spPr>
      </p:pic>
      <p:sp>
        <p:nvSpPr>
          <p:cNvPr id="5" name="文本框 4"/>
          <p:cNvSpPr txBox="1"/>
          <p:nvPr/>
        </p:nvSpPr>
        <p:spPr>
          <a:xfrm>
            <a:off x="4079240" y="5356225"/>
            <a:ext cx="2034540" cy="583565"/>
          </a:xfrm>
          <a:prstGeom prst="rect">
            <a:avLst/>
          </a:prstGeom>
          <a:noFill/>
        </p:spPr>
        <p:txBody>
          <a:bodyPr wrap="square" rtlCol="0">
            <a:spAutoFit/>
          </a:bodyPr>
          <a:lstStyle/>
          <a:p>
            <a:r>
              <a:rPr lang="zh-CN" altLang="en-US" sz="3200" b="1" kern="0" dirty="0">
                <a:latin typeface="+mn-lt"/>
                <a:ea typeface="黑体" panose="02010609060101010101" pitchFamily="2" charset="-122"/>
              </a:rPr>
              <a:t>时分复用</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a:extLst>
              <a:ext uri="{FF2B5EF4-FFF2-40B4-BE49-F238E27FC236}">
                <a16:creationId xmlns:a16="http://schemas.microsoft.com/office/drawing/2014/main" id="{5CFF5ECD-E8EC-4327-A5C4-0685D0A93CE1}"/>
              </a:ext>
            </a:extLst>
          </p:cNvPr>
          <p:cNvSpPr>
            <a:spLocks noGrp="1"/>
          </p:cNvSpPr>
          <p:nvPr>
            <p:ph type="title"/>
          </p:nvPr>
        </p:nvSpPr>
        <p:spPr>
          <a:xfrm>
            <a:off x="495300" y="188640"/>
            <a:ext cx="9066212" cy="792088"/>
          </a:xfrm>
        </p:spPr>
        <p:txBody>
          <a:bodyPr/>
          <a:lstStyle/>
          <a:p>
            <a:r>
              <a:rPr lang="en-US" altLang="zh-CN" dirty="0">
                <a:sym typeface="+mn-ea"/>
              </a:rPr>
              <a:t>2.4.4  </a:t>
            </a:r>
            <a:r>
              <a:rPr lang="zh-CN" altLang="en-US" dirty="0">
                <a:sym typeface="+mn-ea"/>
              </a:rPr>
              <a:t>码分复用</a:t>
            </a:r>
            <a:r>
              <a:rPr lang="en-US" altLang="zh-CN" dirty="0">
                <a:sym typeface="+mn-ea"/>
              </a:rPr>
              <a:t>CDM</a:t>
            </a:r>
            <a:endParaRPr lang="zh-CN" altLang="en-US" dirty="0"/>
          </a:p>
        </p:txBody>
      </p:sp>
      <p:sp>
        <p:nvSpPr>
          <p:cNvPr id="8" name="内容占位符 5">
            <a:extLst>
              <a:ext uri="{FF2B5EF4-FFF2-40B4-BE49-F238E27FC236}">
                <a16:creationId xmlns:a16="http://schemas.microsoft.com/office/drawing/2014/main" id="{3C51F07A-C751-4773-8F0E-225A5F9A4D44}"/>
              </a:ext>
            </a:extLst>
          </p:cNvPr>
          <p:cNvSpPr>
            <a:spLocks noGrp="1"/>
          </p:cNvSpPr>
          <p:nvPr>
            <p:ph idx="1"/>
          </p:nvPr>
        </p:nvSpPr>
        <p:spPr>
          <a:xfrm>
            <a:off x="495300" y="1196975"/>
            <a:ext cx="8850188" cy="5256361"/>
          </a:xfrm>
        </p:spPr>
        <p:txBody>
          <a:bodyPr/>
          <a:lstStyle/>
          <a:p>
            <a:pPr marL="0" indent="0" algn="just">
              <a:buNone/>
            </a:pPr>
            <a:r>
              <a:rPr lang="zh-CN" altLang="en-US" sz="2800" dirty="0">
                <a:solidFill>
                  <a:srgbClr val="0000CC"/>
                </a:solidFill>
              </a:rPr>
              <a:t>码分复用实现过程：</a:t>
            </a:r>
            <a:endParaRPr lang="en-US" altLang="zh-CN" sz="2800" dirty="0">
              <a:solidFill>
                <a:srgbClr val="0000CC"/>
              </a:solidFill>
            </a:endParaRPr>
          </a:p>
          <a:p>
            <a:pPr algn="just"/>
            <a:r>
              <a:rPr lang="en-US" altLang="zh-CN" sz="2800" dirty="0">
                <a:solidFill>
                  <a:schemeClr val="tx1"/>
                </a:solidFill>
              </a:rPr>
              <a:t>1</a:t>
            </a:r>
            <a:r>
              <a:rPr lang="zh-CN" altLang="en-US" sz="2800" dirty="0">
                <a:solidFill>
                  <a:schemeClr val="tx1"/>
                </a:solidFill>
              </a:rPr>
              <a:t>、每一个比特时间被划分为</a:t>
            </a:r>
            <a:r>
              <a:rPr lang="en-US" altLang="zh-CN" sz="2800" i="1" dirty="0">
                <a:solidFill>
                  <a:srgbClr val="0000CC"/>
                </a:solidFill>
              </a:rPr>
              <a:t>m</a:t>
            </a:r>
            <a:r>
              <a:rPr lang="zh-CN" altLang="en-US" sz="2800" dirty="0">
                <a:solidFill>
                  <a:schemeClr val="tx1"/>
                </a:solidFill>
              </a:rPr>
              <a:t>个短的间隔，称为码片（</a:t>
            </a:r>
            <a:r>
              <a:rPr lang="en-US" altLang="zh-CN" sz="2800" dirty="0">
                <a:solidFill>
                  <a:schemeClr val="tx1"/>
                </a:solidFill>
              </a:rPr>
              <a:t>chip</a:t>
            </a:r>
            <a:r>
              <a:rPr lang="zh-CN" altLang="en-US" sz="2800" dirty="0">
                <a:solidFill>
                  <a:schemeClr val="tx1"/>
                </a:solidFill>
              </a:rPr>
              <a:t>）。</a:t>
            </a:r>
            <a:endParaRPr lang="en-US" altLang="zh-CN" sz="2800" dirty="0">
              <a:solidFill>
                <a:schemeClr val="tx1"/>
              </a:solidFill>
            </a:endParaRPr>
          </a:p>
          <a:p>
            <a:pPr algn="just"/>
            <a:r>
              <a:rPr lang="en-US" altLang="zh-CN" sz="2800" dirty="0"/>
              <a:t>2</a:t>
            </a:r>
            <a:r>
              <a:rPr lang="zh-CN" altLang="en-US" sz="2800" dirty="0"/>
              <a:t>、每个</a:t>
            </a:r>
            <a:r>
              <a:rPr lang="zh-CN" altLang="en-US" sz="2800" dirty="0">
                <a:cs typeface="+mn-cs"/>
              </a:rPr>
              <a:t>节点</a:t>
            </a:r>
            <a:r>
              <a:rPr lang="zh-CN" altLang="en-US" sz="2800" dirty="0"/>
              <a:t>被指派一个唯一的 </a:t>
            </a:r>
            <a:r>
              <a:rPr lang="en-US" altLang="zh-CN" sz="2800" i="1" dirty="0">
                <a:solidFill>
                  <a:srgbClr val="0000CC"/>
                </a:solidFill>
              </a:rPr>
              <a:t>m</a:t>
            </a:r>
            <a:r>
              <a:rPr lang="en-US" altLang="zh-CN" sz="2800" dirty="0"/>
              <a:t> bit</a:t>
            </a:r>
            <a:r>
              <a:rPr lang="zh-CN" altLang="en-US" sz="2800" dirty="0"/>
              <a:t>码片序列。</a:t>
            </a:r>
            <a:endParaRPr lang="en-US" altLang="zh-CN" sz="2800" dirty="0">
              <a:solidFill>
                <a:schemeClr val="tx1"/>
              </a:solidFill>
            </a:endParaRPr>
          </a:p>
          <a:p>
            <a:pPr lvl="1" algn="just"/>
            <a:r>
              <a:rPr lang="zh-CN" altLang="en-US" sz="2400" dirty="0"/>
              <a:t>如果发送比特 </a:t>
            </a:r>
            <a:r>
              <a:rPr lang="en-US" altLang="zh-CN" sz="2400" dirty="0">
                <a:solidFill>
                  <a:srgbClr val="0000CC"/>
                </a:solidFill>
              </a:rPr>
              <a:t>1</a:t>
            </a:r>
            <a:r>
              <a:rPr lang="zh-CN" altLang="en-US" sz="2400" dirty="0"/>
              <a:t>，则发送自己的 </a:t>
            </a:r>
            <a:r>
              <a:rPr lang="en-US" altLang="zh-CN" sz="2400" i="1" dirty="0">
                <a:solidFill>
                  <a:srgbClr val="0000CC"/>
                </a:solidFill>
              </a:rPr>
              <a:t>m</a:t>
            </a:r>
            <a:r>
              <a:rPr lang="en-US" altLang="zh-CN" sz="2400" dirty="0"/>
              <a:t> bit</a:t>
            </a:r>
            <a:r>
              <a:rPr lang="zh-CN" altLang="en-US" sz="2400" dirty="0"/>
              <a:t>码片序列；</a:t>
            </a:r>
            <a:endParaRPr lang="en-US" altLang="zh-CN" sz="2400" dirty="0"/>
          </a:p>
          <a:p>
            <a:pPr lvl="1" algn="just"/>
            <a:r>
              <a:rPr lang="zh-CN" altLang="en-US" sz="2400" dirty="0"/>
              <a:t>如果发送比特 </a:t>
            </a:r>
            <a:r>
              <a:rPr lang="en-US" altLang="zh-CN" sz="2400" dirty="0">
                <a:solidFill>
                  <a:srgbClr val="0000CC"/>
                </a:solidFill>
              </a:rPr>
              <a:t>0</a:t>
            </a:r>
            <a:r>
              <a:rPr lang="zh-CN" altLang="en-US" sz="2400" dirty="0"/>
              <a:t>，则发送码片序列的二进制反码；</a:t>
            </a:r>
            <a:endParaRPr lang="en-US" altLang="zh-CN" sz="2400" dirty="0"/>
          </a:p>
          <a:p>
            <a:pPr marL="457200" lvl="1" indent="0" algn="just">
              <a:buNone/>
            </a:pPr>
            <a:r>
              <a:rPr lang="zh-CN" altLang="en-US" dirty="0">
                <a:cs typeface="+mn-cs"/>
              </a:rPr>
              <a:t>例如，</a:t>
            </a:r>
            <a:r>
              <a:rPr lang="en-US" altLang="zh-CN" dirty="0">
                <a:cs typeface="+mn-cs"/>
              </a:rPr>
              <a:t>S</a:t>
            </a:r>
            <a:r>
              <a:rPr lang="zh-CN" altLang="en-US" dirty="0">
                <a:cs typeface="+mn-cs"/>
              </a:rPr>
              <a:t>节点的 </a:t>
            </a:r>
            <a:r>
              <a:rPr lang="en-US" altLang="zh-CN" dirty="0">
                <a:cs typeface="+mn-cs"/>
              </a:rPr>
              <a:t>8 bit</a:t>
            </a:r>
            <a:r>
              <a:rPr lang="zh-CN" altLang="en-US" dirty="0">
                <a:cs typeface="+mn-cs"/>
              </a:rPr>
              <a:t>码片序列是 </a:t>
            </a:r>
            <a:r>
              <a:rPr lang="en-US" altLang="zh-CN" dirty="0">
                <a:cs typeface="+mn-cs"/>
              </a:rPr>
              <a:t>00011011</a:t>
            </a:r>
            <a:r>
              <a:rPr lang="zh-CN" altLang="en-US" dirty="0">
                <a:cs typeface="+mn-cs"/>
              </a:rPr>
              <a:t>，</a:t>
            </a:r>
            <a:endParaRPr lang="en-US" altLang="zh-CN" dirty="0">
              <a:cs typeface="+mn-cs"/>
            </a:endParaRPr>
          </a:p>
          <a:p>
            <a:pPr lvl="1" algn="just"/>
            <a:r>
              <a:rPr lang="zh-CN" altLang="en-US" sz="2400" dirty="0"/>
              <a:t>如果发送比特 </a:t>
            </a:r>
            <a:r>
              <a:rPr lang="en-US" altLang="zh-CN" sz="2400" dirty="0"/>
              <a:t>1</a:t>
            </a:r>
            <a:r>
              <a:rPr lang="zh-CN" altLang="en-US" sz="2400" dirty="0"/>
              <a:t>，则发送序列 </a:t>
            </a:r>
            <a:r>
              <a:rPr lang="en-US" altLang="zh-CN" sz="2400" dirty="0">
                <a:solidFill>
                  <a:srgbClr val="0000CC"/>
                </a:solidFill>
              </a:rPr>
              <a:t>00011011</a:t>
            </a:r>
            <a:r>
              <a:rPr lang="zh-CN" altLang="en-US" sz="2400" dirty="0"/>
              <a:t>；</a:t>
            </a:r>
            <a:endParaRPr lang="en-US" altLang="zh-CN" sz="2400" dirty="0"/>
          </a:p>
          <a:p>
            <a:pPr lvl="1" algn="just"/>
            <a:r>
              <a:rPr lang="zh-CN" altLang="en-US" sz="2400" dirty="0"/>
              <a:t>如果发送比特 </a:t>
            </a:r>
            <a:r>
              <a:rPr lang="en-US" altLang="zh-CN" sz="2400" dirty="0"/>
              <a:t>0</a:t>
            </a:r>
            <a:r>
              <a:rPr lang="zh-CN" altLang="en-US" sz="2400" dirty="0"/>
              <a:t>，则发送序列 </a:t>
            </a:r>
            <a:r>
              <a:rPr lang="en-US" altLang="zh-CN" sz="2400" dirty="0">
                <a:solidFill>
                  <a:srgbClr val="0000CC"/>
                </a:solidFill>
              </a:rPr>
              <a:t>11100100</a:t>
            </a:r>
            <a:r>
              <a:rPr lang="zh-CN" altLang="en-US" sz="2400" dirty="0"/>
              <a:t>；</a:t>
            </a:r>
            <a:endParaRPr lang="en-US" altLang="zh-CN" sz="2400" dirty="0"/>
          </a:p>
          <a:p>
            <a:pPr marL="457200" lvl="1" indent="0" algn="just">
              <a:buNone/>
            </a:pPr>
            <a:r>
              <a:rPr lang="zh-CN" altLang="en-US" dirty="0">
                <a:cs typeface="+mn-cs"/>
              </a:rPr>
              <a:t>为了方便计算，将通常将</a:t>
            </a:r>
            <a:r>
              <a:rPr lang="en-US" altLang="zh-CN" dirty="0">
                <a:cs typeface="+mn-cs"/>
              </a:rPr>
              <a:t>0</a:t>
            </a:r>
            <a:r>
              <a:rPr lang="zh-CN" altLang="en-US" dirty="0">
                <a:cs typeface="+mn-cs"/>
              </a:rPr>
              <a:t>记为“</a:t>
            </a:r>
            <a:r>
              <a:rPr lang="en-US" altLang="zh-CN" dirty="0">
                <a:cs typeface="+mn-cs"/>
              </a:rPr>
              <a:t>-1</a:t>
            </a:r>
            <a:r>
              <a:rPr lang="zh-CN" altLang="en-US" dirty="0">
                <a:cs typeface="+mn-cs"/>
              </a:rPr>
              <a:t>”</a:t>
            </a:r>
            <a:r>
              <a:rPr lang="en-US" altLang="zh-CN" dirty="0">
                <a:cs typeface="+mn-cs"/>
              </a:rPr>
              <a:t>, 1</a:t>
            </a:r>
            <a:r>
              <a:rPr lang="zh-CN" altLang="en-US" dirty="0">
                <a:cs typeface="+mn-cs"/>
              </a:rPr>
              <a:t>记为“</a:t>
            </a:r>
            <a:r>
              <a:rPr lang="en-US" altLang="zh-CN" dirty="0">
                <a:cs typeface="+mn-cs"/>
              </a:rPr>
              <a:t>+1</a:t>
            </a:r>
            <a:r>
              <a:rPr lang="zh-CN" altLang="en-US" dirty="0">
                <a:cs typeface="+mn-cs"/>
              </a:rPr>
              <a:t>”，</a:t>
            </a:r>
            <a:r>
              <a:rPr lang="en-US" altLang="zh-CN" dirty="0">
                <a:cs typeface="+mn-cs"/>
              </a:rPr>
              <a:t>S</a:t>
            </a:r>
            <a:r>
              <a:rPr lang="zh-CN" altLang="en-US" dirty="0">
                <a:cs typeface="+mn-cs"/>
              </a:rPr>
              <a:t>的码片序列为</a:t>
            </a:r>
            <a:r>
              <a:rPr lang="zh-CN" altLang="en-US" sz="2400" dirty="0">
                <a:cs typeface="+mn-cs"/>
              </a:rPr>
              <a:t>（</a:t>
            </a:r>
            <a:r>
              <a:rPr lang="en-US" altLang="zh-CN" sz="2400" dirty="0">
                <a:solidFill>
                  <a:srgbClr val="0000CC"/>
                </a:solidFill>
                <a:cs typeface="+mn-cs"/>
              </a:rPr>
              <a:t>-1  -1  -1  +1  +1  -1  +1  +1</a:t>
            </a:r>
            <a:r>
              <a:rPr lang="zh-CN" altLang="en-US" sz="2400" dirty="0">
                <a:cs typeface="+mn-cs"/>
              </a:rPr>
              <a:t>）</a:t>
            </a:r>
            <a:endParaRPr lang="en-US" altLang="zh-CN" sz="2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0A4C08B5-95F0-403C-B3CD-CC2346E8D5AC}"/>
              </a:ext>
            </a:extLst>
          </p:cNvPr>
          <p:cNvSpPr>
            <a:spLocks noGrp="1"/>
          </p:cNvSpPr>
          <p:nvPr>
            <p:ph idx="1"/>
          </p:nvPr>
        </p:nvSpPr>
        <p:spPr/>
        <p:txBody>
          <a:bodyPr/>
          <a:lstStyle/>
          <a:p>
            <a:r>
              <a:rPr lang="en-US" altLang="zh-CN" dirty="0"/>
              <a:t>3</a:t>
            </a:r>
            <a:r>
              <a:rPr lang="zh-CN" altLang="en-US" dirty="0"/>
              <a:t>、为每个节点分配码片，要求节点的码片序列必须</a:t>
            </a:r>
            <a:r>
              <a:rPr lang="zh-CN" altLang="en-US" dirty="0">
                <a:solidFill>
                  <a:srgbClr val="FF0000"/>
                </a:solidFill>
              </a:rPr>
              <a:t>各不相同，</a:t>
            </a:r>
            <a:r>
              <a:rPr lang="zh-CN" altLang="en-US" dirty="0"/>
              <a:t>并且还必须</a:t>
            </a:r>
            <a:r>
              <a:rPr lang="zh-CN" altLang="en-US" dirty="0">
                <a:solidFill>
                  <a:srgbClr val="FF0000"/>
                </a:solidFill>
              </a:rPr>
              <a:t>相互正交</a:t>
            </a:r>
            <a:r>
              <a:rPr lang="zh-CN" altLang="en-US" dirty="0"/>
              <a:t>。</a:t>
            </a:r>
            <a:endParaRPr lang="en-US" altLang="zh-CN" dirty="0"/>
          </a:p>
          <a:p>
            <a:r>
              <a:rPr lang="zh-CN" altLang="en-US" dirty="0"/>
              <a:t>在实用的系统中是使用</a:t>
            </a:r>
            <a:r>
              <a:rPr lang="zh-CN" altLang="en-US" dirty="0">
                <a:solidFill>
                  <a:srgbClr val="FF0000"/>
                </a:solidFill>
              </a:rPr>
              <a:t>伪随机码序列</a:t>
            </a:r>
            <a:r>
              <a:rPr lang="zh-CN" altLang="en-US" dirty="0"/>
              <a:t>作为码片。</a:t>
            </a:r>
          </a:p>
        </p:txBody>
      </p:sp>
      <p:sp>
        <p:nvSpPr>
          <p:cNvPr id="6" name="标题 1">
            <a:extLst>
              <a:ext uri="{FF2B5EF4-FFF2-40B4-BE49-F238E27FC236}">
                <a16:creationId xmlns:a16="http://schemas.microsoft.com/office/drawing/2014/main" id="{1262A369-6D82-4AE7-93FF-2210020AE8D5}"/>
              </a:ext>
            </a:extLst>
          </p:cNvPr>
          <p:cNvSpPr>
            <a:spLocks noGrp="1"/>
          </p:cNvSpPr>
          <p:nvPr>
            <p:ph type="title"/>
          </p:nvPr>
        </p:nvSpPr>
        <p:spPr>
          <a:xfrm>
            <a:off x="495300" y="188640"/>
            <a:ext cx="9066212" cy="792088"/>
          </a:xfrm>
        </p:spPr>
        <p:txBody>
          <a:bodyPr/>
          <a:lstStyle/>
          <a:p>
            <a:pPr algn="ctr"/>
            <a:r>
              <a:rPr lang="en-US" altLang="zh-CN" dirty="0"/>
              <a:t>CDMA</a:t>
            </a:r>
            <a:r>
              <a:rPr lang="zh-CN" altLang="en-US" dirty="0"/>
              <a:t>的重要特点</a:t>
            </a:r>
          </a:p>
        </p:txBody>
      </p:sp>
    </p:spTree>
    <p:extLst>
      <p:ext uri="{BB962C8B-B14F-4D97-AF65-F5344CB8AC3E}">
        <p14:creationId xmlns:p14="http://schemas.microsoft.com/office/powerpoint/2010/main" val="227733233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Rectangle 2"/>
          <p:cNvSpPr>
            <a:spLocks noGrp="1" noChangeArrowheads="1"/>
          </p:cNvSpPr>
          <p:nvPr>
            <p:ph type="title"/>
          </p:nvPr>
        </p:nvSpPr>
        <p:spPr>
          <a:xfrm>
            <a:off x="1574800" y="692696"/>
            <a:ext cx="7194624" cy="1008062"/>
          </a:xfrm>
        </p:spPr>
        <p:txBody>
          <a:bodyPr/>
          <a:lstStyle/>
          <a:p>
            <a:r>
              <a:rPr lang="zh-CN" altLang="en-US" sz="3200" dirty="0"/>
              <a:t>作业</a:t>
            </a:r>
          </a:p>
        </p:txBody>
      </p:sp>
      <p:sp>
        <p:nvSpPr>
          <p:cNvPr id="186371" name="Rectangle 3"/>
          <p:cNvSpPr>
            <a:spLocks noChangeArrowheads="1"/>
          </p:cNvSpPr>
          <p:nvPr/>
        </p:nvSpPr>
        <p:spPr bwMode="auto">
          <a:xfrm>
            <a:off x="1280593" y="2132858"/>
            <a:ext cx="6048672" cy="23042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2124" tIns="41061" rIns="82124" bIns="41061"/>
          <a:lstStyle>
            <a:lvl1pPr marL="236855" indent="-236855" algn="l" defTabSz="814705" eaLnBrk="0" hangingPunct="0">
              <a:lnSpc>
                <a:spcPct val="95000"/>
              </a:lnSpc>
              <a:spcBef>
                <a:spcPct val="50000"/>
              </a:spcBef>
              <a:buClr>
                <a:srgbClr val="BEBA32"/>
              </a:buClr>
              <a:buChar char="•"/>
              <a:defRPr sz="2400" b="1">
                <a:solidFill>
                  <a:schemeClr val="bg1"/>
                </a:solidFill>
                <a:latin typeface="Arial" panose="020B0604020202020204" pitchFamily="34" charset="0"/>
                <a:ea typeface="黑体" panose="02010609060101010101" pitchFamily="2" charset="-122"/>
              </a:defRPr>
            </a:lvl1pPr>
            <a:lvl2pPr marL="574675" indent="-117475" algn="l" defTabSz="814705" eaLnBrk="0" hangingPunct="0">
              <a:lnSpc>
                <a:spcPct val="95000"/>
              </a:lnSpc>
              <a:spcBef>
                <a:spcPct val="50000"/>
              </a:spcBef>
              <a:buClr>
                <a:srgbClr val="BEBA32"/>
              </a:buClr>
              <a:buChar char="–"/>
              <a:defRPr sz="2000" b="1">
                <a:solidFill>
                  <a:schemeClr val="bg1"/>
                </a:solidFill>
                <a:latin typeface="Arial" panose="020B0604020202020204" pitchFamily="34" charset="0"/>
                <a:ea typeface="黑体" panose="02010609060101010101" pitchFamily="2" charset="-122"/>
              </a:defRPr>
            </a:lvl2pPr>
            <a:lvl3pPr algn="l" defTabSz="814705" eaLnBrk="0" hangingPunct="0">
              <a:lnSpc>
                <a:spcPct val="95000"/>
              </a:lnSpc>
              <a:spcBef>
                <a:spcPct val="50000"/>
              </a:spcBef>
              <a:buClr>
                <a:srgbClr val="BEBA32"/>
              </a:buClr>
              <a:buChar char="•"/>
              <a:defRPr sz="2000" b="1">
                <a:solidFill>
                  <a:schemeClr val="bg1"/>
                </a:solidFill>
                <a:latin typeface="Arial" panose="020B0604020202020204" pitchFamily="34" charset="0"/>
                <a:ea typeface="黑体" panose="02010609060101010101" pitchFamily="2" charset="-122"/>
              </a:defRPr>
            </a:lvl3pPr>
            <a:lvl4pPr marL="1254125" indent="117475" algn="l" defTabSz="814705" eaLnBrk="0" hangingPunct="0">
              <a:lnSpc>
                <a:spcPct val="95000"/>
              </a:lnSpc>
              <a:spcBef>
                <a:spcPct val="50000"/>
              </a:spcBef>
              <a:buClr>
                <a:srgbClr val="BEBA32"/>
              </a:buClr>
              <a:buChar char="–"/>
              <a:defRPr sz="2000" b="1">
                <a:solidFill>
                  <a:schemeClr val="bg1"/>
                </a:solidFill>
                <a:latin typeface="Arial" panose="020B0604020202020204" pitchFamily="34" charset="0"/>
                <a:ea typeface="黑体" panose="02010609060101010101" pitchFamily="2" charset="-122"/>
              </a:defRPr>
            </a:lvl4pPr>
            <a:lvl5pPr marL="1605280" indent="224155" algn="l" defTabSz="814705" eaLnBrk="0" hangingPunct="0">
              <a:lnSpc>
                <a:spcPct val="95000"/>
              </a:lnSpc>
              <a:spcBef>
                <a:spcPct val="50000"/>
              </a:spcBef>
              <a:buClr>
                <a:srgbClr val="BEBA32"/>
              </a:buClr>
              <a:buChar char="»"/>
              <a:defRPr sz="2000" b="1">
                <a:solidFill>
                  <a:schemeClr val="bg1"/>
                </a:solidFill>
                <a:latin typeface="Arial" panose="020B0604020202020204" pitchFamily="34" charset="0"/>
                <a:ea typeface="黑体" panose="02010609060101010101" pitchFamily="2" charset="-122"/>
              </a:defRPr>
            </a:lvl5pPr>
            <a:lvl6pPr marL="2062480" indent="224155" defTabSz="814705" eaLnBrk="0" fontAlgn="base" hangingPunct="0">
              <a:lnSpc>
                <a:spcPct val="95000"/>
              </a:lnSpc>
              <a:spcBef>
                <a:spcPct val="50000"/>
              </a:spcBef>
              <a:spcAft>
                <a:spcPct val="0"/>
              </a:spcAft>
              <a:buClr>
                <a:srgbClr val="BEBA32"/>
              </a:buClr>
              <a:buChar char="»"/>
              <a:defRPr sz="2000" b="1">
                <a:solidFill>
                  <a:schemeClr val="bg1"/>
                </a:solidFill>
                <a:latin typeface="Arial" panose="020B0604020202020204" pitchFamily="34" charset="0"/>
                <a:ea typeface="黑体" panose="02010609060101010101" pitchFamily="2" charset="-122"/>
              </a:defRPr>
            </a:lvl6pPr>
            <a:lvl7pPr marL="2519680" indent="224155" defTabSz="814705" eaLnBrk="0" fontAlgn="base" hangingPunct="0">
              <a:lnSpc>
                <a:spcPct val="95000"/>
              </a:lnSpc>
              <a:spcBef>
                <a:spcPct val="50000"/>
              </a:spcBef>
              <a:spcAft>
                <a:spcPct val="0"/>
              </a:spcAft>
              <a:buClr>
                <a:srgbClr val="BEBA32"/>
              </a:buClr>
              <a:buChar char="»"/>
              <a:defRPr sz="2000" b="1">
                <a:solidFill>
                  <a:schemeClr val="bg1"/>
                </a:solidFill>
                <a:latin typeface="Arial" panose="020B0604020202020204" pitchFamily="34" charset="0"/>
                <a:ea typeface="黑体" panose="02010609060101010101" pitchFamily="2" charset="-122"/>
              </a:defRPr>
            </a:lvl7pPr>
            <a:lvl8pPr marL="2976880" indent="224155" defTabSz="814705" eaLnBrk="0" fontAlgn="base" hangingPunct="0">
              <a:lnSpc>
                <a:spcPct val="95000"/>
              </a:lnSpc>
              <a:spcBef>
                <a:spcPct val="50000"/>
              </a:spcBef>
              <a:spcAft>
                <a:spcPct val="0"/>
              </a:spcAft>
              <a:buClr>
                <a:srgbClr val="BEBA32"/>
              </a:buClr>
              <a:buChar char="»"/>
              <a:defRPr sz="2000" b="1">
                <a:solidFill>
                  <a:schemeClr val="bg1"/>
                </a:solidFill>
                <a:latin typeface="Arial" panose="020B0604020202020204" pitchFamily="34" charset="0"/>
                <a:ea typeface="黑体" panose="02010609060101010101" pitchFamily="2" charset="-122"/>
              </a:defRPr>
            </a:lvl8pPr>
            <a:lvl9pPr marL="3434080" indent="224155" defTabSz="814705" eaLnBrk="0" fontAlgn="base" hangingPunct="0">
              <a:lnSpc>
                <a:spcPct val="95000"/>
              </a:lnSpc>
              <a:spcBef>
                <a:spcPct val="50000"/>
              </a:spcBef>
              <a:spcAft>
                <a:spcPct val="0"/>
              </a:spcAft>
              <a:buClr>
                <a:srgbClr val="BEBA32"/>
              </a:buClr>
              <a:buChar char="»"/>
              <a:defRPr sz="2000" b="1">
                <a:solidFill>
                  <a:schemeClr val="bg1"/>
                </a:solidFill>
                <a:latin typeface="Arial" panose="020B0604020202020204" pitchFamily="34" charset="0"/>
                <a:ea typeface="黑体" panose="02010609060101010101" pitchFamily="2" charset="-122"/>
              </a:defRPr>
            </a:lvl9pPr>
          </a:lstStyle>
          <a:p>
            <a:pPr>
              <a:lnSpc>
                <a:spcPct val="90000"/>
              </a:lnSpc>
            </a:pPr>
            <a:r>
              <a:rPr lang="en-US" altLang="zh-CN" sz="3600" dirty="0">
                <a:solidFill>
                  <a:schemeClr val="tx1"/>
                </a:solidFill>
              </a:rPr>
              <a:t>P67</a:t>
            </a:r>
          </a:p>
          <a:p>
            <a:pPr>
              <a:lnSpc>
                <a:spcPct val="90000"/>
              </a:lnSpc>
              <a:buFontTx/>
              <a:buNone/>
            </a:pPr>
            <a:r>
              <a:rPr lang="en-US" altLang="zh-CN" sz="3600" dirty="0">
                <a:solidFill>
                  <a:schemeClr val="tx1"/>
                </a:solidFill>
              </a:rPr>
              <a:t>  </a:t>
            </a:r>
            <a:r>
              <a:rPr lang="en-US" altLang="zh-CN" sz="2800" dirty="0">
                <a:solidFill>
                  <a:schemeClr val="tx1"/>
                </a:solidFill>
              </a:rPr>
              <a:t>2-01   2-04    </a:t>
            </a:r>
            <a:r>
              <a:rPr lang="en-US" altLang="zh-CN" sz="2800">
                <a:solidFill>
                  <a:schemeClr val="tx1"/>
                </a:solidFill>
              </a:rPr>
              <a:t>2-06    2-07   2-17</a:t>
            </a:r>
            <a:endParaRPr lang="zh-CN" altLang="en-US" dirty="0">
              <a:solidFill>
                <a:schemeClr val="tx1"/>
              </a:solidFill>
              <a:latin typeface="ArialMT" charset="0"/>
            </a:endParaRPr>
          </a:p>
        </p:txBody>
      </p:sp>
      <p:sp>
        <p:nvSpPr>
          <p:cNvPr id="4" name="标题 1">
            <a:extLst>
              <a:ext uri="{FF2B5EF4-FFF2-40B4-BE49-F238E27FC236}">
                <a16:creationId xmlns:a16="http://schemas.microsoft.com/office/drawing/2014/main" id="{71066B4F-E165-4FB0-AAB3-B1804803F990}"/>
              </a:ext>
            </a:extLst>
          </p:cNvPr>
          <p:cNvSpPr txBox="1">
            <a:spLocks/>
          </p:cNvSpPr>
          <p:nvPr/>
        </p:nvSpPr>
        <p:spPr bwMode="auto">
          <a:xfrm>
            <a:off x="496800" y="188640"/>
            <a:ext cx="9064800" cy="79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l" rtl="0" eaLnBrk="1" fontAlgn="base" hangingPunct="1">
              <a:spcBef>
                <a:spcPct val="0"/>
              </a:spcBef>
              <a:spcAft>
                <a:spcPct val="0"/>
              </a:spcAft>
              <a:defRPr lang="zh-CN" altLang="en-US" sz="4400" b="1" smtClean="0">
                <a:solidFill>
                  <a:srgbClr val="333399"/>
                </a:solidFill>
                <a:latin typeface="+mj-lt"/>
                <a:ea typeface="+mj-ea"/>
                <a:cs typeface="+mj-cs"/>
              </a:defRPr>
            </a:lvl1pPr>
            <a:lvl2pPr algn="l" rtl="0" eaLnBrk="1" fontAlgn="base" hangingPunct="1">
              <a:spcBef>
                <a:spcPct val="0"/>
              </a:spcBef>
              <a:spcAft>
                <a:spcPct val="0"/>
              </a:spcAft>
              <a:defRPr sz="4400">
                <a:solidFill>
                  <a:srgbClr val="333399"/>
                </a:solidFill>
                <a:latin typeface="Arial" panose="020B0604020202020204" pitchFamily="34" charset="0"/>
                <a:ea typeface="黑体" panose="02010609060101010101" pitchFamily="2" charset="-122"/>
              </a:defRPr>
            </a:lvl2pPr>
            <a:lvl3pPr algn="l" rtl="0" eaLnBrk="1" fontAlgn="base" hangingPunct="1">
              <a:spcBef>
                <a:spcPct val="0"/>
              </a:spcBef>
              <a:spcAft>
                <a:spcPct val="0"/>
              </a:spcAft>
              <a:defRPr sz="4400">
                <a:solidFill>
                  <a:srgbClr val="333399"/>
                </a:solidFill>
                <a:latin typeface="Arial" panose="020B0604020202020204" pitchFamily="34" charset="0"/>
                <a:ea typeface="黑体" panose="02010609060101010101" pitchFamily="2" charset="-122"/>
              </a:defRPr>
            </a:lvl3pPr>
            <a:lvl4pPr algn="l" rtl="0" eaLnBrk="1" fontAlgn="base" hangingPunct="1">
              <a:spcBef>
                <a:spcPct val="0"/>
              </a:spcBef>
              <a:spcAft>
                <a:spcPct val="0"/>
              </a:spcAft>
              <a:defRPr sz="4400">
                <a:solidFill>
                  <a:srgbClr val="333399"/>
                </a:solidFill>
                <a:latin typeface="Arial" panose="020B0604020202020204" pitchFamily="34" charset="0"/>
                <a:ea typeface="黑体" panose="02010609060101010101" pitchFamily="2" charset="-122"/>
              </a:defRPr>
            </a:lvl4pPr>
            <a:lvl5pPr algn="l" rtl="0" eaLnBrk="1" fontAlgn="base" hangingPunct="1">
              <a:spcBef>
                <a:spcPct val="0"/>
              </a:spcBef>
              <a:spcAft>
                <a:spcPct val="0"/>
              </a:spcAft>
              <a:defRPr sz="4400">
                <a:solidFill>
                  <a:srgbClr val="333399"/>
                </a:solidFill>
                <a:latin typeface="Arial" panose="020B0604020202020204" pitchFamily="34" charset="0"/>
                <a:ea typeface="黑体" panose="02010609060101010101" pitchFamily="2" charset="-122"/>
              </a:defRPr>
            </a:lvl5pPr>
            <a:lvl6pPr marL="457200" algn="l" rtl="0" eaLnBrk="1" fontAlgn="base" hangingPunct="1">
              <a:spcBef>
                <a:spcPct val="0"/>
              </a:spcBef>
              <a:spcAft>
                <a:spcPct val="0"/>
              </a:spcAft>
              <a:defRPr sz="4400">
                <a:solidFill>
                  <a:srgbClr val="333399"/>
                </a:solidFill>
                <a:latin typeface="Arial" panose="020B0604020202020204" pitchFamily="34" charset="0"/>
                <a:ea typeface="黑体" panose="02010609060101010101" pitchFamily="2" charset="-122"/>
              </a:defRPr>
            </a:lvl6pPr>
            <a:lvl7pPr marL="914400" algn="l" rtl="0" eaLnBrk="1" fontAlgn="base" hangingPunct="1">
              <a:spcBef>
                <a:spcPct val="0"/>
              </a:spcBef>
              <a:spcAft>
                <a:spcPct val="0"/>
              </a:spcAft>
              <a:defRPr sz="4400">
                <a:solidFill>
                  <a:srgbClr val="333399"/>
                </a:solidFill>
                <a:latin typeface="Arial" panose="020B0604020202020204" pitchFamily="34" charset="0"/>
                <a:ea typeface="黑体" panose="02010609060101010101" pitchFamily="2" charset="-122"/>
              </a:defRPr>
            </a:lvl7pPr>
            <a:lvl8pPr marL="1371600" algn="l" rtl="0" eaLnBrk="1" fontAlgn="base" hangingPunct="1">
              <a:spcBef>
                <a:spcPct val="0"/>
              </a:spcBef>
              <a:spcAft>
                <a:spcPct val="0"/>
              </a:spcAft>
              <a:defRPr sz="4400">
                <a:solidFill>
                  <a:srgbClr val="333399"/>
                </a:solidFill>
                <a:latin typeface="Arial" panose="020B0604020202020204" pitchFamily="34" charset="0"/>
                <a:ea typeface="黑体" panose="02010609060101010101" pitchFamily="2" charset="-122"/>
              </a:defRPr>
            </a:lvl8pPr>
            <a:lvl9pPr marL="1828800" algn="l" rtl="0" eaLnBrk="1" fontAlgn="base" hangingPunct="1">
              <a:spcBef>
                <a:spcPct val="0"/>
              </a:spcBef>
              <a:spcAft>
                <a:spcPct val="0"/>
              </a:spcAft>
              <a:defRPr sz="4400">
                <a:solidFill>
                  <a:srgbClr val="333399"/>
                </a:solidFill>
                <a:latin typeface="Arial" panose="020B0604020202020204" pitchFamily="34" charset="0"/>
                <a:ea typeface="黑体" panose="02010609060101010101" pitchFamily="2" charset="-122"/>
              </a:defRPr>
            </a:lvl9pPr>
          </a:lstStyle>
          <a:p>
            <a:r>
              <a:rPr lang="zh-CN" altLang="en-US" kern="0" dirty="0"/>
              <a:t>第二章 课后作业解析</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第</a:t>
            </a:r>
            <a:r>
              <a:rPr lang="en-US" altLang="zh-CN" dirty="0"/>
              <a:t> 3 </a:t>
            </a:r>
            <a:r>
              <a:rPr lang="zh-CN" altLang="zh-CN" dirty="0"/>
              <a:t>章</a:t>
            </a:r>
            <a:r>
              <a:rPr lang="en-US" altLang="zh-CN" dirty="0"/>
              <a:t>  </a:t>
            </a:r>
            <a:r>
              <a:rPr lang="zh-CN" altLang="zh-CN" dirty="0"/>
              <a:t>数据链路层</a:t>
            </a:r>
            <a:endParaRPr lang="zh-CN" altLang="en-US" dirty="0"/>
          </a:p>
        </p:txBody>
      </p:sp>
      <p:sp>
        <p:nvSpPr>
          <p:cNvPr id="3" name="内容占位符 2"/>
          <p:cNvSpPr>
            <a:spLocks noGrp="1"/>
          </p:cNvSpPr>
          <p:nvPr>
            <p:ph idx="1"/>
          </p:nvPr>
        </p:nvSpPr>
        <p:spPr/>
        <p:txBody>
          <a:bodyPr/>
          <a:lstStyle/>
          <a:p>
            <a:r>
              <a:rPr lang="en-US" altLang="zh-CN" dirty="0"/>
              <a:t>3.1  </a:t>
            </a:r>
            <a:r>
              <a:rPr lang="zh-CN" altLang="zh-CN" dirty="0"/>
              <a:t>使用点对点信道的数据链路层</a:t>
            </a:r>
          </a:p>
          <a:p>
            <a:r>
              <a:rPr lang="en-US" altLang="zh-CN" dirty="0"/>
              <a:t>3.2  </a:t>
            </a:r>
            <a:r>
              <a:rPr lang="zh-CN" altLang="zh-CN" dirty="0"/>
              <a:t>点对点协议</a:t>
            </a:r>
            <a:r>
              <a:rPr lang="en-US" altLang="zh-CN" dirty="0"/>
              <a:t> PPP</a:t>
            </a:r>
            <a:endParaRPr lang="zh-CN" altLang="zh-CN" dirty="0"/>
          </a:p>
          <a:p>
            <a:r>
              <a:rPr lang="en-US" altLang="zh-CN" dirty="0">
                <a:solidFill>
                  <a:srgbClr val="FF0000"/>
                </a:solidFill>
              </a:rPr>
              <a:t>3.3  </a:t>
            </a:r>
            <a:r>
              <a:rPr lang="zh-CN" altLang="zh-CN" dirty="0">
                <a:solidFill>
                  <a:srgbClr val="FF0000"/>
                </a:solidFill>
              </a:rPr>
              <a:t>使用广播信道的数据链路层</a:t>
            </a:r>
          </a:p>
          <a:p>
            <a:r>
              <a:rPr lang="en-US" altLang="zh-CN" dirty="0">
                <a:solidFill>
                  <a:srgbClr val="FF0000"/>
                </a:solidFill>
              </a:rPr>
              <a:t>3.4  </a:t>
            </a:r>
            <a:r>
              <a:rPr lang="zh-CN" altLang="zh-CN" dirty="0">
                <a:solidFill>
                  <a:srgbClr val="FF0000"/>
                </a:solidFill>
              </a:rPr>
              <a:t>扩展的以太网</a:t>
            </a:r>
          </a:p>
          <a:p>
            <a:r>
              <a:rPr lang="en-US" altLang="zh-CN" dirty="0"/>
              <a:t>3.5  </a:t>
            </a:r>
            <a:r>
              <a:rPr lang="zh-CN" altLang="zh-CN" dirty="0"/>
              <a:t>高速以太网</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3.3  </a:t>
            </a:r>
            <a:r>
              <a:rPr lang="zh-CN" altLang="zh-CN" dirty="0"/>
              <a:t>使用广播信道的数据链路层</a:t>
            </a:r>
            <a:endParaRPr lang="zh-CN" altLang="en-US" dirty="0"/>
          </a:p>
        </p:txBody>
      </p:sp>
      <p:sp>
        <p:nvSpPr>
          <p:cNvPr id="3" name="内容占位符 2"/>
          <p:cNvSpPr>
            <a:spLocks noGrp="1"/>
          </p:cNvSpPr>
          <p:nvPr>
            <p:ph idx="1"/>
          </p:nvPr>
        </p:nvSpPr>
        <p:spPr/>
        <p:txBody>
          <a:bodyPr/>
          <a:lstStyle/>
          <a:p>
            <a:r>
              <a:rPr lang="en-US" altLang="zh-CN" dirty="0"/>
              <a:t>3.3.1  </a:t>
            </a:r>
            <a:r>
              <a:rPr lang="zh-CN" altLang="zh-CN" dirty="0"/>
              <a:t>局域网的数据链路层</a:t>
            </a:r>
          </a:p>
          <a:p>
            <a:r>
              <a:rPr lang="en-US" altLang="zh-CN" dirty="0">
                <a:solidFill>
                  <a:srgbClr val="FF0000"/>
                </a:solidFill>
              </a:rPr>
              <a:t>3.3.2  CSMA/CD </a:t>
            </a:r>
            <a:r>
              <a:rPr lang="zh-CN" altLang="zh-CN" dirty="0">
                <a:solidFill>
                  <a:srgbClr val="FF0000"/>
                </a:solidFill>
              </a:rPr>
              <a:t>协议</a:t>
            </a:r>
          </a:p>
          <a:p>
            <a:r>
              <a:rPr lang="en-US" altLang="zh-CN" dirty="0"/>
              <a:t>3.3.3  </a:t>
            </a:r>
            <a:r>
              <a:rPr lang="zh-CN" altLang="zh-CN" dirty="0"/>
              <a:t>使用集线器的星形拓扑</a:t>
            </a:r>
          </a:p>
          <a:p>
            <a:r>
              <a:rPr lang="en-US" altLang="zh-CN" dirty="0"/>
              <a:t>3.3.4  </a:t>
            </a:r>
            <a:r>
              <a:rPr lang="zh-CN" altLang="zh-CN" dirty="0"/>
              <a:t>以太网的信道利用率</a:t>
            </a:r>
          </a:p>
          <a:p>
            <a:r>
              <a:rPr lang="en-US" altLang="zh-CN" dirty="0"/>
              <a:t>3.3.5  </a:t>
            </a:r>
            <a:r>
              <a:rPr lang="zh-CN" altLang="zh-CN" dirty="0"/>
              <a:t>以太网的</a:t>
            </a:r>
            <a:r>
              <a:rPr lang="en-US" altLang="zh-CN" dirty="0"/>
              <a:t> MAC </a:t>
            </a:r>
            <a:r>
              <a:rPr lang="zh-CN" altLang="zh-CN" dirty="0"/>
              <a:t>层</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a:t>总线网</a:t>
            </a:r>
          </a:p>
        </p:txBody>
      </p:sp>
      <p:sp>
        <p:nvSpPr>
          <p:cNvPr id="3" name="内容占位符 2"/>
          <p:cNvSpPr>
            <a:spLocks noGrp="1"/>
          </p:cNvSpPr>
          <p:nvPr>
            <p:ph idx="1"/>
          </p:nvPr>
        </p:nvSpPr>
        <p:spPr>
          <a:xfrm>
            <a:off x="495300" y="1196975"/>
            <a:ext cx="9065895" cy="5661660"/>
          </a:xfrm>
        </p:spPr>
        <p:txBody>
          <a:bodyPr/>
          <a:lstStyle/>
          <a:p>
            <a:pPr algn="just"/>
            <a:r>
              <a:rPr lang="zh-CN" altLang="en-US" sz="2800" dirty="0"/>
              <a:t>所有节点都连接到一条作为公共介质的</a:t>
            </a:r>
            <a:r>
              <a:rPr lang="zh-CN" altLang="en-US" sz="2800" dirty="0">
                <a:solidFill>
                  <a:srgbClr val="0000FF"/>
                </a:solidFill>
              </a:rPr>
              <a:t>总线</a:t>
            </a:r>
            <a:r>
              <a:rPr lang="zh-CN" altLang="en-US" sz="2800" dirty="0"/>
              <a:t>上；总线两端的电阻</a:t>
            </a:r>
            <a:r>
              <a:rPr lang="zh-CN" altLang="en-US" sz="2800" dirty="0">
                <a:solidFill>
                  <a:srgbClr val="FF0000"/>
                </a:solidFill>
              </a:rPr>
              <a:t>吸收多余的电磁波</a:t>
            </a:r>
            <a:r>
              <a:rPr lang="zh-CN" altLang="en-US" sz="2800" dirty="0"/>
              <a:t>，避免产生电磁波有害反射。</a:t>
            </a:r>
          </a:p>
          <a:p>
            <a:pPr algn="just"/>
            <a:r>
              <a:rPr lang="zh-CN" altLang="en-US" sz="2800" dirty="0"/>
              <a:t>总线型局域网的介质访问控制采用“</a:t>
            </a:r>
            <a:r>
              <a:rPr lang="zh-CN" altLang="en-US" sz="2800" dirty="0">
                <a:solidFill>
                  <a:srgbClr val="FF0000"/>
                </a:solidFill>
              </a:rPr>
              <a:t>共享介质</a:t>
            </a:r>
            <a:r>
              <a:rPr lang="zh-CN" altLang="en-US" sz="2800" dirty="0"/>
              <a:t>”方式；</a:t>
            </a:r>
            <a:r>
              <a:rPr lang="zh-CN" altLang="en-US" sz="2800" dirty="0">
                <a:solidFill>
                  <a:srgbClr val="FF0000"/>
                </a:solidFill>
              </a:rPr>
              <a:t>因此可能导致冲突的发生</a:t>
            </a:r>
            <a:r>
              <a:rPr lang="zh-CN" altLang="en-US" sz="2800" dirty="0"/>
              <a:t>；</a:t>
            </a:r>
          </a:p>
          <a:p>
            <a:pPr algn="just"/>
            <a:r>
              <a:rPr lang="zh-CN" altLang="en-US" sz="2800" dirty="0"/>
              <a:t>最典型的是</a:t>
            </a:r>
            <a:r>
              <a:rPr lang="zh-CN" altLang="en-US" sz="2800" dirty="0">
                <a:solidFill>
                  <a:srgbClr val="FF0000"/>
                </a:solidFill>
              </a:rPr>
              <a:t>以太网（Ethernet）</a:t>
            </a:r>
            <a:r>
              <a:rPr lang="zh-CN" altLang="en-US" sz="2800" dirty="0"/>
              <a:t>；</a:t>
            </a:r>
          </a:p>
        </p:txBody>
      </p:sp>
      <p:pic>
        <p:nvPicPr>
          <p:cNvPr id="4" name="图片 3"/>
          <p:cNvPicPr>
            <a:picLocks noChangeAspect="1"/>
          </p:cNvPicPr>
          <p:nvPr/>
        </p:nvPicPr>
        <p:blipFill>
          <a:blip r:embed="rId2"/>
          <a:stretch>
            <a:fillRect/>
          </a:stretch>
        </p:blipFill>
        <p:spPr>
          <a:xfrm>
            <a:off x="2251075" y="4184650"/>
            <a:ext cx="5404485" cy="2601595"/>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8578" name="Rectangle 2"/>
          <p:cNvSpPr>
            <a:spLocks noGrp="1" noChangeArrowheads="1"/>
          </p:cNvSpPr>
          <p:nvPr>
            <p:ph type="title"/>
          </p:nvPr>
        </p:nvSpPr>
        <p:spPr/>
        <p:txBody>
          <a:bodyPr/>
          <a:lstStyle/>
          <a:p>
            <a:pPr algn="ctr"/>
            <a:r>
              <a:rPr lang="en-US" altLang="zh-CN" dirty="0"/>
              <a:t>CSMA/CD</a:t>
            </a:r>
            <a:r>
              <a:rPr lang="zh-CN" altLang="en-US" dirty="0"/>
              <a:t>协议（以太网主机协同）</a:t>
            </a:r>
            <a:r>
              <a:rPr lang="en-US" altLang="zh-CN" dirty="0"/>
              <a:t> </a:t>
            </a:r>
          </a:p>
        </p:txBody>
      </p:sp>
      <p:sp>
        <p:nvSpPr>
          <p:cNvPr id="408579" name="Rectangle 3"/>
          <p:cNvSpPr>
            <a:spLocks noGrp="1" noChangeArrowheads="1"/>
          </p:cNvSpPr>
          <p:nvPr>
            <p:ph idx="1"/>
          </p:nvPr>
        </p:nvSpPr>
        <p:spPr>
          <a:xfrm>
            <a:off x="495300" y="1196975"/>
            <a:ext cx="9065895" cy="5014595"/>
          </a:xfrm>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a:lnSpc>
                <a:spcPct val="100000"/>
              </a:lnSpc>
            </a:pPr>
            <a:r>
              <a:rPr lang="en-US" altLang="zh-CN" sz="2800" dirty="0"/>
              <a:t>CSMA/CD </a:t>
            </a:r>
            <a:r>
              <a:rPr lang="zh-CN" altLang="en-US" sz="2800" dirty="0"/>
              <a:t>含义：</a:t>
            </a:r>
            <a:r>
              <a:rPr lang="zh-CN" altLang="en-US" sz="2800" dirty="0">
                <a:solidFill>
                  <a:srgbClr val="FF0000"/>
                </a:solidFill>
              </a:rPr>
              <a:t>载波监听多点接入 </a:t>
            </a:r>
            <a:r>
              <a:rPr lang="en-US" altLang="zh-CN" sz="2800" dirty="0">
                <a:solidFill>
                  <a:srgbClr val="FF0000"/>
                </a:solidFill>
              </a:rPr>
              <a:t>/ </a:t>
            </a:r>
            <a:r>
              <a:rPr lang="zh-CN" altLang="en-US" sz="2800" dirty="0">
                <a:solidFill>
                  <a:srgbClr val="FF0000"/>
                </a:solidFill>
              </a:rPr>
              <a:t>碰撞检测  </a:t>
            </a:r>
            <a:r>
              <a:rPr lang="en-US" altLang="zh-CN" sz="2800" dirty="0"/>
              <a:t>(</a:t>
            </a:r>
            <a:r>
              <a:rPr lang="en-US" altLang="zh-CN" sz="2800" dirty="0">
                <a:solidFill>
                  <a:srgbClr val="FF0000"/>
                </a:solidFill>
              </a:rPr>
              <a:t>C</a:t>
            </a:r>
            <a:r>
              <a:rPr lang="en-US" altLang="zh-CN" sz="2800" dirty="0"/>
              <a:t>arrier </a:t>
            </a:r>
            <a:r>
              <a:rPr lang="en-US" altLang="zh-CN" sz="2800" dirty="0">
                <a:solidFill>
                  <a:srgbClr val="FF0000"/>
                </a:solidFill>
              </a:rPr>
              <a:t>S</a:t>
            </a:r>
            <a:r>
              <a:rPr lang="en-US" altLang="zh-CN" sz="2800" dirty="0"/>
              <a:t>ense </a:t>
            </a:r>
            <a:r>
              <a:rPr lang="en-US" altLang="zh-CN" sz="2800" dirty="0">
                <a:solidFill>
                  <a:srgbClr val="FF0000"/>
                </a:solidFill>
              </a:rPr>
              <a:t>M</a:t>
            </a:r>
            <a:r>
              <a:rPr lang="en-US" altLang="zh-CN" sz="2800" dirty="0"/>
              <a:t>ultiple </a:t>
            </a:r>
            <a:r>
              <a:rPr lang="en-US" altLang="zh-CN" sz="2800" dirty="0">
                <a:solidFill>
                  <a:srgbClr val="FF0000"/>
                </a:solidFill>
              </a:rPr>
              <a:t>A</a:t>
            </a:r>
            <a:r>
              <a:rPr lang="en-US" altLang="zh-CN" sz="2800" dirty="0"/>
              <a:t>ccess with </a:t>
            </a:r>
            <a:r>
              <a:rPr lang="en-US" altLang="zh-CN" sz="2800" dirty="0">
                <a:solidFill>
                  <a:srgbClr val="FF0000"/>
                </a:solidFill>
              </a:rPr>
              <a:t>C</a:t>
            </a:r>
            <a:r>
              <a:rPr lang="en-US" altLang="zh-CN" sz="2800" dirty="0"/>
              <a:t>ollision </a:t>
            </a:r>
            <a:r>
              <a:rPr lang="en-US" altLang="zh-CN" sz="2800" dirty="0">
                <a:solidFill>
                  <a:srgbClr val="FF0000"/>
                </a:solidFill>
              </a:rPr>
              <a:t>D</a:t>
            </a:r>
            <a:r>
              <a:rPr lang="en-US" altLang="zh-CN" sz="2800" dirty="0"/>
              <a:t>etection) </a:t>
            </a:r>
            <a:r>
              <a:rPr lang="zh-CN" altLang="en-US" sz="2800" dirty="0"/>
              <a:t>。</a:t>
            </a:r>
          </a:p>
          <a:p>
            <a:pPr>
              <a:lnSpc>
                <a:spcPct val="100000"/>
              </a:lnSpc>
            </a:pPr>
            <a:r>
              <a:rPr lang="zh-CN" altLang="en-US" sz="2800" dirty="0"/>
              <a:t>“</a:t>
            </a:r>
            <a:r>
              <a:rPr lang="zh-CN" altLang="en-US" sz="2800" dirty="0">
                <a:solidFill>
                  <a:srgbClr val="FF0000"/>
                </a:solidFill>
              </a:rPr>
              <a:t>多点接入</a:t>
            </a:r>
            <a:r>
              <a:rPr lang="zh-CN" altLang="en-US" sz="2800" dirty="0"/>
              <a:t>”表示许多计算机以多点接入的方式连接在</a:t>
            </a:r>
            <a:r>
              <a:rPr lang="zh-CN" altLang="en-US" sz="2800" dirty="0">
                <a:solidFill>
                  <a:srgbClr val="FF0000"/>
                </a:solidFill>
              </a:rPr>
              <a:t>一根总线</a:t>
            </a:r>
            <a:r>
              <a:rPr lang="zh-CN" altLang="en-US" sz="2800" dirty="0"/>
              <a:t>上。</a:t>
            </a:r>
            <a:endParaRPr lang="en-US" altLang="zh-CN" sz="2800" dirty="0"/>
          </a:p>
          <a:p>
            <a:pPr>
              <a:lnSpc>
                <a:spcPct val="100000"/>
              </a:lnSpc>
            </a:pPr>
            <a:r>
              <a:rPr lang="zh-CN" altLang="en-US" sz="2800" dirty="0"/>
              <a:t>“</a:t>
            </a:r>
            <a:r>
              <a:rPr lang="zh-CN" altLang="en-US" sz="2800" dirty="0">
                <a:solidFill>
                  <a:srgbClr val="FF0000"/>
                </a:solidFill>
              </a:rPr>
              <a:t>载波监听</a:t>
            </a:r>
            <a:r>
              <a:rPr lang="zh-CN" altLang="en-US" sz="2800" dirty="0"/>
              <a:t>”是指每一个站在</a:t>
            </a:r>
            <a:r>
              <a:rPr lang="zh-CN" altLang="en-US" sz="2800" dirty="0">
                <a:solidFill>
                  <a:srgbClr val="FF0000"/>
                </a:solidFill>
              </a:rPr>
              <a:t>发送数据之前</a:t>
            </a:r>
            <a:r>
              <a:rPr lang="zh-CN" altLang="en-US" sz="2800" dirty="0"/>
              <a:t>先要</a:t>
            </a:r>
            <a:r>
              <a:rPr lang="zh-CN" altLang="en-US" sz="2800" dirty="0">
                <a:solidFill>
                  <a:srgbClr val="FF0000"/>
                </a:solidFill>
              </a:rPr>
              <a:t>检测</a:t>
            </a:r>
            <a:r>
              <a:rPr lang="zh-CN" altLang="en-US" sz="2800" dirty="0"/>
              <a:t>一下总线上是否有其他计算机在发送数据，如果有，则暂时不要发送数据，以免发生碰撞。 </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02" name="Rectangle 2"/>
          <p:cNvSpPr>
            <a:spLocks noGrp="1" noChangeArrowheads="1"/>
          </p:cNvSpPr>
          <p:nvPr>
            <p:ph type="title"/>
          </p:nvPr>
        </p:nvSpPr>
        <p:spPr/>
        <p:txBody>
          <a:bodyPr/>
          <a:lstStyle/>
          <a:p>
            <a:pPr algn="ctr"/>
            <a:r>
              <a:rPr lang="zh-CN" altLang="en-US" dirty="0"/>
              <a:t>碰撞检测</a:t>
            </a:r>
          </a:p>
        </p:txBody>
      </p:sp>
      <p:sp>
        <p:nvSpPr>
          <p:cNvPr id="409603" name="Rectangle 3"/>
          <p:cNvSpPr>
            <a:spLocks noGrp="1" noChangeArrowheads="1"/>
          </p:cNvSpPr>
          <p:nvPr>
            <p:ph idx="1"/>
          </p:nvPr>
        </p:nvSpPr>
        <p:spPr/>
        <p:txBody>
          <a:bodyPr/>
          <a:lstStyle/>
          <a:p>
            <a:r>
              <a:rPr lang="en-US" altLang="zh-CN" sz="2800" dirty="0"/>
              <a:t>“</a:t>
            </a:r>
            <a:r>
              <a:rPr lang="zh-CN" altLang="en-US" sz="2800" dirty="0">
                <a:solidFill>
                  <a:srgbClr val="FF0000"/>
                </a:solidFill>
              </a:rPr>
              <a:t>碰撞检测</a:t>
            </a:r>
            <a:r>
              <a:rPr lang="zh-CN" altLang="en-US" sz="2800" dirty="0"/>
              <a:t>”就是计算机</a:t>
            </a:r>
            <a:r>
              <a:rPr lang="zh-CN" altLang="en-US" sz="2800" dirty="0">
                <a:solidFill>
                  <a:srgbClr val="FF0000"/>
                </a:solidFill>
              </a:rPr>
              <a:t>边发送</a:t>
            </a:r>
            <a:r>
              <a:rPr lang="zh-CN" altLang="en-US" sz="2800" dirty="0"/>
              <a:t>数据</a:t>
            </a:r>
            <a:r>
              <a:rPr lang="zh-CN" altLang="en-US" sz="2800" dirty="0">
                <a:solidFill>
                  <a:srgbClr val="FF0000"/>
                </a:solidFill>
              </a:rPr>
              <a:t>边检测</a:t>
            </a:r>
            <a:r>
              <a:rPr lang="zh-CN" altLang="en-US" sz="2800" dirty="0"/>
              <a:t>信道上的信号电压大小。</a:t>
            </a:r>
          </a:p>
          <a:p>
            <a:r>
              <a:rPr lang="zh-CN" altLang="en-US" sz="2800" dirty="0"/>
              <a:t>信号在线路上有</a:t>
            </a:r>
            <a:r>
              <a:rPr lang="zh-CN" altLang="en-US" sz="2800" dirty="0">
                <a:solidFill>
                  <a:srgbClr val="FF0000"/>
                </a:solidFill>
              </a:rPr>
              <a:t>传播时延</a:t>
            </a:r>
            <a:r>
              <a:rPr lang="zh-CN" altLang="en-US" sz="2800" dirty="0"/>
              <a:t>，当几个站同时在总线上发送数据时，总线上的信号电压摆动值将会增大（</a:t>
            </a:r>
            <a:r>
              <a:rPr lang="zh-CN" altLang="en-US" sz="2800" dirty="0">
                <a:solidFill>
                  <a:srgbClr val="FF0000"/>
                </a:solidFill>
              </a:rPr>
              <a:t>互相叠加</a:t>
            </a:r>
            <a:r>
              <a:rPr lang="zh-CN" altLang="en-US" sz="2800" dirty="0"/>
              <a:t>）。</a:t>
            </a:r>
          </a:p>
          <a:p>
            <a:r>
              <a:rPr lang="zh-CN" altLang="en-US" sz="2800" dirty="0"/>
              <a:t>当一个站检测到的信号</a:t>
            </a:r>
            <a:r>
              <a:rPr lang="zh-CN" altLang="en-US" sz="2800" dirty="0">
                <a:solidFill>
                  <a:srgbClr val="FF0000"/>
                </a:solidFill>
              </a:rPr>
              <a:t>电压摆动值</a:t>
            </a:r>
            <a:r>
              <a:rPr lang="zh-CN" altLang="en-US" sz="2800" dirty="0"/>
              <a:t>超过一定的门限值时，就认为总线上至少有两个站同时在发送数据，表明产生了碰撞。</a:t>
            </a:r>
          </a:p>
          <a:p>
            <a:r>
              <a:rPr lang="zh-CN" altLang="en-US" sz="2800" dirty="0">
                <a:solidFill>
                  <a:srgbClr val="0000FF"/>
                </a:solidFill>
              </a:rPr>
              <a:t>所谓“碰撞”就是发生了冲突。因此“碰撞检测”也称为“冲突检测”</a:t>
            </a:r>
            <a:r>
              <a:rPr lang="zh-CN" altLang="en-US" sz="2800" dirty="0">
                <a:solidFill>
                  <a:srgbClr val="0000CC"/>
                </a:solidFill>
              </a:rPr>
              <a:t>。</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626" name="Rectangle 2"/>
          <p:cNvSpPr>
            <a:spLocks noGrp="1" noChangeArrowheads="1"/>
          </p:cNvSpPr>
          <p:nvPr>
            <p:ph type="title"/>
          </p:nvPr>
        </p:nvSpPr>
        <p:spPr/>
        <p:txBody>
          <a:bodyPr/>
          <a:lstStyle/>
          <a:p>
            <a:pPr algn="ctr"/>
            <a:r>
              <a:rPr lang="zh-CN" altLang="en-US" dirty="0"/>
              <a:t>检测到碰撞后</a:t>
            </a:r>
          </a:p>
        </p:txBody>
      </p:sp>
      <p:sp>
        <p:nvSpPr>
          <p:cNvPr id="410627" name="Rectangle 3"/>
          <p:cNvSpPr>
            <a:spLocks noGrp="1" noChangeArrowheads="1"/>
          </p:cNvSpPr>
          <p:nvPr>
            <p:ph idx="1"/>
          </p:nvPr>
        </p:nvSpPr>
        <p:spPr/>
        <p:txBody>
          <a:bodyPr/>
          <a:lstStyle/>
          <a:p>
            <a:r>
              <a:rPr lang="zh-CN" altLang="en-US" dirty="0"/>
              <a:t>在发生碰撞时，总线上传输的信号产生了严重的失真，无法从中恢复出有用的信息来。</a:t>
            </a:r>
          </a:p>
          <a:p>
            <a:r>
              <a:rPr lang="zh-CN" altLang="en-US" dirty="0">
                <a:solidFill>
                  <a:srgbClr val="0000FF"/>
                </a:solidFill>
              </a:rPr>
              <a:t>每一个正在发送数据的站，一旦发现总线上出现了碰撞，就要</a:t>
            </a:r>
            <a:r>
              <a:rPr lang="zh-CN" altLang="en-US" dirty="0">
                <a:solidFill>
                  <a:srgbClr val="FF0000"/>
                </a:solidFill>
              </a:rPr>
              <a:t>立即停止发送，</a:t>
            </a:r>
            <a:r>
              <a:rPr lang="zh-CN" altLang="en-US" dirty="0">
                <a:solidFill>
                  <a:srgbClr val="0000FF"/>
                </a:solidFill>
              </a:rPr>
              <a:t>免得继续浪费网络资源，</a:t>
            </a:r>
            <a:r>
              <a:rPr lang="en-US" altLang="zh-CN" dirty="0">
                <a:solidFill>
                  <a:srgbClr val="0000FF"/>
                </a:solidFill>
              </a:rPr>
              <a:t>CSMA/CD</a:t>
            </a:r>
            <a:r>
              <a:rPr lang="zh-CN" altLang="en-US" dirty="0">
                <a:solidFill>
                  <a:srgbClr val="0000FF"/>
                </a:solidFill>
              </a:rPr>
              <a:t>规定需</a:t>
            </a:r>
            <a:r>
              <a:rPr lang="zh-CN" altLang="en-US" dirty="0">
                <a:solidFill>
                  <a:srgbClr val="FF0000"/>
                </a:solidFill>
              </a:rPr>
              <a:t>等待一段随机</a:t>
            </a:r>
            <a:r>
              <a:rPr lang="zh-CN" altLang="en-US" dirty="0">
                <a:solidFill>
                  <a:srgbClr val="0000FF"/>
                </a:solidFill>
              </a:rPr>
              <a:t>时间（</a:t>
            </a:r>
            <a:r>
              <a:rPr lang="zh-CN" altLang="en-US" dirty="0">
                <a:solidFill>
                  <a:srgbClr val="FF0000"/>
                </a:solidFill>
              </a:rPr>
              <a:t>二进制指数类型退避算法</a:t>
            </a:r>
            <a:r>
              <a:rPr lang="zh-CN" altLang="en-US" dirty="0">
                <a:solidFill>
                  <a:srgbClr val="0000FF"/>
                </a:solidFill>
              </a:rPr>
              <a:t>）后再次发送。</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3.4  </a:t>
            </a:r>
            <a:r>
              <a:rPr lang="zh-CN" altLang="zh-CN" dirty="0"/>
              <a:t>扩展的以太网</a:t>
            </a:r>
            <a:endParaRPr lang="zh-CN" altLang="en-US" dirty="0"/>
          </a:p>
        </p:txBody>
      </p:sp>
      <p:sp>
        <p:nvSpPr>
          <p:cNvPr id="3" name="内容占位符 2"/>
          <p:cNvSpPr>
            <a:spLocks noGrp="1"/>
          </p:cNvSpPr>
          <p:nvPr>
            <p:ph idx="1"/>
          </p:nvPr>
        </p:nvSpPr>
        <p:spPr/>
        <p:txBody>
          <a:bodyPr/>
          <a:lstStyle/>
          <a:p>
            <a:r>
              <a:rPr lang="en-US" altLang="zh-CN" dirty="0"/>
              <a:t>3.4.1  </a:t>
            </a:r>
            <a:r>
              <a:rPr lang="zh-CN" altLang="zh-CN" dirty="0"/>
              <a:t>在物理层扩展以太网</a:t>
            </a:r>
          </a:p>
          <a:p>
            <a:r>
              <a:rPr lang="en-US" altLang="zh-CN" dirty="0"/>
              <a:t>3.4.2  </a:t>
            </a:r>
            <a:r>
              <a:rPr lang="zh-CN" altLang="zh-CN" dirty="0"/>
              <a:t>在数据链路层扩展以太网</a:t>
            </a:r>
          </a:p>
          <a:p>
            <a:r>
              <a:rPr lang="en-US" altLang="zh-CN" dirty="0"/>
              <a:t>3.4.3  </a:t>
            </a:r>
            <a:r>
              <a:rPr lang="zh-CN" altLang="zh-CN" dirty="0"/>
              <a:t>虚拟局域网</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3314" name="Rectangle 2"/>
          <p:cNvSpPr>
            <a:spLocks noGrp="1" noChangeArrowheads="1"/>
          </p:cNvSpPr>
          <p:nvPr>
            <p:ph type="title"/>
          </p:nvPr>
        </p:nvSpPr>
        <p:spPr/>
        <p:txBody>
          <a:bodyPr/>
          <a:lstStyle/>
          <a:p>
            <a:r>
              <a:rPr lang="en-US" altLang="zh-CN" dirty="0"/>
              <a:t>3.4.1  </a:t>
            </a:r>
            <a:r>
              <a:rPr lang="zh-CN" altLang="en-US" dirty="0"/>
              <a:t>在物理层扩展以太网</a:t>
            </a:r>
          </a:p>
        </p:txBody>
      </p:sp>
      <p:sp>
        <p:nvSpPr>
          <p:cNvPr id="653316" name="Rectangle 4"/>
          <p:cNvSpPr>
            <a:spLocks noGrp="1" noChangeArrowheads="1"/>
          </p:cNvSpPr>
          <p:nvPr>
            <p:ph idx="1"/>
          </p:nvPr>
        </p:nvSpPr>
        <p:spPr>
          <a:noFill/>
        </p:spPr>
        <p:txBody>
          <a:bodyPr/>
          <a:lstStyle/>
          <a:p>
            <a:r>
              <a:rPr lang="zh-CN" altLang="en-US" dirty="0">
                <a:solidFill>
                  <a:srgbClr val="FF0000"/>
                </a:solidFill>
              </a:rPr>
              <a:t>使用光纤扩展</a:t>
            </a:r>
            <a:endParaRPr lang="en-US" altLang="zh-CN" dirty="0">
              <a:solidFill>
                <a:srgbClr val="FF0000"/>
              </a:solidFill>
            </a:endParaRPr>
          </a:p>
          <a:p>
            <a:pPr lvl="1"/>
            <a:r>
              <a:rPr lang="zh-CN" altLang="en-US" dirty="0"/>
              <a:t>主机使用光纤</a:t>
            </a:r>
            <a:r>
              <a:rPr lang="zh-CN" altLang="zh-CN" dirty="0"/>
              <a:t>（通常是一对光纤）</a:t>
            </a:r>
            <a:r>
              <a:rPr lang="zh-CN" altLang="en-US" dirty="0"/>
              <a:t>和一对</a:t>
            </a:r>
            <a:r>
              <a:rPr lang="zh-CN" altLang="en-US" dirty="0">
                <a:solidFill>
                  <a:srgbClr val="FF0000"/>
                </a:solidFill>
              </a:rPr>
              <a:t>光纤调制解调器</a:t>
            </a:r>
            <a:r>
              <a:rPr lang="zh-CN" altLang="en-US" dirty="0"/>
              <a:t>连接到集线器。 </a:t>
            </a:r>
            <a:endParaRPr lang="en-US" altLang="zh-CN" dirty="0"/>
          </a:p>
          <a:p>
            <a:pPr lvl="1"/>
            <a:r>
              <a:rPr lang="zh-CN" altLang="zh-CN" dirty="0"/>
              <a:t>很容易使主机和几</a:t>
            </a:r>
            <a:r>
              <a:rPr lang="zh-CN" altLang="zh-CN" dirty="0">
                <a:solidFill>
                  <a:srgbClr val="FF0000"/>
                </a:solidFill>
              </a:rPr>
              <a:t>公里</a:t>
            </a:r>
            <a:r>
              <a:rPr lang="zh-CN" altLang="zh-CN" dirty="0"/>
              <a:t>以外的集线器相连接</a:t>
            </a:r>
            <a:r>
              <a:rPr lang="zh-CN" altLang="en-US" dirty="0"/>
              <a:t>。</a:t>
            </a:r>
          </a:p>
        </p:txBody>
      </p:sp>
      <p:sp>
        <p:nvSpPr>
          <p:cNvPr id="653318" name="Text Box 6"/>
          <p:cNvSpPr txBox="1">
            <a:spLocks noChangeArrowheads="1"/>
          </p:cNvSpPr>
          <p:nvPr/>
        </p:nvSpPr>
        <p:spPr bwMode="auto">
          <a:xfrm>
            <a:off x="8045185" y="2716213"/>
            <a:ext cx="18473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zh-CN" sz="2800">
              <a:solidFill>
                <a:schemeClr val="folHlink"/>
              </a:solidFill>
              <a:latin typeface="Arial" panose="020B0604020202020204" pitchFamily="34" charset="0"/>
              <a:ea typeface="黑体" panose="02010609060101010101" pitchFamily="2" charset="-122"/>
            </a:endParaRPr>
          </a:p>
        </p:txBody>
      </p:sp>
      <p:sp>
        <p:nvSpPr>
          <p:cNvPr id="3" name="矩形 2"/>
          <p:cNvSpPr/>
          <p:nvPr/>
        </p:nvSpPr>
        <p:spPr>
          <a:xfrm>
            <a:off x="1127991" y="5631631"/>
            <a:ext cx="8217497" cy="461665"/>
          </a:xfrm>
          <a:prstGeom prst="rect">
            <a:avLst/>
          </a:prstGeom>
        </p:spPr>
        <p:txBody>
          <a:bodyPr wrap="square">
            <a:spAutoFit/>
          </a:bodyPr>
          <a:lstStyle/>
          <a:p>
            <a:pPr algn="ctr"/>
            <a:r>
              <a:rPr lang="zh-CN" altLang="zh-CN" sz="2400" b="1" dirty="0">
                <a:latin typeface="+mn-lt"/>
                <a:ea typeface="黑体" panose="02010609060101010101" pitchFamily="2" charset="-122"/>
              </a:rPr>
              <a:t>主机使用光纤和一对光纤调制解调器连接到集线器</a:t>
            </a:r>
            <a:endParaRPr lang="zh-CN" altLang="en-US" sz="2400" b="1" dirty="0">
              <a:latin typeface="+mn-lt"/>
              <a:ea typeface="黑体" panose="02010609060101010101" pitchFamily="2" charset="-122"/>
            </a:endParaRPr>
          </a:p>
        </p:txBody>
      </p:sp>
      <p:grpSp>
        <p:nvGrpSpPr>
          <p:cNvPr id="5" name="组合 4"/>
          <p:cNvGrpSpPr/>
          <p:nvPr/>
        </p:nvGrpSpPr>
        <p:grpSpPr>
          <a:xfrm>
            <a:off x="1208584" y="3399383"/>
            <a:ext cx="8128345" cy="2168095"/>
            <a:chOff x="1414830" y="3421145"/>
            <a:chExt cx="8128345" cy="2168095"/>
          </a:xfrm>
        </p:grpSpPr>
        <p:pic>
          <p:nvPicPr>
            <p:cNvPr id="653317" name="Picture 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21151086">
              <a:off x="8299293" y="4124085"/>
              <a:ext cx="1243882" cy="733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53319" name="Text Box 7"/>
            <p:cNvSpPr txBox="1">
              <a:spLocks noChangeArrowheads="1"/>
            </p:cNvSpPr>
            <p:nvPr/>
          </p:nvSpPr>
          <p:spPr bwMode="auto">
            <a:xfrm>
              <a:off x="8378631" y="3421145"/>
              <a:ext cx="1068876" cy="757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0000"/>
                </a:lnSpc>
              </a:pPr>
              <a:r>
                <a:rPr lang="zh-CN" altLang="en-US" sz="2400" b="1" dirty="0">
                  <a:solidFill>
                    <a:srgbClr val="000099"/>
                  </a:solidFill>
                  <a:latin typeface="+mn-lt"/>
                  <a:ea typeface="黑体" panose="02010609060101010101" pitchFamily="2" charset="-122"/>
                </a:rPr>
                <a:t>以太网</a:t>
              </a:r>
            </a:p>
            <a:p>
              <a:pPr>
                <a:lnSpc>
                  <a:spcPct val="90000"/>
                </a:lnSpc>
              </a:pPr>
              <a:r>
                <a:rPr lang="zh-CN" altLang="en-US" sz="2400" b="1" dirty="0">
                  <a:solidFill>
                    <a:srgbClr val="000099"/>
                  </a:solidFill>
                  <a:latin typeface="+mn-lt"/>
                  <a:ea typeface="黑体" panose="02010609060101010101" pitchFamily="2" charset="-122"/>
                </a:rPr>
                <a:t>集线器</a:t>
              </a:r>
            </a:p>
          </p:txBody>
        </p:sp>
        <p:sp>
          <p:nvSpPr>
            <p:cNvPr id="653320" name="Line 8"/>
            <p:cNvSpPr>
              <a:spLocks noChangeShapeType="1"/>
            </p:cNvSpPr>
            <p:nvPr/>
          </p:nvSpPr>
          <p:spPr bwMode="auto">
            <a:xfrm>
              <a:off x="1844248" y="4598748"/>
              <a:ext cx="6767254" cy="0"/>
            </a:xfrm>
            <a:prstGeom prst="line">
              <a:avLst/>
            </a:prstGeom>
            <a:noFill/>
            <a:ln w="3810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653321" name="Text Box 9"/>
            <p:cNvSpPr txBox="1">
              <a:spLocks noChangeArrowheads="1"/>
            </p:cNvSpPr>
            <p:nvPr/>
          </p:nvSpPr>
          <p:spPr bwMode="auto">
            <a:xfrm>
              <a:off x="4733900" y="4054236"/>
              <a:ext cx="90601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800" b="1" dirty="0">
                  <a:solidFill>
                    <a:srgbClr val="FF0000"/>
                  </a:solidFill>
                  <a:latin typeface="+mn-lt"/>
                  <a:ea typeface="黑体" panose="02010609060101010101" pitchFamily="2" charset="-122"/>
                </a:rPr>
                <a:t>光纤</a:t>
              </a:r>
            </a:p>
          </p:txBody>
        </p:sp>
        <p:sp>
          <p:nvSpPr>
            <p:cNvPr id="653322" name="Text Box 10"/>
            <p:cNvSpPr txBox="1">
              <a:spLocks noChangeArrowheads="1"/>
            </p:cNvSpPr>
            <p:nvPr/>
          </p:nvSpPr>
          <p:spPr bwMode="auto">
            <a:xfrm>
              <a:off x="6977073" y="4832110"/>
              <a:ext cx="1663209" cy="757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lnSpc>
                  <a:spcPct val="90000"/>
                </a:lnSpc>
              </a:pPr>
              <a:r>
                <a:rPr lang="zh-CN" altLang="en-US" sz="2400" b="1" dirty="0">
                  <a:solidFill>
                    <a:srgbClr val="000099"/>
                  </a:solidFill>
                  <a:latin typeface="+mn-lt"/>
                  <a:ea typeface="黑体" panose="02010609060101010101" pitchFamily="2" charset="-122"/>
                </a:rPr>
                <a:t>光纤</a:t>
              </a:r>
            </a:p>
            <a:p>
              <a:pPr algn="ctr">
                <a:lnSpc>
                  <a:spcPct val="90000"/>
                </a:lnSpc>
              </a:pPr>
              <a:r>
                <a:rPr lang="zh-CN" altLang="en-US" sz="2400" b="1" dirty="0">
                  <a:solidFill>
                    <a:srgbClr val="000099"/>
                  </a:solidFill>
                  <a:latin typeface="+mn-lt"/>
                  <a:ea typeface="黑体" panose="02010609060101010101" pitchFamily="2" charset="-122"/>
                </a:rPr>
                <a:t>调制解调器</a:t>
              </a:r>
            </a:p>
          </p:txBody>
        </p:sp>
        <p:pic>
          <p:nvPicPr>
            <p:cNvPr id="653323" name="Picture 1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98175" y="4027249"/>
              <a:ext cx="692147" cy="725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53324" name="Picture 12"/>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259701" y="4400311"/>
              <a:ext cx="626070" cy="422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653325" name="Picture 13"/>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574109" y="4400311"/>
              <a:ext cx="624418" cy="422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653326" name="Text Box 14"/>
            <p:cNvSpPr txBox="1">
              <a:spLocks noChangeArrowheads="1"/>
            </p:cNvSpPr>
            <p:nvPr/>
          </p:nvSpPr>
          <p:spPr bwMode="auto">
            <a:xfrm>
              <a:off x="1705615" y="4789248"/>
              <a:ext cx="1663209" cy="757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lnSpc>
                  <a:spcPct val="90000"/>
                </a:lnSpc>
              </a:pPr>
              <a:r>
                <a:rPr lang="zh-CN" altLang="en-US" sz="2400" b="1" dirty="0">
                  <a:solidFill>
                    <a:srgbClr val="000099"/>
                  </a:solidFill>
                  <a:latin typeface="+mn-lt"/>
                  <a:ea typeface="黑体" panose="02010609060101010101" pitchFamily="2" charset="-122"/>
                </a:rPr>
                <a:t>光纤</a:t>
              </a:r>
            </a:p>
            <a:p>
              <a:pPr algn="ctr">
                <a:lnSpc>
                  <a:spcPct val="90000"/>
                </a:lnSpc>
              </a:pPr>
              <a:r>
                <a:rPr lang="zh-CN" altLang="en-US" sz="2400" b="1" dirty="0">
                  <a:solidFill>
                    <a:srgbClr val="000099"/>
                  </a:solidFill>
                  <a:latin typeface="+mn-lt"/>
                  <a:ea typeface="黑体" panose="02010609060101010101" pitchFamily="2" charset="-122"/>
                </a:rPr>
                <a:t>调制解调器</a:t>
              </a:r>
            </a:p>
          </p:txBody>
        </p:sp>
        <p:sp>
          <p:nvSpPr>
            <p:cNvPr id="17" name="Text Box 7"/>
            <p:cNvSpPr txBox="1">
              <a:spLocks noChangeArrowheads="1"/>
            </p:cNvSpPr>
            <p:nvPr/>
          </p:nvSpPr>
          <p:spPr bwMode="auto">
            <a:xfrm>
              <a:off x="1414830" y="3580332"/>
              <a:ext cx="803425" cy="4247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0000"/>
                </a:lnSpc>
              </a:pPr>
              <a:r>
                <a:rPr lang="zh-CN" altLang="en-US" sz="2400" b="1" dirty="0">
                  <a:solidFill>
                    <a:srgbClr val="000099"/>
                  </a:solidFill>
                  <a:latin typeface="+mn-lt"/>
                  <a:ea typeface="黑体" panose="02010609060101010101" pitchFamily="2" charset="-122"/>
                </a:rPr>
                <a:t>主机</a:t>
              </a:r>
            </a:p>
          </p:txBody>
        </p:sp>
      </p:gr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4101" name="Rectangle 5"/>
          <p:cNvSpPr>
            <a:spLocks noGrp="1" noChangeArrowheads="1"/>
          </p:cNvSpPr>
          <p:nvPr>
            <p:ph type="title"/>
          </p:nvPr>
        </p:nvSpPr>
        <p:spPr/>
        <p:txBody>
          <a:bodyPr/>
          <a:lstStyle/>
          <a:p>
            <a:r>
              <a:rPr lang="en-US" altLang="zh-CN" dirty="0"/>
              <a:t>3.4.1  </a:t>
            </a:r>
            <a:r>
              <a:rPr lang="zh-CN" altLang="en-US" dirty="0"/>
              <a:t>在物理层扩展以太网</a:t>
            </a:r>
          </a:p>
        </p:txBody>
      </p:sp>
      <p:sp>
        <p:nvSpPr>
          <p:cNvPr id="644098" name="Rectangle 2"/>
          <p:cNvSpPr>
            <a:spLocks noGrp="1" noChangeArrowheads="1"/>
          </p:cNvSpPr>
          <p:nvPr>
            <p:ph idx="1"/>
          </p:nvPr>
        </p:nvSpPr>
        <p:spPr/>
        <p:txBody>
          <a:bodyPr/>
          <a:lstStyle/>
          <a:p>
            <a:r>
              <a:rPr lang="zh-CN" altLang="en-US" dirty="0">
                <a:solidFill>
                  <a:srgbClr val="FF0000"/>
                </a:solidFill>
              </a:rPr>
              <a:t>使用</a:t>
            </a:r>
            <a:r>
              <a:rPr lang="zh-CN" altLang="en-US" dirty="0">
                <a:solidFill>
                  <a:srgbClr val="0000FF"/>
                </a:solidFill>
              </a:rPr>
              <a:t>多级</a:t>
            </a:r>
            <a:r>
              <a:rPr lang="zh-CN" altLang="en-US" dirty="0">
                <a:solidFill>
                  <a:srgbClr val="FF0000"/>
                </a:solidFill>
              </a:rPr>
              <a:t>集线器扩展</a:t>
            </a:r>
            <a:endParaRPr lang="en-US" altLang="zh-CN" dirty="0">
              <a:solidFill>
                <a:srgbClr val="FF0000"/>
              </a:solidFill>
            </a:endParaRPr>
          </a:p>
          <a:p>
            <a:pPr lvl="1"/>
            <a:r>
              <a:rPr lang="zh-CN" altLang="en-US" dirty="0"/>
              <a:t>使用多个集线器可连成</a:t>
            </a:r>
            <a:r>
              <a:rPr lang="zh-CN" altLang="en-US" dirty="0">
                <a:solidFill>
                  <a:srgbClr val="FF0000"/>
                </a:solidFill>
              </a:rPr>
              <a:t>更大</a:t>
            </a:r>
            <a:r>
              <a:rPr lang="zh-CN" altLang="en-US" dirty="0"/>
              <a:t>的、</a:t>
            </a:r>
            <a:r>
              <a:rPr lang="zh-CN" altLang="zh-CN" dirty="0">
                <a:solidFill>
                  <a:srgbClr val="FF0000"/>
                </a:solidFill>
              </a:rPr>
              <a:t>多级</a:t>
            </a:r>
            <a:r>
              <a:rPr lang="zh-CN" altLang="en-US" dirty="0"/>
              <a:t>星形</a:t>
            </a:r>
            <a:r>
              <a:rPr lang="zh-CN" altLang="zh-CN" dirty="0"/>
              <a:t>结构的以太网</a:t>
            </a:r>
            <a:r>
              <a:rPr lang="zh-CN" altLang="en-US" dirty="0"/>
              <a:t>，覆盖</a:t>
            </a:r>
            <a:r>
              <a:rPr lang="zh-CN" altLang="en-US" dirty="0">
                <a:solidFill>
                  <a:srgbClr val="FF0000"/>
                </a:solidFill>
              </a:rPr>
              <a:t>更大范围</a:t>
            </a:r>
            <a:r>
              <a:rPr lang="zh-CN" altLang="en-US" dirty="0"/>
              <a:t>。（</a:t>
            </a:r>
            <a:r>
              <a:rPr lang="zh-CN" altLang="en-US" dirty="0">
                <a:solidFill>
                  <a:srgbClr val="0000FF"/>
                </a:solidFill>
              </a:rPr>
              <a:t>单级</a:t>
            </a:r>
            <a:r>
              <a:rPr lang="en-US" altLang="zh-CN" dirty="0">
                <a:solidFill>
                  <a:srgbClr val="0000FF"/>
                </a:solidFill>
              </a:rPr>
              <a:t>10BASE-T</a:t>
            </a:r>
            <a:r>
              <a:rPr lang="zh-CN" altLang="zh-CN" dirty="0"/>
              <a:t>以太网</a:t>
            </a:r>
            <a:r>
              <a:rPr lang="zh-CN" altLang="en-US" dirty="0"/>
              <a:t>主机到集线器的距离</a:t>
            </a:r>
            <a:r>
              <a:rPr lang="zh-CN" altLang="en-US" dirty="0">
                <a:solidFill>
                  <a:srgbClr val="0000FF"/>
                </a:solidFill>
              </a:rPr>
              <a:t>不超过</a:t>
            </a:r>
            <a:r>
              <a:rPr lang="en-US" altLang="zh-CN" dirty="0">
                <a:solidFill>
                  <a:srgbClr val="0000FF"/>
                </a:solidFill>
              </a:rPr>
              <a:t>100 m</a:t>
            </a:r>
            <a:r>
              <a:rPr lang="zh-CN" altLang="en-US" dirty="0"/>
              <a:t>）</a:t>
            </a:r>
            <a:endParaRPr lang="en-US" altLang="zh-CN" dirty="0"/>
          </a:p>
          <a:p>
            <a:pPr lvl="1"/>
            <a:endParaRPr lang="en-US" altLang="zh-CN" dirty="0"/>
          </a:p>
          <a:p>
            <a:pPr lvl="1"/>
            <a:r>
              <a:rPr lang="zh-CN" altLang="zh-CN" dirty="0">
                <a:solidFill>
                  <a:srgbClr val="0000FF"/>
                </a:solidFill>
              </a:rPr>
              <a:t>例如，</a:t>
            </a:r>
            <a:r>
              <a:rPr lang="zh-CN" altLang="zh-CN" dirty="0"/>
              <a:t>一个学院的三个系各有一个</a:t>
            </a:r>
            <a:r>
              <a:rPr lang="en-US" altLang="zh-CN" dirty="0"/>
              <a:t> 10BASE-T </a:t>
            </a:r>
            <a:r>
              <a:rPr lang="zh-CN" altLang="zh-CN" dirty="0"/>
              <a:t>以太网</a:t>
            </a:r>
            <a:r>
              <a:rPr lang="zh-CN" altLang="en-US" dirty="0"/>
              <a:t>，</a:t>
            </a:r>
            <a:r>
              <a:rPr lang="zh-CN" altLang="zh-CN" dirty="0"/>
              <a:t>可通过一个</a:t>
            </a:r>
            <a:r>
              <a:rPr lang="zh-CN" altLang="zh-CN" dirty="0">
                <a:solidFill>
                  <a:srgbClr val="FF0000"/>
                </a:solidFill>
              </a:rPr>
              <a:t>主干集线器</a:t>
            </a:r>
            <a:r>
              <a:rPr lang="zh-CN" altLang="zh-CN" dirty="0"/>
              <a:t>把各系的以太网连接起来，成为一个更大的以太网</a:t>
            </a:r>
            <a:r>
              <a:rPr lang="zh-CN" altLang="en-US" dirty="0"/>
              <a:t>。</a:t>
            </a:r>
            <a:endParaRPr lang="zh-CN" altLang="en-US" dirty="0">
              <a:solidFill>
                <a:srgbClr val="0000FF"/>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5" name="组合 44"/>
          <p:cNvGrpSpPr/>
          <p:nvPr/>
        </p:nvGrpSpPr>
        <p:grpSpPr>
          <a:xfrm>
            <a:off x="1352600" y="116632"/>
            <a:ext cx="8064896" cy="2736304"/>
            <a:chOff x="1162682" y="1927687"/>
            <a:chExt cx="8503203" cy="3403695"/>
          </a:xfrm>
        </p:grpSpPr>
        <p:sp>
          <p:nvSpPr>
            <p:cNvPr id="46" name="Text Box 43"/>
            <p:cNvSpPr txBox="1">
              <a:spLocks noChangeArrowheads="1"/>
            </p:cNvSpPr>
            <p:nvPr/>
          </p:nvSpPr>
          <p:spPr bwMode="auto">
            <a:xfrm>
              <a:off x="6209247" y="1927687"/>
              <a:ext cx="3456638" cy="5742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b="1" dirty="0">
                  <a:solidFill>
                    <a:srgbClr val="0000FF"/>
                  </a:solidFill>
                  <a:latin typeface="Times New Roman" panose="02020603050405020304" pitchFamily="18" charset="0"/>
                  <a:ea typeface="黑体" panose="02010609060101010101" pitchFamily="2" charset="-122"/>
                </a:rPr>
                <a:t>（三个独立的碰撞域）</a:t>
              </a:r>
            </a:p>
          </p:txBody>
        </p:sp>
        <p:sp>
          <p:nvSpPr>
            <p:cNvPr id="47" name="AutoShape 77"/>
            <p:cNvSpPr/>
            <p:nvPr/>
          </p:nvSpPr>
          <p:spPr bwMode="auto">
            <a:xfrm rot="5400000" flipV="1">
              <a:off x="4872443" y="-442162"/>
              <a:ext cx="415925" cy="6163733"/>
            </a:xfrm>
            <a:prstGeom prst="leftBrace">
              <a:avLst>
                <a:gd name="adj1" fmla="val 113995"/>
                <a:gd name="adj2" fmla="val 50000"/>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48" name="组合 47"/>
            <p:cNvGrpSpPr/>
            <p:nvPr/>
          </p:nvGrpSpPr>
          <p:grpSpPr>
            <a:xfrm>
              <a:off x="1162682" y="2787352"/>
              <a:ext cx="7819909" cy="2544030"/>
              <a:chOff x="1012116" y="2787352"/>
              <a:chExt cx="8333372" cy="2730585"/>
            </a:xfrm>
          </p:grpSpPr>
          <p:sp>
            <p:nvSpPr>
              <p:cNvPr id="49" name="AutoShape 44"/>
              <p:cNvSpPr>
                <a:spLocks noChangeArrowheads="1"/>
              </p:cNvSpPr>
              <p:nvPr/>
            </p:nvSpPr>
            <p:spPr bwMode="auto">
              <a:xfrm>
                <a:off x="1012116" y="2787352"/>
                <a:ext cx="2672844" cy="2730585"/>
              </a:xfrm>
              <a:prstGeom prst="roundRect">
                <a:avLst>
                  <a:gd name="adj" fmla="val 16667"/>
                </a:avLst>
              </a:prstGeom>
              <a:solidFill>
                <a:srgbClr val="FF99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CC"/>
                  </a:solidFill>
                  <a:latin typeface="+mn-lt"/>
                  <a:ea typeface="黑体" panose="02010609060101010101" pitchFamily="2" charset="-122"/>
                </a:endParaRPr>
              </a:p>
            </p:txBody>
          </p:sp>
          <p:sp>
            <p:nvSpPr>
              <p:cNvPr id="50" name="Line 45"/>
              <p:cNvSpPr>
                <a:spLocks noChangeShapeType="1"/>
              </p:cNvSpPr>
              <p:nvPr/>
            </p:nvSpPr>
            <p:spPr bwMode="auto">
              <a:xfrm flipH="1">
                <a:off x="1431354" y="4102593"/>
                <a:ext cx="667796" cy="783726"/>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CC"/>
                  </a:solidFill>
                  <a:latin typeface="+mn-lt"/>
                  <a:ea typeface="黑体" panose="02010609060101010101" pitchFamily="2" charset="-122"/>
                </a:endParaRPr>
              </a:p>
            </p:txBody>
          </p:sp>
          <p:pic>
            <p:nvPicPr>
              <p:cNvPr id="51" name="Picture 4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69538" y="4685321"/>
                <a:ext cx="502089" cy="5438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52" name="Line 47"/>
              <p:cNvSpPr>
                <a:spLocks noChangeShapeType="1"/>
              </p:cNvSpPr>
              <p:nvPr/>
            </p:nvSpPr>
            <p:spPr bwMode="auto">
              <a:xfrm>
                <a:off x="2476960" y="4249542"/>
                <a:ext cx="185591" cy="611441"/>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CC"/>
                  </a:solidFill>
                  <a:latin typeface="+mn-lt"/>
                  <a:ea typeface="黑体" panose="02010609060101010101" pitchFamily="2" charset="-122"/>
                </a:endParaRPr>
              </a:p>
            </p:txBody>
          </p:sp>
          <p:sp>
            <p:nvSpPr>
              <p:cNvPr id="53" name="Line 48"/>
              <p:cNvSpPr>
                <a:spLocks noChangeShapeType="1"/>
              </p:cNvSpPr>
              <p:nvPr/>
            </p:nvSpPr>
            <p:spPr bwMode="auto">
              <a:xfrm>
                <a:off x="2662552" y="4224207"/>
                <a:ext cx="657855" cy="611441"/>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CC"/>
                  </a:solidFill>
                  <a:latin typeface="+mn-lt"/>
                  <a:ea typeface="黑体" panose="02010609060101010101" pitchFamily="2" charset="-122"/>
                </a:endParaRPr>
              </a:p>
            </p:txBody>
          </p:sp>
          <p:sp>
            <p:nvSpPr>
              <p:cNvPr id="54" name="Line 49"/>
              <p:cNvSpPr>
                <a:spLocks noChangeShapeType="1"/>
              </p:cNvSpPr>
              <p:nvPr/>
            </p:nvSpPr>
            <p:spPr bwMode="auto">
              <a:xfrm flipH="1">
                <a:off x="2054410" y="4114416"/>
                <a:ext cx="178963" cy="790482"/>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CC"/>
                  </a:solidFill>
                  <a:latin typeface="+mn-lt"/>
                  <a:ea typeface="黑体" panose="02010609060101010101" pitchFamily="2" charset="-122"/>
                </a:endParaRPr>
              </a:p>
            </p:txBody>
          </p:sp>
          <p:pic>
            <p:nvPicPr>
              <p:cNvPr id="55" name="Picture 50"/>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99223" y="4685321"/>
                <a:ext cx="500433" cy="5438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56" name="Picture 5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27249" y="4685321"/>
                <a:ext cx="500433" cy="5438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57" name="Picture 5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55276" y="4685321"/>
                <a:ext cx="502089" cy="5438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58" name="Text Box 53"/>
              <p:cNvSpPr txBox="1">
                <a:spLocks noChangeArrowheads="1"/>
              </p:cNvSpPr>
              <p:nvPr/>
            </p:nvSpPr>
            <p:spPr bwMode="auto">
              <a:xfrm>
                <a:off x="2000672" y="2996952"/>
                <a:ext cx="927010" cy="534194"/>
              </a:xfrm>
              <a:prstGeom prst="rect">
                <a:avLst/>
              </a:prstGeom>
              <a:solidFill>
                <a:schemeClr val="bg1"/>
              </a:solidFill>
              <a:ln>
                <a:noFill/>
              </a:ln>
              <a:effectLst/>
            </p:spPr>
            <p:txBody>
              <a:bodyPr wrap="square">
                <a:spAutoFit/>
              </a:bodyPr>
              <a:lstStyle/>
              <a:p>
                <a:r>
                  <a:rPr kumimoji="1" lang="zh-CN" altLang="en-US" sz="2000" b="1" dirty="0">
                    <a:solidFill>
                      <a:srgbClr val="0000CC"/>
                    </a:solidFill>
                    <a:latin typeface="+mn-lt"/>
                    <a:ea typeface="黑体" panose="02010609060101010101" pitchFamily="2" charset="-122"/>
                  </a:rPr>
                  <a:t> 一系 </a:t>
                </a:r>
              </a:p>
            </p:txBody>
          </p:sp>
          <p:pic>
            <p:nvPicPr>
              <p:cNvPr id="59" name="Picture 5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rot="20497188">
                <a:off x="1850590" y="3719176"/>
                <a:ext cx="1156631" cy="6536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0" name="AutoShape 55"/>
              <p:cNvSpPr>
                <a:spLocks noChangeArrowheads="1"/>
              </p:cNvSpPr>
              <p:nvPr/>
            </p:nvSpPr>
            <p:spPr bwMode="auto">
              <a:xfrm>
                <a:off x="3842381" y="2787352"/>
                <a:ext cx="2671186" cy="2730585"/>
              </a:xfrm>
              <a:prstGeom prst="roundRect">
                <a:avLst>
                  <a:gd name="adj" fmla="val 16667"/>
                </a:avLst>
              </a:prstGeom>
              <a:solidFill>
                <a:srgbClr val="FFFF0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CC"/>
                  </a:solidFill>
                  <a:latin typeface="+mn-lt"/>
                  <a:ea typeface="黑体" panose="02010609060101010101" pitchFamily="2" charset="-122"/>
                </a:endParaRPr>
              </a:p>
            </p:txBody>
          </p:sp>
          <p:sp>
            <p:nvSpPr>
              <p:cNvPr id="61" name="Line 56"/>
              <p:cNvSpPr>
                <a:spLocks noChangeShapeType="1"/>
              </p:cNvSpPr>
              <p:nvPr/>
            </p:nvSpPr>
            <p:spPr bwMode="auto">
              <a:xfrm flipH="1">
                <a:off x="4259960" y="4102593"/>
                <a:ext cx="669454" cy="783726"/>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CC"/>
                  </a:solidFill>
                  <a:latin typeface="+mn-lt"/>
                  <a:ea typeface="黑体" panose="02010609060101010101" pitchFamily="2" charset="-122"/>
                </a:endParaRPr>
              </a:p>
            </p:txBody>
          </p:sp>
          <p:pic>
            <p:nvPicPr>
              <p:cNvPr id="62" name="Picture 5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998145" y="4685321"/>
                <a:ext cx="502090" cy="5438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63" name="Line 58"/>
              <p:cNvSpPr>
                <a:spLocks noChangeShapeType="1"/>
              </p:cNvSpPr>
              <p:nvPr/>
            </p:nvSpPr>
            <p:spPr bwMode="auto">
              <a:xfrm>
                <a:off x="5305568" y="4249542"/>
                <a:ext cx="185591" cy="611441"/>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CC"/>
                  </a:solidFill>
                  <a:latin typeface="+mn-lt"/>
                  <a:ea typeface="黑体" panose="02010609060101010101" pitchFamily="2" charset="-122"/>
                </a:endParaRPr>
              </a:p>
            </p:txBody>
          </p:sp>
          <p:sp>
            <p:nvSpPr>
              <p:cNvPr id="64" name="Line 59"/>
              <p:cNvSpPr>
                <a:spLocks noChangeShapeType="1"/>
              </p:cNvSpPr>
              <p:nvPr/>
            </p:nvSpPr>
            <p:spPr bwMode="auto">
              <a:xfrm>
                <a:off x="5491160" y="4224207"/>
                <a:ext cx="659511" cy="611441"/>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CC"/>
                  </a:solidFill>
                  <a:latin typeface="+mn-lt"/>
                  <a:ea typeface="黑体" panose="02010609060101010101" pitchFamily="2" charset="-122"/>
                </a:endParaRPr>
              </a:p>
            </p:txBody>
          </p:sp>
          <p:sp>
            <p:nvSpPr>
              <p:cNvPr id="65" name="Line 60"/>
              <p:cNvSpPr>
                <a:spLocks noChangeShapeType="1"/>
              </p:cNvSpPr>
              <p:nvPr/>
            </p:nvSpPr>
            <p:spPr bwMode="auto">
              <a:xfrm flipH="1">
                <a:off x="4883017" y="4114416"/>
                <a:ext cx="180621" cy="790482"/>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CC"/>
                  </a:solidFill>
                  <a:latin typeface="+mn-lt"/>
                  <a:ea typeface="黑体" panose="02010609060101010101" pitchFamily="2" charset="-122"/>
                </a:endParaRPr>
              </a:p>
            </p:txBody>
          </p:sp>
          <p:pic>
            <p:nvPicPr>
              <p:cNvPr id="66" name="Picture 6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627830" y="4685321"/>
                <a:ext cx="500433" cy="5438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67" name="Picture 6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55857" y="4685321"/>
                <a:ext cx="500433" cy="5438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68" name="Picture 6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883884" y="4685321"/>
                <a:ext cx="502090" cy="5438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69" name="Text Box 64"/>
              <p:cNvSpPr txBox="1">
                <a:spLocks noChangeArrowheads="1"/>
              </p:cNvSpPr>
              <p:nvPr/>
            </p:nvSpPr>
            <p:spPr bwMode="auto">
              <a:xfrm>
                <a:off x="4849891" y="2996952"/>
                <a:ext cx="922225" cy="534194"/>
              </a:xfrm>
              <a:prstGeom prst="rect">
                <a:avLst/>
              </a:prstGeom>
              <a:solidFill>
                <a:schemeClr val="bg1"/>
              </a:solidFill>
              <a:ln>
                <a:noFill/>
              </a:ln>
              <a:effectLst/>
            </p:spPr>
            <p:txBody>
              <a:bodyPr wrap="square">
                <a:spAutoFit/>
              </a:bodyPr>
              <a:lstStyle/>
              <a:p>
                <a:r>
                  <a:rPr kumimoji="1" lang="zh-CN" altLang="en-US" sz="2000" b="1" dirty="0">
                    <a:solidFill>
                      <a:srgbClr val="0000CC"/>
                    </a:solidFill>
                    <a:latin typeface="+mn-lt"/>
                    <a:ea typeface="黑体" panose="02010609060101010101" pitchFamily="2" charset="-122"/>
                  </a:rPr>
                  <a:t> 二系 </a:t>
                </a:r>
              </a:p>
            </p:txBody>
          </p:sp>
          <p:pic>
            <p:nvPicPr>
              <p:cNvPr id="70" name="Picture 65"/>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rot="20497188">
                <a:off x="4679198" y="3719176"/>
                <a:ext cx="1156631" cy="6536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1" name="AutoShape 66"/>
              <p:cNvSpPr>
                <a:spLocks noChangeArrowheads="1"/>
              </p:cNvSpPr>
              <p:nvPr/>
            </p:nvSpPr>
            <p:spPr bwMode="auto">
              <a:xfrm>
                <a:off x="6674302" y="2787352"/>
                <a:ext cx="2671186" cy="2730585"/>
              </a:xfrm>
              <a:prstGeom prst="roundRect">
                <a:avLst>
                  <a:gd name="adj" fmla="val 16667"/>
                </a:avLst>
              </a:prstGeom>
              <a:solidFill>
                <a:schemeClr val="accent6">
                  <a:lumMod val="60000"/>
                  <a:lumOff val="40000"/>
                </a:schemeClr>
              </a:solidFill>
              <a:ln>
                <a:noFill/>
              </a:ln>
              <a:effectLst/>
              <a:extLst>
                <a:ext uri="{91240B29-F687-4F45-9708-019B960494DF}">
                  <a14:hiddenLine xmlns:a14="http://schemas.microsoft.com/office/drawing/2010/main" w="9525">
                    <a:solidFill>
                      <a:srgbClr val="FFCC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CC"/>
                  </a:solidFill>
                  <a:latin typeface="+mn-lt"/>
                  <a:ea typeface="黑体" panose="02010609060101010101" pitchFamily="2" charset="-122"/>
                </a:endParaRPr>
              </a:p>
            </p:txBody>
          </p:sp>
          <p:sp>
            <p:nvSpPr>
              <p:cNvPr id="72" name="Line 67"/>
              <p:cNvSpPr>
                <a:spLocks noChangeShapeType="1"/>
              </p:cNvSpPr>
              <p:nvPr/>
            </p:nvSpPr>
            <p:spPr bwMode="auto">
              <a:xfrm flipH="1">
                <a:off x="7093539" y="4102593"/>
                <a:ext cx="667797" cy="783726"/>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CC"/>
                  </a:solidFill>
                  <a:latin typeface="+mn-lt"/>
                  <a:ea typeface="黑体" panose="02010609060101010101" pitchFamily="2" charset="-122"/>
                </a:endParaRPr>
              </a:p>
            </p:txBody>
          </p:sp>
          <p:pic>
            <p:nvPicPr>
              <p:cNvPr id="73" name="Picture 68"/>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31723" y="4685321"/>
                <a:ext cx="500433" cy="5438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74" name="Line 69"/>
              <p:cNvSpPr>
                <a:spLocks noChangeShapeType="1"/>
              </p:cNvSpPr>
              <p:nvPr/>
            </p:nvSpPr>
            <p:spPr bwMode="auto">
              <a:xfrm>
                <a:off x="8137489" y="4249542"/>
                <a:ext cx="187249" cy="611441"/>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CC"/>
                  </a:solidFill>
                  <a:latin typeface="+mn-lt"/>
                  <a:ea typeface="黑体" panose="02010609060101010101" pitchFamily="2" charset="-122"/>
                </a:endParaRPr>
              </a:p>
            </p:txBody>
          </p:sp>
          <p:sp>
            <p:nvSpPr>
              <p:cNvPr id="75" name="Line 70"/>
              <p:cNvSpPr>
                <a:spLocks noChangeShapeType="1"/>
              </p:cNvSpPr>
              <p:nvPr/>
            </p:nvSpPr>
            <p:spPr bwMode="auto">
              <a:xfrm>
                <a:off x="8324738" y="4224207"/>
                <a:ext cx="657854" cy="611441"/>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CC"/>
                  </a:solidFill>
                  <a:latin typeface="+mn-lt"/>
                  <a:ea typeface="黑体" panose="02010609060101010101" pitchFamily="2" charset="-122"/>
                </a:endParaRPr>
              </a:p>
            </p:txBody>
          </p:sp>
          <p:sp>
            <p:nvSpPr>
              <p:cNvPr id="76" name="Line 71"/>
              <p:cNvSpPr>
                <a:spLocks noChangeShapeType="1"/>
              </p:cNvSpPr>
              <p:nvPr/>
            </p:nvSpPr>
            <p:spPr bwMode="auto">
              <a:xfrm flipH="1">
                <a:off x="7714939" y="4114416"/>
                <a:ext cx="180620" cy="790482"/>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CC"/>
                  </a:solidFill>
                  <a:latin typeface="+mn-lt"/>
                  <a:ea typeface="黑体" panose="02010609060101010101" pitchFamily="2" charset="-122"/>
                </a:endParaRPr>
              </a:p>
            </p:txBody>
          </p:sp>
          <p:pic>
            <p:nvPicPr>
              <p:cNvPr id="77" name="Picture 7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59751" y="4685321"/>
                <a:ext cx="500433" cy="5438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78" name="Picture 7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087778" y="4685321"/>
                <a:ext cx="502090" cy="5438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79" name="Picture 7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717461" y="4685321"/>
                <a:ext cx="500433" cy="5438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80" name="Text Box 75"/>
              <p:cNvSpPr txBox="1">
                <a:spLocks noChangeArrowheads="1"/>
              </p:cNvSpPr>
              <p:nvPr/>
            </p:nvSpPr>
            <p:spPr bwMode="auto">
              <a:xfrm>
                <a:off x="7630443" y="2996952"/>
                <a:ext cx="959426" cy="534194"/>
              </a:xfrm>
              <a:prstGeom prst="rect">
                <a:avLst/>
              </a:prstGeom>
              <a:solidFill>
                <a:schemeClr val="bg1"/>
              </a:solidFill>
              <a:ln>
                <a:noFill/>
              </a:ln>
              <a:effectLst/>
            </p:spPr>
            <p:txBody>
              <a:bodyPr wrap="square">
                <a:spAutoFit/>
              </a:bodyPr>
              <a:lstStyle/>
              <a:p>
                <a:r>
                  <a:rPr kumimoji="1" lang="zh-CN" altLang="en-US" sz="2000" b="1" dirty="0">
                    <a:solidFill>
                      <a:srgbClr val="0000CC"/>
                    </a:solidFill>
                    <a:latin typeface="+mn-lt"/>
                    <a:ea typeface="黑体" panose="02010609060101010101" pitchFamily="2" charset="-122"/>
                  </a:rPr>
                  <a:t> 三系 </a:t>
                </a:r>
              </a:p>
            </p:txBody>
          </p:sp>
          <p:pic>
            <p:nvPicPr>
              <p:cNvPr id="81" name="Picture 76"/>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rot="20497188">
                <a:off x="7512777" y="3719176"/>
                <a:ext cx="1154972" cy="6536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sp>
        <p:nvSpPr>
          <p:cNvPr id="6" name="矩形 5"/>
          <p:cNvSpPr/>
          <p:nvPr/>
        </p:nvSpPr>
        <p:spPr>
          <a:xfrm>
            <a:off x="3487817" y="117716"/>
            <a:ext cx="3121367" cy="461665"/>
          </a:xfrm>
          <a:prstGeom prst="rect">
            <a:avLst/>
          </a:prstGeom>
        </p:spPr>
        <p:txBody>
          <a:bodyPr wrap="square">
            <a:spAutoFit/>
          </a:bodyPr>
          <a:lstStyle/>
          <a:p>
            <a:pPr algn="ctr"/>
            <a:r>
              <a:rPr lang="zh-CN" altLang="zh-CN" sz="2400" b="1" dirty="0">
                <a:latin typeface="+mn-lt"/>
                <a:ea typeface="黑体" panose="02010609060101010101" pitchFamily="2" charset="-122"/>
              </a:rPr>
              <a:t>三个独立的以太网</a:t>
            </a:r>
            <a:endParaRPr lang="en-US" altLang="zh-CN" sz="2400" b="1" dirty="0">
              <a:latin typeface="+mn-lt"/>
              <a:ea typeface="黑体" panose="02010609060101010101" pitchFamily="2" charset="-122"/>
            </a:endParaRPr>
          </a:p>
        </p:txBody>
      </p:sp>
      <p:grpSp>
        <p:nvGrpSpPr>
          <p:cNvPr id="2" name="组合 1"/>
          <p:cNvGrpSpPr/>
          <p:nvPr/>
        </p:nvGrpSpPr>
        <p:grpSpPr>
          <a:xfrm>
            <a:off x="1280592" y="3140968"/>
            <a:ext cx="7920880" cy="2821229"/>
            <a:chOff x="1280592" y="3354527"/>
            <a:chExt cx="7920880" cy="2821229"/>
          </a:xfrm>
        </p:grpSpPr>
        <p:grpSp>
          <p:nvGrpSpPr>
            <p:cNvPr id="5" name="组合 4"/>
            <p:cNvGrpSpPr/>
            <p:nvPr/>
          </p:nvGrpSpPr>
          <p:grpSpPr>
            <a:xfrm>
              <a:off x="1280592" y="3356992"/>
              <a:ext cx="7920880" cy="2818764"/>
              <a:chOff x="1280592" y="3356992"/>
              <a:chExt cx="7920880" cy="2818764"/>
            </a:xfrm>
          </p:grpSpPr>
          <p:grpSp>
            <p:nvGrpSpPr>
              <p:cNvPr id="3" name="组合 2"/>
              <p:cNvGrpSpPr/>
              <p:nvPr/>
            </p:nvGrpSpPr>
            <p:grpSpPr>
              <a:xfrm>
                <a:off x="1280592" y="3823082"/>
                <a:ext cx="7488831" cy="2352674"/>
                <a:chOff x="53314" y="2681288"/>
                <a:chExt cx="9658350" cy="3078162"/>
              </a:xfrm>
            </p:grpSpPr>
            <p:sp>
              <p:nvSpPr>
                <p:cNvPr id="455722" name="AutoShape 42"/>
                <p:cNvSpPr>
                  <a:spLocks noChangeArrowheads="1"/>
                </p:cNvSpPr>
                <p:nvPr/>
              </p:nvSpPr>
              <p:spPr bwMode="auto">
                <a:xfrm>
                  <a:off x="53314" y="2681288"/>
                  <a:ext cx="9658350" cy="3078162"/>
                </a:xfrm>
                <a:prstGeom prst="roundRect">
                  <a:avLst>
                    <a:gd name="adj" fmla="val 16667"/>
                  </a:avLst>
                </a:prstGeom>
                <a:solidFill>
                  <a:srgbClr val="66FF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anose="02010609060101010101" pitchFamily="2" charset="-122"/>
                  </a:endParaRPr>
                </a:p>
              </p:txBody>
            </p:sp>
            <p:sp>
              <p:nvSpPr>
                <p:cNvPr id="455723" name="Line 43"/>
                <p:cNvSpPr>
                  <a:spLocks noChangeShapeType="1"/>
                </p:cNvSpPr>
                <p:nvPr/>
              </p:nvSpPr>
              <p:spPr bwMode="auto">
                <a:xfrm flipH="1">
                  <a:off x="2135981" y="3351214"/>
                  <a:ext cx="2326879" cy="962025"/>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5724" name="Line 44"/>
                <p:cNvSpPr>
                  <a:spLocks noChangeShapeType="1"/>
                </p:cNvSpPr>
                <p:nvPr/>
              </p:nvSpPr>
              <p:spPr bwMode="auto">
                <a:xfrm>
                  <a:off x="5207530" y="3359151"/>
                  <a:ext cx="2894410" cy="919163"/>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5725" name="Line 45"/>
                <p:cNvSpPr>
                  <a:spLocks noChangeShapeType="1"/>
                </p:cNvSpPr>
                <p:nvPr/>
              </p:nvSpPr>
              <p:spPr bwMode="auto">
                <a:xfrm>
                  <a:off x="4825735" y="3406776"/>
                  <a:ext cx="227013" cy="892175"/>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5726" name="Text Box 46"/>
                <p:cNvSpPr txBox="1">
                  <a:spLocks noChangeArrowheads="1"/>
                </p:cNvSpPr>
                <p:nvPr/>
              </p:nvSpPr>
              <p:spPr bwMode="auto">
                <a:xfrm>
                  <a:off x="662120" y="4076700"/>
                  <a:ext cx="70083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dirty="0">
                      <a:solidFill>
                        <a:srgbClr val="0000CC"/>
                      </a:solidFill>
                      <a:latin typeface="+mn-lt"/>
                      <a:ea typeface="黑体" panose="02010609060101010101" pitchFamily="2" charset="-122"/>
                    </a:rPr>
                    <a:t>一系</a:t>
                  </a:r>
                </a:p>
              </p:txBody>
            </p:sp>
            <p:sp>
              <p:nvSpPr>
                <p:cNvPr id="455727" name="Text Box 47"/>
                <p:cNvSpPr txBox="1">
                  <a:spLocks noChangeArrowheads="1"/>
                </p:cNvSpPr>
                <p:nvPr/>
              </p:nvSpPr>
              <p:spPr bwMode="auto">
                <a:xfrm>
                  <a:off x="6822415" y="4076700"/>
                  <a:ext cx="70083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CC"/>
                      </a:solidFill>
                      <a:latin typeface="+mn-lt"/>
                      <a:ea typeface="黑体" panose="02010609060101010101" pitchFamily="2" charset="-122"/>
                    </a:rPr>
                    <a:t>三系</a:t>
                  </a:r>
                </a:p>
              </p:txBody>
            </p:sp>
            <p:sp>
              <p:nvSpPr>
                <p:cNvPr id="455728" name="Text Box 48"/>
                <p:cNvSpPr txBox="1">
                  <a:spLocks noChangeArrowheads="1"/>
                </p:cNvSpPr>
                <p:nvPr/>
              </p:nvSpPr>
              <p:spPr bwMode="auto">
                <a:xfrm>
                  <a:off x="3702712" y="4076700"/>
                  <a:ext cx="70083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CC"/>
                      </a:solidFill>
                      <a:latin typeface="+mn-lt"/>
                      <a:ea typeface="黑体" panose="02010609060101010101" pitchFamily="2" charset="-122"/>
                    </a:rPr>
                    <a:t>二系</a:t>
                  </a:r>
                </a:p>
              </p:txBody>
            </p:sp>
            <p:sp>
              <p:nvSpPr>
                <p:cNvPr id="455729" name="Text Box 49"/>
                <p:cNvSpPr txBox="1">
                  <a:spLocks noChangeArrowheads="1"/>
                </p:cNvSpPr>
                <p:nvPr/>
              </p:nvSpPr>
              <p:spPr bwMode="auto">
                <a:xfrm>
                  <a:off x="1857726" y="2825174"/>
                  <a:ext cx="2281813" cy="6040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zh-CN" altLang="en-US" sz="2400" b="1" dirty="0">
                      <a:solidFill>
                        <a:srgbClr val="0000CC"/>
                      </a:solidFill>
                      <a:latin typeface="+mn-lt"/>
                      <a:ea typeface="黑体" panose="02010609060101010101" pitchFamily="2" charset="-122"/>
                    </a:rPr>
                    <a:t>主干集线器</a:t>
                  </a:r>
                </a:p>
              </p:txBody>
            </p:sp>
            <p:sp>
              <p:nvSpPr>
                <p:cNvPr id="455731" name="Line 51"/>
                <p:cNvSpPr>
                  <a:spLocks noChangeShapeType="1"/>
                </p:cNvSpPr>
                <p:nvPr/>
              </p:nvSpPr>
              <p:spPr bwMode="auto">
                <a:xfrm flipH="1">
                  <a:off x="945886" y="4446589"/>
                  <a:ext cx="720593" cy="681037"/>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455732" name="Picture 5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3840" y="4953000"/>
                  <a:ext cx="540015" cy="471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455733" name="Line 53"/>
                <p:cNvSpPr>
                  <a:spLocks noChangeShapeType="1"/>
                </p:cNvSpPr>
                <p:nvPr/>
              </p:nvSpPr>
              <p:spPr bwMode="auto">
                <a:xfrm>
                  <a:off x="2072350" y="4575176"/>
                  <a:ext cx="201215" cy="530225"/>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5734" name="Line 54"/>
                <p:cNvSpPr>
                  <a:spLocks noChangeShapeType="1"/>
                </p:cNvSpPr>
                <p:nvPr/>
              </p:nvSpPr>
              <p:spPr bwMode="auto">
                <a:xfrm>
                  <a:off x="2273564" y="4552951"/>
                  <a:ext cx="710275" cy="530225"/>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5735" name="Line 55"/>
                <p:cNvSpPr>
                  <a:spLocks noChangeShapeType="1"/>
                </p:cNvSpPr>
                <p:nvPr/>
              </p:nvSpPr>
              <p:spPr bwMode="auto">
                <a:xfrm flipH="1">
                  <a:off x="1616604" y="4457700"/>
                  <a:ext cx="194337" cy="68580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455736" name="Picture 5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41438" y="4953000"/>
                  <a:ext cx="540015" cy="471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455737" name="Picture 5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19036" y="4953000"/>
                  <a:ext cx="540015" cy="471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455738" name="Picture 58"/>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696634" y="4953000"/>
                  <a:ext cx="540015" cy="471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455739" name="Picture 59"/>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rot="-1102812">
                  <a:off x="1398192" y="4114800"/>
                  <a:ext cx="1246848" cy="566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55740" name="Line 60"/>
                <p:cNvSpPr>
                  <a:spLocks noChangeShapeType="1"/>
                </p:cNvSpPr>
                <p:nvPr/>
              </p:nvSpPr>
              <p:spPr bwMode="auto">
                <a:xfrm flipH="1">
                  <a:off x="3996797" y="4446589"/>
                  <a:ext cx="720593" cy="681037"/>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455741" name="Picture 6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714750" y="4953000"/>
                  <a:ext cx="540015" cy="471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455742" name="Line 62"/>
                <p:cNvSpPr>
                  <a:spLocks noChangeShapeType="1"/>
                </p:cNvSpPr>
                <p:nvPr/>
              </p:nvSpPr>
              <p:spPr bwMode="auto">
                <a:xfrm>
                  <a:off x="5123260" y="4575176"/>
                  <a:ext cx="201215" cy="530225"/>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5743" name="Line 63"/>
                <p:cNvSpPr>
                  <a:spLocks noChangeShapeType="1"/>
                </p:cNvSpPr>
                <p:nvPr/>
              </p:nvSpPr>
              <p:spPr bwMode="auto">
                <a:xfrm>
                  <a:off x="5324475" y="4552951"/>
                  <a:ext cx="708554" cy="530225"/>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5744" name="Line 64"/>
                <p:cNvSpPr>
                  <a:spLocks noChangeShapeType="1"/>
                </p:cNvSpPr>
                <p:nvPr/>
              </p:nvSpPr>
              <p:spPr bwMode="auto">
                <a:xfrm flipH="1">
                  <a:off x="4667515" y="4457700"/>
                  <a:ext cx="194337" cy="68580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455745" name="Picture 6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92348" y="4953000"/>
                  <a:ext cx="540015" cy="471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455746" name="Picture 6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69946" y="4953000"/>
                  <a:ext cx="540015" cy="471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455747" name="Picture 6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47544" y="4953000"/>
                  <a:ext cx="540015" cy="471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455748" name="Picture 68"/>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rot="-1102812">
                  <a:off x="4449102" y="4114800"/>
                  <a:ext cx="1245129" cy="566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55749" name="Line 69"/>
                <p:cNvSpPr>
                  <a:spLocks noChangeShapeType="1"/>
                </p:cNvSpPr>
                <p:nvPr/>
              </p:nvSpPr>
              <p:spPr bwMode="auto">
                <a:xfrm flipH="1">
                  <a:off x="7049427" y="4446589"/>
                  <a:ext cx="720592" cy="681037"/>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455750" name="Picture 70"/>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67381" y="4953000"/>
                  <a:ext cx="540015" cy="471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455751" name="Line 71"/>
                <p:cNvSpPr>
                  <a:spLocks noChangeShapeType="1"/>
                </p:cNvSpPr>
                <p:nvPr/>
              </p:nvSpPr>
              <p:spPr bwMode="auto">
                <a:xfrm>
                  <a:off x="8175890" y="4575176"/>
                  <a:ext cx="201216" cy="530225"/>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5752" name="Line 72"/>
                <p:cNvSpPr>
                  <a:spLocks noChangeShapeType="1"/>
                </p:cNvSpPr>
                <p:nvPr/>
              </p:nvSpPr>
              <p:spPr bwMode="auto">
                <a:xfrm>
                  <a:off x="8377107" y="4552951"/>
                  <a:ext cx="710273" cy="530225"/>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5753" name="Line 73"/>
                <p:cNvSpPr>
                  <a:spLocks noChangeShapeType="1"/>
                </p:cNvSpPr>
                <p:nvPr/>
              </p:nvSpPr>
              <p:spPr bwMode="auto">
                <a:xfrm flipH="1">
                  <a:off x="7720146" y="4457700"/>
                  <a:ext cx="194336" cy="68580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455754" name="Picture 7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44979" y="4953000"/>
                  <a:ext cx="540015" cy="471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455755" name="Picture 7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122577" y="4953000"/>
                  <a:ext cx="540015" cy="471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455756" name="Picture 7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800175" y="4953000"/>
                  <a:ext cx="540015" cy="471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455757" name="Picture 77"/>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rot="-1102812">
                  <a:off x="7501731" y="4114800"/>
                  <a:ext cx="1246850" cy="566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55758" name="Picture 78"/>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rot="-1102812">
                  <a:off x="4081067" y="2840039"/>
                  <a:ext cx="1666478" cy="757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82" name="Text Box 50"/>
              <p:cNvSpPr txBox="1">
                <a:spLocks noChangeArrowheads="1"/>
              </p:cNvSpPr>
              <p:nvPr/>
            </p:nvSpPr>
            <p:spPr bwMode="auto">
              <a:xfrm>
                <a:off x="5923010" y="3356992"/>
                <a:ext cx="327846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b="1" dirty="0">
                    <a:solidFill>
                      <a:srgbClr val="0000FF"/>
                    </a:solidFill>
                    <a:latin typeface="+mn-lt"/>
                    <a:ea typeface="黑体" panose="02010609060101010101" pitchFamily="2" charset="-122"/>
                  </a:rPr>
                  <a:t>（一个更大的碰撞域）</a:t>
                </a:r>
              </a:p>
            </p:txBody>
          </p:sp>
        </p:grpSp>
        <p:sp>
          <p:nvSpPr>
            <p:cNvPr id="85" name="矩形 84"/>
            <p:cNvSpPr/>
            <p:nvPr/>
          </p:nvSpPr>
          <p:spPr>
            <a:xfrm>
              <a:off x="3309437" y="3354527"/>
              <a:ext cx="3137397" cy="461665"/>
            </a:xfrm>
            <a:prstGeom prst="rect">
              <a:avLst/>
            </a:prstGeom>
          </p:spPr>
          <p:txBody>
            <a:bodyPr wrap="square">
              <a:spAutoFit/>
            </a:bodyPr>
            <a:lstStyle/>
            <a:p>
              <a:pPr algn="ctr"/>
              <a:r>
                <a:rPr lang="zh-CN" altLang="zh-CN" sz="2400" b="1" dirty="0">
                  <a:latin typeface="+mn-lt"/>
                  <a:ea typeface="黑体" panose="02010609060101010101" pitchFamily="2" charset="-122"/>
                </a:rPr>
                <a:t>一个扩展的以太网</a:t>
              </a:r>
              <a:endParaRPr lang="zh-CN" altLang="en-US" sz="2400" b="1" dirty="0">
                <a:latin typeface="+mn-lt"/>
                <a:ea typeface="黑体" panose="02010609060101010101" pitchFamily="2" charset="-122"/>
              </a:endParaRPr>
            </a:p>
          </p:txBody>
        </p:sp>
      </p:grpSp>
      <p:sp>
        <p:nvSpPr>
          <p:cNvPr id="84" name="Text Box 56"/>
          <p:cNvSpPr txBox="1">
            <a:spLocks noChangeArrowheads="1"/>
          </p:cNvSpPr>
          <p:nvPr/>
        </p:nvSpPr>
        <p:spPr bwMode="auto">
          <a:xfrm>
            <a:off x="2340224" y="5877272"/>
            <a:ext cx="5225552" cy="830997"/>
          </a:xfrm>
          <a:prstGeom prst="rect">
            <a:avLst/>
          </a:prstGeom>
          <a:solidFill>
            <a:srgbClr val="FFFF66"/>
          </a:solidFill>
          <a:ln w="9525">
            <a:solidFill>
              <a:srgbClr val="333399"/>
            </a:solidFill>
            <a:miter lim="800000"/>
          </a:ln>
          <a:effectLst/>
        </p:spPr>
        <p:txBody>
          <a:bodyPr wrap="square">
            <a:spAutoFit/>
          </a:bodyPr>
          <a:lstStyle/>
          <a:p>
            <a:pPr algn="ctr"/>
            <a:r>
              <a:rPr lang="zh-CN" altLang="en-US" sz="2400" b="1" dirty="0">
                <a:solidFill>
                  <a:srgbClr val="000099"/>
                </a:solidFill>
                <a:latin typeface="+mn-lt"/>
                <a:ea typeface="黑体" panose="02010609060101010101" pitchFamily="2" charset="-122"/>
              </a:rPr>
              <a:t>使用共享总线的主机</a:t>
            </a:r>
            <a:r>
              <a:rPr lang="zh-CN" altLang="en-US" sz="2400" b="1" dirty="0">
                <a:solidFill>
                  <a:srgbClr val="FF0000"/>
                </a:solidFill>
                <a:latin typeface="+mn-lt"/>
                <a:ea typeface="黑体" panose="02010609060101010101" pitchFamily="2" charset="-122"/>
              </a:rPr>
              <a:t>变多了</a:t>
            </a:r>
            <a:endParaRPr lang="en-US" altLang="zh-CN" sz="2400" b="1" dirty="0">
              <a:solidFill>
                <a:srgbClr val="FF0000"/>
              </a:solidFill>
              <a:latin typeface="+mn-lt"/>
              <a:ea typeface="黑体" panose="02010609060101010101" pitchFamily="2" charset="-122"/>
            </a:endParaRPr>
          </a:p>
          <a:p>
            <a:pPr algn="ctr"/>
            <a:r>
              <a:rPr lang="zh-CN" altLang="en-US" sz="2400" b="1" dirty="0">
                <a:solidFill>
                  <a:srgbClr val="000099"/>
                </a:solidFill>
                <a:latin typeface="+mn-lt"/>
                <a:ea typeface="黑体" panose="02010609060101010101" pitchFamily="2" charset="-122"/>
              </a:rPr>
              <a:t>每个主机得到的平均带宽</a:t>
            </a:r>
            <a:r>
              <a:rPr lang="zh-CN" altLang="en-US" sz="2400" b="1" dirty="0">
                <a:solidFill>
                  <a:srgbClr val="FF0000"/>
                </a:solidFill>
                <a:latin typeface="+mn-lt"/>
                <a:ea typeface="黑体" panose="02010609060101010101" pitchFamily="2" charset="-122"/>
              </a:rPr>
              <a:t>变小了</a:t>
            </a:r>
          </a:p>
        </p:txBody>
      </p:sp>
      <p:sp>
        <p:nvSpPr>
          <p:cNvPr id="83" name="Text Box 49"/>
          <p:cNvSpPr txBox="1">
            <a:spLocks noChangeArrowheads="1"/>
          </p:cNvSpPr>
          <p:nvPr/>
        </p:nvSpPr>
        <p:spPr bwMode="auto">
          <a:xfrm>
            <a:off x="1305220" y="1433207"/>
            <a:ext cx="111364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zh-CN" altLang="en-US" sz="2000" b="1" dirty="0">
                <a:solidFill>
                  <a:srgbClr val="0000CC"/>
                </a:solidFill>
                <a:latin typeface="+mn-lt"/>
                <a:ea typeface="黑体" panose="02010609060101010101" pitchFamily="2" charset="-122"/>
              </a:rPr>
              <a:t>集线器</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4"/>
                                        </p:tgtEl>
                                        <p:attrNameLst>
                                          <p:attrName>style.visibility</p:attrName>
                                        </p:attrNameLst>
                                      </p:cBhvr>
                                      <p:to>
                                        <p:strVal val="visible"/>
                                      </p:to>
                                    </p:set>
                                    <p:animEffect transition="in" filter="fade">
                                      <p:cBhvr>
                                        <p:cTn id="12" dur="500"/>
                                        <p:tgtEl>
                                          <p:spTgt spid="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7731" name="Rectangle 3"/>
          <p:cNvSpPr>
            <a:spLocks noGrp="1" noChangeArrowheads="1"/>
          </p:cNvSpPr>
          <p:nvPr>
            <p:ph type="title"/>
          </p:nvPr>
        </p:nvSpPr>
        <p:spPr/>
        <p:txBody>
          <a:bodyPr/>
          <a:lstStyle/>
          <a:p>
            <a:r>
              <a:rPr lang="en-US" altLang="zh-CN" dirty="0"/>
              <a:t>3.4.2  </a:t>
            </a:r>
            <a:r>
              <a:rPr lang="zh-CN" altLang="en-US" dirty="0"/>
              <a:t>在</a:t>
            </a:r>
            <a:r>
              <a:rPr lang="zh-CN" altLang="en-US" dirty="0">
                <a:solidFill>
                  <a:srgbClr val="FF0000"/>
                </a:solidFill>
              </a:rPr>
              <a:t>数据链路层</a:t>
            </a:r>
            <a:r>
              <a:rPr lang="zh-CN" altLang="en-US" dirty="0"/>
              <a:t>扩展以太网 </a:t>
            </a:r>
          </a:p>
        </p:txBody>
      </p:sp>
      <p:sp>
        <p:nvSpPr>
          <p:cNvPr id="457730" name="Rectangle 2"/>
          <p:cNvSpPr>
            <a:spLocks noGrp="1" noChangeArrowheads="1"/>
          </p:cNvSpPr>
          <p:nvPr>
            <p:ph idx="1"/>
          </p:nvPr>
        </p:nvSpPr>
        <p:spPr/>
        <p:txBody>
          <a:bodyPr/>
          <a:lstStyle/>
          <a:p>
            <a:r>
              <a:rPr lang="zh-CN" altLang="zh-CN" sz="2800" dirty="0"/>
              <a:t>扩展以太网更常用的方法是在</a:t>
            </a:r>
            <a:r>
              <a:rPr lang="zh-CN" altLang="zh-CN" sz="2800" dirty="0">
                <a:solidFill>
                  <a:srgbClr val="FF0000"/>
                </a:solidFill>
              </a:rPr>
              <a:t>数据链路层</a:t>
            </a:r>
            <a:r>
              <a:rPr lang="zh-CN" altLang="zh-CN" sz="2800" dirty="0"/>
              <a:t>进行</a:t>
            </a:r>
            <a:r>
              <a:rPr lang="zh-CN" altLang="en-US" sz="2800" dirty="0"/>
              <a:t>。</a:t>
            </a:r>
            <a:endParaRPr lang="en-US" altLang="zh-CN" sz="2800" dirty="0"/>
          </a:p>
          <a:p>
            <a:r>
              <a:rPr lang="zh-CN" altLang="en-US" sz="2800" dirty="0"/>
              <a:t>早期使用</a:t>
            </a:r>
            <a:r>
              <a:rPr lang="zh-CN" altLang="en-US" sz="2800" dirty="0">
                <a:solidFill>
                  <a:srgbClr val="FF0000"/>
                </a:solidFill>
              </a:rPr>
              <a:t>网桥，</a:t>
            </a:r>
            <a:r>
              <a:rPr lang="zh-CN" altLang="en-US" sz="2800" dirty="0"/>
              <a:t>现在使用</a:t>
            </a:r>
            <a:r>
              <a:rPr lang="zh-CN" altLang="en-US" sz="2800" dirty="0">
                <a:solidFill>
                  <a:srgbClr val="FF0000"/>
                </a:solidFill>
              </a:rPr>
              <a:t>以太网交换机。</a:t>
            </a:r>
            <a:endParaRPr lang="en-US" altLang="zh-CN" sz="2800" dirty="0">
              <a:solidFill>
                <a:srgbClr val="FF0000"/>
              </a:solidFill>
            </a:endParaRPr>
          </a:p>
        </p:txBody>
      </p:sp>
      <p:sp>
        <p:nvSpPr>
          <p:cNvPr id="2" name="矩形 1"/>
          <p:cNvSpPr/>
          <p:nvPr/>
        </p:nvSpPr>
        <p:spPr>
          <a:xfrm>
            <a:off x="848544" y="2348880"/>
            <a:ext cx="8640960" cy="2123658"/>
          </a:xfrm>
          <a:prstGeom prst="rect">
            <a:avLst/>
          </a:prstGeom>
          <a:solidFill>
            <a:srgbClr val="FFFF66"/>
          </a:solidFill>
          <a:ln>
            <a:solidFill>
              <a:srgbClr val="000066"/>
            </a:solidFill>
          </a:ln>
        </p:spPr>
        <p:txBody>
          <a:bodyPr wrap="square">
            <a:spAutoFit/>
          </a:bodyPr>
          <a:lstStyle/>
          <a:p>
            <a:pPr marL="360680" indent="-360680">
              <a:lnSpc>
                <a:spcPct val="110000"/>
              </a:lnSpc>
              <a:buSzPct val="80000"/>
              <a:buFont typeface="Wingdings" panose="05000000000000000000" pitchFamily="2" charset="2"/>
              <a:buChar char="l"/>
            </a:pPr>
            <a:r>
              <a:rPr lang="zh-CN" altLang="en-US" sz="2400" b="1" dirty="0">
                <a:solidFill>
                  <a:srgbClr val="C00000"/>
                </a:solidFill>
                <a:latin typeface="+mn-lt"/>
                <a:ea typeface="黑体" panose="02010609060101010101" pitchFamily="2" charset="-122"/>
              </a:rPr>
              <a:t>网桥</a:t>
            </a:r>
            <a:r>
              <a:rPr lang="zh-CN" altLang="en-US" sz="2400" b="1" dirty="0">
                <a:solidFill>
                  <a:srgbClr val="000099"/>
                </a:solidFill>
                <a:latin typeface="+mn-lt"/>
                <a:ea typeface="黑体" panose="02010609060101010101" pitchFamily="2" charset="-122"/>
              </a:rPr>
              <a:t>工作在数据链路层。</a:t>
            </a:r>
            <a:endParaRPr lang="en-US" altLang="zh-CN" sz="2400" b="1" dirty="0">
              <a:solidFill>
                <a:srgbClr val="000099"/>
              </a:solidFill>
              <a:latin typeface="+mn-lt"/>
              <a:ea typeface="黑体" panose="02010609060101010101" pitchFamily="2" charset="-122"/>
            </a:endParaRPr>
          </a:p>
          <a:p>
            <a:pPr marL="360680" indent="-360680">
              <a:lnSpc>
                <a:spcPct val="110000"/>
              </a:lnSpc>
              <a:buSzPct val="80000"/>
              <a:buFont typeface="Wingdings" panose="05000000000000000000" pitchFamily="2" charset="2"/>
              <a:buChar char="l"/>
            </a:pPr>
            <a:r>
              <a:rPr lang="zh-CN" altLang="en-US" sz="2400" b="1" dirty="0">
                <a:solidFill>
                  <a:srgbClr val="C00000"/>
                </a:solidFill>
                <a:latin typeface="+mn-lt"/>
                <a:ea typeface="黑体" panose="02010609060101010101" pitchFamily="2" charset="-122"/>
              </a:rPr>
              <a:t>它根据 </a:t>
            </a:r>
            <a:r>
              <a:rPr lang="en-US" altLang="zh-CN" sz="2400" b="1" dirty="0">
                <a:solidFill>
                  <a:srgbClr val="C00000"/>
                </a:solidFill>
                <a:latin typeface="+mn-lt"/>
                <a:ea typeface="黑体" panose="02010609060101010101" pitchFamily="2" charset="-122"/>
              </a:rPr>
              <a:t>MAC </a:t>
            </a:r>
            <a:r>
              <a:rPr lang="zh-CN" altLang="en-US" sz="2400" b="1" dirty="0">
                <a:solidFill>
                  <a:srgbClr val="C00000"/>
                </a:solidFill>
                <a:latin typeface="+mn-lt"/>
                <a:ea typeface="黑体" panose="02010609060101010101" pitchFamily="2" charset="-122"/>
              </a:rPr>
              <a:t>帧的</a:t>
            </a:r>
            <a:r>
              <a:rPr lang="zh-CN" altLang="en-US" sz="2400" b="1" u="sng" dirty="0">
                <a:solidFill>
                  <a:srgbClr val="0000FF"/>
                </a:solidFill>
                <a:latin typeface="+mn-lt"/>
                <a:ea typeface="黑体" panose="02010609060101010101" pitchFamily="2" charset="-122"/>
              </a:rPr>
              <a:t>目的地址</a:t>
            </a:r>
            <a:r>
              <a:rPr lang="zh-CN" altLang="en-US" sz="2400" b="1" dirty="0">
                <a:solidFill>
                  <a:srgbClr val="C00000"/>
                </a:solidFill>
                <a:latin typeface="+mn-lt"/>
                <a:ea typeface="黑体" panose="02010609060101010101" pitchFamily="2" charset="-122"/>
              </a:rPr>
              <a:t>对收到的帧进行</a:t>
            </a:r>
            <a:r>
              <a:rPr lang="zh-CN" altLang="zh-CN" sz="2400" b="1" u="sng" dirty="0">
                <a:solidFill>
                  <a:srgbClr val="0000FF"/>
                </a:solidFill>
                <a:latin typeface="+mn-lt"/>
                <a:ea typeface="黑体" panose="02010609060101010101" pitchFamily="2" charset="-122"/>
              </a:rPr>
              <a:t>转发</a:t>
            </a:r>
            <a:r>
              <a:rPr lang="zh-CN" altLang="zh-CN" sz="2400" b="1" dirty="0">
                <a:solidFill>
                  <a:srgbClr val="C00000"/>
                </a:solidFill>
                <a:latin typeface="+mn-lt"/>
                <a:ea typeface="黑体" panose="02010609060101010101" pitchFamily="2" charset="-122"/>
              </a:rPr>
              <a:t>和</a:t>
            </a:r>
            <a:r>
              <a:rPr lang="zh-CN" altLang="zh-CN" sz="2400" b="1" u="sng" dirty="0">
                <a:solidFill>
                  <a:srgbClr val="0000FF"/>
                </a:solidFill>
                <a:latin typeface="+mn-lt"/>
                <a:ea typeface="黑体" panose="02010609060101010101" pitchFamily="2" charset="-122"/>
              </a:rPr>
              <a:t>过滤</a:t>
            </a:r>
            <a:r>
              <a:rPr lang="zh-CN" altLang="en-US" sz="2400" b="1" dirty="0">
                <a:solidFill>
                  <a:srgbClr val="C00000"/>
                </a:solidFill>
                <a:latin typeface="+mn-lt"/>
                <a:ea typeface="黑体" panose="02010609060101010101" pitchFamily="2" charset="-122"/>
              </a:rPr>
              <a:t>。</a:t>
            </a:r>
          </a:p>
          <a:p>
            <a:pPr marL="360680" indent="-360680">
              <a:lnSpc>
                <a:spcPct val="110000"/>
              </a:lnSpc>
              <a:buSzPct val="80000"/>
              <a:buFont typeface="Wingdings" panose="05000000000000000000" pitchFamily="2" charset="2"/>
              <a:buChar char="l"/>
            </a:pPr>
            <a:r>
              <a:rPr lang="zh-CN" altLang="en-US" sz="2400" b="1" dirty="0">
                <a:solidFill>
                  <a:srgbClr val="000099"/>
                </a:solidFill>
                <a:latin typeface="+mn-lt"/>
                <a:ea typeface="黑体" panose="02010609060101010101" pitchFamily="2" charset="-122"/>
              </a:rPr>
              <a:t>当网桥收到一个帧时，并不是向所有的接口转发此帧，而是先检查此帧的</a:t>
            </a:r>
            <a:r>
              <a:rPr lang="zh-CN" altLang="en-US" sz="2400" b="1" dirty="0">
                <a:solidFill>
                  <a:srgbClr val="C00000"/>
                </a:solidFill>
                <a:latin typeface="+mn-lt"/>
                <a:ea typeface="黑体" panose="02010609060101010101" pitchFamily="2" charset="-122"/>
              </a:rPr>
              <a:t>目的 </a:t>
            </a:r>
            <a:r>
              <a:rPr lang="en-US" altLang="zh-CN" sz="2400" b="1" dirty="0">
                <a:solidFill>
                  <a:srgbClr val="C00000"/>
                </a:solidFill>
                <a:latin typeface="+mn-lt"/>
                <a:ea typeface="黑体" panose="02010609060101010101" pitchFamily="2" charset="-122"/>
              </a:rPr>
              <a:t>MAC </a:t>
            </a:r>
            <a:r>
              <a:rPr lang="zh-CN" altLang="en-US" sz="2400" b="1" dirty="0">
                <a:solidFill>
                  <a:srgbClr val="C00000"/>
                </a:solidFill>
                <a:latin typeface="+mn-lt"/>
                <a:ea typeface="黑体" panose="02010609060101010101" pitchFamily="2" charset="-122"/>
              </a:rPr>
              <a:t>地址</a:t>
            </a:r>
            <a:r>
              <a:rPr lang="zh-CN" altLang="en-US" sz="2400" b="1" dirty="0">
                <a:solidFill>
                  <a:srgbClr val="000099"/>
                </a:solidFill>
                <a:latin typeface="+mn-lt"/>
                <a:ea typeface="黑体" panose="02010609060101010101" pitchFamily="2" charset="-122"/>
              </a:rPr>
              <a:t>，然后再确定将该帧转发到哪一个接口，或</a:t>
            </a:r>
            <a:r>
              <a:rPr lang="zh-CN" altLang="zh-CN" sz="2400" b="1" dirty="0">
                <a:solidFill>
                  <a:srgbClr val="000099"/>
                </a:solidFill>
                <a:latin typeface="+mn-lt"/>
                <a:ea typeface="黑体" panose="02010609060101010101" pitchFamily="2" charset="-122"/>
              </a:rPr>
              <a:t>把它</a:t>
            </a:r>
            <a:r>
              <a:rPr lang="zh-CN" altLang="en-US" sz="2400" b="1" dirty="0">
                <a:solidFill>
                  <a:srgbClr val="000099"/>
                </a:solidFill>
                <a:latin typeface="+mn-lt"/>
                <a:ea typeface="黑体" panose="02010609060101010101" pitchFamily="2" charset="-122"/>
              </a:rPr>
              <a:t>丢弃。 </a:t>
            </a:r>
          </a:p>
        </p:txBody>
      </p:sp>
      <p:sp>
        <p:nvSpPr>
          <p:cNvPr id="5" name="Text Box 56"/>
          <p:cNvSpPr txBox="1">
            <a:spLocks noChangeArrowheads="1"/>
          </p:cNvSpPr>
          <p:nvPr/>
        </p:nvSpPr>
        <p:spPr bwMode="auto">
          <a:xfrm>
            <a:off x="848544" y="4793669"/>
            <a:ext cx="8562156" cy="461665"/>
          </a:xfrm>
          <a:prstGeom prst="rect">
            <a:avLst/>
          </a:prstGeom>
          <a:solidFill>
            <a:srgbClr val="FFFF66"/>
          </a:solidFill>
          <a:ln w="9525">
            <a:solidFill>
              <a:srgbClr val="333399"/>
            </a:solidFill>
            <a:miter lim="800000"/>
          </a:ln>
          <a:effectLst/>
        </p:spPr>
        <p:txBody>
          <a:bodyPr wrap="square">
            <a:spAutoFit/>
          </a:bodyPr>
          <a:lstStyle/>
          <a:p>
            <a:pPr algn="ctr"/>
            <a:r>
              <a:rPr lang="zh-CN" altLang="en-US" sz="2400" b="1" dirty="0">
                <a:solidFill>
                  <a:srgbClr val="000099"/>
                </a:solidFill>
                <a:latin typeface="+mn-lt"/>
                <a:ea typeface="黑体" panose="02010609060101010101" pitchFamily="2" charset="-122"/>
              </a:rPr>
              <a:t>数据链路层设备可以解析数据帧</a:t>
            </a:r>
            <a:endParaRPr lang="zh-CN" altLang="en-US" sz="2400" b="1" dirty="0">
              <a:solidFill>
                <a:srgbClr val="FF0000"/>
              </a:solidFill>
              <a:latin typeface="+mn-lt"/>
              <a:ea typeface="黑体" panose="02010609060101010101" pitchFamily="2" charset="-122"/>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7731" name="Rectangle 3"/>
          <p:cNvSpPr>
            <a:spLocks noGrp="1" noChangeArrowheads="1"/>
          </p:cNvSpPr>
          <p:nvPr>
            <p:ph type="title"/>
          </p:nvPr>
        </p:nvSpPr>
        <p:spPr/>
        <p:txBody>
          <a:bodyPr/>
          <a:lstStyle/>
          <a:p>
            <a:r>
              <a:rPr lang="en-US" altLang="zh-CN" dirty="0"/>
              <a:t>3.4.2  </a:t>
            </a:r>
            <a:r>
              <a:rPr lang="zh-CN" altLang="en-US" dirty="0"/>
              <a:t>在</a:t>
            </a:r>
            <a:r>
              <a:rPr lang="zh-CN" altLang="en-US" dirty="0">
                <a:solidFill>
                  <a:srgbClr val="FF0000"/>
                </a:solidFill>
              </a:rPr>
              <a:t>数据链路层</a:t>
            </a:r>
            <a:r>
              <a:rPr lang="zh-CN" altLang="en-US" dirty="0"/>
              <a:t>扩展以太网 </a:t>
            </a:r>
          </a:p>
        </p:txBody>
      </p:sp>
      <p:sp>
        <p:nvSpPr>
          <p:cNvPr id="457730" name="Rectangle 2"/>
          <p:cNvSpPr>
            <a:spLocks noGrp="1" noChangeArrowheads="1"/>
          </p:cNvSpPr>
          <p:nvPr>
            <p:ph idx="1"/>
          </p:nvPr>
        </p:nvSpPr>
        <p:spPr/>
        <p:txBody>
          <a:bodyPr/>
          <a:lstStyle/>
          <a:p>
            <a:r>
              <a:rPr lang="zh-CN" altLang="en-US" sz="2800" dirty="0"/>
              <a:t>网桥实现帧过滤功能，可以分割“</a:t>
            </a:r>
            <a:r>
              <a:rPr lang="zh-CN" altLang="en-US" sz="2800" dirty="0">
                <a:solidFill>
                  <a:srgbClr val="FF0000"/>
                </a:solidFill>
              </a:rPr>
              <a:t>碰撞域</a:t>
            </a:r>
            <a:r>
              <a:rPr lang="zh-CN" altLang="en-US" sz="2800" dirty="0"/>
              <a:t>”，但属于同一个“</a:t>
            </a:r>
            <a:r>
              <a:rPr lang="zh-CN" altLang="en-US" sz="2800" dirty="0">
                <a:solidFill>
                  <a:srgbClr val="FF0000"/>
                </a:solidFill>
              </a:rPr>
              <a:t>广播域</a:t>
            </a:r>
            <a:r>
              <a:rPr lang="zh-CN" altLang="en-US" sz="2800" dirty="0"/>
              <a:t>”</a:t>
            </a:r>
            <a:endParaRPr lang="en-US" altLang="zh-CN" sz="2800" dirty="0"/>
          </a:p>
        </p:txBody>
      </p:sp>
      <p:grpSp>
        <p:nvGrpSpPr>
          <p:cNvPr id="7" name="组合 6"/>
          <p:cNvGrpSpPr/>
          <p:nvPr/>
        </p:nvGrpSpPr>
        <p:grpSpPr>
          <a:xfrm>
            <a:off x="301557" y="3419235"/>
            <a:ext cx="2802358" cy="3106109"/>
            <a:chOff x="1078735" y="2956105"/>
            <a:chExt cx="2802358" cy="3106109"/>
          </a:xfrm>
        </p:grpSpPr>
        <p:sp>
          <p:nvSpPr>
            <p:cNvPr id="8" name="矩形: 圆角 7"/>
            <p:cNvSpPr/>
            <p:nvPr/>
          </p:nvSpPr>
          <p:spPr>
            <a:xfrm>
              <a:off x="1078735" y="2959737"/>
              <a:ext cx="2802358" cy="3102477"/>
            </a:xfrm>
            <a:prstGeom prst="roundRect">
              <a:avLst/>
            </a:prstGeom>
            <a:solidFill>
              <a:schemeClr val="bg1">
                <a:lumMod val="95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9" name="文本框 8"/>
            <p:cNvSpPr txBox="1"/>
            <p:nvPr/>
          </p:nvSpPr>
          <p:spPr>
            <a:xfrm>
              <a:off x="1885149" y="2956105"/>
              <a:ext cx="1122232" cy="369332"/>
            </a:xfrm>
            <a:prstGeom prst="rect">
              <a:avLst/>
            </a:prstGeom>
            <a:no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1800" b="1"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碰撞域</a:t>
              </a:r>
            </a:p>
          </p:txBody>
        </p:sp>
      </p:grpSp>
      <p:grpSp>
        <p:nvGrpSpPr>
          <p:cNvPr id="10" name="组合 9"/>
          <p:cNvGrpSpPr/>
          <p:nvPr/>
        </p:nvGrpSpPr>
        <p:grpSpPr>
          <a:xfrm>
            <a:off x="6982501" y="3419235"/>
            <a:ext cx="2802358" cy="3106109"/>
            <a:chOff x="7759679" y="2956105"/>
            <a:chExt cx="2802358" cy="3106109"/>
          </a:xfrm>
        </p:grpSpPr>
        <p:sp>
          <p:nvSpPr>
            <p:cNvPr id="11" name="矩形: 圆角 10"/>
            <p:cNvSpPr/>
            <p:nvPr/>
          </p:nvSpPr>
          <p:spPr>
            <a:xfrm>
              <a:off x="7759679" y="2959737"/>
              <a:ext cx="2802358" cy="3102477"/>
            </a:xfrm>
            <a:prstGeom prst="roundRect">
              <a:avLst/>
            </a:prstGeom>
            <a:solidFill>
              <a:schemeClr val="bg1">
                <a:lumMod val="95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12" name="文本框 11"/>
            <p:cNvSpPr txBox="1"/>
            <p:nvPr/>
          </p:nvSpPr>
          <p:spPr>
            <a:xfrm>
              <a:off x="8599742" y="2956105"/>
              <a:ext cx="1122232" cy="369332"/>
            </a:xfrm>
            <a:prstGeom prst="rect">
              <a:avLst/>
            </a:prstGeom>
            <a:no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1800" b="1"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碰撞域</a:t>
              </a:r>
            </a:p>
          </p:txBody>
        </p:sp>
      </p:grpSp>
      <p:grpSp>
        <p:nvGrpSpPr>
          <p:cNvPr id="13" name="组合 12"/>
          <p:cNvGrpSpPr/>
          <p:nvPr/>
        </p:nvGrpSpPr>
        <p:grpSpPr>
          <a:xfrm>
            <a:off x="272480" y="4289003"/>
            <a:ext cx="2539572" cy="2056446"/>
            <a:chOff x="1049658" y="3825873"/>
            <a:chExt cx="2539572" cy="2056446"/>
          </a:xfrm>
        </p:grpSpPr>
        <p:sp>
          <p:nvSpPr>
            <p:cNvPr id="14" name="文本框 13"/>
            <p:cNvSpPr txBox="1"/>
            <p:nvPr/>
          </p:nvSpPr>
          <p:spPr>
            <a:xfrm>
              <a:off x="1049658" y="4153065"/>
              <a:ext cx="1122232" cy="646331"/>
            </a:xfrm>
            <a:prstGeom prst="rect">
              <a:avLst/>
            </a:prstGeom>
            <a:no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CN" sz="1800" b="1" i="0" u="none" strike="noStrike" kern="1200" cap="none" spc="0" normalizeH="0" baseline="0" noProof="0" dirty="0">
                  <a:ln>
                    <a:noFill/>
                  </a:ln>
                  <a:solidFill>
                    <a:srgbClr val="000000"/>
                  </a:solidFill>
                  <a:effectLst/>
                  <a:uLnTx/>
                  <a:uFillTx/>
                  <a:latin typeface="Arial Narrow" panose="020B0606020202030204" pitchFamily="34" charset="0"/>
                  <a:ea typeface="+mn-ea"/>
                  <a:cs typeface="+mn-cs"/>
                </a:rPr>
                <a:t>10BASE-T</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1800" b="1" i="0" u="none" strike="noStrike" kern="1200" cap="none" spc="0" normalizeH="0" baseline="0" noProof="0" dirty="0">
                  <a:ln>
                    <a:noFill/>
                  </a:ln>
                  <a:solidFill>
                    <a:srgbClr val="000000"/>
                  </a:solidFill>
                  <a:effectLst/>
                  <a:uLnTx/>
                  <a:uFillTx/>
                  <a:latin typeface="Arial Narrow" panose="020B0606020202030204" pitchFamily="34" charset="0"/>
                  <a:ea typeface="+mn-ea"/>
                  <a:cs typeface="+mn-cs"/>
                </a:rPr>
                <a:t>集线器</a:t>
              </a:r>
            </a:p>
          </p:txBody>
        </p:sp>
        <p:cxnSp>
          <p:nvCxnSpPr>
            <p:cNvPr id="15" name="直接连接符 14"/>
            <p:cNvCxnSpPr/>
            <p:nvPr/>
          </p:nvCxnSpPr>
          <p:spPr>
            <a:xfrm flipV="1">
              <a:off x="1713673" y="4456166"/>
              <a:ext cx="794479" cy="110561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flipH="1" flipV="1">
              <a:off x="2656896" y="4456166"/>
              <a:ext cx="628049" cy="98374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2545972" y="4453932"/>
              <a:ext cx="0" cy="106218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pic>
          <p:nvPicPr>
            <p:cNvPr id="18" name="图形 10"/>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03299" y="5241237"/>
              <a:ext cx="662814" cy="641082"/>
            </a:xfrm>
            <a:prstGeom prst="rect">
              <a:avLst/>
            </a:prstGeom>
          </p:spPr>
        </p:pic>
        <p:pic>
          <p:nvPicPr>
            <p:cNvPr id="19" name="图形 10"/>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926416" y="5241237"/>
              <a:ext cx="662814" cy="641082"/>
            </a:xfrm>
            <a:prstGeom prst="rect">
              <a:avLst/>
            </a:prstGeom>
          </p:spPr>
        </p:pic>
        <p:pic>
          <p:nvPicPr>
            <p:cNvPr id="20" name="图形 10"/>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114858" y="5241237"/>
              <a:ext cx="662814" cy="641082"/>
            </a:xfrm>
            <a:prstGeom prst="rect">
              <a:avLst/>
            </a:prstGeom>
          </p:spPr>
        </p:pic>
        <p:sp>
          <p:nvSpPr>
            <p:cNvPr id="21" name="文本框 20"/>
            <p:cNvSpPr txBox="1"/>
            <p:nvPr/>
          </p:nvSpPr>
          <p:spPr>
            <a:xfrm>
              <a:off x="2797020" y="5283598"/>
              <a:ext cx="333042" cy="369332"/>
            </a:xfrm>
            <a:prstGeom prst="rect">
              <a:avLst/>
            </a:prstGeom>
            <a:no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CN" sz="18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a:t>
              </a:r>
              <a:endParaRPr kumimoji="0" lang="zh-CN" altLang="en-US" sz="18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22" name="文本框 21"/>
            <p:cNvSpPr txBox="1"/>
            <p:nvPr/>
          </p:nvSpPr>
          <p:spPr>
            <a:xfrm>
              <a:off x="1918798" y="3825873"/>
              <a:ext cx="1122232" cy="369332"/>
            </a:xfrm>
            <a:prstGeom prst="rect">
              <a:avLst/>
            </a:prstGeom>
            <a:no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1800" b="1"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部门</a:t>
              </a:r>
              <a:r>
                <a:rPr kumimoji="0" lang="en-US" altLang="zh-CN" sz="1800" b="1"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A</a:t>
              </a:r>
              <a:endParaRPr kumimoji="0" lang="zh-CN" altLang="en-US" sz="1800" b="1" i="0" u="none" strike="noStrike" kern="1200" cap="none" spc="0" normalizeH="0" baseline="0" noProof="0" dirty="0">
                <a:ln>
                  <a:noFill/>
                </a:ln>
                <a:solidFill>
                  <a:srgbClr val="000000"/>
                </a:solidFill>
                <a:effectLst/>
                <a:uLnTx/>
                <a:uFillTx/>
                <a:latin typeface="Arial" panose="020B0604020202020204" pitchFamily="34" charset="0"/>
                <a:ea typeface="+mn-ea"/>
                <a:cs typeface="+mn-cs"/>
              </a:endParaRPr>
            </a:p>
          </p:txBody>
        </p:sp>
        <p:pic>
          <p:nvPicPr>
            <p:cNvPr id="23" name="图片 22" descr="文本&#10;&#10;描述已自动生成"/>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127179" y="4216486"/>
              <a:ext cx="705470" cy="661378"/>
            </a:xfrm>
            <a:prstGeom prst="rect">
              <a:avLst/>
            </a:prstGeom>
          </p:spPr>
        </p:pic>
      </p:grpSp>
      <p:grpSp>
        <p:nvGrpSpPr>
          <p:cNvPr id="24" name="组合 23"/>
          <p:cNvGrpSpPr/>
          <p:nvPr/>
        </p:nvGrpSpPr>
        <p:grpSpPr>
          <a:xfrm>
            <a:off x="7240714" y="4289003"/>
            <a:ext cx="2570305" cy="2056446"/>
            <a:chOff x="8017892" y="3825873"/>
            <a:chExt cx="2570305" cy="2056446"/>
          </a:xfrm>
        </p:grpSpPr>
        <p:cxnSp>
          <p:nvCxnSpPr>
            <p:cNvPr id="25" name="直接连接符 24"/>
            <p:cNvCxnSpPr/>
            <p:nvPr/>
          </p:nvCxnSpPr>
          <p:spPr>
            <a:xfrm flipV="1">
              <a:off x="8428266" y="4456166"/>
              <a:ext cx="794479" cy="110561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flipH="1" flipV="1">
              <a:off x="9371489" y="4456166"/>
              <a:ext cx="628049" cy="98374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9260565" y="4453932"/>
              <a:ext cx="0" cy="106218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pic>
          <p:nvPicPr>
            <p:cNvPr id="28" name="图形 10"/>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017892" y="5241237"/>
              <a:ext cx="662814" cy="641082"/>
            </a:xfrm>
            <a:prstGeom prst="rect">
              <a:avLst/>
            </a:prstGeom>
          </p:spPr>
        </p:pic>
        <p:pic>
          <p:nvPicPr>
            <p:cNvPr id="29" name="图形 10"/>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641009" y="5241237"/>
              <a:ext cx="662814" cy="641082"/>
            </a:xfrm>
            <a:prstGeom prst="rect">
              <a:avLst/>
            </a:prstGeom>
          </p:spPr>
        </p:pic>
        <p:pic>
          <p:nvPicPr>
            <p:cNvPr id="30" name="图片 29" descr="文本&#10;&#10;描述已自动生成"/>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841772" y="4216486"/>
              <a:ext cx="705470" cy="661378"/>
            </a:xfrm>
            <a:prstGeom prst="rect">
              <a:avLst/>
            </a:prstGeom>
          </p:spPr>
        </p:pic>
        <p:pic>
          <p:nvPicPr>
            <p:cNvPr id="31" name="图形 10"/>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829451" y="5241237"/>
              <a:ext cx="662814" cy="641082"/>
            </a:xfrm>
            <a:prstGeom prst="rect">
              <a:avLst/>
            </a:prstGeom>
          </p:spPr>
        </p:pic>
        <p:sp>
          <p:nvSpPr>
            <p:cNvPr id="32" name="文本框 31"/>
            <p:cNvSpPr txBox="1"/>
            <p:nvPr/>
          </p:nvSpPr>
          <p:spPr>
            <a:xfrm>
              <a:off x="9511613" y="5283598"/>
              <a:ext cx="333042" cy="369332"/>
            </a:xfrm>
            <a:prstGeom prst="rect">
              <a:avLst/>
            </a:prstGeom>
            <a:no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CN" sz="18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a:t>
              </a:r>
              <a:endParaRPr kumimoji="0" lang="zh-CN" altLang="en-US" sz="18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33" name="文本框 32"/>
            <p:cNvSpPr txBox="1"/>
            <p:nvPr/>
          </p:nvSpPr>
          <p:spPr>
            <a:xfrm>
              <a:off x="8633391" y="3825873"/>
              <a:ext cx="1122232" cy="369332"/>
            </a:xfrm>
            <a:prstGeom prst="rect">
              <a:avLst/>
            </a:prstGeom>
            <a:no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1800" b="1"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部门</a:t>
              </a:r>
              <a:r>
                <a:rPr kumimoji="0" lang="en-US" altLang="zh-CN" sz="1800" b="1"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B</a:t>
              </a:r>
              <a:endParaRPr kumimoji="0" lang="zh-CN" altLang="en-US" sz="1800" b="1" i="0" u="none" strike="noStrike" kern="1200" cap="none" spc="0" normalizeH="0" baseline="0" noProof="0" dirty="0">
                <a:ln>
                  <a:noFill/>
                </a:ln>
                <a:solidFill>
                  <a:srgbClr val="000000"/>
                </a:solidFill>
                <a:effectLst/>
                <a:uLnTx/>
                <a:uFillTx/>
                <a:latin typeface="Arial" panose="020B0604020202020204" pitchFamily="34" charset="0"/>
                <a:ea typeface="+mn-ea"/>
                <a:cs typeface="+mn-cs"/>
              </a:endParaRPr>
            </a:p>
          </p:txBody>
        </p:sp>
        <p:sp>
          <p:nvSpPr>
            <p:cNvPr id="34" name="文本框 33"/>
            <p:cNvSpPr txBox="1"/>
            <p:nvPr/>
          </p:nvSpPr>
          <p:spPr>
            <a:xfrm>
              <a:off x="9465965" y="4187809"/>
              <a:ext cx="1122232" cy="646331"/>
            </a:xfrm>
            <a:prstGeom prst="rect">
              <a:avLst/>
            </a:prstGeom>
            <a:no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CN" sz="1800" b="1" i="0" u="none" strike="noStrike" kern="1200" cap="none" spc="0" normalizeH="0" baseline="0" noProof="0" dirty="0">
                  <a:ln>
                    <a:noFill/>
                  </a:ln>
                  <a:solidFill>
                    <a:srgbClr val="000000"/>
                  </a:solidFill>
                  <a:effectLst/>
                  <a:uLnTx/>
                  <a:uFillTx/>
                  <a:latin typeface="Arial Narrow" panose="020B0606020202030204" pitchFamily="34" charset="0"/>
                  <a:ea typeface="+mn-ea"/>
                  <a:cs typeface="+mn-cs"/>
                </a:rPr>
                <a:t>10BASE-T</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1800" b="1" i="0" u="none" strike="noStrike" kern="1200" cap="none" spc="0" normalizeH="0" baseline="0" noProof="0" dirty="0">
                  <a:ln>
                    <a:noFill/>
                  </a:ln>
                  <a:solidFill>
                    <a:srgbClr val="000000"/>
                  </a:solidFill>
                  <a:effectLst/>
                  <a:uLnTx/>
                  <a:uFillTx/>
                  <a:latin typeface="Arial Narrow" panose="020B0606020202030204" pitchFamily="34" charset="0"/>
                  <a:ea typeface="+mn-ea"/>
                  <a:cs typeface="+mn-cs"/>
                </a:rPr>
                <a:t>集线器</a:t>
              </a:r>
            </a:p>
          </p:txBody>
        </p:sp>
      </p:grpSp>
      <p:cxnSp>
        <p:nvCxnSpPr>
          <p:cNvPr id="35" name="直接连接符 34"/>
          <p:cNvCxnSpPr>
            <a:stCxn id="23" idx="3"/>
          </p:cNvCxnSpPr>
          <p:nvPr/>
        </p:nvCxnSpPr>
        <p:spPr>
          <a:xfrm>
            <a:off x="2055471" y="5010305"/>
            <a:ext cx="286533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a:off x="5199262" y="4988427"/>
            <a:ext cx="286533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7" name="组合 36"/>
          <p:cNvGrpSpPr/>
          <p:nvPr/>
        </p:nvGrpSpPr>
        <p:grpSpPr>
          <a:xfrm>
            <a:off x="4341085" y="4736920"/>
            <a:ext cx="1404246" cy="1139071"/>
            <a:chOff x="5401135" y="3602790"/>
            <a:chExt cx="1404246" cy="1139071"/>
          </a:xfrm>
        </p:grpSpPr>
        <p:pic>
          <p:nvPicPr>
            <p:cNvPr id="38" name="图片 37" descr="图片包含 图标&#10;&#10;描述已自动生成"/>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812708" y="3602790"/>
              <a:ext cx="581100" cy="474367"/>
            </a:xfrm>
            <a:prstGeom prst="rect">
              <a:avLst/>
            </a:prstGeom>
          </p:spPr>
        </p:pic>
        <p:sp>
          <p:nvSpPr>
            <p:cNvPr id="39" name="文本框 38"/>
            <p:cNvSpPr txBox="1"/>
            <p:nvPr/>
          </p:nvSpPr>
          <p:spPr>
            <a:xfrm>
              <a:off x="5401135" y="4095530"/>
              <a:ext cx="1404246" cy="646331"/>
            </a:xfrm>
            <a:prstGeom prst="rect">
              <a:avLst/>
            </a:prstGeom>
            <a:no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1800" b="1"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网桥（</a:t>
              </a:r>
              <a:r>
                <a:rPr kumimoji="0" lang="en-US" altLang="zh-CN" sz="1800" b="1"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Bridge</a:t>
              </a:r>
              <a:r>
                <a:rPr kumimoji="0" lang="zh-CN" altLang="en-US" sz="1800" b="1"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a:t>
              </a:r>
            </a:p>
          </p:txBody>
        </p:sp>
      </p:grpSp>
      <p:sp>
        <p:nvSpPr>
          <p:cNvPr id="40" name="对话气泡: 圆角矩形 39"/>
          <p:cNvSpPr/>
          <p:nvPr/>
        </p:nvSpPr>
        <p:spPr>
          <a:xfrm>
            <a:off x="3340794" y="2508669"/>
            <a:ext cx="3519569" cy="1811688"/>
          </a:xfrm>
          <a:prstGeom prst="wedgeRoundRectCallout">
            <a:avLst>
              <a:gd name="adj1" fmla="val -5027"/>
              <a:gd name="adj2" fmla="val 83028"/>
              <a:gd name="adj3" fmla="val 16667"/>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0" fontAlgn="base" latinLnBrk="0" hangingPunct="0">
              <a:lnSpc>
                <a:spcPct val="150000"/>
              </a:lnSpc>
              <a:spcBef>
                <a:spcPct val="0"/>
              </a:spcBef>
              <a:spcAft>
                <a:spcPct val="0"/>
              </a:spcAft>
              <a:buClrTx/>
              <a:buSzTx/>
              <a:buFontTx/>
              <a:buNone/>
              <a:tabLst/>
              <a:defRPr/>
            </a:pPr>
            <a:r>
              <a:rPr kumimoji="0" lang="zh-CN" altLang="en-US" sz="1800" b="1" i="0" u="none" strike="noStrike" kern="1200" cap="none" spc="0" normalizeH="0" baseline="0" noProof="0" dirty="0">
                <a:ln>
                  <a:noFill/>
                </a:ln>
                <a:solidFill>
                  <a:srgbClr val="0000FF"/>
                </a:solidFill>
                <a:effectLst/>
                <a:uLnTx/>
                <a:uFillTx/>
                <a:latin typeface="+mn-lt"/>
                <a:ea typeface="+mn-ea"/>
                <a:cs typeface="+mn-cs"/>
              </a:rPr>
              <a:t>网桥</a:t>
            </a:r>
            <a:r>
              <a:rPr kumimoji="0" lang="zh-CN" altLang="en-US" sz="1800" b="1" i="0" u="none" strike="noStrike" kern="1200" cap="none" spc="0" normalizeH="0" baseline="0" noProof="0" dirty="0">
                <a:ln>
                  <a:noFill/>
                </a:ln>
                <a:solidFill>
                  <a:srgbClr val="000000"/>
                </a:solidFill>
                <a:effectLst/>
                <a:uLnTx/>
                <a:uFillTx/>
                <a:latin typeface="+mn-lt"/>
                <a:ea typeface="+mn-ea"/>
                <a:cs typeface="+mn-cs"/>
              </a:rPr>
              <a:t>工作在</a:t>
            </a:r>
            <a:r>
              <a:rPr kumimoji="0" lang="zh-CN" altLang="en-US" sz="1800" b="1" i="0" u="none" strike="noStrike" kern="1200" cap="none" spc="0" normalizeH="0" baseline="0" noProof="0" dirty="0">
                <a:ln>
                  <a:noFill/>
                </a:ln>
                <a:solidFill>
                  <a:srgbClr val="000000"/>
                </a:solidFill>
                <a:effectLst/>
                <a:highlight>
                  <a:srgbClr val="FFFF00"/>
                </a:highlight>
                <a:uLnTx/>
                <a:uFillTx/>
                <a:latin typeface="+mn-lt"/>
                <a:ea typeface="+mn-ea"/>
                <a:cs typeface="+mn-cs"/>
              </a:rPr>
              <a:t>数据链路层</a:t>
            </a:r>
            <a:r>
              <a:rPr kumimoji="0" lang="zh-CN" altLang="en-US" sz="1800" b="1" i="0" u="none" strike="noStrike" kern="1200" cap="none" spc="0" normalizeH="0" baseline="0" noProof="0" dirty="0">
                <a:ln>
                  <a:noFill/>
                </a:ln>
                <a:solidFill>
                  <a:srgbClr val="000000"/>
                </a:solidFill>
                <a:effectLst/>
                <a:uLnTx/>
                <a:uFillTx/>
                <a:latin typeface="+mn-lt"/>
                <a:ea typeface="+mn-ea"/>
                <a:cs typeface="+mn-cs"/>
              </a:rPr>
              <a:t>（包含其下的物理层），而</a:t>
            </a:r>
            <a:r>
              <a:rPr kumimoji="0" lang="zh-CN" altLang="en-US" sz="1800" b="1" i="0" u="none" strike="noStrike" kern="1200" cap="none" spc="0" normalizeH="0" baseline="0" noProof="0" dirty="0">
                <a:ln>
                  <a:noFill/>
                </a:ln>
                <a:solidFill>
                  <a:srgbClr val="0000FF"/>
                </a:solidFill>
                <a:effectLst/>
                <a:uLnTx/>
                <a:uFillTx/>
                <a:latin typeface="+mn-lt"/>
                <a:ea typeface="+mn-ea"/>
                <a:cs typeface="+mn-cs"/>
              </a:rPr>
              <a:t>集线器</a:t>
            </a:r>
            <a:r>
              <a:rPr kumimoji="0" lang="zh-CN" altLang="en-US" sz="1800" b="1" i="0" u="none" strike="noStrike" kern="1200" cap="none" spc="0" normalizeH="0" baseline="0" noProof="0" dirty="0">
                <a:ln>
                  <a:noFill/>
                </a:ln>
                <a:solidFill>
                  <a:srgbClr val="000000"/>
                </a:solidFill>
                <a:effectLst/>
                <a:uLnTx/>
                <a:uFillTx/>
                <a:latin typeface="+mn-lt"/>
                <a:ea typeface="+mn-ea"/>
                <a:cs typeface="+mn-cs"/>
              </a:rPr>
              <a:t>仅工作在</a:t>
            </a:r>
            <a:r>
              <a:rPr kumimoji="0" lang="zh-CN" altLang="en-US" sz="1800" b="1" i="0" u="none" strike="noStrike" kern="1200" cap="none" spc="0" normalizeH="0" baseline="0" noProof="0" dirty="0">
                <a:ln>
                  <a:noFill/>
                </a:ln>
                <a:solidFill>
                  <a:srgbClr val="000000"/>
                </a:solidFill>
                <a:effectLst/>
                <a:highlight>
                  <a:srgbClr val="FFFF00"/>
                </a:highlight>
                <a:uLnTx/>
                <a:uFillTx/>
                <a:latin typeface="+mn-lt"/>
                <a:ea typeface="+mn-ea"/>
                <a:cs typeface="+mn-cs"/>
              </a:rPr>
              <a:t>物理层</a:t>
            </a:r>
            <a:r>
              <a:rPr kumimoji="0" lang="zh-CN" altLang="en-US" sz="1800" b="1" i="0" u="none" strike="noStrike" kern="1200" cap="none" spc="0" normalizeH="0" baseline="0" noProof="0" dirty="0">
                <a:ln>
                  <a:noFill/>
                </a:ln>
                <a:solidFill>
                  <a:srgbClr val="000000"/>
                </a:solidFill>
                <a:effectLst/>
                <a:uLnTx/>
                <a:uFillTx/>
                <a:latin typeface="+mn-lt"/>
                <a:ea typeface="+mn-ea"/>
                <a:cs typeface="+mn-cs"/>
              </a:rPr>
              <a:t>。</a:t>
            </a:r>
            <a:endParaRPr kumimoji="0" lang="en-US" altLang="zh-CN" sz="1800" b="1" i="0" u="none" strike="noStrike" kern="1200" cap="none" spc="0" normalizeH="0" baseline="0" noProof="0" dirty="0">
              <a:ln>
                <a:noFill/>
              </a:ln>
              <a:solidFill>
                <a:srgbClr val="000000"/>
              </a:solidFill>
              <a:effectLst/>
              <a:uLnTx/>
              <a:uFillTx/>
              <a:latin typeface="+mn-lt"/>
              <a:ea typeface="+mn-ea"/>
              <a:cs typeface="+mn-cs"/>
            </a:endParaRPr>
          </a:p>
          <a:p>
            <a:pPr marL="0" marR="0" lvl="0" indent="0" algn="l" defTabSz="914400" rtl="0" eaLnBrk="0" fontAlgn="base" latinLnBrk="0" hangingPunct="0">
              <a:lnSpc>
                <a:spcPct val="150000"/>
              </a:lnSpc>
              <a:spcBef>
                <a:spcPct val="0"/>
              </a:spcBef>
              <a:spcAft>
                <a:spcPct val="0"/>
              </a:spcAft>
              <a:buClrTx/>
              <a:buSzTx/>
              <a:buFontTx/>
              <a:buNone/>
              <a:tabLst/>
              <a:defRPr/>
            </a:pPr>
            <a:r>
              <a:rPr kumimoji="0" lang="zh-CN" altLang="en-US" sz="1800" b="1" i="0" u="none" strike="noStrike" kern="1200" cap="none" spc="0" normalizeH="0" baseline="0" noProof="0" dirty="0">
                <a:ln>
                  <a:noFill/>
                </a:ln>
                <a:solidFill>
                  <a:srgbClr val="000000"/>
                </a:solidFill>
                <a:effectLst/>
                <a:uLnTx/>
                <a:uFillTx/>
                <a:latin typeface="+mn-lt"/>
                <a:ea typeface="+mn-ea"/>
                <a:cs typeface="+mn-cs"/>
              </a:rPr>
              <a:t>         </a:t>
            </a:r>
            <a:r>
              <a:rPr kumimoji="0" lang="zh-CN" altLang="en-US" sz="1800" b="1" i="0" u="none" strike="noStrike" kern="1200" cap="none" spc="0" normalizeH="0" baseline="0" noProof="0" dirty="0">
                <a:ln>
                  <a:noFill/>
                </a:ln>
                <a:solidFill>
                  <a:srgbClr val="FF0000"/>
                </a:solidFill>
                <a:effectLst/>
                <a:uLnTx/>
                <a:uFillTx/>
                <a:latin typeface="+mn-lt"/>
                <a:ea typeface="+mn-ea"/>
                <a:cs typeface="+mn-cs"/>
              </a:rPr>
              <a:t>分割“碰撞域”</a:t>
            </a:r>
            <a:r>
              <a:rPr kumimoji="0" lang="zh-CN" altLang="en-US" sz="1800" b="1" i="0" u="none" strike="noStrike" kern="1200" cap="none" spc="0" normalizeH="0" baseline="0" noProof="0" dirty="0">
                <a:ln>
                  <a:noFill/>
                </a:ln>
                <a:solidFill>
                  <a:srgbClr val="FFFFFF"/>
                </a:solidFill>
                <a:effectLst/>
                <a:uLnTx/>
                <a:uFillTx/>
                <a:latin typeface="+mn-lt"/>
                <a:ea typeface="+mn-ea"/>
                <a:cs typeface="+mn-cs"/>
              </a:rPr>
              <a:t>。</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3.4.3  </a:t>
            </a:r>
            <a:r>
              <a:rPr lang="zh-CN" altLang="zh-CN" dirty="0"/>
              <a:t>虚拟局域网</a:t>
            </a:r>
            <a:r>
              <a:rPr lang="zh-CN" altLang="en-US" dirty="0"/>
              <a:t>（</a:t>
            </a:r>
            <a:r>
              <a:rPr lang="zh-CN" altLang="en-US" dirty="0">
                <a:solidFill>
                  <a:srgbClr val="FF0000"/>
                </a:solidFill>
              </a:rPr>
              <a:t>分割广播域</a:t>
            </a:r>
            <a:r>
              <a:rPr lang="zh-CN" altLang="en-US" dirty="0"/>
              <a:t>）</a:t>
            </a:r>
          </a:p>
        </p:txBody>
      </p:sp>
      <p:sp>
        <p:nvSpPr>
          <p:cNvPr id="5" name="内容占位符 2"/>
          <p:cNvSpPr>
            <a:spLocks noGrp="1"/>
          </p:cNvSpPr>
          <p:nvPr>
            <p:ph idx="1"/>
          </p:nvPr>
        </p:nvSpPr>
        <p:spPr>
          <a:xfrm>
            <a:off x="495300" y="1196752"/>
            <a:ext cx="9066212" cy="4934173"/>
          </a:xfrm>
        </p:spPr>
        <p:txBody>
          <a:bodyPr/>
          <a:lstStyle/>
          <a:p>
            <a:pPr>
              <a:lnSpc>
                <a:spcPct val="100000"/>
              </a:lnSpc>
            </a:pPr>
            <a:r>
              <a:rPr lang="zh-CN" altLang="en-US" sz="2800" dirty="0"/>
              <a:t>将多个站点通过一个或多个</a:t>
            </a:r>
            <a:r>
              <a:rPr lang="zh-CN" altLang="en-US" sz="2800" dirty="0">
                <a:solidFill>
                  <a:srgbClr val="FF0000"/>
                </a:solidFill>
              </a:rPr>
              <a:t>以太网交换机</a:t>
            </a:r>
            <a:r>
              <a:rPr lang="zh-CN" altLang="en-US" sz="2800" dirty="0"/>
              <a:t>连接起来就构建出了交换式以太网。</a:t>
            </a:r>
            <a:endParaRPr lang="en-US" altLang="zh-CN" sz="2800" dirty="0"/>
          </a:p>
          <a:p>
            <a:pPr>
              <a:lnSpc>
                <a:spcPct val="100000"/>
              </a:lnSpc>
            </a:pPr>
            <a:r>
              <a:rPr lang="zh-CN" altLang="en-US" sz="2800" dirty="0"/>
              <a:t>交换式以太网中的所有站点都属于</a:t>
            </a:r>
            <a:r>
              <a:rPr lang="zh-CN" altLang="en-US" sz="2800" dirty="0">
                <a:solidFill>
                  <a:srgbClr val="FF0000"/>
                </a:solidFill>
              </a:rPr>
              <a:t>同一个广播域</a:t>
            </a:r>
            <a:r>
              <a:rPr lang="zh-CN" altLang="en-US" sz="2800" dirty="0"/>
              <a:t>。</a:t>
            </a:r>
          </a:p>
          <a:p>
            <a:pPr>
              <a:lnSpc>
                <a:spcPct val="100000"/>
              </a:lnSpc>
            </a:pPr>
            <a:r>
              <a:rPr lang="zh-CN" altLang="en-US" sz="2800" dirty="0"/>
              <a:t>随着交换式以太网规模的扩大，广播域也相应扩大。</a:t>
            </a:r>
          </a:p>
          <a:p>
            <a:pPr>
              <a:lnSpc>
                <a:spcPct val="100000"/>
              </a:lnSpc>
            </a:pPr>
            <a:r>
              <a:rPr lang="zh-CN" altLang="en-US" sz="2800" dirty="0"/>
              <a:t>巨大的广播域会带来一系列问题。</a:t>
            </a:r>
            <a:r>
              <a:rPr lang="zh-CN" altLang="en-US" sz="2800" dirty="0">
                <a:solidFill>
                  <a:srgbClr val="FF0000"/>
                </a:solidFill>
              </a:rPr>
              <a:t>广播风暴</a:t>
            </a:r>
            <a:r>
              <a:rPr lang="zh-CN" altLang="en-US" sz="2800" dirty="0"/>
              <a:t>。</a:t>
            </a:r>
            <a:endParaRPr lang="en-US" altLang="zh-CN" sz="2800" dirty="0"/>
          </a:p>
          <a:p>
            <a:pPr>
              <a:lnSpc>
                <a:spcPct val="100000"/>
              </a:lnSpc>
            </a:pPr>
            <a:r>
              <a:rPr lang="zh-CN" altLang="en-US" sz="2800" dirty="0"/>
              <a:t>频繁发送广播帧会占满缓冲区导致局域网瘫痪。</a:t>
            </a:r>
          </a:p>
          <a:p>
            <a:pPr>
              <a:lnSpc>
                <a:spcPct val="100000"/>
              </a:lnSpc>
            </a:pPr>
            <a:endParaRPr lang="zh-CN" altLang="en-US" sz="2800" dirty="0"/>
          </a:p>
          <a:p>
            <a:pPr>
              <a:lnSpc>
                <a:spcPct val="100000"/>
              </a:lnSpc>
            </a:pPr>
            <a:endParaRPr lang="en-US" altLang="zh-CN" sz="2800" dirty="0"/>
          </a:p>
          <a:p>
            <a:pPr>
              <a:lnSpc>
                <a:spcPct val="100000"/>
              </a:lnSpc>
            </a:pPr>
            <a:endParaRPr lang="en-US" altLang="zh-CN" sz="2800" dirty="0"/>
          </a:p>
          <a:p>
            <a:pPr>
              <a:lnSpc>
                <a:spcPct val="100000"/>
              </a:lnSpc>
            </a:pPr>
            <a:endParaRPr lang="zh-CN" altLang="en-US" sz="2800" dirty="0"/>
          </a:p>
        </p:txBody>
      </p:sp>
      <p:grpSp>
        <p:nvGrpSpPr>
          <p:cNvPr id="6" name="组合 5"/>
          <p:cNvGrpSpPr/>
          <p:nvPr/>
        </p:nvGrpSpPr>
        <p:grpSpPr>
          <a:xfrm>
            <a:off x="1424608" y="4293096"/>
            <a:ext cx="7532288" cy="2520279"/>
            <a:chOff x="2335338" y="2861612"/>
            <a:chExt cx="7532288" cy="3354992"/>
          </a:xfrm>
        </p:grpSpPr>
        <p:sp>
          <p:nvSpPr>
            <p:cNvPr id="7" name="矩形: 圆角 6"/>
            <p:cNvSpPr/>
            <p:nvPr/>
          </p:nvSpPr>
          <p:spPr>
            <a:xfrm>
              <a:off x="2335338" y="2861612"/>
              <a:ext cx="7532288" cy="3354992"/>
            </a:xfrm>
            <a:prstGeom prst="roundRect">
              <a:avLst>
                <a:gd name="adj" fmla="val 10077"/>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8" name="íşlïḍè"/>
            <p:cNvSpPr txBox="1"/>
            <p:nvPr/>
          </p:nvSpPr>
          <p:spPr>
            <a:xfrm>
              <a:off x="2601663" y="3127956"/>
              <a:ext cx="2353581" cy="400111"/>
            </a:xfrm>
            <a:prstGeom prst="rect">
              <a:avLst/>
            </a:prstGeom>
            <a:noFill/>
          </p:spPr>
          <p:txBody>
            <a:bodyPr wrap="square" lIns="91440" tIns="45720" rIns="91440" bIns="45720" anchor="ctr">
              <a:no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000099"/>
                  </a:solidFill>
                  <a:effectLst/>
                  <a:uLnTx/>
                  <a:uFillTx/>
                  <a:latin typeface="Arial Narrow" panose="020B0606020202030204" pitchFamily="34" charset="0"/>
                  <a:ea typeface="+mn-ea"/>
                  <a:cs typeface="+mn-cs"/>
                </a:rPr>
                <a:t>巨大的广播域</a:t>
              </a:r>
            </a:p>
          </p:txBody>
        </p:sp>
      </p:grpSp>
      <p:grpSp>
        <p:nvGrpSpPr>
          <p:cNvPr id="9" name="组合 8"/>
          <p:cNvGrpSpPr/>
          <p:nvPr/>
        </p:nvGrpSpPr>
        <p:grpSpPr>
          <a:xfrm>
            <a:off x="1645941" y="4365104"/>
            <a:ext cx="7086060" cy="2448272"/>
            <a:chOff x="2556671" y="3324623"/>
            <a:chExt cx="7086060" cy="2448272"/>
          </a:xfrm>
        </p:grpSpPr>
        <p:cxnSp>
          <p:nvCxnSpPr>
            <p:cNvPr id="10" name="直接连接符 9"/>
            <p:cNvCxnSpPr/>
            <p:nvPr/>
          </p:nvCxnSpPr>
          <p:spPr>
            <a:xfrm>
              <a:off x="6054928" y="3567145"/>
              <a:ext cx="0" cy="990193"/>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6024620" y="3422316"/>
              <a:ext cx="2586810" cy="127985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flipH="1">
              <a:off x="3740486" y="3422316"/>
              <a:ext cx="2342544" cy="122081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3" name="组合 12"/>
            <p:cNvGrpSpPr/>
            <p:nvPr/>
          </p:nvGrpSpPr>
          <p:grpSpPr>
            <a:xfrm>
              <a:off x="2556671" y="4424683"/>
              <a:ext cx="2215116" cy="1348212"/>
              <a:chOff x="3510029" y="4109954"/>
              <a:chExt cx="2215116" cy="1348212"/>
            </a:xfrm>
          </p:grpSpPr>
          <p:grpSp>
            <p:nvGrpSpPr>
              <p:cNvPr id="37" name="组合 36"/>
              <p:cNvGrpSpPr/>
              <p:nvPr/>
            </p:nvGrpSpPr>
            <p:grpSpPr>
              <a:xfrm>
                <a:off x="3510029" y="4109954"/>
                <a:ext cx="1981412" cy="1348212"/>
                <a:chOff x="3510029" y="4109954"/>
                <a:chExt cx="1981412" cy="1348212"/>
              </a:xfrm>
            </p:grpSpPr>
            <p:grpSp>
              <p:nvGrpSpPr>
                <p:cNvPr id="39" name="组合 38"/>
                <p:cNvGrpSpPr/>
                <p:nvPr/>
              </p:nvGrpSpPr>
              <p:grpSpPr>
                <a:xfrm>
                  <a:off x="3510029" y="4109954"/>
                  <a:ext cx="1981412" cy="1348212"/>
                  <a:chOff x="3510029" y="4109954"/>
                  <a:chExt cx="1981412" cy="1348212"/>
                </a:xfrm>
              </p:grpSpPr>
              <p:cxnSp>
                <p:nvCxnSpPr>
                  <p:cNvPr id="41" name="直接连接符 40"/>
                  <p:cNvCxnSpPr/>
                  <p:nvPr/>
                </p:nvCxnSpPr>
                <p:spPr>
                  <a:xfrm flipH="1">
                    <a:off x="3940472" y="4462422"/>
                    <a:ext cx="582666" cy="62269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pic>
                <p:nvPicPr>
                  <p:cNvPr id="42" name="图形 10"/>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510029" y="4817084"/>
                    <a:ext cx="662814" cy="641082"/>
                  </a:xfrm>
                  <a:prstGeom prst="rect">
                    <a:avLst/>
                  </a:prstGeom>
                </p:spPr>
              </p:pic>
              <p:cxnSp>
                <p:nvCxnSpPr>
                  <p:cNvPr id="43" name="直接连接符 42"/>
                  <p:cNvCxnSpPr/>
                  <p:nvPr/>
                </p:nvCxnSpPr>
                <p:spPr>
                  <a:xfrm>
                    <a:off x="4693844" y="4473796"/>
                    <a:ext cx="598837" cy="61132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pic>
                <p:nvPicPr>
                  <p:cNvPr id="44" name="图片 43" descr="图标&#10;&#10;描述已自动生成"/>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41834" y="4109954"/>
                    <a:ext cx="497392" cy="641082"/>
                  </a:xfrm>
                  <a:prstGeom prst="rect">
                    <a:avLst/>
                  </a:prstGeom>
                </p:spPr>
              </p:pic>
              <p:pic>
                <p:nvPicPr>
                  <p:cNvPr id="45" name="图形 10"/>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828627" y="4817084"/>
                    <a:ext cx="662814" cy="641082"/>
                  </a:xfrm>
                  <a:prstGeom prst="rect">
                    <a:avLst/>
                  </a:prstGeom>
                </p:spPr>
              </p:pic>
            </p:grpSp>
            <p:sp>
              <p:nvSpPr>
                <p:cNvPr id="40" name="文本框 39"/>
                <p:cNvSpPr txBox="1"/>
                <p:nvPr/>
              </p:nvSpPr>
              <p:spPr>
                <a:xfrm>
                  <a:off x="4299110" y="4952959"/>
                  <a:ext cx="486793" cy="369332"/>
                </a:xfrm>
                <a:prstGeom prst="rect">
                  <a:avLst/>
                </a:prstGeom>
                <a:no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CN" sz="18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a:t>
                  </a:r>
                  <a:endParaRPr kumimoji="0" lang="zh-CN" altLang="en-US" sz="18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endParaRPr>
                </a:p>
              </p:txBody>
            </p:sp>
          </p:grpSp>
          <p:sp>
            <p:nvSpPr>
              <p:cNvPr id="38" name="文本框 37"/>
              <p:cNvSpPr txBox="1"/>
              <p:nvPr/>
            </p:nvSpPr>
            <p:spPr>
              <a:xfrm>
                <a:off x="4756031" y="4265831"/>
                <a:ext cx="969114" cy="369332"/>
              </a:xfrm>
              <a:prstGeom prst="rect">
                <a:avLst/>
              </a:prstGeom>
              <a:no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1800" b="1"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交换机</a:t>
                </a:r>
              </a:p>
            </p:txBody>
          </p:sp>
        </p:grpSp>
        <p:grpSp>
          <p:nvGrpSpPr>
            <p:cNvPr id="14" name="组合 13"/>
            <p:cNvGrpSpPr/>
            <p:nvPr/>
          </p:nvGrpSpPr>
          <p:grpSpPr>
            <a:xfrm>
              <a:off x="4992143" y="4424683"/>
              <a:ext cx="2215116" cy="1348212"/>
              <a:chOff x="3510029" y="4109954"/>
              <a:chExt cx="2215116" cy="1348212"/>
            </a:xfrm>
          </p:grpSpPr>
          <p:grpSp>
            <p:nvGrpSpPr>
              <p:cNvPr id="28" name="组合 27"/>
              <p:cNvGrpSpPr/>
              <p:nvPr/>
            </p:nvGrpSpPr>
            <p:grpSpPr>
              <a:xfrm>
                <a:off x="3510029" y="4109954"/>
                <a:ext cx="1981412" cy="1348212"/>
                <a:chOff x="3510029" y="4109954"/>
                <a:chExt cx="1981412" cy="1348212"/>
              </a:xfrm>
            </p:grpSpPr>
            <p:grpSp>
              <p:nvGrpSpPr>
                <p:cNvPr id="30" name="组合 29"/>
                <p:cNvGrpSpPr/>
                <p:nvPr/>
              </p:nvGrpSpPr>
              <p:grpSpPr>
                <a:xfrm>
                  <a:off x="3510029" y="4109954"/>
                  <a:ext cx="1981412" cy="1348212"/>
                  <a:chOff x="3510029" y="4109954"/>
                  <a:chExt cx="1981412" cy="1348212"/>
                </a:xfrm>
              </p:grpSpPr>
              <p:cxnSp>
                <p:nvCxnSpPr>
                  <p:cNvPr id="32" name="直接连接符 31"/>
                  <p:cNvCxnSpPr/>
                  <p:nvPr/>
                </p:nvCxnSpPr>
                <p:spPr>
                  <a:xfrm flipH="1">
                    <a:off x="3940472" y="4462422"/>
                    <a:ext cx="582666" cy="62269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pic>
                <p:nvPicPr>
                  <p:cNvPr id="33" name="图形 10"/>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510029" y="4817084"/>
                    <a:ext cx="662814" cy="641082"/>
                  </a:xfrm>
                  <a:prstGeom prst="rect">
                    <a:avLst/>
                  </a:prstGeom>
                </p:spPr>
              </p:pic>
              <p:cxnSp>
                <p:nvCxnSpPr>
                  <p:cNvPr id="34" name="直接连接符 33"/>
                  <p:cNvCxnSpPr/>
                  <p:nvPr/>
                </p:nvCxnSpPr>
                <p:spPr>
                  <a:xfrm>
                    <a:off x="4693844" y="4473796"/>
                    <a:ext cx="598837" cy="61132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pic>
                <p:nvPicPr>
                  <p:cNvPr id="35" name="图片 34" descr="图标&#10;&#10;描述已自动生成"/>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41834" y="4109954"/>
                    <a:ext cx="497392" cy="641082"/>
                  </a:xfrm>
                  <a:prstGeom prst="rect">
                    <a:avLst/>
                  </a:prstGeom>
                </p:spPr>
              </p:pic>
              <p:pic>
                <p:nvPicPr>
                  <p:cNvPr id="36" name="图形 10"/>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828627" y="4817084"/>
                    <a:ext cx="662814" cy="641082"/>
                  </a:xfrm>
                  <a:prstGeom prst="rect">
                    <a:avLst/>
                  </a:prstGeom>
                </p:spPr>
              </p:pic>
            </p:grpSp>
            <p:sp>
              <p:nvSpPr>
                <p:cNvPr id="31" name="文本框 30"/>
                <p:cNvSpPr txBox="1"/>
                <p:nvPr/>
              </p:nvSpPr>
              <p:spPr>
                <a:xfrm>
                  <a:off x="4299110" y="4952959"/>
                  <a:ext cx="486793" cy="369332"/>
                </a:xfrm>
                <a:prstGeom prst="rect">
                  <a:avLst/>
                </a:prstGeom>
                <a:no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CN" sz="18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a:t>
                  </a:r>
                  <a:endParaRPr kumimoji="0" lang="zh-CN" altLang="en-US" sz="18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endParaRPr>
                </a:p>
              </p:txBody>
            </p:sp>
          </p:grpSp>
          <p:sp>
            <p:nvSpPr>
              <p:cNvPr id="29" name="文本框 28"/>
              <p:cNvSpPr txBox="1"/>
              <p:nvPr/>
            </p:nvSpPr>
            <p:spPr>
              <a:xfrm>
                <a:off x="4756031" y="4265831"/>
                <a:ext cx="969114" cy="369332"/>
              </a:xfrm>
              <a:prstGeom prst="rect">
                <a:avLst/>
              </a:prstGeom>
              <a:no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1800" b="1"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交换机</a:t>
                </a:r>
              </a:p>
            </p:txBody>
          </p:sp>
        </p:grpSp>
        <p:grpSp>
          <p:nvGrpSpPr>
            <p:cNvPr id="15" name="组合 14"/>
            <p:cNvGrpSpPr/>
            <p:nvPr/>
          </p:nvGrpSpPr>
          <p:grpSpPr>
            <a:xfrm>
              <a:off x="7427615" y="4424683"/>
              <a:ext cx="2215116" cy="1348212"/>
              <a:chOff x="3510029" y="4109954"/>
              <a:chExt cx="2215116" cy="1348212"/>
            </a:xfrm>
          </p:grpSpPr>
          <p:grpSp>
            <p:nvGrpSpPr>
              <p:cNvPr id="19" name="组合 18"/>
              <p:cNvGrpSpPr/>
              <p:nvPr/>
            </p:nvGrpSpPr>
            <p:grpSpPr>
              <a:xfrm>
                <a:off x="3510029" y="4109954"/>
                <a:ext cx="1981412" cy="1348212"/>
                <a:chOff x="3510029" y="4109954"/>
                <a:chExt cx="1981412" cy="1348212"/>
              </a:xfrm>
            </p:grpSpPr>
            <p:grpSp>
              <p:nvGrpSpPr>
                <p:cNvPr id="21" name="组合 20"/>
                <p:cNvGrpSpPr/>
                <p:nvPr/>
              </p:nvGrpSpPr>
              <p:grpSpPr>
                <a:xfrm>
                  <a:off x="3510029" y="4109954"/>
                  <a:ext cx="1981412" cy="1348212"/>
                  <a:chOff x="3510029" y="4109954"/>
                  <a:chExt cx="1981412" cy="1348212"/>
                </a:xfrm>
              </p:grpSpPr>
              <p:cxnSp>
                <p:nvCxnSpPr>
                  <p:cNvPr id="23" name="直接连接符 22"/>
                  <p:cNvCxnSpPr/>
                  <p:nvPr/>
                </p:nvCxnSpPr>
                <p:spPr>
                  <a:xfrm flipH="1">
                    <a:off x="3940472" y="4462422"/>
                    <a:ext cx="582666" cy="62269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pic>
                <p:nvPicPr>
                  <p:cNvPr id="24" name="图形 10"/>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510029" y="4817084"/>
                    <a:ext cx="662814" cy="641082"/>
                  </a:xfrm>
                  <a:prstGeom prst="rect">
                    <a:avLst/>
                  </a:prstGeom>
                </p:spPr>
              </p:pic>
              <p:cxnSp>
                <p:nvCxnSpPr>
                  <p:cNvPr id="25" name="直接连接符 24"/>
                  <p:cNvCxnSpPr/>
                  <p:nvPr/>
                </p:nvCxnSpPr>
                <p:spPr>
                  <a:xfrm>
                    <a:off x="4693844" y="4473796"/>
                    <a:ext cx="598837" cy="61132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pic>
                <p:nvPicPr>
                  <p:cNvPr id="26" name="图片 25" descr="图标&#10;&#10;描述已自动生成"/>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41834" y="4109954"/>
                    <a:ext cx="497392" cy="641082"/>
                  </a:xfrm>
                  <a:prstGeom prst="rect">
                    <a:avLst/>
                  </a:prstGeom>
                </p:spPr>
              </p:pic>
              <p:pic>
                <p:nvPicPr>
                  <p:cNvPr id="27" name="图形 10"/>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828627" y="4817084"/>
                    <a:ext cx="662814" cy="641082"/>
                  </a:xfrm>
                  <a:prstGeom prst="rect">
                    <a:avLst/>
                  </a:prstGeom>
                </p:spPr>
              </p:pic>
            </p:grpSp>
            <p:sp>
              <p:nvSpPr>
                <p:cNvPr id="22" name="文本框 21"/>
                <p:cNvSpPr txBox="1"/>
                <p:nvPr/>
              </p:nvSpPr>
              <p:spPr>
                <a:xfrm>
                  <a:off x="4299110" y="4952959"/>
                  <a:ext cx="486793" cy="369332"/>
                </a:xfrm>
                <a:prstGeom prst="rect">
                  <a:avLst/>
                </a:prstGeom>
                <a:no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CN" sz="18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a:t>
                  </a:r>
                  <a:endParaRPr kumimoji="0" lang="zh-CN" altLang="en-US" sz="18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endParaRPr>
                </a:p>
              </p:txBody>
            </p:sp>
          </p:grpSp>
          <p:sp>
            <p:nvSpPr>
              <p:cNvPr id="20" name="文本框 19"/>
              <p:cNvSpPr txBox="1"/>
              <p:nvPr/>
            </p:nvSpPr>
            <p:spPr>
              <a:xfrm>
                <a:off x="4756031" y="4265831"/>
                <a:ext cx="969114" cy="369332"/>
              </a:xfrm>
              <a:prstGeom prst="rect">
                <a:avLst/>
              </a:prstGeom>
              <a:no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1800" b="1"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交换机</a:t>
                </a:r>
              </a:p>
            </p:txBody>
          </p:sp>
        </p:grpSp>
        <p:pic>
          <p:nvPicPr>
            <p:cNvPr id="16" name="图片 15" descr="图标&#10;&#10;描述已自动生成"/>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44659" y="3324623"/>
              <a:ext cx="497392" cy="641082"/>
            </a:xfrm>
            <a:prstGeom prst="rect">
              <a:avLst/>
            </a:prstGeom>
          </p:spPr>
        </p:pic>
        <p:sp>
          <p:nvSpPr>
            <p:cNvPr id="17" name="文本框 16"/>
            <p:cNvSpPr txBox="1"/>
            <p:nvPr/>
          </p:nvSpPr>
          <p:spPr>
            <a:xfrm>
              <a:off x="6622808" y="3407990"/>
              <a:ext cx="969114" cy="369332"/>
            </a:xfrm>
            <a:prstGeom prst="rect">
              <a:avLst/>
            </a:prstGeom>
            <a:no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1800" b="1"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交换机</a:t>
              </a:r>
            </a:p>
          </p:txBody>
        </p:sp>
        <p:sp>
          <p:nvSpPr>
            <p:cNvPr id="18" name="文本框 17"/>
            <p:cNvSpPr txBox="1"/>
            <p:nvPr/>
          </p:nvSpPr>
          <p:spPr>
            <a:xfrm>
              <a:off x="7361855" y="4560558"/>
              <a:ext cx="486793" cy="369332"/>
            </a:xfrm>
            <a:prstGeom prst="rect">
              <a:avLst/>
            </a:prstGeom>
            <a:no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CN" sz="18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a:t>
              </a:r>
              <a:endParaRPr kumimoji="0" lang="zh-CN" altLang="en-US" sz="18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endParaRPr>
            </a:p>
          </p:txBody>
        </p:sp>
      </p:grpSp>
      <p:sp>
        <p:nvSpPr>
          <p:cNvPr id="46" name="矩形 45"/>
          <p:cNvSpPr/>
          <p:nvPr/>
        </p:nvSpPr>
        <p:spPr>
          <a:xfrm>
            <a:off x="2177691" y="5750559"/>
            <a:ext cx="5550618" cy="918801"/>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CN" sz="2000" b="1" i="0" u="none" strike="noStrike" kern="1200" cap="none" spc="0" normalizeH="0" baseline="0" noProof="0" dirty="0">
                <a:ln>
                  <a:noFill/>
                </a:ln>
                <a:solidFill>
                  <a:srgbClr val="0000FF"/>
                </a:solidFill>
                <a:effectLst/>
                <a:uLnTx/>
                <a:uFillTx/>
                <a:latin typeface="Arial"/>
                <a:ea typeface="+mn-ea"/>
                <a:cs typeface="+mn-cs"/>
              </a:rPr>
              <a:t>1.</a:t>
            </a:r>
            <a:r>
              <a:rPr kumimoji="0" lang="zh-CN" altLang="en-US" sz="2000" b="1" i="0" u="none" strike="noStrike" kern="1200" cap="none" spc="0" normalizeH="0" baseline="0" noProof="0" dirty="0">
                <a:ln>
                  <a:noFill/>
                </a:ln>
                <a:solidFill>
                  <a:srgbClr val="0000FF"/>
                </a:solidFill>
                <a:effectLst/>
                <a:uLnTx/>
                <a:uFillTx/>
                <a:latin typeface="Arial"/>
                <a:ea typeface="+mn-ea"/>
                <a:cs typeface="+mn-cs"/>
              </a:rPr>
              <a:t>广播风暴会浪费网络资源和各主机的</a:t>
            </a:r>
            <a:r>
              <a:rPr kumimoji="0" lang="en-US" altLang="zh-CN" sz="2000" b="1" i="0" u="none" strike="noStrike" kern="1200" cap="none" spc="0" normalizeH="0" baseline="0" noProof="0" dirty="0">
                <a:ln>
                  <a:noFill/>
                </a:ln>
                <a:solidFill>
                  <a:srgbClr val="0000FF"/>
                </a:solidFill>
                <a:effectLst/>
                <a:uLnTx/>
                <a:uFillTx/>
                <a:latin typeface="Arial"/>
                <a:ea typeface="+mn-ea"/>
                <a:cs typeface="+mn-cs"/>
              </a:rPr>
              <a:t>CPU</a:t>
            </a:r>
            <a:r>
              <a:rPr kumimoji="0" lang="zh-CN" altLang="en-US" sz="2000" b="1" i="0" u="none" strike="noStrike" kern="1200" cap="none" spc="0" normalizeH="0" baseline="0" noProof="0" dirty="0">
                <a:ln>
                  <a:noFill/>
                </a:ln>
                <a:solidFill>
                  <a:srgbClr val="0000FF"/>
                </a:solidFill>
                <a:effectLst/>
                <a:uLnTx/>
                <a:uFillTx/>
                <a:latin typeface="Arial"/>
                <a:ea typeface="+mn-ea"/>
                <a:cs typeface="+mn-cs"/>
              </a:rPr>
              <a:t>资源</a:t>
            </a:r>
            <a:endParaRPr kumimoji="0" lang="en-US" altLang="zh-CN" sz="2000" b="1" i="0" u="none" strike="noStrike" kern="1200" cap="none" spc="0" normalizeH="0" baseline="0" noProof="0" dirty="0">
              <a:ln>
                <a:noFill/>
              </a:ln>
              <a:solidFill>
                <a:srgbClr val="0000FF"/>
              </a:solidFill>
              <a:effectLst/>
              <a:uLnTx/>
              <a:uFillTx/>
              <a:latin typeface="Arial"/>
              <a:ea typeface="+mn-ea"/>
              <a:cs typeface="+mn-cs"/>
            </a:endParaRP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CN" sz="2000" b="1" i="0" u="none" strike="noStrike" kern="1200" cap="none" spc="0" normalizeH="0" baseline="0" noProof="0" dirty="0">
                <a:ln>
                  <a:noFill/>
                </a:ln>
                <a:solidFill>
                  <a:srgbClr val="0000FF"/>
                </a:solidFill>
                <a:effectLst/>
                <a:uLnTx/>
                <a:uFillTx/>
                <a:latin typeface="Arial"/>
                <a:ea typeface="+mn-ea"/>
                <a:cs typeface="+mn-cs"/>
              </a:rPr>
              <a:t>2.</a:t>
            </a:r>
            <a:r>
              <a:rPr kumimoji="0" lang="zh-CN" altLang="en-US" sz="2000" b="1" i="0" u="none" strike="noStrike" kern="1200" cap="none" spc="0" normalizeH="0" baseline="0" noProof="0" dirty="0">
                <a:ln>
                  <a:noFill/>
                </a:ln>
                <a:solidFill>
                  <a:srgbClr val="0000FF"/>
                </a:solidFill>
                <a:effectLst/>
                <a:uLnTx/>
                <a:uFillTx/>
                <a:latin typeface="Arial"/>
                <a:ea typeface="+mn-ea"/>
                <a:cs typeface="+mn-cs"/>
              </a:rPr>
              <a:t>难以管理和维护，带来潜在的安全问题</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grpId="0" nodeType="clickEffect">
                                  <p:stCondLst>
                                    <p:cond delay="0"/>
                                  </p:stCondLst>
                                  <p:childTnLst>
                                    <p:set>
                                      <p:cBhvr>
                                        <p:cTn id="6" dur="1" fill="hold">
                                          <p:stCondLst>
                                            <p:cond delay="0"/>
                                          </p:stCondLst>
                                        </p:cTn>
                                        <p:tgtEl>
                                          <p:spTgt spid="46"/>
                                        </p:tgtEl>
                                        <p:attrNameLst>
                                          <p:attrName>style.visibility</p:attrName>
                                        </p:attrNameLst>
                                      </p:cBhvr>
                                      <p:to>
                                        <p:strVal val="visible"/>
                                      </p:to>
                                    </p:set>
                                    <p:anim calcmode="lin" valueType="num">
                                      <p:cBhvr additive="base">
                                        <p:cTn id="7" dur="500"/>
                                        <p:tgtEl>
                                          <p:spTgt spid="46"/>
                                        </p:tgtEl>
                                        <p:attrNameLst>
                                          <p:attrName>ppt_x</p:attrName>
                                        </p:attrNameLst>
                                      </p:cBhvr>
                                      <p:tavLst>
                                        <p:tav tm="0">
                                          <p:val>
                                            <p:strVal val="#ppt_x-#ppt_w*1.125000"/>
                                          </p:val>
                                        </p:tav>
                                        <p:tav tm="100000">
                                          <p:val>
                                            <p:strVal val="#ppt_x"/>
                                          </p:val>
                                        </p:tav>
                                      </p:tavLst>
                                    </p:anim>
                                    <p:animEffect transition="in" filter="wipe(right)">
                                      <p:cBhvr>
                                        <p:cTn id="8"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3.4.3  </a:t>
            </a:r>
            <a:r>
              <a:rPr lang="zh-CN" altLang="zh-CN" dirty="0"/>
              <a:t>虚拟局域网</a:t>
            </a:r>
            <a:endParaRPr lang="zh-CN" altLang="en-US" dirty="0"/>
          </a:p>
        </p:txBody>
      </p:sp>
      <p:grpSp>
        <p:nvGrpSpPr>
          <p:cNvPr id="47" name="组合 46"/>
          <p:cNvGrpSpPr/>
          <p:nvPr/>
        </p:nvGrpSpPr>
        <p:grpSpPr>
          <a:xfrm>
            <a:off x="5365831" y="3128725"/>
            <a:ext cx="3763118" cy="3036579"/>
            <a:chOff x="6386543" y="3072121"/>
            <a:chExt cx="3763118" cy="3036579"/>
          </a:xfrm>
          <a:solidFill>
            <a:schemeClr val="accent5">
              <a:lumMod val="90000"/>
            </a:schemeClr>
          </a:solidFill>
        </p:grpSpPr>
        <p:sp>
          <p:nvSpPr>
            <p:cNvPr id="48" name="椭圆 47"/>
            <p:cNvSpPr/>
            <p:nvPr/>
          </p:nvSpPr>
          <p:spPr>
            <a:xfrm>
              <a:off x="6386543" y="3072121"/>
              <a:ext cx="3763118" cy="3036579"/>
            </a:xfrm>
            <a:prstGeom prst="ellipse">
              <a:avLst/>
            </a:prstGeom>
            <a:grp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49" name="íşlïḍè"/>
            <p:cNvSpPr txBox="1"/>
            <p:nvPr/>
          </p:nvSpPr>
          <p:spPr>
            <a:xfrm>
              <a:off x="6508048" y="3917446"/>
              <a:ext cx="1003909" cy="400111"/>
            </a:xfrm>
            <a:prstGeom prst="rect">
              <a:avLst/>
            </a:prstGeom>
            <a:noFill/>
          </p:spPr>
          <p:txBody>
            <a:bodyPr wrap="square" lIns="91440" tIns="45720" rIns="91440" bIns="45720" anchor="ctr">
              <a:no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2000" b="1" i="0" u="none" strike="noStrike" kern="1200" cap="none" spc="0" normalizeH="0" baseline="0" noProof="0" dirty="0">
                  <a:ln>
                    <a:noFill/>
                  </a:ln>
                  <a:solidFill>
                    <a:srgbClr val="FFFFFF"/>
                  </a:solidFill>
                  <a:effectLst/>
                  <a:uLnTx/>
                  <a:uFillTx/>
                  <a:latin typeface="Arial Narrow" panose="020B0606020202030204" pitchFamily="34" charset="0"/>
                  <a:ea typeface="+mn-ea"/>
                  <a:cs typeface="+mn-cs"/>
                </a:rPr>
                <a:t>广播域</a:t>
              </a:r>
            </a:p>
          </p:txBody>
        </p:sp>
      </p:grpSp>
      <p:grpSp>
        <p:nvGrpSpPr>
          <p:cNvPr id="50" name="组合 49"/>
          <p:cNvGrpSpPr/>
          <p:nvPr/>
        </p:nvGrpSpPr>
        <p:grpSpPr>
          <a:xfrm>
            <a:off x="992560" y="3128725"/>
            <a:ext cx="3763118" cy="3036579"/>
            <a:chOff x="2013272" y="3072121"/>
            <a:chExt cx="3763118" cy="3036579"/>
          </a:xfrm>
        </p:grpSpPr>
        <p:sp>
          <p:nvSpPr>
            <p:cNvPr id="51" name="椭圆 50"/>
            <p:cNvSpPr/>
            <p:nvPr/>
          </p:nvSpPr>
          <p:spPr>
            <a:xfrm>
              <a:off x="2013272" y="3072121"/>
              <a:ext cx="3763118" cy="3036579"/>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52" name="íşlïḍè"/>
            <p:cNvSpPr txBox="1"/>
            <p:nvPr/>
          </p:nvSpPr>
          <p:spPr>
            <a:xfrm>
              <a:off x="4415016" y="3917446"/>
              <a:ext cx="1003909" cy="400111"/>
            </a:xfrm>
            <a:prstGeom prst="rect">
              <a:avLst/>
            </a:prstGeom>
            <a:noFill/>
          </p:spPr>
          <p:txBody>
            <a:bodyPr wrap="square" lIns="91440" tIns="45720" rIns="91440" bIns="45720" anchor="ctr">
              <a:no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2000" b="1" i="0" u="none" strike="noStrike" kern="1200" cap="none" spc="0" normalizeH="0" baseline="0" noProof="0" dirty="0">
                  <a:ln>
                    <a:noFill/>
                  </a:ln>
                  <a:solidFill>
                    <a:srgbClr val="FFFFFF"/>
                  </a:solidFill>
                  <a:effectLst/>
                  <a:uLnTx/>
                  <a:uFillTx/>
                  <a:latin typeface="Arial Narrow" panose="020B0606020202030204" pitchFamily="34" charset="0"/>
                  <a:ea typeface="+mn-ea"/>
                  <a:cs typeface="+mn-cs"/>
                </a:rPr>
                <a:t>广播域</a:t>
              </a:r>
            </a:p>
          </p:txBody>
        </p:sp>
      </p:grpSp>
      <p:grpSp>
        <p:nvGrpSpPr>
          <p:cNvPr id="55" name="组合 54"/>
          <p:cNvGrpSpPr/>
          <p:nvPr/>
        </p:nvGrpSpPr>
        <p:grpSpPr>
          <a:xfrm>
            <a:off x="1616637" y="3191217"/>
            <a:ext cx="6932506" cy="2868342"/>
            <a:chOff x="2637349" y="3134613"/>
            <a:chExt cx="6932506" cy="2868342"/>
          </a:xfrm>
        </p:grpSpPr>
        <p:grpSp>
          <p:nvGrpSpPr>
            <p:cNvPr id="56" name="组合 55"/>
            <p:cNvGrpSpPr/>
            <p:nvPr/>
          </p:nvGrpSpPr>
          <p:grpSpPr>
            <a:xfrm>
              <a:off x="2637349" y="3134613"/>
              <a:ext cx="6932506" cy="2868342"/>
              <a:chOff x="2920220" y="2956997"/>
              <a:chExt cx="6932506" cy="2868342"/>
            </a:xfrm>
          </p:grpSpPr>
          <p:grpSp>
            <p:nvGrpSpPr>
              <p:cNvPr id="59" name="组合 58"/>
              <p:cNvGrpSpPr/>
              <p:nvPr/>
            </p:nvGrpSpPr>
            <p:grpSpPr>
              <a:xfrm>
                <a:off x="2920220" y="2956997"/>
                <a:ext cx="5507099" cy="2868342"/>
                <a:chOff x="7452751" y="2087660"/>
                <a:chExt cx="5507099" cy="2868342"/>
              </a:xfrm>
            </p:grpSpPr>
            <p:cxnSp>
              <p:nvCxnSpPr>
                <p:cNvPr id="68" name="直接连接符 67"/>
                <p:cNvCxnSpPr/>
                <p:nvPr/>
              </p:nvCxnSpPr>
              <p:spPr>
                <a:xfrm>
                  <a:off x="8999956" y="2769514"/>
                  <a:ext cx="0" cy="1934054"/>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nvCxnSpPr>
              <p:spPr>
                <a:xfrm flipH="1">
                  <a:off x="7955196" y="3571909"/>
                  <a:ext cx="5004654"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pic>
              <p:nvPicPr>
                <p:cNvPr id="70" name="图形 10"/>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452751" y="3273559"/>
                  <a:ext cx="662814" cy="641082"/>
                </a:xfrm>
                <a:prstGeom prst="rect">
                  <a:avLst/>
                </a:prstGeom>
              </p:spPr>
            </p:pic>
            <p:pic>
              <p:nvPicPr>
                <p:cNvPr id="71" name="图片 70" descr="图标&#10;&#10;描述已自动生成"/>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763638" y="3201290"/>
                  <a:ext cx="497392" cy="641082"/>
                </a:xfrm>
                <a:prstGeom prst="rect">
                  <a:avLst/>
                </a:prstGeom>
              </p:spPr>
            </p:pic>
            <p:sp>
              <p:nvSpPr>
                <p:cNvPr id="72" name="文本框 71"/>
                <p:cNvSpPr txBox="1"/>
                <p:nvPr/>
              </p:nvSpPr>
              <p:spPr>
                <a:xfrm>
                  <a:off x="8103030" y="3709314"/>
                  <a:ext cx="927633" cy="369332"/>
                </a:xfrm>
                <a:prstGeom prst="rect">
                  <a:avLst/>
                </a:prstGeom>
                <a:no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1800" b="1"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交换机</a:t>
                  </a:r>
                </a:p>
              </p:txBody>
            </p:sp>
            <p:pic>
              <p:nvPicPr>
                <p:cNvPr id="73" name="图形 10"/>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566847" y="4314920"/>
                  <a:ext cx="662814" cy="641082"/>
                </a:xfrm>
                <a:prstGeom prst="rect">
                  <a:avLst/>
                </a:prstGeom>
              </p:spPr>
            </p:pic>
            <p:pic>
              <p:nvPicPr>
                <p:cNvPr id="74" name="图形 10"/>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680927" y="2087660"/>
                  <a:ext cx="662814" cy="641082"/>
                </a:xfrm>
                <a:prstGeom prst="rect">
                  <a:avLst/>
                </a:prstGeom>
              </p:spPr>
            </p:pic>
          </p:grpSp>
          <p:grpSp>
            <p:nvGrpSpPr>
              <p:cNvPr id="60" name="组合 59"/>
              <p:cNvGrpSpPr/>
              <p:nvPr/>
            </p:nvGrpSpPr>
            <p:grpSpPr>
              <a:xfrm>
                <a:off x="7981832" y="2956997"/>
                <a:ext cx="1870894" cy="2868342"/>
                <a:chOff x="8566847" y="2087660"/>
                <a:chExt cx="1870894" cy="2868342"/>
              </a:xfrm>
            </p:grpSpPr>
            <p:cxnSp>
              <p:nvCxnSpPr>
                <p:cNvPr id="61" name="直接连接符 60"/>
                <p:cNvCxnSpPr/>
                <p:nvPr/>
              </p:nvCxnSpPr>
              <p:spPr>
                <a:xfrm>
                  <a:off x="8999956" y="2769514"/>
                  <a:ext cx="0" cy="1934054"/>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62" name="直接连接符 61"/>
                <p:cNvCxnSpPr/>
                <p:nvPr/>
              </p:nvCxnSpPr>
              <p:spPr>
                <a:xfrm flipH="1">
                  <a:off x="8955117" y="3571909"/>
                  <a:ext cx="1057138"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pic>
              <p:nvPicPr>
                <p:cNvPr id="63" name="图形 10"/>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774927" y="3273559"/>
                  <a:ext cx="662814" cy="641082"/>
                </a:xfrm>
                <a:prstGeom prst="rect">
                  <a:avLst/>
                </a:prstGeom>
              </p:spPr>
            </p:pic>
            <p:pic>
              <p:nvPicPr>
                <p:cNvPr id="64" name="图片 63" descr="图标&#10;&#10;描述已自动生成"/>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763638" y="3201290"/>
                  <a:ext cx="497392" cy="641082"/>
                </a:xfrm>
                <a:prstGeom prst="rect">
                  <a:avLst/>
                </a:prstGeom>
              </p:spPr>
            </p:pic>
            <p:sp>
              <p:nvSpPr>
                <p:cNvPr id="65" name="文本框 64"/>
                <p:cNvSpPr txBox="1"/>
                <p:nvPr/>
              </p:nvSpPr>
              <p:spPr>
                <a:xfrm>
                  <a:off x="9017428" y="3709314"/>
                  <a:ext cx="927633" cy="369332"/>
                </a:xfrm>
                <a:prstGeom prst="rect">
                  <a:avLst/>
                </a:prstGeom>
                <a:no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1800" b="1"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交换机</a:t>
                  </a:r>
                </a:p>
              </p:txBody>
            </p:sp>
            <p:pic>
              <p:nvPicPr>
                <p:cNvPr id="66" name="图形 10"/>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566847" y="4314920"/>
                  <a:ext cx="662814" cy="641082"/>
                </a:xfrm>
                <a:prstGeom prst="rect">
                  <a:avLst/>
                </a:prstGeom>
              </p:spPr>
            </p:pic>
            <p:pic>
              <p:nvPicPr>
                <p:cNvPr id="67" name="图形 10"/>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680927" y="2087660"/>
                  <a:ext cx="662814" cy="641082"/>
                </a:xfrm>
                <a:prstGeom prst="rect">
                  <a:avLst/>
                </a:prstGeom>
              </p:spPr>
            </p:pic>
          </p:grpSp>
        </p:grpSp>
        <p:sp>
          <p:nvSpPr>
            <p:cNvPr id="57" name="文本框 56"/>
            <p:cNvSpPr txBox="1"/>
            <p:nvPr/>
          </p:nvSpPr>
          <p:spPr>
            <a:xfrm rot="19135047">
              <a:off x="3234316" y="3752911"/>
              <a:ext cx="631208" cy="523220"/>
            </a:xfrm>
            <a:prstGeom prst="rect">
              <a:avLst/>
            </a:prstGeom>
            <a:no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CN" sz="2800" b="0"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a:t>
              </a:r>
              <a:endParaRPr kumimoji="0" lang="zh-CN" altLang="en-US" sz="2800" b="0"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58" name="文本框 57"/>
            <p:cNvSpPr txBox="1"/>
            <p:nvPr/>
          </p:nvSpPr>
          <p:spPr>
            <a:xfrm rot="19135047">
              <a:off x="8389290" y="5115627"/>
              <a:ext cx="631208" cy="523220"/>
            </a:xfrm>
            <a:prstGeom prst="rect">
              <a:avLst/>
            </a:prstGeom>
            <a:no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CN" sz="2800" b="0"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a:t>
              </a:r>
              <a:endParaRPr kumimoji="0" lang="zh-CN" altLang="en-US" sz="2800" b="0"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endParaRPr>
            </a:p>
          </p:txBody>
        </p:sp>
      </p:grpSp>
      <p:grpSp>
        <p:nvGrpSpPr>
          <p:cNvPr id="75" name="组合 74"/>
          <p:cNvGrpSpPr/>
          <p:nvPr/>
        </p:nvGrpSpPr>
        <p:grpSpPr>
          <a:xfrm>
            <a:off x="4490766" y="4472967"/>
            <a:ext cx="1131314" cy="945510"/>
            <a:chOff x="8618196" y="1526451"/>
            <a:chExt cx="1131314" cy="945510"/>
          </a:xfrm>
        </p:grpSpPr>
        <p:pic>
          <p:nvPicPr>
            <p:cNvPr id="76" name="图形 75"/>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883108" y="1526451"/>
              <a:ext cx="619273" cy="501316"/>
            </a:xfrm>
            <a:prstGeom prst="rect">
              <a:avLst/>
            </a:prstGeom>
          </p:spPr>
        </p:pic>
        <p:sp>
          <p:nvSpPr>
            <p:cNvPr id="77" name="íşlïḍè"/>
            <p:cNvSpPr txBox="1"/>
            <p:nvPr/>
          </p:nvSpPr>
          <p:spPr>
            <a:xfrm>
              <a:off x="8618196" y="2052861"/>
              <a:ext cx="1131314" cy="419100"/>
            </a:xfrm>
            <a:prstGeom prst="rect">
              <a:avLst/>
            </a:prstGeom>
            <a:noFill/>
          </p:spPr>
          <p:txBody>
            <a:bodyPr wrap="square" lIns="91440" tIns="45720" rIns="91440" bIns="45720" anchor="ctr">
              <a:no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2000" b="1"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路由器</a:t>
              </a:r>
              <a:endParaRPr kumimoji="0" lang="en-US" altLang="zh-CN" sz="2000" b="1" i="0" u="none" strike="noStrike" kern="1200" cap="none" spc="0" normalizeH="0" baseline="0" noProof="0" dirty="0">
                <a:ln>
                  <a:noFill/>
                </a:ln>
                <a:solidFill>
                  <a:srgbClr val="000000"/>
                </a:solidFill>
                <a:effectLst/>
                <a:uLnTx/>
                <a:uFillTx/>
                <a:latin typeface="Arial" panose="020B0604020202020204" pitchFamily="34" charset="0"/>
                <a:ea typeface="+mn-ea"/>
                <a:cs typeface="+mn-cs"/>
              </a:endParaRPr>
            </a:p>
          </p:txBody>
        </p:sp>
      </p:grpSp>
      <p:sp>
        <p:nvSpPr>
          <p:cNvPr id="81" name="内容占位符 2"/>
          <p:cNvSpPr>
            <a:spLocks noGrp="1"/>
          </p:cNvSpPr>
          <p:nvPr>
            <p:ph idx="1"/>
          </p:nvPr>
        </p:nvSpPr>
        <p:spPr>
          <a:xfrm>
            <a:off x="495300" y="1196752"/>
            <a:ext cx="9066212" cy="4934173"/>
          </a:xfrm>
        </p:spPr>
        <p:txBody>
          <a:bodyPr/>
          <a:lstStyle/>
          <a:p>
            <a:pPr marL="0" indent="0">
              <a:lnSpc>
                <a:spcPct val="100000"/>
              </a:lnSpc>
              <a:buNone/>
            </a:pPr>
            <a:r>
              <a:rPr lang="zh-CN" altLang="en-US" sz="2800" dirty="0"/>
              <a:t>分割广播域的方法：</a:t>
            </a:r>
            <a:endParaRPr lang="en-US" altLang="zh-CN" sz="2800" dirty="0"/>
          </a:p>
          <a:p>
            <a:pPr>
              <a:lnSpc>
                <a:spcPct val="100000"/>
              </a:lnSpc>
            </a:pPr>
            <a:r>
              <a:rPr lang="zh-CN" altLang="en-US" sz="2800" dirty="0"/>
              <a:t>使用</a:t>
            </a:r>
            <a:r>
              <a:rPr lang="zh-CN" altLang="en-US" sz="2800" dirty="0">
                <a:solidFill>
                  <a:srgbClr val="FF0000"/>
                </a:solidFill>
              </a:rPr>
              <a:t>路由器</a:t>
            </a:r>
            <a:r>
              <a:rPr lang="zh-CN" altLang="en-US" sz="2800" dirty="0"/>
              <a:t>可以隔离广播域。</a:t>
            </a:r>
            <a:r>
              <a:rPr lang="en-US" altLang="zh-CN" sz="2800" dirty="0"/>
              <a:t>(</a:t>
            </a:r>
            <a:r>
              <a:rPr lang="zh-CN" altLang="en-US" sz="2800" dirty="0">
                <a:solidFill>
                  <a:srgbClr val="FF0000"/>
                </a:solidFill>
              </a:rPr>
              <a:t>成本高、不灵活</a:t>
            </a:r>
            <a:r>
              <a:rPr lang="en-US" altLang="zh-CN" sz="2800" dirty="0"/>
              <a:t>)</a:t>
            </a:r>
          </a:p>
          <a:p>
            <a:pPr>
              <a:lnSpc>
                <a:spcPct val="100000"/>
              </a:lnSpc>
            </a:pPr>
            <a:r>
              <a:rPr lang="zh-CN" altLang="en-US" sz="2800" dirty="0">
                <a:solidFill>
                  <a:srgbClr val="FF0000"/>
                </a:solidFill>
              </a:rPr>
              <a:t>虚拟局域网</a:t>
            </a:r>
            <a:r>
              <a:rPr lang="zh-CN" altLang="en-US" sz="2800" dirty="0"/>
              <a:t>技术应运而生。</a:t>
            </a:r>
          </a:p>
          <a:p>
            <a:pPr>
              <a:lnSpc>
                <a:spcPct val="100000"/>
              </a:lnSpc>
            </a:pPr>
            <a:endParaRPr lang="en-US" altLang="zh-CN" sz="2800" dirty="0"/>
          </a:p>
          <a:p>
            <a:pPr>
              <a:lnSpc>
                <a:spcPct val="100000"/>
              </a:lnSpc>
            </a:pPr>
            <a:endParaRPr lang="en-US" altLang="zh-CN" sz="2800" dirty="0"/>
          </a:p>
          <a:p>
            <a:pPr>
              <a:lnSpc>
                <a:spcPct val="100000"/>
              </a:lnSpc>
            </a:pPr>
            <a:endParaRPr lang="zh-CN" altLang="en-US"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50"/>
                                        </p:tgtEl>
                                        <p:attrNameLst>
                                          <p:attrName>style.visibility</p:attrName>
                                        </p:attrNameLst>
                                      </p:cBhvr>
                                      <p:to>
                                        <p:strVal val="visible"/>
                                      </p:to>
                                    </p:set>
                                    <p:anim calcmode="lin" valueType="num">
                                      <p:cBhvr>
                                        <p:cTn id="7" dur="500" fill="hold"/>
                                        <p:tgtEl>
                                          <p:spTgt spid="50"/>
                                        </p:tgtEl>
                                        <p:attrNameLst>
                                          <p:attrName>ppt_w</p:attrName>
                                        </p:attrNameLst>
                                      </p:cBhvr>
                                      <p:tavLst>
                                        <p:tav tm="0">
                                          <p:val>
                                            <p:fltVal val="0"/>
                                          </p:val>
                                        </p:tav>
                                        <p:tav tm="100000">
                                          <p:val>
                                            <p:strVal val="#ppt_w"/>
                                          </p:val>
                                        </p:tav>
                                      </p:tavLst>
                                    </p:anim>
                                    <p:anim calcmode="lin" valueType="num">
                                      <p:cBhvr>
                                        <p:cTn id="8" dur="500" fill="hold"/>
                                        <p:tgtEl>
                                          <p:spTgt spid="50"/>
                                        </p:tgtEl>
                                        <p:attrNameLst>
                                          <p:attrName>ppt_h</p:attrName>
                                        </p:attrNameLst>
                                      </p:cBhvr>
                                      <p:tavLst>
                                        <p:tav tm="0">
                                          <p:val>
                                            <p:fltVal val="0"/>
                                          </p:val>
                                        </p:tav>
                                        <p:tav tm="100000">
                                          <p:val>
                                            <p:strVal val="#ppt_h"/>
                                          </p:val>
                                        </p:tav>
                                      </p:tavLst>
                                    </p:anim>
                                    <p:animEffect transition="in" filter="fade">
                                      <p:cBhvr>
                                        <p:cTn id="9" dur="500"/>
                                        <p:tgtEl>
                                          <p:spTgt spid="50"/>
                                        </p:tgtEl>
                                      </p:cBhvr>
                                    </p:animEffect>
                                  </p:childTnLst>
                                </p:cTn>
                              </p:par>
                              <p:par>
                                <p:cTn id="10" presetID="53" presetClass="entr" presetSubtype="16" fill="hold" nodeType="withEffect">
                                  <p:stCondLst>
                                    <p:cond delay="0"/>
                                  </p:stCondLst>
                                  <p:childTnLst>
                                    <p:set>
                                      <p:cBhvr>
                                        <p:cTn id="11" dur="1" fill="hold">
                                          <p:stCondLst>
                                            <p:cond delay="0"/>
                                          </p:stCondLst>
                                        </p:cTn>
                                        <p:tgtEl>
                                          <p:spTgt spid="47"/>
                                        </p:tgtEl>
                                        <p:attrNameLst>
                                          <p:attrName>style.visibility</p:attrName>
                                        </p:attrNameLst>
                                      </p:cBhvr>
                                      <p:to>
                                        <p:strVal val="visible"/>
                                      </p:to>
                                    </p:set>
                                    <p:anim calcmode="lin" valueType="num">
                                      <p:cBhvr>
                                        <p:cTn id="12" dur="500" fill="hold"/>
                                        <p:tgtEl>
                                          <p:spTgt spid="47"/>
                                        </p:tgtEl>
                                        <p:attrNameLst>
                                          <p:attrName>ppt_w</p:attrName>
                                        </p:attrNameLst>
                                      </p:cBhvr>
                                      <p:tavLst>
                                        <p:tav tm="0">
                                          <p:val>
                                            <p:fltVal val="0"/>
                                          </p:val>
                                        </p:tav>
                                        <p:tav tm="100000">
                                          <p:val>
                                            <p:strVal val="#ppt_w"/>
                                          </p:val>
                                        </p:tav>
                                      </p:tavLst>
                                    </p:anim>
                                    <p:anim calcmode="lin" valueType="num">
                                      <p:cBhvr>
                                        <p:cTn id="13" dur="500" fill="hold"/>
                                        <p:tgtEl>
                                          <p:spTgt spid="47"/>
                                        </p:tgtEl>
                                        <p:attrNameLst>
                                          <p:attrName>ppt_h</p:attrName>
                                        </p:attrNameLst>
                                      </p:cBhvr>
                                      <p:tavLst>
                                        <p:tav tm="0">
                                          <p:val>
                                            <p:fltVal val="0"/>
                                          </p:val>
                                        </p:tav>
                                        <p:tav tm="100000">
                                          <p:val>
                                            <p:strVal val="#ppt_h"/>
                                          </p:val>
                                        </p:tav>
                                      </p:tavLst>
                                    </p:anim>
                                    <p:animEffect transition="in" filter="fade">
                                      <p:cBhvr>
                                        <p:cTn id="14"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3.4.3  </a:t>
            </a:r>
            <a:r>
              <a:rPr lang="zh-CN" altLang="zh-CN" dirty="0"/>
              <a:t>虚拟局域网</a:t>
            </a:r>
            <a:endParaRPr lang="zh-CN" altLang="en-US" dirty="0"/>
          </a:p>
        </p:txBody>
      </p:sp>
      <p:sp>
        <p:nvSpPr>
          <p:cNvPr id="3" name="内容占位符 2"/>
          <p:cNvSpPr>
            <a:spLocks noGrp="1"/>
          </p:cNvSpPr>
          <p:nvPr>
            <p:ph idx="1"/>
          </p:nvPr>
        </p:nvSpPr>
        <p:spPr>
          <a:xfrm>
            <a:off x="495300" y="1196752"/>
            <a:ext cx="8706172" cy="4464495"/>
          </a:xfrm>
        </p:spPr>
        <p:txBody>
          <a:bodyPr/>
          <a:lstStyle/>
          <a:p>
            <a:pPr>
              <a:lnSpc>
                <a:spcPct val="100000"/>
              </a:lnSpc>
            </a:pPr>
            <a:r>
              <a:rPr lang="zh-CN" altLang="zh-CN" sz="2800" dirty="0"/>
              <a:t>利用</a:t>
            </a:r>
            <a:r>
              <a:rPr lang="zh-CN" altLang="zh-CN" sz="2800" dirty="0">
                <a:solidFill>
                  <a:srgbClr val="FF0000"/>
                </a:solidFill>
              </a:rPr>
              <a:t>以太网交换机</a:t>
            </a:r>
            <a:r>
              <a:rPr lang="zh-CN" altLang="zh-CN" sz="2800" dirty="0"/>
              <a:t>可以很方便地实现</a:t>
            </a:r>
            <a:r>
              <a:rPr lang="zh-CN" altLang="zh-CN" sz="2800" dirty="0">
                <a:solidFill>
                  <a:srgbClr val="FF0000"/>
                </a:solidFill>
              </a:rPr>
              <a:t>虚拟局域网</a:t>
            </a:r>
            <a:r>
              <a:rPr lang="en-US" altLang="zh-CN" sz="2800" dirty="0">
                <a:solidFill>
                  <a:srgbClr val="FF0000"/>
                </a:solidFill>
              </a:rPr>
              <a:t> VLAN</a:t>
            </a:r>
            <a:r>
              <a:rPr lang="en-US" altLang="zh-CN" sz="2800" dirty="0"/>
              <a:t> (Virtual LAN)</a:t>
            </a:r>
            <a:r>
              <a:rPr lang="zh-CN" altLang="zh-CN" sz="2800" dirty="0"/>
              <a:t>。</a:t>
            </a:r>
            <a:endParaRPr lang="en-US" altLang="zh-CN" sz="2800" dirty="0"/>
          </a:p>
          <a:p>
            <a:pPr>
              <a:lnSpc>
                <a:spcPct val="100000"/>
              </a:lnSpc>
            </a:pPr>
            <a:r>
              <a:rPr lang="zh-CN" altLang="zh-CN" sz="2800" dirty="0">
                <a:solidFill>
                  <a:srgbClr val="FF0000"/>
                </a:solidFill>
              </a:rPr>
              <a:t>虚拟局域网</a:t>
            </a:r>
            <a:r>
              <a:rPr lang="en-US" altLang="zh-CN" sz="2800" dirty="0">
                <a:solidFill>
                  <a:srgbClr val="FF0000"/>
                </a:solidFill>
              </a:rPr>
              <a:t>VLAN</a:t>
            </a:r>
            <a:r>
              <a:rPr lang="zh-CN" altLang="zh-CN" sz="2800" dirty="0"/>
              <a:t>是由一些局域网网段构成的</a:t>
            </a:r>
            <a:r>
              <a:rPr lang="zh-CN" altLang="zh-CN" sz="2800" dirty="0">
                <a:solidFill>
                  <a:srgbClr val="0000FF"/>
                </a:solidFill>
              </a:rPr>
              <a:t>与物理位置无关的逻辑组，</a:t>
            </a:r>
            <a:r>
              <a:rPr lang="zh-CN" altLang="zh-CN" sz="2800" dirty="0"/>
              <a:t>而这些网段具有某些共同的需求。每一个</a:t>
            </a:r>
            <a:r>
              <a:rPr lang="en-US" altLang="zh-CN" sz="2800" dirty="0"/>
              <a:t> VLAN </a:t>
            </a:r>
            <a:r>
              <a:rPr lang="zh-CN" altLang="zh-CN" sz="2800" dirty="0"/>
              <a:t>的</a:t>
            </a:r>
            <a:r>
              <a:rPr lang="zh-CN" altLang="zh-CN" sz="2800" dirty="0">
                <a:solidFill>
                  <a:srgbClr val="FF0000"/>
                </a:solidFill>
              </a:rPr>
              <a:t>帧</a:t>
            </a:r>
            <a:r>
              <a:rPr lang="zh-CN" altLang="en-US" sz="2800" dirty="0">
                <a:solidFill>
                  <a:srgbClr val="FF0000"/>
                </a:solidFill>
              </a:rPr>
              <a:t>（</a:t>
            </a:r>
            <a:r>
              <a:rPr lang="en-US" altLang="zh-CN" sz="2800" dirty="0">
                <a:solidFill>
                  <a:srgbClr val="FF0000"/>
                </a:solidFill>
              </a:rPr>
              <a:t>IEEE 802.1Q</a:t>
            </a:r>
            <a:r>
              <a:rPr lang="zh-CN" altLang="en-US" sz="2800" dirty="0">
                <a:solidFill>
                  <a:srgbClr val="FF0000"/>
                </a:solidFill>
              </a:rPr>
              <a:t>帧）</a:t>
            </a:r>
            <a:r>
              <a:rPr lang="zh-CN" altLang="zh-CN" sz="2800" dirty="0"/>
              <a:t>都有一个</a:t>
            </a:r>
            <a:r>
              <a:rPr lang="zh-CN" altLang="zh-CN" sz="2800" dirty="0">
                <a:solidFill>
                  <a:srgbClr val="FF0000"/>
                </a:solidFill>
              </a:rPr>
              <a:t>明确的标识符</a:t>
            </a:r>
            <a:r>
              <a:rPr lang="zh-CN" altLang="zh-CN" sz="2800" dirty="0"/>
              <a:t>，指明发送这个帧的计算机是属于哪一个</a:t>
            </a:r>
            <a:r>
              <a:rPr lang="en-US" altLang="zh-CN" sz="2800" dirty="0"/>
              <a:t> VLAN</a:t>
            </a:r>
            <a:r>
              <a:rPr lang="zh-CN" altLang="zh-CN" sz="2800" dirty="0"/>
              <a:t>。</a:t>
            </a:r>
          </a:p>
          <a:p>
            <a:pPr>
              <a:lnSpc>
                <a:spcPct val="100000"/>
              </a:lnSpc>
            </a:pPr>
            <a:r>
              <a:rPr lang="zh-CN" altLang="zh-CN" sz="2800" dirty="0"/>
              <a:t>虚拟局域网其实只是局域网给用户提供的</a:t>
            </a:r>
            <a:r>
              <a:rPr lang="zh-CN" altLang="zh-CN" sz="2800" dirty="0">
                <a:solidFill>
                  <a:srgbClr val="FF0000"/>
                </a:solidFill>
              </a:rPr>
              <a:t>一种服务</a:t>
            </a:r>
            <a:r>
              <a:rPr lang="zh-CN" altLang="zh-CN" sz="2800" dirty="0"/>
              <a:t>，而</a:t>
            </a:r>
            <a:r>
              <a:rPr lang="zh-CN" altLang="zh-CN" sz="2800" dirty="0">
                <a:solidFill>
                  <a:srgbClr val="FF0000"/>
                </a:solidFill>
              </a:rPr>
              <a:t>并不是一种新型局域网</a:t>
            </a:r>
            <a:r>
              <a:rPr lang="zh-CN" altLang="zh-CN" sz="2800" dirty="0"/>
              <a:t>。</a:t>
            </a:r>
            <a:endParaRPr lang="en-US" altLang="zh-CN" sz="2800" dirty="0"/>
          </a:p>
          <a:p>
            <a:pPr>
              <a:lnSpc>
                <a:spcPct val="100000"/>
              </a:lnSpc>
            </a:pPr>
            <a:endParaRPr lang="zh-CN" altLang="en-US" sz="28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3.4.3  </a:t>
            </a:r>
            <a:r>
              <a:rPr lang="zh-CN" altLang="zh-CN" dirty="0"/>
              <a:t>虚拟局域网</a:t>
            </a:r>
            <a:endParaRPr lang="zh-CN" altLang="en-US" dirty="0"/>
          </a:p>
        </p:txBody>
      </p:sp>
      <p:grpSp>
        <p:nvGrpSpPr>
          <p:cNvPr id="5" name="组合 4"/>
          <p:cNvGrpSpPr/>
          <p:nvPr/>
        </p:nvGrpSpPr>
        <p:grpSpPr>
          <a:xfrm>
            <a:off x="1150876" y="1532406"/>
            <a:ext cx="8055402" cy="1796930"/>
            <a:chOff x="3396134" y="1516765"/>
            <a:chExt cx="8055402" cy="1796930"/>
          </a:xfrm>
        </p:grpSpPr>
        <p:sp>
          <p:nvSpPr>
            <p:cNvPr id="6" name="文本框 5"/>
            <p:cNvSpPr txBox="1"/>
            <p:nvPr/>
          </p:nvSpPr>
          <p:spPr>
            <a:xfrm>
              <a:off x="5535317" y="1516765"/>
              <a:ext cx="2917329" cy="646331"/>
            </a:xfrm>
            <a:prstGeom prst="rect">
              <a:avLst/>
            </a:prstGeom>
            <a:no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1800" b="1"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以太网</a:t>
              </a:r>
              <a:r>
                <a:rPr kumimoji="0" lang="en-US" altLang="zh-CN" sz="1800" b="1"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V2</a:t>
              </a:r>
              <a:r>
                <a:rPr kumimoji="0" lang="zh-CN" altLang="en-US" sz="1800" b="1"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的</a:t>
              </a:r>
              <a:r>
                <a:rPr kumimoji="0" lang="en-US" altLang="zh-CN" sz="1800" b="1"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MAC</a:t>
              </a:r>
              <a:r>
                <a:rPr kumimoji="0" lang="zh-CN" altLang="en-US" sz="1800" b="1"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帧</a:t>
              </a:r>
              <a:endParaRPr kumimoji="0" lang="en-US" altLang="zh-CN" sz="1800" b="1" i="0" u="none" strike="noStrike" kern="1200" cap="none" spc="0" normalizeH="0" baseline="0" noProof="0" dirty="0">
                <a:ln>
                  <a:noFill/>
                </a:ln>
                <a:solidFill>
                  <a:srgbClr val="000000"/>
                </a:solidFill>
                <a:effectLst/>
                <a:uLnTx/>
                <a:uFillTx/>
                <a:latin typeface="Arial" panose="020B0604020202020204" pitchFamily="34" charset="0"/>
                <a:ea typeface="+mn-ea"/>
                <a:cs typeface="+mn-cs"/>
              </a:endParaRP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1800" b="1"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（最大长度为</a:t>
              </a:r>
              <a:r>
                <a:rPr kumimoji="0" lang="en-US" altLang="zh-CN" sz="1800" b="1"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1518</a:t>
              </a:r>
              <a:r>
                <a:rPr kumimoji="0" lang="zh-CN" altLang="en-US" sz="1800" b="1"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字节）</a:t>
              </a:r>
            </a:p>
          </p:txBody>
        </p:sp>
        <p:grpSp>
          <p:nvGrpSpPr>
            <p:cNvPr id="7" name="组合 6"/>
            <p:cNvGrpSpPr/>
            <p:nvPr/>
          </p:nvGrpSpPr>
          <p:grpSpPr>
            <a:xfrm>
              <a:off x="3396134" y="2438125"/>
              <a:ext cx="8055402" cy="875570"/>
              <a:chOff x="3396134" y="2438125"/>
              <a:chExt cx="8055402" cy="875570"/>
            </a:xfrm>
          </p:grpSpPr>
          <p:sp>
            <p:nvSpPr>
              <p:cNvPr id="8" name="矩形 7"/>
              <p:cNvSpPr/>
              <p:nvPr/>
            </p:nvSpPr>
            <p:spPr>
              <a:xfrm>
                <a:off x="3396134" y="2872697"/>
                <a:ext cx="1229498" cy="44099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1800" b="1" i="0" u="none" strike="noStrike" kern="1200" cap="none" spc="0" normalizeH="0" baseline="0" noProof="0" dirty="0">
                    <a:ln>
                      <a:noFill/>
                    </a:ln>
                    <a:solidFill>
                      <a:srgbClr val="000000"/>
                    </a:solidFill>
                    <a:effectLst/>
                    <a:uLnTx/>
                    <a:uFillTx/>
                    <a:latin typeface="Arial"/>
                    <a:ea typeface="+mn-ea"/>
                    <a:cs typeface="+mn-cs"/>
                  </a:rPr>
                  <a:t>目的地址</a:t>
                </a:r>
              </a:p>
            </p:txBody>
          </p:sp>
          <p:sp>
            <p:nvSpPr>
              <p:cNvPr id="9" name="矩形 8"/>
              <p:cNvSpPr/>
              <p:nvPr/>
            </p:nvSpPr>
            <p:spPr>
              <a:xfrm>
                <a:off x="4625632" y="2872697"/>
                <a:ext cx="1229498" cy="44099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1800" b="1" i="0" u="none" strike="noStrike" kern="1200" cap="none" spc="0" normalizeH="0" baseline="0" noProof="0" dirty="0">
                    <a:ln>
                      <a:noFill/>
                    </a:ln>
                    <a:solidFill>
                      <a:srgbClr val="000000"/>
                    </a:solidFill>
                    <a:effectLst/>
                    <a:uLnTx/>
                    <a:uFillTx/>
                    <a:latin typeface="Arial"/>
                    <a:ea typeface="+mn-ea"/>
                    <a:cs typeface="+mn-cs"/>
                  </a:rPr>
                  <a:t>源地址</a:t>
                </a:r>
              </a:p>
            </p:txBody>
          </p:sp>
          <p:sp>
            <p:nvSpPr>
              <p:cNvPr id="10" name="矩形 9"/>
              <p:cNvSpPr/>
              <p:nvPr/>
            </p:nvSpPr>
            <p:spPr>
              <a:xfrm>
                <a:off x="5855130" y="2872697"/>
                <a:ext cx="679934" cy="44099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1800" b="1" i="0" u="none" strike="noStrike" kern="1200" cap="none" spc="0" normalizeH="0" baseline="0" noProof="0" dirty="0">
                    <a:ln>
                      <a:noFill/>
                    </a:ln>
                    <a:solidFill>
                      <a:srgbClr val="000000"/>
                    </a:solidFill>
                    <a:effectLst/>
                    <a:uLnTx/>
                    <a:uFillTx/>
                    <a:latin typeface="Arial"/>
                    <a:ea typeface="+mn-ea"/>
                    <a:cs typeface="+mn-cs"/>
                  </a:rPr>
                  <a:t>类型</a:t>
                </a:r>
              </a:p>
            </p:txBody>
          </p:sp>
          <p:sp>
            <p:nvSpPr>
              <p:cNvPr id="11" name="矩形 10"/>
              <p:cNvSpPr/>
              <p:nvPr/>
            </p:nvSpPr>
            <p:spPr>
              <a:xfrm>
                <a:off x="9715928" y="2872697"/>
                <a:ext cx="890246" cy="44099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CN" sz="1800" b="1" i="0" u="none" strike="noStrike" kern="1200" cap="none" spc="0" normalizeH="0" baseline="0" noProof="0" dirty="0">
                    <a:ln>
                      <a:noFill/>
                    </a:ln>
                    <a:solidFill>
                      <a:srgbClr val="000000"/>
                    </a:solidFill>
                    <a:effectLst/>
                    <a:uLnTx/>
                    <a:uFillTx/>
                    <a:latin typeface="Arial"/>
                    <a:ea typeface="+mn-ea"/>
                    <a:cs typeface="+mn-cs"/>
                  </a:rPr>
                  <a:t>FCS</a:t>
                </a:r>
                <a:endParaRPr kumimoji="0" lang="zh-CN" altLang="en-US" sz="1800" b="1" i="0" u="none" strike="noStrike" kern="1200" cap="none" spc="0" normalizeH="0" baseline="0" noProof="0" dirty="0">
                  <a:ln>
                    <a:noFill/>
                  </a:ln>
                  <a:solidFill>
                    <a:srgbClr val="000000"/>
                  </a:solidFill>
                  <a:effectLst/>
                  <a:uLnTx/>
                  <a:uFillTx/>
                  <a:latin typeface="Arial"/>
                  <a:ea typeface="+mn-ea"/>
                  <a:cs typeface="+mn-cs"/>
                </a:endParaRPr>
              </a:p>
            </p:txBody>
          </p:sp>
          <p:sp>
            <p:nvSpPr>
              <p:cNvPr id="12" name="矩形 11"/>
              <p:cNvSpPr/>
              <p:nvPr/>
            </p:nvSpPr>
            <p:spPr>
              <a:xfrm>
                <a:off x="6535064" y="2872697"/>
                <a:ext cx="3180864" cy="44099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1800" b="1" i="0" u="none" strike="noStrike" kern="1200" cap="none" spc="0" normalizeH="0" baseline="0" noProof="0" dirty="0">
                    <a:ln>
                      <a:noFill/>
                    </a:ln>
                    <a:solidFill>
                      <a:srgbClr val="000000"/>
                    </a:solidFill>
                    <a:effectLst/>
                    <a:uLnTx/>
                    <a:uFillTx/>
                    <a:latin typeface="Arial"/>
                    <a:ea typeface="+mn-ea"/>
                    <a:cs typeface="+mn-cs"/>
                  </a:rPr>
                  <a:t>数据</a:t>
                </a:r>
              </a:p>
            </p:txBody>
          </p:sp>
          <p:cxnSp>
            <p:nvCxnSpPr>
              <p:cNvPr id="13" name="直接连接符 12"/>
              <p:cNvCxnSpPr/>
              <p:nvPr/>
            </p:nvCxnSpPr>
            <p:spPr>
              <a:xfrm>
                <a:off x="4625632" y="2450544"/>
                <a:ext cx="0" cy="42487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5855800" y="2450544"/>
                <a:ext cx="0" cy="42487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6535064" y="2450544"/>
                <a:ext cx="0" cy="42487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9715928" y="2450544"/>
                <a:ext cx="0" cy="42487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p:nvPr/>
            </p:nvCxnSpPr>
            <p:spPr>
              <a:xfrm>
                <a:off x="3396134" y="2662980"/>
                <a:ext cx="1229498" cy="0"/>
              </a:xfrm>
              <a:prstGeom prst="straightConnector1">
                <a:avLst/>
              </a:prstGeom>
              <a:ln w="127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p:nvPr/>
            </p:nvCxnSpPr>
            <p:spPr>
              <a:xfrm>
                <a:off x="4625632" y="2662980"/>
                <a:ext cx="1229498" cy="0"/>
              </a:xfrm>
              <a:prstGeom prst="straightConnector1">
                <a:avLst/>
              </a:prstGeom>
              <a:ln w="127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p:nvPr/>
            </p:nvCxnSpPr>
            <p:spPr>
              <a:xfrm>
                <a:off x="5855130" y="2662980"/>
                <a:ext cx="679934" cy="0"/>
              </a:xfrm>
              <a:prstGeom prst="straightConnector1">
                <a:avLst/>
              </a:prstGeom>
              <a:ln w="127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p:cNvCxnSpPr/>
              <p:nvPr/>
            </p:nvCxnSpPr>
            <p:spPr>
              <a:xfrm>
                <a:off x="6535064" y="2662980"/>
                <a:ext cx="3180864" cy="0"/>
              </a:xfrm>
              <a:prstGeom prst="straightConnector1">
                <a:avLst/>
              </a:prstGeom>
              <a:ln w="127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p:cNvCxnSpPr/>
              <p:nvPr/>
            </p:nvCxnSpPr>
            <p:spPr>
              <a:xfrm>
                <a:off x="9715928" y="2662980"/>
                <a:ext cx="890246" cy="0"/>
              </a:xfrm>
              <a:prstGeom prst="straightConnector1">
                <a:avLst/>
              </a:prstGeom>
              <a:ln w="127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2" name="文本框 21"/>
              <p:cNvSpPr txBox="1"/>
              <p:nvPr/>
            </p:nvSpPr>
            <p:spPr>
              <a:xfrm>
                <a:off x="10676344" y="2465895"/>
                <a:ext cx="775192" cy="369332"/>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1800" b="1"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字节</a:t>
                </a:r>
              </a:p>
            </p:txBody>
          </p:sp>
          <p:sp>
            <p:nvSpPr>
              <p:cNvPr id="23" name="文本框 22"/>
              <p:cNvSpPr txBox="1"/>
              <p:nvPr/>
            </p:nvSpPr>
            <p:spPr>
              <a:xfrm>
                <a:off x="3889665" y="2478314"/>
                <a:ext cx="226720" cy="369332"/>
              </a:xfrm>
              <a:prstGeom prst="rect">
                <a:avLst/>
              </a:prstGeom>
              <a:solidFill>
                <a:schemeClr val="bg1"/>
              </a:solid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CN" sz="1800" b="1"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6</a:t>
                </a:r>
                <a:endParaRPr kumimoji="0" lang="zh-CN" altLang="en-US" sz="1800" b="1" i="0" u="none" strike="noStrike" kern="1200" cap="none" spc="0" normalizeH="0" baseline="0" noProof="0" dirty="0">
                  <a:ln>
                    <a:noFill/>
                  </a:ln>
                  <a:solidFill>
                    <a:srgbClr val="000000"/>
                  </a:solidFill>
                  <a:effectLst/>
                  <a:uLnTx/>
                  <a:uFillTx/>
                  <a:latin typeface="Arial" panose="020B0604020202020204" pitchFamily="34" charset="0"/>
                  <a:ea typeface="+mn-ea"/>
                  <a:cs typeface="+mn-cs"/>
                </a:endParaRPr>
              </a:p>
            </p:txBody>
          </p:sp>
          <p:sp>
            <p:nvSpPr>
              <p:cNvPr id="24" name="文本框 23"/>
              <p:cNvSpPr txBox="1"/>
              <p:nvPr/>
            </p:nvSpPr>
            <p:spPr>
              <a:xfrm>
                <a:off x="5119162" y="2478314"/>
                <a:ext cx="226720" cy="369332"/>
              </a:xfrm>
              <a:prstGeom prst="rect">
                <a:avLst/>
              </a:prstGeom>
              <a:solidFill>
                <a:schemeClr val="bg1"/>
              </a:solid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CN" sz="1800" b="1"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6</a:t>
                </a:r>
                <a:endParaRPr kumimoji="0" lang="zh-CN" altLang="en-US" sz="1800" b="1" i="0" u="none" strike="noStrike" kern="1200" cap="none" spc="0" normalizeH="0" baseline="0" noProof="0" dirty="0">
                  <a:ln>
                    <a:noFill/>
                  </a:ln>
                  <a:solidFill>
                    <a:srgbClr val="000000"/>
                  </a:solidFill>
                  <a:effectLst/>
                  <a:uLnTx/>
                  <a:uFillTx/>
                  <a:latin typeface="Arial" panose="020B0604020202020204" pitchFamily="34" charset="0"/>
                  <a:ea typeface="+mn-ea"/>
                  <a:cs typeface="+mn-cs"/>
                </a:endParaRPr>
              </a:p>
            </p:txBody>
          </p:sp>
          <p:sp>
            <p:nvSpPr>
              <p:cNvPr id="25" name="文本框 24"/>
              <p:cNvSpPr txBox="1"/>
              <p:nvPr/>
            </p:nvSpPr>
            <p:spPr>
              <a:xfrm>
                <a:off x="6090200" y="2478314"/>
                <a:ext cx="226720" cy="369332"/>
              </a:xfrm>
              <a:prstGeom prst="rect">
                <a:avLst/>
              </a:prstGeom>
              <a:solidFill>
                <a:schemeClr val="bg1"/>
              </a:solid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CN" sz="1800" b="1"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2</a:t>
                </a:r>
                <a:endParaRPr kumimoji="0" lang="zh-CN" altLang="en-US" sz="1800" b="1" i="0" u="none" strike="noStrike" kern="1200" cap="none" spc="0" normalizeH="0" baseline="0" noProof="0" dirty="0">
                  <a:ln>
                    <a:noFill/>
                  </a:ln>
                  <a:solidFill>
                    <a:srgbClr val="000000"/>
                  </a:solidFill>
                  <a:effectLst/>
                  <a:uLnTx/>
                  <a:uFillTx/>
                  <a:latin typeface="Arial" panose="020B0604020202020204" pitchFamily="34" charset="0"/>
                  <a:ea typeface="+mn-ea"/>
                  <a:cs typeface="+mn-cs"/>
                </a:endParaRPr>
              </a:p>
            </p:txBody>
          </p:sp>
          <p:sp>
            <p:nvSpPr>
              <p:cNvPr id="26" name="文本框 25"/>
              <p:cNvSpPr txBox="1"/>
              <p:nvPr/>
            </p:nvSpPr>
            <p:spPr>
              <a:xfrm>
                <a:off x="7536384" y="2478314"/>
                <a:ext cx="1178223" cy="369332"/>
              </a:xfrm>
              <a:prstGeom prst="rect">
                <a:avLst/>
              </a:prstGeom>
              <a:solidFill>
                <a:schemeClr val="bg1"/>
              </a:solid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CN" sz="1800" b="1"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46</a:t>
                </a:r>
                <a:r>
                  <a:rPr kumimoji="0" lang="zh-CN" altLang="en-US" sz="1800" b="1"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a:t>
                </a:r>
                <a:r>
                  <a:rPr kumimoji="0" lang="en-US" altLang="zh-CN" sz="1800" b="1"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1500</a:t>
                </a:r>
                <a:endParaRPr kumimoji="0" lang="zh-CN" altLang="en-US" sz="1800" b="1" i="0" u="none" strike="noStrike" kern="1200" cap="none" spc="0" normalizeH="0" baseline="0" noProof="0" dirty="0">
                  <a:ln>
                    <a:noFill/>
                  </a:ln>
                  <a:solidFill>
                    <a:srgbClr val="000000"/>
                  </a:solidFill>
                  <a:effectLst/>
                  <a:uLnTx/>
                  <a:uFillTx/>
                  <a:latin typeface="Arial" panose="020B0604020202020204" pitchFamily="34" charset="0"/>
                  <a:ea typeface="+mn-ea"/>
                  <a:cs typeface="+mn-cs"/>
                </a:endParaRPr>
              </a:p>
            </p:txBody>
          </p:sp>
          <p:sp>
            <p:nvSpPr>
              <p:cNvPr id="27" name="文本框 26"/>
              <p:cNvSpPr txBox="1"/>
              <p:nvPr/>
            </p:nvSpPr>
            <p:spPr>
              <a:xfrm>
                <a:off x="10047691" y="2478314"/>
                <a:ext cx="226720" cy="369332"/>
              </a:xfrm>
              <a:prstGeom prst="rect">
                <a:avLst/>
              </a:prstGeom>
              <a:solidFill>
                <a:schemeClr val="bg1"/>
              </a:solid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CN" sz="1800" b="1"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4</a:t>
                </a:r>
                <a:endParaRPr kumimoji="0" lang="zh-CN" altLang="en-US" sz="1800" b="1" i="0" u="none" strike="noStrike" kern="1200" cap="none" spc="0" normalizeH="0" baseline="0" noProof="0" dirty="0">
                  <a:ln>
                    <a:noFill/>
                  </a:ln>
                  <a:solidFill>
                    <a:srgbClr val="000000"/>
                  </a:solidFill>
                  <a:effectLst/>
                  <a:uLnTx/>
                  <a:uFillTx/>
                  <a:latin typeface="Arial" panose="020B0604020202020204" pitchFamily="34" charset="0"/>
                  <a:ea typeface="+mn-ea"/>
                  <a:cs typeface="+mn-cs"/>
                </a:endParaRPr>
              </a:p>
            </p:txBody>
          </p:sp>
          <p:cxnSp>
            <p:nvCxnSpPr>
              <p:cNvPr id="28" name="直接连接符 27"/>
              <p:cNvCxnSpPr/>
              <p:nvPr/>
            </p:nvCxnSpPr>
            <p:spPr>
              <a:xfrm>
                <a:off x="3399593" y="2438125"/>
                <a:ext cx="0" cy="42487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a:off x="10606174" y="2438125"/>
                <a:ext cx="0" cy="42487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30" name="组合 29"/>
          <p:cNvGrpSpPr/>
          <p:nvPr/>
        </p:nvGrpSpPr>
        <p:grpSpPr>
          <a:xfrm>
            <a:off x="609557" y="4515892"/>
            <a:ext cx="9095971" cy="1674959"/>
            <a:chOff x="2854815" y="4500251"/>
            <a:chExt cx="9095971" cy="1674959"/>
          </a:xfrm>
        </p:grpSpPr>
        <p:sp>
          <p:nvSpPr>
            <p:cNvPr id="31" name="矩形 30"/>
            <p:cNvSpPr/>
            <p:nvPr/>
          </p:nvSpPr>
          <p:spPr>
            <a:xfrm>
              <a:off x="5315379" y="4500251"/>
              <a:ext cx="1161617" cy="440998"/>
            </a:xfrm>
            <a:prstGeom prst="rect">
              <a:avLst/>
            </a:prstGeom>
            <a:solidFill>
              <a:schemeClr val="accent1">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CN" sz="1600" b="1" i="0" u="none" strike="noStrike" kern="1200" cap="none" spc="0" normalizeH="0" baseline="0" noProof="0" dirty="0">
                  <a:ln>
                    <a:noFill/>
                  </a:ln>
                  <a:solidFill>
                    <a:srgbClr val="FFFFFF"/>
                  </a:solidFill>
                  <a:effectLst/>
                  <a:uLnTx/>
                  <a:uFillTx/>
                  <a:latin typeface="Arial"/>
                  <a:ea typeface="+mn-ea"/>
                  <a:cs typeface="+mn-cs"/>
                </a:rPr>
                <a:t>VLAN</a:t>
              </a:r>
              <a:r>
                <a:rPr kumimoji="0" lang="zh-CN" altLang="en-US" sz="1600" b="1" i="0" u="none" strike="noStrike" kern="1200" cap="none" spc="0" normalizeH="0" baseline="0" noProof="0" dirty="0">
                  <a:ln>
                    <a:noFill/>
                  </a:ln>
                  <a:solidFill>
                    <a:srgbClr val="FFFFFF"/>
                  </a:solidFill>
                  <a:effectLst/>
                  <a:uLnTx/>
                  <a:uFillTx/>
                  <a:latin typeface="Arial"/>
                  <a:ea typeface="+mn-ea"/>
                  <a:cs typeface="+mn-cs"/>
                </a:rPr>
                <a:t>标签</a:t>
              </a:r>
            </a:p>
          </p:txBody>
        </p:sp>
        <p:sp>
          <p:nvSpPr>
            <p:cNvPr id="32" name="矩形 31"/>
            <p:cNvSpPr/>
            <p:nvPr/>
          </p:nvSpPr>
          <p:spPr>
            <a:xfrm>
              <a:off x="2856384" y="4500251"/>
              <a:ext cx="1229498" cy="44099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1800" b="1" i="0" u="none" strike="noStrike" kern="1200" cap="none" spc="0" normalizeH="0" baseline="0" noProof="0" dirty="0">
                  <a:ln>
                    <a:noFill/>
                  </a:ln>
                  <a:solidFill>
                    <a:srgbClr val="000000"/>
                  </a:solidFill>
                  <a:effectLst/>
                  <a:uLnTx/>
                  <a:uFillTx/>
                  <a:latin typeface="Arial"/>
                  <a:ea typeface="+mn-ea"/>
                  <a:cs typeface="+mn-cs"/>
                </a:rPr>
                <a:t>目的地址</a:t>
              </a:r>
            </a:p>
          </p:txBody>
        </p:sp>
        <p:sp>
          <p:nvSpPr>
            <p:cNvPr id="33" name="矩形 32"/>
            <p:cNvSpPr/>
            <p:nvPr/>
          </p:nvSpPr>
          <p:spPr>
            <a:xfrm>
              <a:off x="4085882" y="4500251"/>
              <a:ext cx="1229498" cy="44099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1800" b="1" i="0" u="none" strike="noStrike" kern="1200" cap="none" spc="0" normalizeH="0" baseline="0" noProof="0" dirty="0">
                  <a:ln>
                    <a:noFill/>
                  </a:ln>
                  <a:solidFill>
                    <a:srgbClr val="000000"/>
                  </a:solidFill>
                  <a:effectLst/>
                  <a:uLnTx/>
                  <a:uFillTx/>
                  <a:latin typeface="Arial"/>
                  <a:ea typeface="+mn-ea"/>
                  <a:cs typeface="+mn-cs"/>
                </a:rPr>
                <a:t>源地址</a:t>
              </a:r>
            </a:p>
          </p:txBody>
        </p:sp>
        <p:sp>
          <p:nvSpPr>
            <p:cNvPr id="34" name="矩形 33"/>
            <p:cNvSpPr/>
            <p:nvPr/>
          </p:nvSpPr>
          <p:spPr>
            <a:xfrm>
              <a:off x="6477430" y="4500251"/>
              <a:ext cx="679934" cy="44099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1800" b="1" i="0" u="none" strike="noStrike" kern="1200" cap="none" spc="0" normalizeH="0" baseline="0" noProof="0" dirty="0">
                  <a:ln>
                    <a:noFill/>
                  </a:ln>
                  <a:solidFill>
                    <a:srgbClr val="000000"/>
                  </a:solidFill>
                  <a:effectLst/>
                  <a:uLnTx/>
                  <a:uFillTx/>
                  <a:latin typeface="Arial"/>
                  <a:ea typeface="+mn-ea"/>
                  <a:cs typeface="+mn-cs"/>
                </a:rPr>
                <a:t>类型</a:t>
              </a:r>
            </a:p>
          </p:txBody>
        </p:sp>
        <p:sp>
          <p:nvSpPr>
            <p:cNvPr id="35" name="矩形 34"/>
            <p:cNvSpPr/>
            <p:nvPr/>
          </p:nvSpPr>
          <p:spPr>
            <a:xfrm>
              <a:off x="10338228" y="4500251"/>
              <a:ext cx="890246" cy="44099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CN" sz="1800" b="1" i="0" u="none" strike="noStrike" kern="1200" cap="none" spc="0" normalizeH="0" baseline="0" noProof="0" dirty="0">
                  <a:ln>
                    <a:noFill/>
                  </a:ln>
                  <a:solidFill>
                    <a:srgbClr val="000000"/>
                  </a:solidFill>
                  <a:effectLst/>
                  <a:uLnTx/>
                  <a:uFillTx/>
                  <a:latin typeface="Arial"/>
                  <a:ea typeface="+mn-ea"/>
                  <a:cs typeface="+mn-cs"/>
                </a:rPr>
                <a:t>FCS</a:t>
              </a:r>
              <a:endParaRPr kumimoji="0" lang="zh-CN" altLang="en-US" sz="1800" b="1" i="0" u="none" strike="noStrike" kern="1200" cap="none" spc="0" normalizeH="0" baseline="0" noProof="0" dirty="0">
                <a:ln>
                  <a:noFill/>
                </a:ln>
                <a:solidFill>
                  <a:srgbClr val="000000"/>
                </a:solidFill>
                <a:effectLst/>
                <a:uLnTx/>
                <a:uFillTx/>
                <a:latin typeface="Arial"/>
                <a:ea typeface="+mn-ea"/>
                <a:cs typeface="+mn-cs"/>
              </a:endParaRPr>
            </a:p>
          </p:txBody>
        </p:sp>
        <p:sp>
          <p:nvSpPr>
            <p:cNvPr id="36" name="矩形 35"/>
            <p:cNvSpPr/>
            <p:nvPr/>
          </p:nvSpPr>
          <p:spPr>
            <a:xfrm>
              <a:off x="7157364" y="4500251"/>
              <a:ext cx="3180864" cy="44099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1800" b="1" i="0" u="none" strike="noStrike" kern="1200" cap="none" spc="0" normalizeH="0" baseline="0" noProof="0" dirty="0">
                  <a:ln>
                    <a:noFill/>
                  </a:ln>
                  <a:solidFill>
                    <a:srgbClr val="000000"/>
                  </a:solidFill>
                  <a:effectLst/>
                  <a:uLnTx/>
                  <a:uFillTx/>
                  <a:latin typeface="Arial"/>
                  <a:ea typeface="+mn-ea"/>
                  <a:cs typeface="+mn-cs"/>
                </a:rPr>
                <a:t>数据</a:t>
              </a:r>
            </a:p>
          </p:txBody>
        </p:sp>
        <p:cxnSp>
          <p:nvCxnSpPr>
            <p:cNvPr id="37" name="直接连接符 36"/>
            <p:cNvCxnSpPr/>
            <p:nvPr/>
          </p:nvCxnSpPr>
          <p:spPr>
            <a:xfrm>
              <a:off x="5312586" y="4897705"/>
              <a:ext cx="0" cy="42487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a:off x="7158881" y="4887048"/>
              <a:ext cx="0" cy="42487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a:off x="10337428" y="4921841"/>
              <a:ext cx="0" cy="42487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直接箭头连接符 39"/>
            <p:cNvCxnSpPr/>
            <p:nvPr/>
          </p:nvCxnSpPr>
          <p:spPr>
            <a:xfrm>
              <a:off x="6468335" y="5171858"/>
              <a:ext cx="689198" cy="0"/>
            </a:xfrm>
            <a:prstGeom prst="straightConnector1">
              <a:avLst/>
            </a:prstGeom>
            <a:ln w="127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1" name="文本框 40"/>
            <p:cNvSpPr txBox="1"/>
            <p:nvPr/>
          </p:nvSpPr>
          <p:spPr>
            <a:xfrm>
              <a:off x="6679109" y="4974881"/>
              <a:ext cx="226720" cy="369332"/>
            </a:xfrm>
            <a:prstGeom prst="rect">
              <a:avLst/>
            </a:prstGeom>
            <a:solidFill>
              <a:schemeClr val="bg1"/>
            </a:solid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CN" sz="1800" b="1"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2</a:t>
              </a:r>
              <a:endParaRPr kumimoji="0" lang="zh-CN" altLang="en-US" sz="1800" b="1" i="0" u="none" strike="noStrike" kern="1200" cap="none" spc="0" normalizeH="0" baseline="0" noProof="0" dirty="0">
                <a:ln>
                  <a:noFill/>
                </a:ln>
                <a:solidFill>
                  <a:srgbClr val="000000"/>
                </a:solidFill>
                <a:effectLst/>
                <a:uLnTx/>
                <a:uFillTx/>
                <a:latin typeface="Arial" panose="020B0604020202020204" pitchFamily="34" charset="0"/>
                <a:ea typeface="+mn-ea"/>
                <a:cs typeface="+mn-cs"/>
              </a:endParaRPr>
            </a:p>
          </p:txBody>
        </p:sp>
        <p:cxnSp>
          <p:nvCxnSpPr>
            <p:cNvPr id="42" name="直接箭头连接符 41"/>
            <p:cNvCxnSpPr/>
            <p:nvPr/>
          </p:nvCxnSpPr>
          <p:spPr>
            <a:xfrm>
              <a:off x="7164059" y="5171858"/>
              <a:ext cx="3180864" cy="0"/>
            </a:xfrm>
            <a:prstGeom prst="straightConnector1">
              <a:avLst/>
            </a:prstGeom>
            <a:ln w="127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 name="文本框 42"/>
            <p:cNvSpPr txBox="1"/>
            <p:nvPr/>
          </p:nvSpPr>
          <p:spPr>
            <a:xfrm>
              <a:off x="8158684" y="4980255"/>
              <a:ext cx="1178223" cy="369332"/>
            </a:xfrm>
            <a:prstGeom prst="rect">
              <a:avLst/>
            </a:prstGeom>
            <a:solidFill>
              <a:schemeClr val="bg1"/>
            </a:solid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CN" sz="1800" b="1"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46</a:t>
              </a:r>
              <a:r>
                <a:rPr kumimoji="0" lang="zh-CN" altLang="en-US" sz="1800" b="1"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a:t>
              </a:r>
              <a:r>
                <a:rPr kumimoji="0" lang="en-US" altLang="zh-CN" sz="1800" b="1"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1500</a:t>
              </a:r>
              <a:endParaRPr kumimoji="0" lang="zh-CN" altLang="en-US" sz="1800" b="1" i="0" u="none" strike="noStrike" kern="1200" cap="none" spc="0" normalizeH="0" baseline="0" noProof="0" dirty="0">
                <a:ln>
                  <a:noFill/>
                </a:ln>
                <a:solidFill>
                  <a:srgbClr val="000000"/>
                </a:solidFill>
                <a:effectLst/>
                <a:uLnTx/>
                <a:uFillTx/>
                <a:latin typeface="Arial" panose="020B0604020202020204" pitchFamily="34" charset="0"/>
                <a:ea typeface="+mn-ea"/>
                <a:cs typeface="+mn-cs"/>
              </a:endParaRPr>
            </a:p>
          </p:txBody>
        </p:sp>
        <p:cxnSp>
          <p:nvCxnSpPr>
            <p:cNvPr id="44" name="直接箭头连接符 43"/>
            <p:cNvCxnSpPr/>
            <p:nvPr/>
          </p:nvCxnSpPr>
          <p:spPr>
            <a:xfrm>
              <a:off x="10344923" y="5173946"/>
              <a:ext cx="890246" cy="0"/>
            </a:xfrm>
            <a:prstGeom prst="straightConnector1">
              <a:avLst/>
            </a:prstGeom>
            <a:ln w="127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5" name="文本框 44"/>
            <p:cNvSpPr txBox="1"/>
            <p:nvPr/>
          </p:nvSpPr>
          <p:spPr>
            <a:xfrm>
              <a:off x="10670879" y="4959421"/>
              <a:ext cx="226720" cy="369332"/>
            </a:xfrm>
            <a:prstGeom prst="rect">
              <a:avLst/>
            </a:prstGeom>
            <a:solidFill>
              <a:schemeClr val="bg1"/>
            </a:solid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CN" sz="1800" b="1"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4</a:t>
              </a:r>
              <a:endParaRPr kumimoji="0" lang="zh-CN" altLang="en-US" sz="1800" b="1" i="0" u="none" strike="noStrike" kern="1200" cap="none" spc="0" normalizeH="0" baseline="0" noProof="0" dirty="0">
                <a:ln>
                  <a:noFill/>
                </a:ln>
                <a:solidFill>
                  <a:srgbClr val="000000"/>
                </a:solidFill>
                <a:effectLst/>
                <a:uLnTx/>
                <a:uFillTx/>
                <a:latin typeface="Arial" panose="020B0604020202020204" pitchFamily="34" charset="0"/>
                <a:ea typeface="+mn-ea"/>
                <a:cs typeface="+mn-cs"/>
              </a:endParaRPr>
            </a:p>
          </p:txBody>
        </p:sp>
        <p:sp>
          <p:nvSpPr>
            <p:cNvPr id="46" name="文本框 45"/>
            <p:cNvSpPr txBox="1"/>
            <p:nvPr/>
          </p:nvSpPr>
          <p:spPr>
            <a:xfrm>
              <a:off x="11288405" y="4987192"/>
              <a:ext cx="662381" cy="369332"/>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1800" b="1"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字节</a:t>
              </a:r>
            </a:p>
          </p:txBody>
        </p:sp>
        <p:sp>
          <p:nvSpPr>
            <p:cNvPr id="47" name="文本框 46"/>
            <p:cNvSpPr txBox="1"/>
            <p:nvPr/>
          </p:nvSpPr>
          <p:spPr>
            <a:xfrm>
              <a:off x="5347313" y="5528879"/>
              <a:ext cx="3679869" cy="646331"/>
            </a:xfrm>
            <a:prstGeom prst="rect">
              <a:avLst/>
            </a:prstGeom>
            <a:no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CN" sz="1800" b="1"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IEEE 802.1Q</a:t>
              </a:r>
              <a:r>
                <a:rPr kumimoji="0" lang="zh-CN" altLang="en-US" sz="1800" b="1"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帧</a:t>
              </a:r>
              <a:endParaRPr kumimoji="0" lang="en-US" altLang="zh-CN" sz="1800" b="1" i="0" u="none" strike="noStrike" kern="1200" cap="none" spc="0" normalizeH="0" baseline="0" noProof="0" dirty="0">
                <a:ln>
                  <a:noFill/>
                </a:ln>
                <a:solidFill>
                  <a:srgbClr val="000000"/>
                </a:solidFill>
                <a:effectLst/>
                <a:uLnTx/>
                <a:uFillTx/>
                <a:latin typeface="Arial" panose="020B0604020202020204" pitchFamily="34" charset="0"/>
                <a:ea typeface="+mn-ea"/>
                <a:cs typeface="+mn-cs"/>
              </a:endParaRP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1800" b="1"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（最大长度为</a:t>
              </a:r>
              <a:r>
                <a:rPr kumimoji="0" lang="en-US" altLang="zh-CN" sz="1800" b="1"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1522</a:t>
              </a:r>
              <a:r>
                <a:rPr kumimoji="0" lang="zh-CN" altLang="en-US" sz="1800" b="1"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字节）</a:t>
              </a:r>
            </a:p>
          </p:txBody>
        </p:sp>
        <p:cxnSp>
          <p:nvCxnSpPr>
            <p:cNvPr id="48" name="直接连接符 47"/>
            <p:cNvCxnSpPr/>
            <p:nvPr/>
          </p:nvCxnSpPr>
          <p:spPr>
            <a:xfrm>
              <a:off x="4084313" y="4921842"/>
              <a:ext cx="0" cy="42487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直接箭头连接符 48"/>
            <p:cNvCxnSpPr/>
            <p:nvPr/>
          </p:nvCxnSpPr>
          <p:spPr>
            <a:xfrm>
              <a:off x="2854815" y="5171858"/>
              <a:ext cx="1229498" cy="0"/>
            </a:xfrm>
            <a:prstGeom prst="straightConnector1">
              <a:avLst/>
            </a:prstGeom>
            <a:ln w="127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0" name="文本框 49"/>
            <p:cNvSpPr txBox="1"/>
            <p:nvPr/>
          </p:nvSpPr>
          <p:spPr>
            <a:xfrm>
              <a:off x="3348346" y="4987192"/>
              <a:ext cx="226720" cy="369332"/>
            </a:xfrm>
            <a:prstGeom prst="rect">
              <a:avLst/>
            </a:prstGeom>
            <a:solidFill>
              <a:schemeClr val="bg1"/>
            </a:solid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CN" sz="1800" b="1"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6</a:t>
              </a:r>
              <a:endParaRPr kumimoji="0" lang="zh-CN" altLang="en-US" sz="1800" b="1" i="0" u="none" strike="noStrike" kern="1200" cap="none" spc="0" normalizeH="0" baseline="0" noProof="0" dirty="0">
                <a:ln>
                  <a:noFill/>
                </a:ln>
                <a:solidFill>
                  <a:srgbClr val="000000"/>
                </a:solidFill>
                <a:effectLst/>
                <a:uLnTx/>
                <a:uFillTx/>
                <a:latin typeface="Arial" panose="020B0604020202020204" pitchFamily="34" charset="0"/>
                <a:ea typeface="+mn-ea"/>
                <a:cs typeface="+mn-cs"/>
              </a:endParaRPr>
            </a:p>
          </p:txBody>
        </p:sp>
        <p:cxnSp>
          <p:nvCxnSpPr>
            <p:cNvPr id="51" name="直接连接符 50"/>
            <p:cNvCxnSpPr/>
            <p:nvPr/>
          </p:nvCxnSpPr>
          <p:spPr>
            <a:xfrm>
              <a:off x="2859953" y="4909423"/>
              <a:ext cx="0" cy="42487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直接箭头连接符 51"/>
            <p:cNvCxnSpPr/>
            <p:nvPr/>
          </p:nvCxnSpPr>
          <p:spPr>
            <a:xfrm>
              <a:off x="4092738" y="5172909"/>
              <a:ext cx="1229498" cy="0"/>
            </a:xfrm>
            <a:prstGeom prst="straightConnector1">
              <a:avLst/>
            </a:prstGeom>
            <a:ln w="127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3" name="文本框 52"/>
            <p:cNvSpPr txBox="1"/>
            <p:nvPr/>
          </p:nvSpPr>
          <p:spPr>
            <a:xfrm>
              <a:off x="4586269" y="4988243"/>
              <a:ext cx="226720" cy="369332"/>
            </a:xfrm>
            <a:prstGeom prst="rect">
              <a:avLst/>
            </a:prstGeom>
            <a:solidFill>
              <a:schemeClr val="bg1"/>
            </a:solid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CN" sz="1800" b="1"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6</a:t>
              </a:r>
              <a:endParaRPr kumimoji="0" lang="zh-CN" altLang="en-US" sz="1800" b="1" i="0" u="none" strike="noStrike" kern="1200" cap="none" spc="0" normalizeH="0" baseline="0" noProof="0" dirty="0">
                <a:ln>
                  <a:noFill/>
                </a:ln>
                <a:solidFill>
                  <a:srgbClr val="000000"/>
                </a:solidFill>
                <a:effectLst/>
                <a:uLnTx/>
                <a:uFillTx/>
                <a:latin typeface="Arial" panose="020B0604020202020204" pitchFamily="34" charset="0"/>
                <a:ea typeface="+mn-ea"/>
                <a:cs typeface="+mn-cs"/>
              </a:endParaRPr>
            </a:p>
          </p:txBody>
        </p:sp>
        <p:cxnSp>
          <p:nvCxnSpPr>
            <p:cNvPr id="54" name="直接箭头连接符 53"/>
            <p:cNvCxnSpPr/>
            <p:nvPr/>
          </p:nvCxnSpPr>
          <p:spPr>
            <a:xfrm>
              <a:off x="5322786" y="5171858"/>
              <a:ext cx="1154210" cy="0"/>
            </a:xfrm>
            <a:prstGeom prst="straightConnector1">
              <a:avLst/>
            </a:prstGeom>
            <a:ln w="127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5" name="文本框 54"/>
            <p:cNvSpPr txBox="1"/>
            <p:nvPr/>
          </p:nvSpPr>
          <p:spPr>
            <a:xfrm>
              <a:off x="5759616" y="4987192"/>
              <a:ext cx="226720" cy="369332"/>
            </a:xfrm>
            <a:prstGeom prst="rect">
              <a:avLst/>
            </a:prstGeom>
            <a:solidFill>
              <a:schemeClr val="bg1"/>
            </a:solid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CN" sz="1800" b="1"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4</a:t>
              </a:r>
              <a:endParaRPr kumimoji="0" lang="zh-CN" altLang="en-US" sz="1800" b="1" i="0" u="none" strike="noStrike" kern="1200" cap="none" spc="0" normalizeH="0" baseline="0" noProof="0" dirty="0">
                <a:ln>
                  <a:noFill/>
                </a:ln>
                <a:solidFill>
                  <a:srgbClr val="000000"/>
                </a:solidFill>
                <a:effectLst/>
                <a:uLnTx/>
                <a:uFillTx/>
                <a:latin typeface="Arial" panose="020B0604020202020204" pitchFamily="34" charset="0"/>
                <a:ea typeface="+mn-ea"/>
                <a:cs typeface="+mn-cs"/>
              </a:endParaRPr>
            </a:p>
          </p:txBody>
        </p:sp>
        <p:cxnSp>
          <p:nvCxnSpPr>
            <p:cNvPr id="56" name="直接连接符 55"/>
            <p:cNvCxnSpPr/>
            <p:nvPr/>
          </p:nvCxnSpPr>
          <p:spPr>
            <a:xfrm>
              <a:off x="6474516" y="4897705"/>
              <a:ext cx="0" cy="42487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a:xfrm>
              <a:off x="11224700" y="4883221"/>
              <a:ext cx="0" cy="42487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58" name="组合 57"/>
          <p:cNvGrpSpPr/>
          <p:nvPr/>
        </p:nvGrpSpPr>
        <p:grpSpPr>
          <a:xfrm>
            <a:off x="3067328" y="3324952"/>
            <a:ext cx="1155749" cy="1190940"/>
            <a:chOff x="5312586" y="3309311"/>
            <a:chExt cx="1155749" cy="1190940"/>
          </a:xfrm>
        </p:grpSpPr>
        <p:cxnSp>
          <p:nvCxnSpPr>
            <p:cNvPr id="59" name="直接连接符 58"/>
            <p:cNvCxnSpPr/>
            <p:nvPr/>
          </p:nvCxnSpPr>
          <p:spPr>
            <a:xfrm flipV="1">
              <a:off x="5312586" y="3309311"/>
              <a:ext cx="542544" cy="1190940"/>
            </a:xfrm>
            <a:prstGeom prst="line">
              <a:avLst/>
            </a:prstGeom>
            <a:ln w="12700">
              <a:solidFill>
                <a:schemeClr val="accent1">
                  <a:lumMod val="75000"/>
                </a:schemeClr>
              </a:solidFill>
              <a:prstDash val="dash"/>
              <a:tailEnd type="none"/>
            </a:ln>
          </p:spPr>
          <p:style>
            <a:lnRef idx="1">
              <a:schemeClr val="accent1"/>
            </a:lnRef>
            <a:fillRef idx="0">
              <a:schemeClr val="accent1"/>
            </a:fillRef>
            <a:effectRef idx="0">
              <a:schemeClr val="accent1"/>
            </a:effectRef>
            <a:fontRef idx="minor">
              <a:schemeClr val="tx1"/>
            </a:fontRef>
          </p:style>
        </p:cxnSp>
        <p:cxnSp>
          <p:nvCxnSpPr>
            <p:cNvPr id="60" name="直接连接符 59"/>
            <p:cNvCxnSpPr/>
            <p:nvPr/>
          </p:nvCxnSpPr>
          <p:spPr>
            <a:xfrm flipH="1" flipV="1">
              <a:off x="5872976" y="3309311"/>
              <a:ext cx="595359" cy="1189890"/>
            </a:xfrm>
            <a:prstGeom prst="line">
              <a:avLst/>
            </a:prstGeom>
            <a:ln w="12700">
              <a:solidFill>
                <a:schemeClr val="accent1">
                  <a:lumMod val="75000"/>
                </a:schemeClr>
              </a:solidFill>
              <a:prstDash val="dash"/>
              <a:tailEnd type="none"/>
            </a:ln>
          </p:spPr>
          <p:style>
            <a:lnRef idx="1">
              <a:schemeClr val="accent1"/>
            </a:lnRef>
            <a:fillRef idx="0">
              <a:schemeClr val="accent1"/>
            </a:fillRef>
            <a:effectRef idx="0">
              <a:schemeClr val="accent1"/>
            </a:effectRef>
            <a:fontRef idx="minor">
              <a:schemeClr val="tx1"/>
            </a:fontRef>
          </p:style>
        </p:cxnSp>
      </p:grpSp>
      <p:sp>
        <p:nvSpPr>
          <p:cNvPr id="61" name="矩形 60"/>
          <p:cNvSpPr/>
          <p:nvPr/>
        </p:nvSpPr>
        <p:spPr>
          <a:xfrm>
            <a:off x="2177691" y="5750559"/>
            <a:ext cx="5550618" cy="918801"/>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2000" b="1" i="0" u="none" strike="noStrike" kern="1200" cap="none" spc="0" normalizeH="0" baseline="0" noProof="0" dirty="0">
                <a:ln>
                  <a:noFill/>
                </a:ln>
                <a:solidFill>
                  <a:srgbClr val="0000FF"/>
                </a:solidFill>
                <a:effectLst/>
                <a:uLnTx/>
                <a:uFillTx/>
                <a:latin typeface="Arial"/>
                <a:ea typeface="+mn-ea"/>
                <a:cs typeface="+mn-cs"/>
              </a:rPr>
              <a:t>以太网交换机根据</a:t>
            </a:r>
            <a:r>
              <a:rPr kumimoji="0" lang="en-US" altLang="zh-CN" sz="2000" b="1" i="0" u="none" strike="noStrike" kern="1200" cap="none" spc="0" normalizeH="0" baseline="0" noProof="0" dirty="0">
                <a:ln>
                  <a:noFill/>
                </a:ln>
                <a:solidFill>
                  <a:srgbClr val="0000FF"/>
                </a:solidFill>
                <a:effectLst/>
                <a:uLnTx/>
                <a:uFillTx/>
                <a:latin typeface="Arial"/>
                <a:ea typeface="+mn-ea"/>
                <a:cs typeface="+mn-cs"/>
              </a:rPr>
              <a:t>VLAN</a:t>
            </a:r>
            <a:r>
              <a:rPr kumimoji="0" lang="zh-CN" altLang="en-US" sz="2000" b="1" i="0" u="none" strike="noStrike" kern="1200" cap="none" spc="0" normalizeH="0" baseline="0" noProof="0" dirty="0">
                <a:ln>
                  <a:noFill/>
                </a:ln>
                <a:solidFill>
                  <a:srgbClr val="0000FF"/>
                </a:solidFill>
                <a:effectLst/>
                <a:uLnTx/>
                <a:uFillTx/>
                <a:latin typeface="Arial"/>
                <a:ea typeface="+mn-ea"/>
                <a:cs typeface="+mn-cs"/>
              </a:rPr>
              <a:t>标签</a:t>
            </a:r>
            <a:endParaRPr kumimoji="0" lang="en-US" altLang="zh-CN" sz="2000" b="1" i="0" u="none" strike="noStrike" kern="1200" cap="none" spc="0" normalizeH="0" baseline="0" noProof="0" dirty="0">
              <a:ln>
                <a:noFill/>
              </a:ln>
              <a:solidFill>
                <a:srgbClr val="0000FF"/>
              </a:solidFill>
              <a:effectLst/>
              <a:uLnTx/>
              <a:uFillTx/>
              <a:latin typeface="Arial"/>
              <a:ea typeface="+mn-ea"/>
              <a:cs typeface="+mn-cs"/>
            </a:endParaRP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2000" b="1" i="0" u="none" strike="noStrike" kern="1200" cap="none" spc="0" normalizeH="0" baseline="0" noProof="0" dirty="0">
                <a:ln>
                  <a:noFill/>
                </a:ln>
                <a:solidFill>
                  <a:srgbClr val="0000FF"/>
                </a:solidFill>
                <a:effectLst/>
                <a:uLnTx/>
                <a:uFillTx/>
                <a:latin typeface="Arial"/>
                <a:ea typeface="+mn-ea"/>
                <a:cs typeface="+mn-cs"/>
              </a:rPr>
              <a:t>有条件的广播数据帧</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grpId="0" nodeType="clickEffect">
                                  <p:stCondLst>
                                    <p:cond delay="0"/>
                                  </p:stCondLst>
                                  <p:childTnLst>
                                    <p:set>
                                      <p:cBhvr>
                                        <p:cTn id="6" dur="1" fill="hold">
                                          <p:stCondLst>
                                            <p:cond delay="0"/>
                                          </p:stCondLst>
                                        </p:cTn>
                                        <p:tgtEl>
                                          <p:spTgt spid="61"/>
                                        </p:tgtEl>
                                        <p:attrNameLst>
                                          <p:attrName>style.visibility</p:attrName>
                                        </p:attrNameLst>
                                      </p:cBhvr>
                                      <p:to>
                                        <p:strVal val="visible"/>
                                      </p:to>
                                    </p:set>
                                    <p:anim calcmode="lin" valueType="num">
                                      <p:cBhvr additive="base">
                                        <p:cTn id="7" dur="500"/>
                                        <p:tgtEl>
                                          <p:spTgt spid="61"/>
                                        </p:tgtEl>
                                        <p:attrNameLst>
                                          <p:attrName>ppt_x</p:attrName>
                                        </p:attrNameLst>
                                      </p:cBhvr>
                                      <p:tavLst>
                                        <p:tav tm="0">
                                          <p:val>
                                            <p:strVal val="#ppt_x-#ppt_w*1.125000"/>
                                          </p:val>
                                        </p:tav>
                                        <p:tav tm="100000">
                                          <p:val>
                                            <p:strVal val="#ppt_x"/>
                                          </p:val>
                                        </p:tav>
                                      </p:tavLst>
                                    </p:anim>
                                    <p:animEffect transition="in" filter="wipe(right)">
                                      <p:cBhvr>
                                        <p:cTn id="8" dur="5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Rectangle 2"/>
          <p:cNvSpPr>
            <a:spLocks noGrp="1" noChangeArrowheads="1"/>
          </p:cNvSpPr>
          <p:nvPr>
            <p:ph type="title"/>
          </p:nvPr>
        </p:nvSpPr>
        <p:spPr>
          <a:xfrm>
            <a:off x="1574800" y="692696"/>
            <a:ext cx="7194624" cy="1008062"/>
          </a:xfrm>
        </p:spPr>
        <p:txBody>
          <a:bodyPr/>
          <a:lstStyle/>
          <a:p>
            <a:r>
              <a:rPr lang="zh-CN" altLang="en-US" sz="3200" dirty="0"/>
              <a:t>作业</a:t>
            </a:r>
          </a:p>
        </p:txBody>
      </p:sp>
      <p:sp>
        <p:nvSpPr>
          <p:cNvPr id="4" name="标题 1">
            <a:extLst>
              <a:ext uri="{FF2B5EF4-FFF2-40B4-BE49-F238E27FC236}">
                <a16:creationId xmlns:a16="http://schemas.microsoft.com/office/drawing/2014/main" id="{71066B4F-E165-4FB0-AAB3-B1804803F990}"/>
              </a:ext>
            </a:extLst>
          </p:cNvPr>
          <p:cNvSpPr txBox="1">
            <a:spLocks/>
          </p:cNvSpPr>
          <p:nvPr/>
        </p:nvSpPr>
        <p:spPr bwMode="auto">
          <a:xfrm>
            <a:off x="496800" y="188640"/>
            <a:ext cx="9064800" cy="79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l" rtl="0" eaLnBrk="1" fontAlgn="base" hangingPunct="1">
              <a:spcBef>
                <a:spcPct val="0"/>
              </a:spcBef>
              <a:spcAft>
                <a:spcPct val="0"/>
              </a:spcAft>
              <a:defRPr lang="zh-CN" altLang="en-US" sz="4400" b="1" smtClean="0">
                <a:solidFill>
                  <a:srgbClr val="333399"/>
                </a:solidFill>
                <a:latin typeface="+mj-lt"/>
                <a:ea typeface="+mj-ea"/>
                <a:cs typeface="+mj-cs"/>
              </a:defRPr>
            </a:lvl1pPr>
            <a:lvl2pPr algn="l" rtl="0" eaLnBrk="1" fontAlgn="base" hangingPunct="1">
              <a:spcBef>
                <a:spcPct val="0"/>
              </a:spcBef>
              <a:spcAft>
                <a:spcPct val="0"/>
              </a:spcAft>
              <a:defRPr sz="4400">
                <a:solidFill>
                  <a:srgbClr val="333399"/>
                </a:solidFill>
                <a:latin typeface="Arial" panose="020B0604020202020204" pitchFamily="34" charset="0"/>
                <a:ea typeface="黑体" panose="02010609060101010101" pitchFamily="2" charset="-122"/>
              </a:defRPr>
            </a:lvl2pPr>
            <a:lvl3pPr algn="l" rtl="0" eaLnBrk="1" fontAlgn="base" hangingPunct="1">
              <a:spcBef>
                <a:spcPct val="0"/>
              </a:spcBef>
              <a:spcAft>
                <a:spcPct val="0"/>
              </a:spcAft>
              <a:defRPr sz="4400">
                <a:solidFill>
                  <a:srgbClr val="333399"/>
                </a:solidFill>
                <a:latin typeface="Arial" panose="020B0604020202020204" pitchFamily="34" charset="0"/>
                <a:ea typeface="黑体" panose="02010609060101010101" pitchFamily="2" charset="-122"/>
              </a:defRPr>
            </a:lvl3pPr>
            <a:lvl4pPr algn="l" rtl="0" eaLnBrk="1" fontAlgn="base" hangingPunct="1">
              <a:spcBef>
                <a:spcPct val="0"/>
              </a:spcBef>
              <a:spcAft>
                <a:spcPct val="0"/>
              </a:spcAft>
              <a:defRPr sz="4400">
                <a:solidFill>
                  <a:srgbClr val="333399"/>
                </a:solidFill>
                <a:latin typeface="Arial" panose="020B0604020202020204" pitchFamily="34" charset="0"/>
                <a:ea typeface="黑体" panose="02010609060101010101" pitchFamily="2" charset="-122"/>
              </a:defRPr>
            </a:lvl4pPr>
            <a:lvl5pPr algn="l" rtl="0" eaLnBrk="1" fontAlgn="base" hangingPunct="1">
              <a:spcBef>
                <a:spcPct val="0"/>
              </a:spcBef>
              <a:spcAft>
                <a:spcPct val="0"/>
              </a:spcAft>
              <a:defRPr sz="4400">
                <a:solidFill>
                  <a:srgbClr val="333399"/>
                </a:solidFill>
                <a:latin typeface="Arial" panose="020B0604020202020204" pitchFamily="34" charset="0"/>
                <a:ea typeface="黑体" panose="02010609060101010101" pitchFamily="2" charset="-122"/>
              </a:defRPr>
            </a:lvl5pPr>
            <a:lvl6pPr marL="457200" algn="l" rtl="0" eaLnBrk="1" fontAlgn="base" hangingPunct="1">
              <a:spcBef>
                <a:spcPct val="0"/>
              </a:spcBef>
              <a:spcAft>
                <a:spcPct val="0"/>
              </a:spcAft>
              <a:defRPr sz="4400">
                <a:solidFill>
                  <a:srgbClr val="333399"/>
                </a:solidFill>
                <a:latin typeface="Arial" panose="020B0604020202020204" pitchFamily="34" charset="0"/>
                <a:ea typeface="黑体" panose="02010609060101010101" pitchFamily="2" charset="-122"/>
              </a:defRPr>
            </a:lvl6pPr>
            <a:lvl7pPr marL="914400" algn="l" rtl="0" eaLnBrk="1" fontAlgn="base" hangingPunct="1">
              <a:spcBef>
                <a:spcPct val="0"/>
              </a:spcBef>
              <a:spcAft>
                <a:spcPct val="0"/>
              </a:spcAft>
              <a:defRPr sz="4400">
                <a:solidFill>
                  <a:srgbClr val="333399"/>
                </a:solidFill>
                <a:latin typeface="Arial" panose="020B0604020202020204" pitchFamily="34" charset="0"/>
                <a:ea typeface="黑体" panose="02010609060101010101" pitchFamily="2" charset="-122"/>
              </a:defRPr>
            </a:lvl7pPr>
            <a:lvl8pPr marL="1371600" algn="l" rtl="0" eaLnBrk="1" fontAlgn="base" hangingPunct="1">
              <a:spcBef>
                <a:spcPct val="0"/>
              </a:spcBef>
              <a:spcAft>
                <a:spcPct val="0"/>
              </a:spcAft>
              <a:defRPr sz="4400">
                <a:solidFill>
                  <a:srgbClr val="333399"/>
                </a:solidFill>
                <a:latin typeface="Arial" panose="020B0604020202020204" pitchFamily="34" charset="0"/>
                <a:ea typeface="黑体" panose="02010609060101010101" pitchFamily="2" charset="-122"/>
              </a:defRPr>
            </a:lvl8pPr>
            <a:lvl9pPr marL="1828800" algn="l" rtl="0" eaLnBrk="1" fontAlgn="base" hangingPunct="1">
              <a:spcBef>
                <a:spcPct val="0"/>
              </a:spcBef>
              <a:spcAft>
                <a:spcPct val="0"/>
              </a:spcAft>
              <a:defRPr sz="4400">
                <a:solidFill>
                  <a:srgbClr val="333399"/>
                </a:solidFill>
                <a:latin typeface="Arial" panose="020B0604020202020204" pitchFamily="34" charset="0"/>
                <a:ea typeface="黑体" panose="02010609060101010101" pitchFamily="2" charset="-122"/>
              </a:defRPr>
            </a:lvl9pPr>
          </a:lstStyle>
          <a:p>
            <a:r>
              <a:rPr lang="zh-CN" altLang="en-US" kern="0" dirty="0"/>
              <a:t>第三章 课后作业解析</a:t>
            </a:r>
          </a:p>
        </p:txBody>
      </p:sp>
      <p:sp>
        <p:nvSpPr>
          <p:cNvPr id="5" name="Rectangle 3">
            <a:extLst>
              <a:ext uri="{FF2B5EF4-FFF2-40B4-BE49-F238E27FC236}">
                <a16:creationId xmlns:a16="http://schemas.microsoft.com/office/drawing/2014/main" id="{ED143CC5-CE54-4FCA-ABAA-4524D3DABCF3}"/>
              </a:ext>
            </a:extLst>
          </p:cNvPr>
          <p:cNvSpPr>
            <a:spLocks noChangeArrowheads="1"/>
          </p:cNvSpPr>
          <p:nvPr/>
        </p:nvSpPr>
        <p:spPr bwMode="auto">
          <a:xfrm>
            <a:off x="1280593" y="2132858"/>
            <a:ext cx="6048672" cy="23042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2124" tIns="41061" rIns="82124" bIns="41061"/>
          <a:lstStyle>
            <a:lvl1pPr marL="236855" indent="-236855" algn="l" defTabSz="814705" eaLnBrk="0" hangingPunct="0">
              <a:lnSpc>
                <a:spcPct val="95000"/>
              </a:lnSpc>
              <a:spcBef>
                <a:spcPct val="50000"/>
              </a:spcBef>
              <a:buClr>
                <a:srgbClr val="BEBA32"/>
              </a:buClr>
              <a:buChar char="•"/>
              <a:defRPr sz="2400" b="1">
                <a:solidFill>
                  <a:schemeClr val="bg1"/>
                </a:solidFill>
                <a:latin typeface="Arial" panose="020B0604020202020204" pitchFamily="34" charset="0"/>
                <a:ea typeface="黑体" panose="02010609060101010101" pitchFamily="2" charset="-122"/>
              </a:defRPr>
            </a:lvl1pPr>
            <a:lvl2pPr marL="574675" indent="-117475" algn="l" defTabSz="814705" eaLnBrk="0" hangingPunct="0">
              <a:lnSpc>
                <a:spcPct val="95000"/>
              </a:lnSpc>
              <a:spcBef>
                <a:spcPct val="50000"/>
              </a:spcBef>
              <a:buClr>
                <a:srgbClr val="BEBA32"/>
              </a:buClr>
              <a:buChar char="–"/>
              <a:defRPr sz="2000" b="1">
                <a:solidFill>
                  <a:schemeClr val="bg1"/>
                </a:solidFill>
                <a:latin typeface="Arial" panose="020B0604020202020204" pitchFamily="34" charset="0"/>
                <a:ea typeface="黑体" panose="02010609060101010101" pitchFamily="2" charset="-122"/>
              </a:defRPr>
            </a:lvl2pPr>
            <a:lvl3pPr algn="l" defTabSz="814705" eaLnBrk="0" hangingPunct="0">
              <a:lnSpc>
                <a:spcPct val="95000"/>
              </a:lnSpc>
              <a:spcBef>
                <a:spcPct val="50000"/>
              </a:spcBef>
              <a:buClr>
                <a:srgbClr val="BEBA32"/>
              </a:buClr>
              <a:buChar char="•"/>
              <a:defRPr sz="2000" b="1">
                <a:solidFill>
                  <a:schemeClr val="bg1"/>
                </a:solidFill>
                <a:latin typeface="Arial" panose="020B0604020202020204" pitchFamily="34" charset="0"/>
                <a:ea typeface="黑体" panose="02010609060101010101" pitchFamily="2" charset="-122"/>
              </a:defRPr>
            </a:lvl3pPr>
            <a:lvl4pPr marL="1254125" indent="117475" algn="l" defTabSz="814705" eaLnBrk="0" hangingPunct="0">
              <a:lnSpc>
                <a:spcPct val="95000"/>
              </a:lnSpc>
              <a:spcBef>
                <a:spcPct val="50000"/>
              </a:spcBef>
              <a:buClr>
                <a:srgbClr val="BEBA32"/>
              </a:buClr>
              <a:buChar char="–"/>
              <a:defRPr sz="2000" b="1">
                <a:solidFill>
                  <a:schemeClr val="bg1"/>
                </a:solidFill>
                <a:latin typeface="Arial" panose="020B0604020202020204" pitchFamily="34" charset="0"/>
                <a:ea typeface="黑体" panose="02010609060101010101" pitchFamily="2" charset="-122"/>
              </a:defRPr>
            </a:lvl4pPr>
            <a:lvl5pPr marL="1605280" indent="224155" algn="l" defTabSz="814705" eaLnBrk="0" hangingPunct="0">
              <a:lnSpc>
                <a:spcPct val="95000"/>
              </a:lnSpc>
              <a:spcBef>
                <a:spcPct val="50000"/>
              </a:spcBef>
              <a:buClr>
                <a:srgbClr val="BEBA32"/>
              </a:buClr>
              <a:buChar char="»"/>
              <a:defRPr sz="2000" b="1">
                <a:solidFill>
                  <a:schemeClr val="bg1"/>
                </a:solidFill>
                <a:latin typeface="Arial" panose="020B0604020202020204" pitchFamily="34" charset="0"/>
                <a:ea typeface="黑体" panose="02010609060101010101" pitchFamily="2" charset="-122"/>
              </a:defRPr>
            </a:lvl5pPr>
            <a:lvl6pPr marL="2062480" indent="224155" defTabSz="814705" eaLnBrk="0" fontAlgn="base" hangingPunct="0">
              <a:lnSpc>
                <a:spcPct val="95000"/>
              </a:lnSpc>
              <a:spcBef>
                <a:spcPct val="50000"/>
              </a:spcBef>
              <a:spcAft>
                <a:spcPct val="0"/>
              </a:spcAft>
              <a:buClr>
                <a:srgbClr val="BEBA32"/>
              </a:buClr>
              <a:buChar char="»"/>
              <a:defRPr sz="2000" b="1">
                <a:solidFill>
                  <a:schemeClr val="bg1"/>
                </a:solidFill>
                <a:latin typeface="Arial" panose="020B0604020202020204" pitchFamily="34" charset="0"/>
                <a:ea typeface="黑体" panose="02010609060101010101" pitchFamily="2" charset="-122"/>
              </a:defRPr>
            </a:lvl6pPr>
            <a:lvl7pPr marL="2519680" indent="224155" defTabSz="814705" eaLnBrk="0" fontAlgn="base" hangingPunct="0">
              <a:lnSpc>
                <a:spcPct val="95000"/>
              </a:lnSpc>
              <a:spcBef>
                <a:spcPct val="50000"/>
              </a:spcBef>
              <a:spcAft>
                <a:spcPct val="0"/>
              </a:spcAft>
              <a:buClr>
                <a:srgbClr val="BEBA32"/>
              </a:buClr>
              <a:buChar char="»"/>
              <a:defRPr sz="2000" b="1">
                <a:solidFill>
                  <a:schemeClr val="bg1"/>
                </a:solidFill>
                <a:latin typeface="Arial" panose="020B0604020202020204" pitchFamily="34" charset="0"/>
                <a:ea typeface="黑体" panose="02010609060101010101" pitchFamily="2" charset="-122"/>
              </a:defRPr>
            </a:lvl7pPr>
            <a:lvl8pPr marL="2976880" indent="224155" defTabSz="814705" eaLnBrk="0" fontAlgn="base" hangingPunct="0">
              <a:lnSpc>
                <a:spcPct val="95000"/>
              </a:lnSpc>
              <a:spcBef>
                <a:spcPct val="50000"/>
              </a:spcBef>
              <a:spcAft>
                <a:spcPct val="0"/>
              </a:spcAft>
              <a:buClr>
                <a:srgbClr val="BEBA32"/>
              </a:buClr>
              <a:buChar char="»"/>
              <a:defRPr sz="2000" b="1">
                <a:solidFill>
                  <a:schemeClr val="bg1"/>
                </a:solidFill>
                <a:latin typeface="Arial" panose="020B0604020202020204" pitchFamily="34" charset="0"/>
                <a:ea typeface="黑体" panose="02010609060101010101" pitchFamily="2" charset="-122"/>
              </a:defRPr>
            </a:lvl8pPr>
            <a:lvl9pPr marL="3434080" indent="224155" defTabSz="814705" eaLnBrk="0" fontAlgn="base" hangingPunct="0">
              <a:lnSpc>
                <a:spcPct val="95000"/>
              </a:lnSpc>
              <a:spcBef>
                <a:spcPct val="50000"/>
              </a:spcBef>
              <a:spcAft>
                <a:spcPct val="0"/>
              </a:spcAft>
              <a:buClr>
                <a:srgbClr val="BEBA32"/>
              </a:buClr>
              <a:buChar char="»"/>
              <a:defRPr sz="2000" b="1">
                <a:solidFill>
                  <a:schemeClr val="bg1"/>
                </a:solidFill>
                <a:latin typeface="Arial" panose="020B0604020202020204" pitchFamily="34" charset="0"/>
                <a:ea typeface="黑体" panose="02010609060101010101" pitchFamily="2" charset="-122"/>
              </a:defRPr>
            </a:lvl9pPr>
          </a:lstStyle>
          <a:p>
            <a:pPr>
              <a:lnSpc>
                <a:spcPct val="90000"/>
              </a:lnSpc>
            </a:pPr>
            <a:r>
              <a:rPr lang="en-US" altLang="zh-CN" sz="3600" dirty="0">
                <a:solidFill>
                  <a:schemeClr val="tx1"/>
                </a:solidFill>
              </a:rPr>
              <a:t>P110</a:t>
            </a:r>
          </a:p>
          <a:p>
            <a:pPr>
              <a:lnSpc>
                <a:spcPct val="90000"/>
              </a:lnSpc>
              <a:buNone/>
            </a:pPr>
            <a:r>
              <a:rPr lang="en-US" altLang="zh-CN" sz="3600" dirty="0">
                <a:solidFill>
                  <a:schemeClr val="tx1"/>
                </a:solidFill>
              </a:rPr>
              <a:t>  </a:t>
            </a:r>
            <a:r>
              <a:rPr lang="en-US" altLang="zh-CN" sz="2800" dirty="0">
                <a:solidFill>
                  <a:schemeClr val="tx1"/>
                </a:solidFill>
              </a:rPr>
              <a:t>3-20   3-22    3-24  3-25  3-27</a:t>
            </a:r>
            <a:endParaRPr lang="zh-CN" altLang="en-US" sz="2800" dirty="0">
              <a:solidFill>
                <a:schemeClr val="tx1"/>
              </a:solidFill>
              <a:latin typeface="ArialMT" charset="0"/>
            </a:endParaRPr>
          </a:p>
          <a:p>
            <a:pPr>
              <a:lnSpc>
                <a:spcPct val="90000"/>
              </a:lnSpc>
              <a:buNone/>
            </a:pPr>
            <a:endParaRPr lang="zh-CN" altLang="en-US" sz="2800" dirty="0">
              <a:solidFill>
                <a:schemeClr val="tx1"/>
              </a:solidFill>
              <a:latin typeface="ArialMT" charset="0"/>
            </a:endParaRPr>
          </a:p>
          <a:p>
            <a:pPr>
              <a:lnSpc>
                <a:spcPct val="90000"/>
              </a:lnSpc>
              <a:buFontTx/>
              <a:buNone/>
            </a:pPr>
            <a:r>
              <a:rPr lang="en-US" altLang="zh-CN" sz="2800" dirty="0">
                <a:solidFill>
                  <a:schemeClr val="tx1"/>
                </a:solidFill>
              </a:rPr>
              <a:t> </a:t>
            </a:r>
            <a:endParaRPr lang="zh-CN" altLang="en-US" dirty="0">
              <a:solidFill>
                <a:schemeClr val="tx1"/>
              </a:solidFill>
              <a:latin typeface="ArialMT" charset="0"/>
            </a:endParaRPr>
          </a:p>
        </p:txBody>
      </p:sp>
    </p:spTree>
    <p:extLst>
      <p:ext uri="{BB962C8B-B14F-4D97-AF65-F5344CB8AC3E}">
        <p14:creationId xmlns:p14="http://schemas.microsoft.com/office/powerpoint/2010/main" val="344380319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4EFA568-5779-49B2-BA9C-D7F94C38FBEA}"/>
              </a:ext>
            </a:extLst>
          </p:cNvPr>
          <p:cNvSpPr>
            <a:spLocks noGrp="1"/>
          </p:cNvSpPr>
          <p:nvPr>
            <p:ph type="title"/>
          </p:nvPr>
        </p:nvSpPr>
        <p:spPr/>
        <p:txBody>
          <a:bodyPr/>
          <a:lstStyle/>
          <a:p>
            <a:endParaRPr lang="zh-CN" altLang="en-US"/>
          </a:p>
        </p:txBody>
      </p:sp>
    </p:spTree>
    <p:extLst>
      <p:ext uri="{BB962C8B-B14F-4D97-AF65-F5344CB8AC3E}">
        <p14:creationId xmlns:p14="http://schemas.microsoft.com/office/powerpoint/2010/main" val="89890547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1B1EE8-4493-49E8-A101-069CC76816EE}"/>
              </a:ext>
            </a:extLst>
          </p:cNvPr>
          <p:cNvSpPr>
            <a:spLocks noGrp="1"/>
          </p:cNvSpPr>
          <p:nvPr>
            <p:ph type="title"/>
          </p:nvPr>
        </p:nvSpPr>
        <p:spPr/>
        <p:txBody>
          <a:bodyPr/>
          <a:lstStyle/>
          <a:p>
            <a:endParaRPr lang="zh-CN" altLang="en-US"/>
          </a:p>
        </p:txBody>
      </p:sp>
    </p:spTree>
    <p:extLst>
      <p:ext uri="{BB962C8B-B14F-4D97-AF65-F5344CB8AC3E}">
        <p14:creationId xmlns:p14="http://schemas.microsoft.com/office/powerpoint/2010/main" val="412030491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B9884C-F353-41AA-8CD9-6FF72D09D582}"/>
              </a:ext>
            </a:extLst>
          </p:cNvPr>
          <p:cNvSpPr>
            <a:spLocks noGrp="1"/>
          </p:cNvSpPr>
          <p:nvPr>
            <p:ph type="title"/>
          </p:nvPr>
        </p:nvSpPr>
        <p:spPr/>
        <p:txBody>
          <a:bodyPr/>
          <a:lstStyle/>
          <a:p>
            <a:endParaRPr lang="zh-CN" altLang="en-US"/>
          </a:p>
        </p:txBody>
      </p:sp>
    </p:spTree>
    <p:extLst>
      <p:ext uri="{BB962C8B-B14F-4D97-AF65-F5344CB8AC3E}">
        <p14:creationId xmlns:p14="http://schemas.microsoft.com/office/powerpoint/2010/main" val="62050043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48631104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1"/>
          <p:cNvSpPr>
            <a:spLocks noGrp="1"/>
          </p:cNvSpPr>
          <p:nvPr>
            <p:ph type="title"/>
          </p:nvPr>
        </p:nvSpPr>
        <p:spPr/>
        <p:txBody>
          <a:bodyPr/>
          <a:lstStyle/>
          <a:p>
            <a:pPr eaLnBrk="1" hangingPunct="1"/>
            <a:r>
              <a:rPr lang="zh-CN" altLang="en-US" dirty="0">
                <a:ea typeface="黑体" panose="02010609060101010101" pitchFamily="2" charset="-122"/>
              </a:rPr>
              <a:t>第 </a:t>
            </a:r>
            <a:r>
              <a:rPr lang="en-US" altLang="zh-CN" dirty="0">
                <a:ea typeface="黑体" panose="02010609060101010101" pitchFamily="2" charset="-122"/>
              </a:rPr>
              <a:t>6 </a:t>
            </a:r>
            <a:r>
              <a:rPr lang="zh-CN" altLang="en-US" dirty="0">
                <a:ea typeface="黑体" panose="02010609060101010101" pitchFamily="2" charset="-122"/>
              </a:rPr>
              <a:t>章 应用层</a:t>
            </a:r>
          </a:p>
        </p:txBody>
      </p:sp>
      <p:sp>
        <p:nvSpPr>
          <p:cNvPr id="26627" name="内容占位符 2"/>
          <p:cNvSpPr>
            <a:spLocks noGrp="1"/>
          </p:cNvSpPr>
          <p:nvPr>
            <p:ph idx="1"/>
          </p:nvPr>
        </p:nvSpPr>
        <p:spPr/>
        <p:txBody>
          <a:bodyPr/>
          <a:lstStyle/>
          <a:p>
            <a:pPr eaLnBrk="1" hangingPunct="1">
              <a:lnSpc>
                <a:spcPct val="100000"/>
              </a:lnSpc>
            </a:pPr>
            <a:r>
              <a:rPr lang="en-US" altLang="zh-CN" sz="3200" dirty="0">
                <a:ea typeface="黑体" panose="02010609060101010101" pitchFamily="2" charset="-122"/>
              </a:rPr>
              <a:t>6.1  </a:t>
            </a:r>
            <a:r>
              <a:rPr lang="zh-CN" altLang="en-US" sz="3200" dirty="0">
                <a:ea typeface="黑体" panose="02010609060101010101" pitchFamily="2" charset="-122"/>
              </a:rPr>
              <a:t>域名系统 </a:t>
            </a:r>
            <a:r>
              <a:rPr lang="en-US" altLang="zh-CN" sz="3200" dirty="0">
                <a:ea typeface="黑体" panose="02010609060101010101" pitchFamily="2" charset="-122"/>
              </a:rPr>
              <a:t>DNS</a:t>
            </a:r>
          </a:p>
          <a:p>
            <a:pPr eaLnBrk="1" hangingPunct="1">
              <a:lnSpc>
                <a:spcPct val="100000"/>
              </a:lnSpc>
            </a:pPr>
            <a:r>
              <a:rPr lang="en-US" altLang="zh-CN" dirty="0">
                <a:ea typeface="黑体" panose="02010609060101010101" pitchFamily="2" charset="-122"/>
              </a:rPr>
              <a:t>6.2  </a:t>
            </a:r>
            <a:r>
              <a:rPr lang="zh-CN" altLang="en-US" dirty="0">
                <a:ea typeface="黑体" panose="02010609060101010101" pitchFamily="2" charset="-122"/>
              </a:rPr>
              <a:t>文件传送协议</a:t>
            </a:r>
            <a:endParaRPr lang="en-US" altLang="zh-CN" dirty="0">
              <a:ea typeface="黑体" panose="02010609060101010101" pitchFamily="2" charset="-122"/>
            </a:endParaRPr>
          </a:p>
          <a:p>
            <a:pPr eaLnBrk="1" hangingPunct="1">
              <a:lnSpc>
                <a:spcPct val="100000"/>
              </a:lnSpc>
            </a:pPr>
            <a:r>
              <a:rPr lang="en-US" altLang="zh-CN" sz="3200" dirty="0">
                <a:ea typeface="黑体" panose="02010609060101010101" pitchFamily="2" charset="-122"/>
              </a:rPr>
              <a:t>6.3  </a:t>
            </a:r>
            <a:r>
              <a:rPr lang="zh-CN" altLang="en-US" sz="3200" dirty="0">
                <a:ea typeface="黑体" panose="02010609060101010101" pitchFamily="2" charset="-122"/>
              </a:rPr>
              <a:t>远程终端协议</a:t>
            </a:r>
            <a:r>
              <a:rPr lang="en-US" altLang="zh-CN" sz="3200" dirty="0">
                <a:ea typeface="黑体" panose="02010609060101010101" pitchFamily="2" charset="-122"/>
              </a:rPr>
              <a:t>TELNET</a:t>
            </a:r>
          </a:p>
          <a:p>
            <a:pPr eaLnBrk="1" hangingPunct="1">
              <a:lnSpc>
                <a:spcPct val="100000"/>
              </a:lnSpc>
            </a:pPr>
            <a:r>
              <a:rPr lang="en-US" altLang="zh-CN" sz="3200" dirty="0">
                <a:ea typeface="黑体" panose="02010609060101010101" pitchFamily="2" charset="-122"/>
              </a:rPr>
              <a:t>6.4  </a:t>
            </a:r>
            <a:r>
              <a:rPr lang="zh-CN" altLang="en-US" sz="3200" dirty="0">
                <a:ea typeface="黑体" panose="02010609060101010101" pitchFamily="2" charset="-122"/>
              </a:rPr>
              <a:t>万维网 </a:t>
            </a:r>
            <a:r>
              <a:rPr lang="en-US" altLang="zh-CN" sz="3200" dirty="0">
                <a:ea typeface="黑体" panose="02010609060101010101" pitchFamily="2" charset="-122"/>
              </a:rPr>
              <a:t>WWW</a:t>
            </a:r>
          </a:p>
          <a:p>
            <a:pPr eaLnBrk="1" hangingPunct="1">
              <a:lnSpc>
                <a:spcPct val="100000"/>
              </a:lnSpc>
            </a:pPr>
            <a:r>
              <a:rPr lang="en-US" altLang="zh-CN" sz="3200" dirty="0">
                <a:ea typeface="黑体" panose="02010609060101010101" pitchFamily="2" charset="-122"/>
              </a:rPr>
              <a:t>6.5  </a:t>
            </a:r>
            <a:r>
              <a:rPr lang="zh-CN" altLang="en-US" sz="3200" dirty="0">
                <a:ea typeface="黑体" panose="02010609060101010101" pitchFamily="2" charset="-122"/>
              </a:rPr>
              <a:t>电子邮件</a:t>
            </a:r>
            <a:endParaRPr lang="en-US" altLang="zh-CN" sz="3200" dirty="0">
              <a:ea typeface="黑体" panose="02010609060101010101" pitchFamily="2" charset="-122"/>
            </a:endParaRPr>
          </a:p>
          <a:p>
            <a:pPr eaLnBrk="1" hangingPunct="1">
              <a:lnSpc>
                <a:spcPct val="100000"/>
              </a:lnSpc>
            </a:pPr>
            <a:r>
              <a:rPr lang="en-US" altLang="zh-CN" sz="3200" dirty="0">
                <a:ea typeface="黑体" panose="02010609060101010101" pitchFamily="2" charset="-122"/>
              </a:rPr>
              <a:t>6.6  </a:t>
            </a:r>
            <a:r>
              <a:rPr lang="zh-CN" altLang="en-US" sz="3200" dirty="0">
                <a:ea typeface="黑体" panose="02010609060101010101" pitchFamily="2" charset="-122"/>
              </a:rPr>
              <a:t>动态主机配置协议 </a:t>
            </a:r>
            <a:r>
              <a:rPr lang="en-US" altLang="zh-CN" sz="3200" dirty="0">
                <a:ea typeface="黑体" panose="02010609060101010101" pitchFamily="2" charset="-122"/>
              </a:rPr>
              <a:t>DHCP</a:t>
            </a:r>
            <a:endParaRPr lang="zh-CN" altLang="en-US" sz="3200" dirty="0">
              <a:ea typeface="黑体" panose="02010609060101010101" pitchFamily="2" charset="-122"/>
            </a:endParaRPr>
          </a:p>
        </p:txBody>
      </p:sp>
    </p:spTree>
    <p:extLst>
      <p:ext uri="{BB962C8B-B14F-4D97-AF65-F5344CB8AC3E}">
        <p14:creationId xmlns:p14="http://schemas.microsoft.com/office/powerpoint/2010/main" val="226951761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1"/>
          <p:cNvSpPr>
            <a:spLocks noGrp="1"/>
          </p:cNvSpPr>
          <p:nvPr>
            <p:ph type="title"/>
          </p:nvPr>
        </p:nvSpPr>
        <p:spPr/>
        <p:txBody>
          <a:bodyPr/>
          <a:lstStyle/>
          <a:p>
            <a:pPr eaLnBrk="1" hangingPunct="1"/>
            <a:r>
              <a:rPr lang="zh-CN" altLang="en-US" dirty="0">
                <a:ea typeface="黑体" panose="02010609060101010101" pitchFamily="2" charset="-122"/>
              </a:rPr>
              <a:t>计算机网络原理课程实验</a:t>
            </a:r>
          </a:p>
        </p:txBody>
      </p:sp>
    </p:spTree>
    <p:extLst>
      <p:ext uri="{BB962C8B-B14F-4D97-AF65-F5344CB8AC3E}">
        <p14:creationId xmlns:p14="http://schemas.microsoft.com/office/powerpoint/2010/main" val="213912524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1"/>
          <p:cNvSpPr>
            <a:spLocks noGrp="1"/>
          </p:cNvSpPr>
          <p:nvPr>
            <p:ph type="title"/>
          </p:nvPr>
        </p:nvSpPr>
        <p:spPr/>
        <p:txBody>
          <a:bodyPr/>
          <a:lstStyle/>
          <a:p>
            <a:pPr eaLnBrk="1" hangingPunct="1"/>
            <a:r>
              <a:rPr lang="zh-CN" altLang="en-US" dirty="0">
                <a:ea typeface="黑体" panose="02010609060101010101" pitchFamily="2" charset="-122"/>
              </a:rPr>
              <a:t>应用层的功能定位</a:t>
            </a:r>
          </a:p>
        </p:txBody>
      </p:sp>
      <p:sp>
        <p:nvSpPr>
          <p:cNvPr id="70" name="Rectangle 3"/>
          <p:cNvSpPr>
            <a:spLocks noGrp="1" noChangeArrowheads="1"/>
          </p:cNvSpPr>
          <p:nvPr>
            <p:ph idx="1"/>
          </p:nvPr>
        </p:nvSpPr>
        <p:spPr>
          <a:xfrm>
            <a:off x="502068" y="1474445"/>
            <a:ext cx="6371578" cy="3754755"/>
          </a:xfrm>
        </p:spPr>
        <p:txBody>
          <a:bodyPr/>
          <a:lstStyle/>
          <a:p>
            <a:pPr eaLnBrk="1" hangingPunct="1"/>
            <a:r>
              <a:rPr lang="zh-CN" altLang="en-US" sz="2800" dirty="0">
                <a:solidFill>
                  <a:schemeClr val="tx1"/>
                </a:solidFill>
                <a:ea typeface="黑体" panose="02010609060101010101" pitchFamily="2" charset="-122"/>
              </a:rPr>
              <a:t>更好地同用户交互</a:t>
            </a:r>
            <a:endParaRPr lang="en-US" altLang="zh-CN" sz="2800" dirty="0">
              <a:solidFill>
                <a:schemeClr val="tx1"/>
              </a:solidFill>
              <a:ea typeface="黑体" panose="02010609060101010101" pitchFamily="2" charset="-122"/>
            </a:endParaRPr>
          </a:p>
          <a:p>
            <a:pPr marL="0" indent="0" eaLnBrk="1" hangingPunct="1">
              <a:buNone/>
            </a:pPr>
            <a:r>
              <a:rPr lang="zh-CN" altLang="en-US" sz="2800" dirty="0">
                <a:solidFill>
                  <a:schemeClr val="tx1"/>
                </a:solidFill>
                <a:ea typeface="黑体" panose="02010609060101010101" pitchFamily="2" charset="-122"/>
              </a:rPr>
              <a:t>    就是系统帮助用户</a:t>
            </a:r>
            <a:r>
              <a:rPr lang="zh-CN" altLang="en-US" sz="2800" dirty="0">
                <a:solidFill>
                  <a:srgbClr val="FF0000"/>
                </a:solidFill>
                <a:ea typeface="黑体" panose="02010609060101010101" pitchFamily="2" charset="-122"/>
              </a:rPr>
              <a:t>屏蔽</a:t>
            </a:r>
            <a:r>
              <a:rPr lang="zh-CN" altLang="en-US" sz="2800" dirty="0">
                <a:solidFill>
                  <a:schemeClr val="tx1"/>
                </a:solidFill>
                <a:ea typeface="黑体" panose="02010609060101010101" pitchFamily="2" charset="-122"/>
              </a:rPr>
              <a:t>掉了底层的</a:t>
            </a:r>
            <a:r>
              <a:rPr lang="zh-CN" altLang="en-US" sz="2800" dirty="0">
                <a:solidFill>
                  <a:srgbClr val="FF0000"/>
                </a:solidFill>
                <a:ea typeface="黑体" panose="02010609060101010101" pitchFamily="2" charset="-122"/>
              </a:rPr>
              <a:t>技</a:t>
            </a:r>
            <a:endParaRPr lang="en-US" altLang="zh-CN" sz="2800" dirty="0">
              <a:solidFill>
                <a:srgbClr val="FF0000"/>
              </a:solidFill>
              <a:ea typeface="黑体" panose="02010609060101010101" pitchFamily="2" charset="-122"/>
            </a:endParaRPr>
          </a:p>
          <a:p>
            <a:pPr marL="0" indent="0" eaLnBrk="1" hangingPunct="1">
              <a:buNone/>
            </a:pPr>
            <a:r>
              <a:rPr lang="en-US" altLang="zh-CN" sz="2800" dirty="0">
                <a:solidFill>
                  <a:srgbClr val="FF0000"/>
                </a:solidFill>
                <a:ea typeface="黑体" panose="02010609060101010101" pitchFamily="2" charset="-122"/>
              </a:rPr>
              <a:t>    </a:t>
            </a:r>
            <a:r>
              <a:rPr lang="zh-CN" altLang="en-US" sz="2800" dirty="0">
                <a:solidFill>
                  <a:srgbClr val="FF0000"/>
                </a:solidFill>
                <a:ea typeface="黑体" panose="02010609060101010101" pitchFamily="2" charset="-122"/>
              </a:rPr>
              <a:t>术细节</a:t>
            </a:r>
            <a:r>
              <a:rPr lang="zh-CN" altLang="en-US" sz="2800" dirty="0">
                <a:solidFill>
                  <a:schemeClr val="tx1"/>
                </a:solidFill>
                <a:ea typeface="黑体" panose="02010609060101010101" pitchFamily="2" charset="-122"/>
              </a:rPr>
              <a:t>，让用户更方便地实现所需要</a:t>
            </a:r>
            <a:endParaRPr lang="en-US" altLang="zh-CN" sz="2800" dirty="0">
              <a:solidFill>
                <a:schemeClr val="tx1"/>
              </a:solidFill>
              <a:ea typeface="黑体" panose="02010609060101010101" pitchFamily="2" charset="-122"/>
            </a:endParaRPr>
          </a:p>
          <a:p>
            <a:pPr marL="0" indent="0" eaLnBrk="1" hangingPunct="1">
              <a:buNone/>
            </a:pPr>
            <a:r>
              <a:rPr lang="en-US" altLang="zh-CN" sz="2800" dirty="0">
                <a:solidFill>
                  <a:schemeClr val="tx1"/>
                </a:solidFill>
                <a:ea typeface="黑体" panose="02010609060101010101" pitchFamily="2" charset="-122"/>
              </a:rPr>
              <a:t>    </a:t>
            </a:r>
            <a:r>
              <a:rPr lang="zh-CN" altLang="en-US" sz="2800" dirty="0">
                <a:solidFill>
                  <a:schemeClr val="tx1"/>
                </a:solidFill>
                <a:ea typeface="黑体" panose="02010609060101010101" pitchFamily="2" charset="-122"/>
              </a:rPr>
              <a:t>的网络功能。</a:t>
            </a:r>
            <a:endParaRPr lang="en-US" altLang="zh-CN" sz="2800" dirty="0">
              <a:solidFill>
                <a:schemeClr val="tx1"/>
              </a:solidFill>
              <a:ea typeface="黑体" panose="02010609060101010101" pitchFamily="2" charset="-122"/>
            </a:endParaRPr>
          </a:p>
        </p:txBody>
      </p:sp>
      <p:sp>
        <p:nvSpPr>
          <p:cNvPr id="164" name="Text Box 6"/>
          <p:cNvSpPr txBox="1">
            <a:spLocks noChangeArrowheads="1"/>
          </p:cNvSpPr>
          <p:nvPr/>
        </p:nvSpPr>
        <p:spPr bwMode="auto">
          <a:xfrm>
            <a:off x="959579" y="4105815"/>
            <a:ext cx="8097877" cy="2246769"/>
          </a:xfrm>
          <a:prstGeom prst="rect">
            <a:avLst/>
          </a:prstGeom>
          <a:solidFill>
            <a:srgbClr val="FFFF99"/>
          </a:solidFill>
          <a:ln w="9525">
            <a:solidFill>
              <a:schemeClr val="folHlink"/>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marL="457200" indent="-457200" algn="just" eaLnBrk="1" hangingPunct="1">
              <a:buFont typeface="Arial" panose="020B0604020202020204" pitchFamily="34" charset="0"/>
              <a:buChar char="•"/>
            </a:pPr>
            <a:r>
              <a:rPr lang="zh-CN" altLang="en-US" sz="2800" b="1" dirty="0">
                <a:solidFill>
                  <a:srgbClr val="000099"/>
                </a:solidFill>
                <a:latin typeface="Arial" panose="020B0604020202020204" pitchFamily="34" charset="0"/>
                <a:ea typeface="黑体" panose="02010609060101010101" pitchFamily="2" charset="-122"/>
              </a:rPr>
              <a:t>我们在上网的时候需要知道</a:t>
            </a:r>
            <a:r>
              <a:rPr lang="zh-CN" altLang="en-US" sz="2800" b="1" dirty="0">
                <a:solidFill>
                  <a:srgbClr val="FF0000"/>
                </a:solidFill>
                <a:latin typeface="Arial" panose="020B0604020202020204" pitchFamily="34" charset="0"/>
                <a:ea typeface="黑体" panose="02010609060101010101" pitchFamily="2" charset="-122"/>
              </a:rPr>
              <a:t>对方</a:t>
            </a:r>
            <a:r>
              <a:rPr lang="zh-CN" altLang="en-US" sz="2800" b="1" dirty="0">
                <a:solidFill>
                  <a:srgbClr val="000099"/>
                </a:solidFill>
                <a:latin typeface="Arial" panose="020B0604020202020204" pitchFamily="34" charset="0"/>
                <a:ea typeface="黑体" panose="02010609060101010101" pitchFamily="2" charset="-122"/>
              </a:rPr>
              <a:t>的</a:t>
            </a:r>
            <a:r>
              <a:rPr lang="en-US" altLang="zh-CN" sz="2800" b="1" dirty="0">
                <a:solidFill>
                  <a:srgbClr val="000099"/>
                </a:solidFill>
                <a:latin typeface="Arial" panose="020B0604020202020204" pitchFamily="34" charset="0"/>
                <a:ea typeface="黑体" panose="02010609060101010101" pitchFamily="2" charset="-122"/>
              </a:rPr>
              <a:t>IP</a:t>
            </a:r>
            <a:r>
              <a:rPr lang="zh-CN" altLang="en-US" sz="2800" b="1" dirty="0">
                <a:solidFill>
                  <a:srgbClr val="000099"/>
                </a:solidFill>
                <a:latin typeface="Arial" panose="020B0604020202020204" pitchFamily="34" charset="0"/>
                <a:ea typeface="黑体" panose="02010609060101010101" pitchFamily="2" charset="-122"/>
              </a:rPr>
              <a:t>地址吗？</a:t>
            </a:r>
          </a:p>
          <a:p>
            <a:pPr marL="457200" indent="-457200" algn="just" eaLnBrk="1" hangingPunct="1">
              <a:buFont typeface="Arial" panose="020B0604020202020204" pitchFamily="34" charset="0"/>
              <a:buChar char="•"/>
            </a:pPr>
            <a:r>
              <a:rPr lang="zh-CN" altLang="en-US" sz="2800" b="1" dirty="0">
                <a:solidFill>
                  <a:srgbClr val="000099"/>
                </a:solidFill>
                <a:latin typeface="Arial" panose="020B0604020202020204" pitchFamily="34" charset="0"/>
                <a:ea typeface="黑体" panose="02010609060101010101" pitchFamily="2" charset="-122"/>
              </a:rPr>
              <a:t>我们在上网的时候需要知道</a:t>
            </a:r>
            <a:r>
              <a:rPr lang="zh-CN" altLang="en-US" sz="2800" b="1" dirty="0">
                <a:solidFill>
                  <a:srgbClr val="FF0000"/>
                </a:solidFill>
                <a:latin typeface="Arial" panose="020B0604020202020204" pitchFamily="34" charset="0"/>
                <a:ea typeface="黑体" panose="02010609060101010101" pitchFamily="2" charset="-122"/>
              </a:rPr>
              <a:t>自己</a:t>
            </a:r>
            <a:r>
              <a:rPr lang="zh-CN" altLang="en-US" sz="2800" b="1" dirty="0">
                <a:solidFill>
                  <a:srgbClr val="000099"/>
                </a:solidFill>
                <a:latin typeface="Arial" panose="020B0604020202020204" pitchFamily="34" charset="0"/>
                <a:ea typeface="黑体" panose="02010609060101010101" pitchFamily="2" charset="-122"/>
              </a:rPr>
              <a:t>的</a:t>
            </a:r>
            <a:r>
              <a:rPr lang="en-US" altLang="zh-CN" sz="2800" b="1" dirty="0">
                <a:solidFill>
                  <a:srgbClr val="000099"/>
                </a:solidFill>
                <a:latin typeface="Arial" panose="020B0604020202020204" pitchFamily="34" charset="0"/>
                <a:ea typeface="黑体" panose="02010609060101010101" pitchFamily="2" charset="-122"/>
              </a:rPr>
              <a:t>IP</a:t>
            </a:r>
            <a:r>
              <a:rPr lang="zh-CN" altLang="en-US" sz="2800" b="1" dirty="0">
                <a:solidFill>
                  <a:srgbClr val="000099"/>
                </a:solidFill>
                <a:latin typeface="Arial" panose="020B0604020202020204" pitchFamily="34" charset="0"/>
                <a:ea typeface="黑体" panose="02010609060101010101" pitchFamily="2" charset="-122"/>
              </a:rPr>
              <a:t>地址吗？</a:t>
            </a:r>
            <a:endParaRPr lang="en-US" altLang="zh-CN" sz="2800" b="1" dirty="0">
              <a:solidFill>
                <a:srgbClr val="000099"/>
              </a:solidFill>
              <a:latin typeface="Arial" panose="020B0604020202020204" pitchFamily="34" charset="0"/>
              <a:ea typeface="黑体" panose="02010609060101010101" pitchFamily="2" charset="-122"/>
            </a:endParaRPr>
          </a:p>
          <a:p>
            <a:pPr marL="457200" indent="-457200" algn="just" eaLnBrk="1" hangingPunct="1">
              <a:buFont typeface="Arial" panose="020B0604020202020204" pitchFamily="34" charset="0"/>
              <a:buChar char="•"/>
            </a:pPr>
            <a:r>
              <a:rPr lang="zh-CN" altLang="en-US" sz="2800" b="1" dirty="0">
                <a:solidFill>
                  <a:srgbClr val="000099"/>
                </a:solidFill>
                <a:latin typeface="Arial" panose="020B0604020202020204" pitchFamily="34" charset="0"/>
                <a:ea typeface="黑体" panose="02010609060101010101" pitchFamily="2" charset="-122"/>
              </a:rPr>
              <a:t>我们在上网的时候需要知道自己的</a:t>
            </a:r>
            <a:r>
              <a:rPr lang="en-US" altLang="zh-CN" sz="2800" b="1" dirty="0">
                <a:solidFill>
                  <a:srgbClr val="000099"/>
                </a:solidFill>
                <a:latin typeface="Arial" panose="020B0604020202020204" pitchFamily="34" charset="0"/>
                <a:ea typeface="黑体" panose="02010609060101010101" pitchFamily="2" charset="-122"/>
              </a:rPr>
              <a:t>IP</a:t>
            </a:r>
            <a:r>
              <a:rPr lang="zh-CN" altLang="en-US" sz="2800" b="1" dirty="0">
                <a:solidFill>
                  <a:srgbClr val="000099"/>
                </a:solidFill>
                <a:latin typeface="Arial" panose="020B0604020202020204" pitchFamily="34" charset="0"/>
                <a:ea typeface="黑体" panose="02010609060101010101" pitchFamily="2" charset="-122"/>
              </a:rPr>
              <a:t>地址是</a:t>
            </a:r>
            <a:r>
              <a:rPr lang="zh-CN" altLang="en-US" sz="2800" b="1" dirty="0">
                <a:solidFill>
                  <a:srgbClr val="FF0000"/>
                </a:solidFill>
                <a:latin typeface="Arial" panose="020B0604020202020204" pitchFamily="34" charset="0"/>
                <a:ea typeface="黑体" panose="02010609060101010101" pitchFamily="2" charset="-122"/>
              </a:rPr>
              <a:t>如何获得</a:t>
            </a:r>
            <a:r>
              <a:rPr lang="zh-CN" altLang="en-US" sz="2800" b="1" dirty="0">
                <a:solidFill>
                  <a:srgbClr val="000099"/>
                </a:solidFill>
                <a:latin typeface="Arial" panose="020B0604020202020204" pitchFamily="34" charset="0"/>
                <a:ea typeface="黑体" panose="02010609060101010101" pitchFamily="2" charset="-122"/>
              </a:rPr>
              <a:t>的吗？</a:t>
            </a:r>
            <a:endParaRPr lang="en-US" altLang="zh-CN" sz="2800" b="1" dirty="0">
              <a:solidFill>
                <a:srgbClr val="000099"/>
              </a:solidFill>
              <a:latin typeface="Arial" panose="020B0604020202020204" pitchFamily="34" charset="0"/>
              <a:ea typeface="黑体" panose="02010609060101010101" pitchFamily="2" charset="-122"/>
            </a:endParaRPr>
          </a:p>
          <a:p>
            <a:pPr marL="457200" indent="-457200" algn="just" eaLnBrk="1" hangingPunct="1">
              <a:buFont typeface="Arial" panose="020B0604020202020204" pitchFamily="34" charset="0"/>
              <a:buChar char="•"/>
            </a:pPr>
            <a:r>
              <a:rPr lang="zh-CN" altLang="en-US" sz="2800" b="1" dirty="0">
                <a:solidFill>
                  <a:srgbClr val="000099"/>
                </a:solidFill>
                <a:latin typeface="Arial" panose="020B0604020202020204" pitchFamily="34" charset="0"/>
                <a:ea typeface="黑体" panose="02010609060101010101" pitchFamily="2" charset="-122"/>
              </a:rPr>
              <a:t>上述问题都会在应用层解决。</a:t>
            </a:r>
            <a:endParaRPr lang="en-US" altLang="zh-CN" sz="2800" b="1" dirty="0">
              <a:solidFill>
                <a:srgbClr val="000099"/>
              </a:solidFill>
              <a:latin typeface="Arial" panose="020B0604020202020204" pitchFamily="34" charset="0"/>
              <a:ea typeface="黑体" panose="02010609060101010101" pitchFamily="2" charset="-122"/>
            </a:endParaRPr>
          </a:p>
        </p:txBody>
      </p:sp>
      <p:pic>
        <p:nvPicPr>
          <p:cNvPr id="2"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998584" y="1326888"/>
            <a:ext cx="2840846" cy="213285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1"/>
          <p:cNvSpPr>
            <a:spLocks noGrp="1"/>
          </p:cNvSpPr>
          <p:nvPr>
            <p:ph type="title"/>
          </p:nvPr>
        </p:nvSpPr>
        <p:spPr/>
        <p:txBody>
          <a:bodyPr/>
          <a:lstStyle/>
          <a:p>
            <a:pPr eaLnBrk="1" hangingPunct="1"/>
            <a:r>
              <a:rPr lang="zh-CN" altLang="en-US" dirty="0">
                <a:ea typeface="黑体" panose="02010609060101010101" pitchFamily="2" charset="-122"/>
              </a:rPr>
              <a:t>应用层的主要知识点</a:t>
            </a:r>
          </a:p>
        </p:txBody>
      </p:sp>
      <p:sp>
        <p:nvSpPr>
          <p:cNvPr id="32772" name="Rectangle 3"/>
          <p:cNvSpPr>
            <a:spLocks noGrp="1" noChangeArrowheads="1"/>
          </p:cNvSpPr>
          <p:nvPr>
            <p:ph idx="1"/>
          </p:nvPr>
        </p:nvSpPr>
        <p:spPr>
          <a:xfrm>
            <a:off x="171450" y="1458595"/>
            <a:ext cx="9147810" cy="2846070"/>
          </a:xfrm>
        </p:spPr>
        <p:txBody>
          <a:bodyPr/>
          <a:lstStyle/>
          <a:p>
            <a:pPr algn="just" eaLnBrk="1" hangingPunct="1"/>
            <a:r>
              <a:rPr lang="zh-CN" altLang="en-US" sz="2800" dirty="0">
                <a:solidFill>
                  <a:srgbClr val="FF0000"/>
                </a:solidFill>
                <a:ea typeface="黑体" panose="02010609060101010101" pitchFamily="2" charset="-122"/>
              </a:rPr>
              <a:t>域名系统：</a:t>
            </a:r>
            <a:r>
              <a:rPr lang="zh-CN" altLang="en-US" sz="2800" dirty="0">
                <a:solidFill>
                  <a:schemeClr val="tx1"/>
                </a:solidFill>
                <a:ea typeface="黑体" panose="02010609060101010101" pitchFamily="2" charset="-122"/>
              </a:rPr>
              <a:t>域名系统</a:t>
            </a:r>
            <a:r>
              <a:rPr lang="en-US" altLang="zh-CN" sz="2800" dirty="0">
                <a:solidFill>
                  <a:schemeClr val="tx1"/>
                </a:solidFill>
                <a:ea typeface="黑体" panose="02010609060101010101" pitchFamily="2" charset="-122"/>
              </a:rPr>
              <a:t>DNS</a:t>
            </a:r>
            <a:r>
              <a:rPr lang="zh-CN" altLang="en-US" sz="2800" dirty="0">
                <a:solidFill>
                  <a:schemeClr val="tx1"/>
                </a:solidFill>
                <a:ea typeface="黑体" panose="02010609060101010101" pitchFamily="2" charset="-122"/>
              </a:rPr>
              <a:t>，域名结构，域名服务器，域名解析</a:t>
            </a:r>
          </a:p>
          <a:p>
            <a:pPr algn="just" eaLnBrk="1" hangingPunct="1"/>
            <a:r>
              <a:rPr lang="zh-CN" altLang="en-US" sz="2800" dirty="0">
                <a:solidFill>
                  <a:srgbClr val="FF0000"/>
                </a:solidFill>
                <a:ea typeface="黑体" panose="02010609060101010101" pitchFamily="2" charset="-122"/>
              </a:rPr>
              <a:t>万维网：</a:t>
            </a:r>
            <a:r>
              <a:rPr lang="zh-CN" altLang="en-US" sz="2800" dirty="0">
                <a:solidFill>
                  <a:schemeClr val="tx1"/>
                </a:solidFill>
                <a:ea typeface="黑体" panose="02010609060101010101" pitchFamily="2" charset="-122"/>
              </a:rPr>
              <a:t>统一资源定位符URL，超文本传送协议HTTP</a:t>
            </a:r>
          </a:p>
          <a:p>
            <a:pPr algn="just" eaLnBrk="1" hangingPunct="1"/>
            <a:r>
              <a:rPr lang="zh-CN" altLang="en-US" sz="2800" dirty="0">
                <a:solidFill>
                  <a:srgbClr val="FF0000"/>
                </a:solidFill>
                <a:ea typeface="黑体" panose="02010609060101010101" pitchFamily="2" charset="-122"/>
              </a:rPr>
              <a:t>动态主机配置协议：</a:t>
            </a:r>
            <a:r>
              <a:rPr lang="en-US" altLang="zh-CN" sz="2800" dirty="0">
                <a:solidFill>
                  <a:schemeClr val="tx1"/>
                </a:solidFill>
                <a:ea typeface="黑体" panose="02010609060101010101" pitchFamily="2" charset="-122"/>
              </a:rPr>
              <a:t>DHCP</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1"/>
          <p:cNvSpPr>
            <a:spLocks noGrp="1"/>
          </p:cNvSpPr>
          <p:nvPr>
            <p:ph type="title"/>
          </p:nvPr>
        </p:nvSpPr>
        <p:spPr/>
        <p:txBody>
          <a:bodyPr/>
          <a:lstStyle/>
          <a:p>
            <a:pPr eaLnBrk="1" hangingPunct="1"/>
            <a:r>
              <a:rPr lang="en-US" altLang="zh-CN" dirty="0">
                <a:ea typeface="黑体" panose="02010609060101010101" pitchFamily="2" charset="-122"/>
              </a:rPr>
              <a:t>6.1  </a:t>
            </a:r>
            <a:r>
              <a:rPr lang="zh-CN" altLang="en-US" dirty="0">
                <a:ea typeface="黑体" panose="02010609060101010101" pitchFamily="2" charset="-122"/>
              </a:rPr>
              <a:t>域名系统 </a:t>
            </a:r>
            <a:r>
              <a:rPr lang="en-US" altLang="zh-CN" dirty="0">
                <a:ea typeface="黑体" panose="02010609060101010101" pitchFamily="2" charset="-122"/>
              </a:rPr>
              <a:t>DNS</a:t>
            </a:r>
            <a:endParaRPr lang="zh-CN" altLang="en-US" dirty="0">
              <a:ea typeface="黑体" panose="02010609060101010101" pitchFamily="2" charset="-122"/>
            </a:endParaRPr>
          </a:p>
        </p:txBody>
      </p:sp>
      <p:sp>
        <p:nvSpPr>
          <p:cNvPr id="3" name="内容占位符 2"/>
          <p:cNvSpPr>
            <a:spLocks noGrp="1"/>
          </p:cNvSpPr>
          <p:nvPr>
            <p:ph idx="1"/>
          </p:nvPr>
        </p:nvSpPr>
        <p:spPr/>
        <p:txBody>
          <a:bodyPr/>
          <a:lstStyle/>
          <a:p>
            <a:pPr eaLnBrk="1" hangingPunct="1">
              <a:defRPr/>
            </a:pPr>
            <a:r>
              <a:rPr lang="en-US" altLang="zh-CN" sz="3200" dirty="0">
                <a:ea typeface="黑体" panose="02010609060101010101" pitchFamily="2" charset="-122"/>
              </a:rPr>
              <a:t>6.1.1  </a:t>
            </a:r>
            <a:r>
              <a:rPr lang="zh-CN" altLang="en-US" sz="3200" dirty="0">
                <a:ea typeface="黑体" panose="02010609060101010101" pitchFamily="2" charset="-122"/>
              </a:rPr>
              <a:t>域名系统概述</a:t>
            </a:r>
            <a:endParaRPr lang="en-US" altLang="zh-CN" sz="3200" dirty="0">
              <a:ea typeface="黑体" panose="02010609060101010101" pitchFamily="2" charset="-122"/>
            </a:endParaRPr>
          </a:p>
          <a:p>
            <a:pPr eaLnBrk="1" hangingPunct="1">
              <a:defRPr/>
            </a:pPr>
            <a:r>
              <a:rPr lang="en-US" altLang="zh-CN" sz="3200" dirty="0">
                <a:ea typeface="黑体" panose="02010609060101010101" pitchFamily="2" charset="-122"/>
              </a:rPr>
              <a:t>6.1.2  </a:t>
            </a:r>
            <a:r>
              <a:rPr lang="zh-CN" altLang="en-US" sz="3200" dirty="0">
                <a:ea typeface="黑体" panose="02010609060101010101" pitchFamily="2" charset="-122"/>
              </a:rPr>
              <a:t>互联网的域名结构</a:t>
            </a:r>
            <a:endParaRPr lang="en-US" altLang="zh-CN" sz="3200" dirty="0">
              <a:ea typeface="黑体" panose="02010609060101010101" pitchFamily="2" charset="-122"/>
            </a:endParaRPr>
          </a:p>
          <a:p>
            <a:pPr eaLnBrk="1" hangingPunct="1">
              <a:defRPr/>
            </a:pPr>
            <a:r>
              <a:rPr lang="en-US" altLang="zh-CN" sz="3200" dirty="0">
                <a:ea typeface="黑体" panose="02010609060101010101" pitchFamily="2" charset="-122"/>
              </a:rPr>
              <a:t>6.1.3  </a:t>
            </a:r>
            <a:r>
              <a:rPr lang="zh-CN" altLang="en-US" sz="3200" dirty="0">
                <a:ea typeface="黑体" panose="02010609060101010101" pitchFamily="2" charset="-122"/>
              </a:rPr>
              <a:t>域名服务器</a:t>
            </a:r>
            <a:endParaRPr lang="zh-CN" altLang="en-US"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42" name="Rectangle 2"/>
          <p:cNvSpPr>
            <a:spLocks noGrp="1" noChangeArrowheads="1"/>
          </p:cNvSpPr>
          <p:nvPr>
            <p:ph type="title"/>
          </p:nvPr>
        </p:nvSpPr>
        <p:spPr/>
        <p:txBody>
          <a:bodyPr/>
          <a:lstStyle/>
          <a:p>
            <a:pPr eaLnBrk="1" hangingPunct="1">
              <a:defRPr/>
            </a:pPr>
            <a:br>
              <a:rPr lang="en-US" altLang="zh-CN" dirty="0"/>
            </a:br>
            <a:r>
              <a:rPr lang="en-US" altLang="zh-CN" dirty="0"/>
              <a:t>6.1.1  </a:t>
            </a:r>
            <a:r>
              <a:rPr lang="zh-CN" altLang="en-US" dirty="0"/>
              <a:t>域名系统概述</a:t>
            </a:r>
          </a:p>
        </p:txBody>
      </p:sp>
      <p:sp>
        <p:nvSpPr>
          <p:cNvPr id="573443" name="Rectangle 3"/>
          <p:cNvSpPr>
            <a:spLocks noGrp="1" noChangeArrowheads="1"/>
          </p:cNvSpPr>
          <p:nvPr>
            <p:ph idx="1"/>
          </p:nvPr>
        </p:nvSpPr>
        <p:spPr/>
        <p:txBody>
          <a:bodyPr/>
          <a:lstStyle/>
          <a:p>
            <a:pPr marL="316230" indent="-316230" algn="just">
              <a:spcBef>
                <a:spcPts val="555"/>
              </a:spcBef>
              <a:defRPr/>
            </a:pPr>
            <a:r>
              <a:rPr lang="zh-CN" altLang="en-US" dirty="0">
                <a:solidFill>
                  <a:srgbClr val="FF0000"/>
                </a:solidFill>
              </a:rPr>
              <a:t>域名系统</a:t>
            </a:r>
            <a:r>
              <a:rPr lang="zh-CN" altLang="en-US" dirty="0"/>
              <a:t>（</a:t>
            </a:r>
            <a:r>
              <a:rPr lang="en-US" altLang="zh-CN" dirty="0">
                <a:solidFill>
                  <a:srgbClr val="FF0000"/>
                </a:solidFill>
              </a:rPr>
              <a:t>D</a:t>
            </a:r>
            <a:r>
              <a:rPr lang="en-US" altLang="zh-CN" dirty="0"/>
              <a:t>omain </a:t>
            </a:r>
            <a:r>
              <a:rPr lang="en-US" altLang="zh-CN" dirty="0">
                <a:solidFill>
                  <a:srgbClr val="FF0000"/>
                </a:solidFill>
              </a:rPr>
              <a:t>N</a:t>
            </a:r>
            <a:r>
              <a:rPr lang="en-US" altLang="zh-CN" dirty="0"/>
              <a:t>ame </a:t>
            </a:r>
            <a:r>
              <a:rPr lang="en-US" altLang="zh-CN" dirty="0">
                <a:solidFill>
                  <a:srgbClr val="FF0000"/>
                </a:solidFill>
              </a:rPr>
              <a:t>S</a:t>
            </a:r>
            <a:r>
              <a:rPr lang="en-US" altLang="zh-CN" dirty="0"/>
              <a:t>ystem</a:t>
            </a:r>
            <a:r>
              <a:rPr lang="zh-CN" altLang="en-US" dirty="0"/>
              <a:t>，</a:t>
            </a:r>
            <a:r>
              <a:rPr lang="en-US" altLang="zh-CN" dirty="0">
                <a:solidFill>
                  <a:srgbClr val="FF0000"/>
                </a:solidFill>
              </a:rPr>
              <a:t>DNS</a:t>
            </a:r>
            <a:r>
              <a:rPr lang="zh-CN" altLang="en-US" dirty="0"/>
              <a:t>）是互联网使用的</a:t>
            </a:r>
            <a:r>
              <a:rPr lang="zh-CN" altLang="en-US" dirty="0">
                <a:solidFill>
                  <a:srgbClr val="FF0000"/>
                </a:solidFill>
              </a:rPr>
              <a:t>命名系统</a:t>
            </a:r>
            <a:r>
              <a:rPr lang="zh-CN" altLang="en-US" dirty="0"/>
              <a:t>，用来把便于人们使用的</a:t>
            </a:r>
            <a:r>
              <a:rPr lang="zh-CN" altLang="en-US" dirty="0">
                <a:solidFill>
                  <a:srgbClr val="FF0000"/>
                </a:solidFill>
              </a:rPr>
              <a:t>机器名字</a:t>
            </a:r>
            <a:r>
              <a:rPr lang="zh-CN" altLang="en-US" dirty="0"/>
              <a:t>转换为</a:t>
            </a:r>
            <a:r>
              <a:rPr lang="en-US" altLang="zh-CN" dirty="0">
                <a:solidFill>
                  <a:srgbClr val="FF0000"/>
                </a:solidFill>
              </a:rPr>
              <a:t>IP</a:t>
            </a:r>
            <a:r>
              <a:rPr lang="zh-CN" altLang="en-US" dirty="0">
                <a:solidFill>
                  <a:srgbClr val="FF0000"/>
                </a:solidFill>
              </a:rPr>
              <a:t>地址</a:t>
            </a:r>
            <a:r>
              <a:rPr lang="zh-CN" altLang="en-US" dirty="0"/>
              <a:t>。 </a:t>
            </a:r>
          </a:p>
          <a:p>
            <a:pPr marL="316230" indent="-316230" algn="just" eaLnBrk="1" hangingPunct="1">
              <a:spcBef>
                <a:spcPts val="555"/>
              </a:spcBef>
              <a:defRPr/>
            </a:pPr>
            <a:r>
              <a:rPr lang="zh-CN" altLang="en-US" dirty="0"/>
              <a:t>互联网采用</a:t>
            </a:r>
            <a:r>
              <a:rPr lang="zh-CN" altLang="en-US" dirty="0">
                <a:solidFill>
                  <a:srgbClr val="FF0000"/>
                </a:solidFill>
              </a:rPr>
              <a:t>层次结构</a:t>
            </a:r>
            <a:r>
              <a:rPr lang="zh-CN" altLang="en-US" dirty="0"/>
              <a:t>的</a:t>
            </a:r>
            <a:r>
              <a:rPr lang="zh-CN" altLang="en-US" dirty="0">
                <a:solidFill>
                  <a:srgbClr val="FF0000"/>
                </a:solidFill>
              </a:rPr>
              <a:t>命名树</a:t>
            </a:r>
            <a:r>
              <a:rPr lang="zh-CN" altLang="en-US" dirty="0"/>
              <a:t>作为主机的名字，并使用</a:t>
            </a:r>
            <a:r>
              <a:rPr lang="zh-CN" altLang="en-US" dirty="0">
                <a:solidFill>
                  <a:srgbClr val="FF0000"/>
                </a:solidFill>
              </a:rPr>
              <a:t>分布式</a:t>
            </a:r>
            <a:r>
              <a:rPr lang="zh-CN" altLang="en-US" dirty="0"/>
              <a:t>的域名系统 </a:t>
            </a:r>
            <a:r>
              <a:rPr lang="en-US" altLang="zh-CN" dirty="0"/>
              <a:t>DNS</a:t>
            </a:r>
            <a:r>
              <a:rPr lang="zh-CN" altLang="en-US" dirty="0"/>
              <a:t>，以增加系统的鲁棒性。</a:t>
            </a:r>
          </a:p>
          <a:p>
            <a:pPr marL="316230" indent="-316230" algn="just" eaLnBrk="1" hangingPunct="1">
              <a:spcBef>
                <a:spcPts val="555"/>
              </a:spcBef>
              <a:defRPr/>
            </a:pPr>
            <a:r>
              <a:rPr lang="zh-CN" altLang="en-US" dirty="0"/>
              <a:t>名字到 </a:t>
            </a:r>
            <a:r>
              <a:rPr lang="en-US" altLang="zh-CN" dirty="0"/>
              <a:t>IP </a:t>
            </a:r>
            <a:r>
              <a:rPr lang="zh-CN" altLang="en-US" dirty="0"/>
              <a:t>地址的解析是由若干个</a:t>
            </a:r>
            <a:r>
              <a:rPr lang="zh-CN" altLang="en-US" dirty="0">
                <a:solidFill>
                  <a:srgbClr val="FF0000"/>
                </a:solidFill>
              </a:rPr>
              <a:t>域名服务器程序</a:t>
            </a:r>
            <a:r>
              <a:rPr lang="zh-CN" altLang="en-US" dirty="0"/>
              <a:t>完成的。域名服务器程序在</a:t>
            </a:r>
            <a:r>
              <a:rPr lang="zh-CN" altLang="en-US" dirty="0">
                <a:solidFill>
                  <a:srgbClr val="FF0000"/>
                </a:solidFill>
              </a:rPr>
              <a:t>专设的结点</a:t>
            </a:r>
            <a:r>
              <a:rPr lang="zh-CN" altLang="en-US" dirty="0"/>
              <a:t>上运行，运行该程序的机器称为</a:t>
            </a:r>
            <a:r>
              <a:rPr lang="zh-CN" altLang="en-US" dirty="0">
                <a:solidFill>
                  <a:srgbClr val="FF0000"/>
                </a:solidFill>
              </a:rPr>
              <a:t>域名服务器</a:t>
            </a:r>
            <a:r>
              <a:rPr lang="zh-CN" altLang="en-US" dirty="0"/>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7344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7344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4"/>
          <p:cNvSpPr>
            <a:spLocks noChangeArrowheads="1"/>
          </p:cNvSpPr>
          <p:nvPr/>
        </p:nvSpPr>
        <p:spPr bwMode="auto">
          <a:xfrm>
            <a:off x="1674994" y="4077073"/>
            <a:ext cx="6950414" cy="648072"/>
          </a:xfrm>
          <a:prstGeom prst="rect">
            <a:avLst/>
          </a:prstGeom>
          <a:solidFill>
            <a:srgbClr val="FFFF00"/>
          </a:solidFill>
          <a:ln w="28575">
            <a:solidFill>
              <a:srgbClr val="333399"/>
            </a:solidFill>
            <a:miter lim="800000"/>
          </a:ln>
          <a:effectLst/>
        </p:spPr>
        <p:txBody>
          <a:bodyPr wrap="none" anchor="ctr"/>
          <a:lstStyle/>
          <a:p>
            <a:pPr eaLnBrk="1" hangingPunct="1"/>
            <a:endParaRPr lang="zh-CN" altLang="en-US"/>
          </a:p>
        </p:txBody>
      </p:sp>
      <p:sp>
        <p:nvSpPr>
          <p:cNvPr id="32772" name="Rectangle 3"/>
          <p:cNvSpPr>
            <a:spLocks noGrp="1" noChangeArrowheads="1"/>
          </p:cNvSpPr>
          <p:nvPr>
            <p:ph idx="1"/>
          </p:nvPr>
        </p:nvSpPr>
        <p:spPr/>
        <p:txBody>
          <a:bodyPr/>
          <a:lstStyle/>
          <a:p>
            <a:pPr eaLnBrk="1" hangingPunct="1"/>
            <a:r>
              <a:rPr lang="zh-CN" altLang="en-US" dirty="0">
                <a:ea typeface="黑体" panose="02010609060101010101" pitchFamily="2" charset="-122"/>
              </a:rPr>
              <a:t>互联网采用了</a:t>
            </a:r>
            <a:r>
              <a:rPr lang="zh-CN" altLang="en-US" dirty="0">
                <a:solidFill>
                  <a:srgbClr val="FF0000"/>
                </a:solidFill>
                <a:ea typeface="黑体" panose="02010609060101010101" pitchFamily="2" charset="-122"/>
              </a:rPr>
              <a:t>层次树状结构</a:t>
            </a:r>
            <a:r>
              <a:rPr lang="zh-CN" altLang="en-US" dirty="0">
                <a:ea typeface="黑体" panose="02010609060101010101" pitchFamily="2" charset="-122"/>
              </a:rPr>
              <a:t>的</a:t>
            </a:r>
            <a:r>
              <a:rPr lang="zh-CN" altLang="en-US" dirty="0">
                <a:solidFill>
                  <a:srgbClr val="FF0000"/>
                </a:solidFill>
                <a:ea typeface="黑体" panose="02010609060101010101" pitchFamily="2" charset="-122"/>
              </a:rPr>
              <a:t>命名方法</a:t>
            </a:r>
            <a:r>
              <a:rPr lang="zh-CN" altLang="en-US" dirty="0">
                <a:ea typeface="黑体" panose="02010609060101010101" pitchFamily="2" charset="-122"/>
              </a:rPr>
              <a:t>。</a:t>
            </a:r>
          </a:p>
          <a:p>
            <a:pPr eaLnBrk="1" hangingPunct="1"/>
            <a:r>
              <a:rPr lang="zh-CN" altLang="en-US" dirty="0">
                <a:ea typeface="黑体" panose="02010609060101010101" pitchFamily="2" charset="-122"/>
              </a:rPr>
              <a:t>任何一个连接在互联网上的主机或路由器，都有一个</a:t>
            </a:r>
            <a:r>
              <a:rPr lang="zh-CN" altLang="en-US" dirty="0">
                <a:solidFill>
                  <a:srgbClr val="FF0000"/>
                </a:solidFill>
                <a:ea typeface="黑体" panose="02010609060101010101" pitchFamily="2" charset="-122"/>
              </a:rPr>
              <a:t>唯一</a:t>
            </a:r>
            <a:r>
              <a:rPr lang="zh-CN" altLang="en-US" dirty="0">
                <a:ea typeface="黑体" panose="02010609060101010101" pitchFamily="2" charset="-122"/>
              </a:rPr>
              <a:t>的层次结构的名字，即</a:t>
            </a:r>
            <a:r>
              <a:rPr lang="zh-CN" altLang="en-US" dirty="0">
                <a:solidFill>
                  <a:srgbClr val="FF0000"/>
                </a:solidFill>
                <a:ea typeface="黑体" panose="02010609060101010101" pitchFamily="2" charset="-122"/>
              </a:rPr>
              <a:t>域名</a:t>
            </a:r>
            <a:r>
              <a:rPr lang="zh-CN" altLang="en-US" dirty="0">
                <a:ea typeface="黑体" panose="02010609060101010101" pitchFamily="2" charset="-122"/>
              </a:rPr>
              <a:t>。</a:t>
            </a:r>
          </a:p>
          <a:p>
            <a:pPr eaLnBrk="1" hangingPunct="1"/>
            <a:r>
              <a:rPr lang="zh-CN" altLang="en-US" dirty="0">
                <a:solidFill>
                  <a:srgbClr val="0000FF"/>
                </a:solidFill>
                <a:ea typeface="黑体" panose="02010609060101010101" pitchFamily="2" charset="-122"/>
              </a:rPr>
              <a:t>域名的结构</a:t>
            </a:r>
            <a:r>
              <a:rPr lang="zh-CN" altLang="en-US" dirty="0">
                <a:ea typeface="黑体" panose="02010609060101010101" pitchFamily="2" charset="-122"/>
              </a:rPr>
              <a:t>由</a:t>
            </a:r>
            <a:r>
              <a:rPr lang="zh-CN" altLang="en-US" dirty="0">
                <a:solidFill>
                  <a:srgbClr val="FF0000"/>
                </a:solidFill>
                <a:ea typeface="黑体" panose="02010609060101010101" pitchFamily="2" charset="-122"/>
              </a:rPr>
              <a:t>标号序列</a:t>
            </a:r>
            <a:r>
              <a:rPr lang="zh-CN" altLang="en-US" dirty="0">
                <a:ea typeface="黑体" panose="02010609060101010101" pitchFamily="2" charset="-122"/>
              </a:rPr>
              <a:t>组成，各</a:t>
            </a:r>
            <a:r>
              <a:rPr lang="zh-CN" altLang="en-US" dirty="0">
                <a:solidFill>
                  <a:srgbClr val="FF0000"/>
                </a:solidFill>
                <a:ea typeface="黑体" panose="02010609060101010101" pitchFamily="2" charset="-122"/>
              </a:rPr>
              <a:t>标号之间</a:t>
            </a:r>
            <a:r>
              <a:rPr lang="zh-CN" altLang="en-US" dirty="0">
                <a:ea typeface="黑体" panose="02010609060101010101" pitchFamily="2" charset="-122"/>
              </a:rPr>
              <a:t>用</a:t>
            </a:r>
            <a:r>
              <a:rPr lang="zh-CN" altLang="en-US" dirty="0">
                <a:solidFill>
                  <a:srgbClr val="FF0000"/>
                </a:solidFill>
                <a:ea typeface="黑体" panose="02010609060101010101" pitchFamily="2" charset="-122"/>
              </a:rPr>
              <a:t>点</a:t>
            </a:r>
            <a:r>
              <a:rPr lang="zh-CN" altLang="en-US" dirty="0">
                <a:ea typeface="黑体" panose="02010609060101010101" pitchFamily="2" charset="-122"/>
              </a:rPr>
              <a:t>隔开：</a:t>
            </a:r>
          </a:p>
          <a:p>
            <a:pPr eaLnBrk="1" hangingPunct="1">
              <a:spcAft>
                <a:spcPct val="60000"/>
              </a:spcAft>
              <a:buFont typeface="Wingdings" panose="05000000000000000000" pitchFamily="2" charset="2"/>
              <a:buNone/>
            </a:pPr>
            <a:r>
              <a:rPr lang="zh-CN" altLang="en-US" dirty="0">
                <a:ea typeface="黑体" panose="02010609060101010101" pitchFamily="2" charset="-122"/>
              </a:rPr>
              <a:t>              </a:t>
            </a:r>
            <a:r>
              <a:rPr lang="en-US" altLang="zh-CN" dirty="0">
                <a:ea typeface="黑体" panose="02010609060101010101" pitchFamily="2" charset="-122"/>
              </a:rPr>
              <a:t>… . </a:t>
            </a:r>
            <a:r>
              <a:rPr lang="zh-CN" altLang="en-US" dirty="0">
                <a:ea typeface="黑体" panose="02010609060101010101" pitchFamily="2" charset="-122"/>
              </a:rPr>
              <a:t>三级域名 </a:t>
            </a:r>
            <a:r>
              <a:rPr lang="en-US" altLang="zh-CN" dirty="0">
                <a:ea typeface="黑体" panose="02010609060101010101" pitchFamily="2" charset="-122"/>
              </a:rPr>
              <a:t>. </a:t>
            </a:r>
            <a:r>
              <a:rPr lang="zh-CN" altLang="en-US" dirty="0">
                <a:ea typeface="黑体" panose="02010609060101010101" pitchFamily="2" charset="-122"/>
              </a:rPr>
              <a:t>二级域名 </a:t>
            </a:r>
            <a:r>
              <a:rPr lang="en-US" altLang="zh-CN" dirty="0">
                <a:ea typeface="黑体" panose="02010609060101010101" pitchFamily="2" charset="-122"/>
              </a:rPr>
              <a:t>. </a:t>
            </a:r>
            <a:r>
              <a:rPr lang="zh-CN" altLang="en-US" dirty="0">
                <a:ea typeface="黑体" panose="02010609060101010101" pitchFamily="2" charset="-122"/>
              </a:rPr>
              <a:t>顶级域名</a:t>
            </a:r>
            <a:endParaRPr lang="en-US" altLang="zh-CN" dirty="0">
              <a:solidFill>
                <a:srgbClr val="FF0000"/>
              </a:solidFill>
              <a:ea typeface="黑体" panose="02010609060101010101" pitchFamily="2" charset="-122"/>
            </a:endParaRPr>
          </a:p>
          <a:p>
            <a:pPr eaLnBrk="1" hangingPunct="1"/>
            <a:r>
              <a:rPr lang="zh-CN" altLang="en-US" dirty="0">
                <a:solidFill>
                  <a:srgbClr val="FF0000"/>
                </a:solidFill>
                <a:ea typeface="黑体" panose="02010609060101010101" pitchFamily="2" charset="-122"/>
              </a:rPr>
              <a:t>各标号</a:t>
            </a:r>
            <a:r>
              <a:rPr lang="zh-CN" altLang="en-US" dirty="0">
                <a:ea typeface="黑体" panose="02010609060101010101" pitchFamily="2" charset="-122"/>
              </a:rPr>
              <a:t>分别代表</a:t>
            </a:r>
            <a:r>
              <a:rPr lang="zh-CN" altLang="en-US" dirty="0">
                <a:solidFill>
                  <a:srgbClr val="FF0000"/>
                </a:solidFill>
                <a:ea typeface="黑体" panose="02010609060101010101" pitchFamily="2" charset="-122"/>
              </a:rPr>
              <a:t>不同级别</a:t>
            </a:r>
            <a:r>
              <a:rPr lang="zh-CN" altLang="en-US" dirty="0">
                <a:ea typeface="黑体" panose="02010609060101010101" pitchFamily="2" charset="-122"/>
              </a:rPr>
              <a:t>的</a:t>
            </a:r>
            <a:r>
              <a:rPr lang="zh-CN" altLang="en-US" dirty="0">
                <a:solidFill>
                  <a:srgbClr val="FF0000"/>
                </a:solidFill>
                <a:ea typeface="黑体" panose="02010609060101010101" pitchFamily="2" charset="-122"/>
              </a:rPr>
              <a:t>域名</a:t>
            </a:r>
            <a:r>
              <a:rPr lang="zh-CN" altLang="en-US" dirty="0">
                <a:ea typeface="黑体" panose="02010609060101010101" pitchFamily="2" charset="-122"/>
              </a:rPr>
              <a:t>。  </a:t>
            </a:r>
          </a:p>
        </p:txBody>
      </p:sp>
      <p:sp>
        <p:nvSpPr>
          <p:cNvPr id="574466" name="Rectangle 2"/>
          <p:cNvSpPr>
            <a:spLocks noGrp="1" noChangeArrowheads="1"/>
          </p:cNvSpPr>
          <p:nvPr>
            <p:ph type="title"/>
          </p:nvPr>
        </p:nvSpPr>
        <p:spPr/>
        <p:txBody>
          <a:bodyPr/>
          <a:lstStyle/>
          <a:p>
            <a:pPr eaLnBrk="1" hangingPunct="1">
              <a:defRPr/>
            </a:pPr>
            <a:r>
              <a:rPr lang="en-US" altLang="zh-CN" dirty="0"/>
              <a:t>6.1.2   </a:t>
            </a:r>
            <a:r>
              <a:rPr lang="zh-CN" altLang="en-US" dirty="0"/>
              <a:t>互联网的域名结构</a:t>
            </a:r>
          </a:p>
        </p:txBody>
      </p:sp>
      <p:sp>
        <p:nvSpPr>
          <p:cNvPr id="2" name="矩形 1"/>
          <p:cNvSpPr/>
          <p:nvPr/>
        </p:nvSpPr>
        <p:spPr>
          <a:xfrm>
            <a:off x="1352600" y="5733256"/>
            <a:ext cx="7704856" cy="936104"/>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CN" sz="2800" b="1" dirty="0">
                <a:latin typeface="+mj-ea"/>
                <a:ea typeface="+mj-ea"/>
              </a:rPr>
              <a:t>mail.cctv.com</a:t>
            </a:r>
          </a:p>
          <a:p>
            <a:pPr algn="ctr"/>
            <a:r>
              <a:rPr lang="zh-CN" altLang="en-US" sz="2800" b="1" dirty="0">
                <a:latin typeface="+mj-ea"/>
                <a:ea typeface="+mj-ea"/>
              </a:rPr>
              <a:t>三级域名</a:t>
            </a:r>
            <a:r>
              <a:rPr lang="en-US" altLang="zh-CN" sz="2800" b="1" dirty="0">
                <a:latin typeface="+mj-ea"/>
                <a:ea typeface="+mj-ea"/>
              </a:rPr>
              <a:t>.</a:t>
            </a:r>
            <a:r>
              <a:rPr lang="zh-CN" altLang="en-US" sz="2800" b="1" dirty="0">
                <a:latin typeface="+mj-ea"/>
                <a:ea typeface="+mj-ea"/>
              </a:rPr>
              <a:t>二级域名</a:t>
            </a:r>
            <a:r>
              <a:rPr lang="en-US" altLang="zh-CN" sz="2800" b="1" dirty="0">
                <a:latin typeface="+mj-ea"/>
                <a:ea typeface="+mj-ea"/>
              </a:rPr>
              <a:t>.</a:t>
            </a:r>
            <a:r>
              <a:rPr lang="zh-CN" altLang="en-US" sz="2800" b="1" dirty="0">
                <a:latin typeface="+mj-ea"/>
                <a:ea typeface="+mj-ea"/>
              </a:rPr>
              <a:t>顶级域名</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pPr algn="ctr" eaLnBrk="1" hangingPunct="1"/>
            <a:r>
              <a:rPr lang="zh-CN" altLang="en-US" dirty="0">
                <a:ea typeface="黑体" panose="02010609060101010101" pitchFamily="2" charset="-122"/>
              </a:rPr>
              <a:t>域名的特点</a:t>
            </a:r>
          </a:p>
        </p:txBody>
      </p:sp>
      <p:sp>
        <p:nvSpPr>
          <p:cNvPr id="34819" name="Rectangle 3"/>
          <p:cNvSpPr>
            <a:spLocks noGrp="1" noChangeArrowheads="1"/>
          </p:cNvSpPr>
          <p:nvPr>
            <p:ph idx="1"/>
          </p:nvPr>
        </p:nvSpPr>
        <p:spPr/>
        <p:txBody>
          <a:bodyPr/>
          <a:lstStyle/>
          <a:p>
            <a:pPr eaLnBrk="1" hangingPunct="1"/>
            <a:r>
              <a:rPr lang="zh-CN" altLang="en-US" dirty="0">
                <a:ea typeface="黑体" panose="02010609060101010101" pitchFamily="2" charset="-122"/>
              </a:rPr>
              <a:t>域名只是个</a:t>
            </a:r>
            <a:r>
              <a:rPr lang="zh-CN" altLang="en-US" dirty="0">
                <a:solidFill>
                  <a:srgbClr val="FF0000"/>
                </a:solidFill>
                <a:ea typeface="黑体" panose="02010609060101010101" pitchFamily="2" charset="-122"/>
              </a:rPr>
              <a:t>逻辑概念</a:t>
            </a:r>
            <a:r>
              <a:rPr lang="zh-CN" altLang="en-US" dirty="0">
                <a:solidFill>
                  <a:schemeClr val="tx1"/>
                </a:solidFill>
                <a:ea typeface="黑体" panose="02010609060101010101" pitchFamily="2" charset="-122"/>
              </a:rPr>
              <a:t>，是为互联网上的主机起的名字，</a:t>
            </a:r>
            <a:r>
              <a:rPr lang="zh-CN" altLang="en-US" dirty="0">
                <a:ea typeface="黑体" panose="02010609060101010101" pitchFamily="2" charset="-122"/>
              </a:rPr>
              <a:t>并不代表计算机所在的物理地点。</a:t>
            </a:r>
          </a:p>
          <a:p>
            <a:pPr eaLnBrk="1" hangingPunct="1"/>
            <a:r>
              <a:rPr lang="zh-CN" altLang="en-US" dirty="0">
                <a:ea typeface="黑体" panose="02010609060101010101" pitchFamily="2" charset="-122"/>
              </a:rPr>
              <a:t>变长的域名和使用</a:t>
            </a:r>
            <a:r>
              <a:rPr lang="zh-CN" altLang="en-US" dirty="0">
                <a:solidFill>
                  <a:srgbClr val="FF0000"/>
                </a:solidFill>
                <a:ea typeface="黑体" panose="02010609060101010101" pitchFamily="2" charset="-122"/>
              </a:rPr>
              <a:t>有助记忆的字符串</a:t>
            </a:r>
            <a:r>
              <a:rPr lang="zh-CN" altLang="en-US" dirty="0">
                <a:ea typeface="黑体" panose="02010609060101010101" pitchFamily="2" charset="-122"/>
              </a:rPr>
              <a:t>，是为了</a:t>
            </a:r>
            <a:r>
              <a:rPr lang="zh-CN" altLang="en-US" dirty="0">
                <a:solidFill>
                  <a:srgbClr val="FF0000"/>
                </a:solidFill>
                <a:highlight>
                  <a:srgbClr val="FFFF00"/>
                </a:highlight>
                <a:ea typeface="黑体" panose="02010609060101010101" pitchFamily="2" charset="-122"/>
              </a:rPr>
              <a:t>便于人来使用</a:t>
            </a:r>
            <a:r>
              <a:rPr lang="zh-CN" altLang="en-US" dirty="0">
                <a:ea typeface="黑体" panose="02010609060101010101" pitchFamily="2" charset="-122"/>
              </a:rPr>
              <a:t>。而 </a:t>
            </a:r>
            <a:r>
              <a:rPr lang="en-US" altLang="zh-CN" dirty="0">
                <a:ea typeface="黑体" panose="02010609060101010101" pitchFamily="2" charset="-122"/>
              </a:rPr>
              <a:t>IP </a:t>
            </a:r>
            <a:r>
              <a:rPr lang="zh-CN" altLang="en-US" dirty="0">
                <a:ea typeface="黑体" panose="02010609060101010101" pitchFamily="2" charset="-122"/>
              </a:rPr>
              <a:t>地址是</a:t>
            </a:r>
            <a:r>
              <a:rPr lang="zh-CN" altLang="en-US" dirty="0">
                <a:solidFill>
                  <a:srgbClr val="FF0000"/>
                </a:solidFill>
                <a:ea typeface="黑体" panose="02010609060101010101" pitchFamily="2" charset="-122"/>
              </a:rPr>
              <a:t>定长的 </a:t>
            </a:r>
            <a:r>
              <a:rPr lang="en-US" altLang="zh-CN" dirty="0">
                <a:solidFill>
                  <a:srgbClr val="FF0000"/>
                </a:solidFill>
                <a:ea typeface="黑体" panose="02010609060101010101" pitchFamily="2" charset="-122"/>
              </a:rPr>
              <a:t>32 </a:t>
            </a:r>
            <a:r>
              <a:rPr lang="zh-CN" altLang="en-US" dirty="0">
                <a:solidFill>
                  <a:srgbClr val="FF0000"/>
                </a:solidFill>
                <a:ea typeface="黑体" panose="02010609060101010101" pitchFamily="2" charset="-122"/>
              </a:rPr>
              <a:t>位二进制数字</a:t>
            </a:r>
            <a:r>
              <a:rPr lang="zh-CN" altLang="en-US" dirty="0">
                <a:ea typeface="黑体" panose="02010609060101010101" pitchFamily="2" charset="-122"/>
              </a:rPr>
              <a:t>则非常</a:t>
            </a:r>
            <a:r>
              <a:rPr lang="zh-CN" altLang="en-US" dirty="0">
                <a:solidFill>
                  <a:srgbClr val="FF0000"/>
                </a:solidFill>
                <a:highlight>
                  <a:srgbClr val="FFFF00"/>
                </a:highlight>
                <a:ea typeface="黑体" panose="02010609060101010101" pitchFamily="2" charset="-122"/>
              </a:rPr>
              <a:t>便于机器进行处理</a:t>
            </a:r>
            <a:r>
              <a:rPr lang="zh-CN" altLang="en-US" dirty="0">
                <a:ea typeface="黑体" panose="02010609060101010101" pitchFamily="2" charset="-122"/>
              </a:rPr>
              <a:t>。</a:t>
            </a:r>
          </a:p>
          <a:p>
            <a:pPr eaLnBrk="1" hangingPunct="1"/>
            <a:r>
              <a:rPr lang="zh-CN" altLang="en-US" dirty="0">
                <a:solidFill>
                  <a:srgbClr val="FF0000"/>
                </a:solidFill>
                <a:ea typeface="黑体" panose="02010609060101010101" pitchFamily="2" charset="-122"/>
              </a:rPr>
              <a:t>域名中的“点”和点分十进制 </a:t>
            </a:r>
            <a:r>
              <a:rPr lang="en-US" altLang="zh-CN" dirty="0">
                <a:solidFill>
                  <a:srgbClr val="FF0000"/>
                </a:solidFill>
                <a:ea typeface="黑体" panose="02010609060101010101" pitchFamily="2" charset="-122"/>
              </a:rPr>
              <a:t>IP </a:t>
            </a:r>
            <a:r>
              <a:rPr lang="zh-CN" altLang="en-US" dirty="0">
                <a:solidFill>
                  <a:srgbClr val="FF0000"/>
                </a:solidFill>
                <a:ea typeface="黑体" panose="02010609060101010101" pitchFamily="2" charset="-122"/>
              </a:rPr>
              <a:t>地址中的“点”并无一一对应的关系。</a:t>
            </a:r>
            <a:r>
              <a:rPr lang="zh-CN" altLang="en-US" dirty="0">
                <a:ea typeface="黑体" panose="02010609060101010101" pitchFamily="2" charset="-122"/>
              </a:rPr>
              <a:t>点分十进制 </a:t>
            </a:r>
            <a:r>
              <a:rPr lang="en-US" altLang="zh-CN" dirty="0">
                <a:ea typeface="黑体" panose="02010609060101010101" pitchFamily="2" charset="-122"/>
              </a:rPr>
              <a:t>IP </a:t>
            </a:r>
            <a:r>
              <a:rPr lang="zh-CN" altLang="en-US" dirty="0">
                <a:ea typeface="黑体" panose="02010609060101010101" pitchFamily="2" charset="-122"/>
              </a:rPr>
              <a:t>地址中一定是包含三个“点”，但每一个</a:t>
            </a:r>
            <a:r>
              <a:rPr lang="zh-CN" altLang="en-US" dirty="0">
                <a:solidFill>
                  <a:srgbClr val="FF0000"/>
                </a:solidFill>
                <a:highlight>
                  <a:srgbClr val="FFFF00"/>
                </a:highlight>
                <a:ea typeface="黑体" panose="02010609060101010101" pitchFamily="2" charset="-122"/>
              </a:rPr>
              <a:t>域名中“点”</a:t>
            </a:r>
            <a:r>
              <a:rPr lang="zh-CN" altLang="en-US" dirty="0">
                <a:ea typeface="黑体" panose="02010609060101010101" pitchFamily="2" charset="-122"/>
              </a:rPr>
              <a:t>的数目则</a:t>
            </a:r>
            <a:r>
              <a:rPr lang="zh-CN" altLang="en-US" dirty="0">
                <a:solidFill>
                  <a:srgbClr val="FF0000"/>
                </a:solidFill>
                <a:highlight>
                  <a:srgbClr val="FFFF00"/>
                </a:highlight>
                <a:ea typeface="黑体" panose="02010609060101010101" pitchFamily="2" charset="-122"/>
              </a:rPr>
              <a:t>不一定正好是三个</a:t>
            </a:r>
            <a:r>
              <a:rPr lang="zh-CN" altLang="en-US" dirty="0">
                <a:ea typeface="黑体" panose="02010609060101010101" pitchFamily="2" charset="-122"/>
              </a:rPr>
              <a:t>，而是根据实际情况对域名</a:t>
            </a:r>
            <a:r>
              <a:rPr lang="zh-CN" altLang="en-US" dirty="0">
                <a:solidFill>
                  <a:srgbClr val="FF0000"/>
                </a:solidFill>
                <a:highlight>
                  <a:srgbClr val="FFFF00"/>
                </a:highlight>
                <a:ea typeface="黑体" panose="02010609060101010101" pitchFamily="2" charset="-122"/>
              </a:rPr>
              <a:t>划分不同级别</a:t>
            </a:r>
            <a:r>
              <a:rPr lang="zh-CN" altLang="en-US" dirty="0">
                <a:solidFill>
                  <a:schemeClr val="tx1"/>
                </a:solidFill>
                <a:ea typeface="黑体" panose="02010609060101010101" pitchFamily="2" charset="-122"/>
              </a:rPr>
              <a:t>，用到不同级别的标号</a:t>
            </a:r>
            <a:r>
              <a:rPr lang="zh-CN" altLang="en-US" dirty="0">
                <a:ea typeface="黑体" panose="02010609060101010101" pitchFamily="2" charset="-122"/>
              </a:rPr>
              <a:t>。 </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pPr algn="ctr" eaLnBrk="1" hangingPunct="1"/>
            <a:r>
              <a:rPr lang="zh-CN" altLang="en-US" dirty="0">
                <a:ea typeface="黑体" panose="02010609060101010101" pitchFamily="2" charset="-122"/>
              </a:rPr>
              <a:t>域名的特点</a:t>
            </a:r>
          </a:p>
        </p:txBody>
      </p:sp>
      <p:sp>
        <p:nvSpPr>
          <p:cNvPr id="34819" name="Rectangle 3"/>
          <p:cNvSpPr>
            <a:spLocks noGrp="1" noChangeArrowheads="1"/>
          </p:cNvSpPr>
          <p:nvPr>
            <p:ph idx="1"/>
          </p:nvPr>
        </p:nvSpPr>
        <p:spPr/>
        <p:txBody>
          <a:bodyPr/>
          <a:lstStyle/>
          <a:p>
            <a:pPr eaLnBrk="1" hangingPunct="1"/>
            <a:r>
              <a:rPr lang="zh-CN" altLang="en-US" dirty="0">
                <a:ea typeface="黑体" panose="02010609060101010101" pitchFamily="2" charset="-122"/>
              </a:rPr>
              <a:t>互联网的</a:t>
            </a:r>
            <a:r>
              <a:rPr lang="zh-CN" altLang="en-US" dirty="0">
                <a:solidFill>
                  <a:srgbClr val="FF0000"/>
                </a:solidFill>
                <a:ea typeface="黑体" panose="02010609060101010101" pitchFamily="2" charset="-122"/>
              </a:rPr>
              <a:t>名字空间</a:t>
            </a:r>
            <a:r>
              <a:rPr lang="zh-CN" altLang="en-US" dirty="0">
                <a:ea typeface="黑体" panose="02010609060101010101" pitchFamily="2" charset="-122"/>
              </a:rPr>
              <a:t>是按照</a:t>
            </a:r>
            <a:r>
              <a:rPr lang="zh-CN" altLang="en-US" dirty="0">
                <a:solidFill>
                  <a:srgbClr val="FF0000"/>
                </a:solidFill>
                <a:ea typeface="黑体" panose="02010609060101010101" pitchFamily="2" charset="-122"/>
              </a:rPr>
              <a:t>机构的组织</a:t>
            </a:r>
            <a:r>
              <a:rPr lang="zh-CN" altLang="en-US" dirty="0">
                <a:ea typeface="黑体" panose="02010609060101010101" pitchFamily="2" charset="-122"/>
              </a:rPr>
              <a:t>来划分的，与</a:t>
            </a:r>
            <a:r>
              <a:rPr lang="zh-CN" altLang="en-US" dirty="0">
                <a:solidFill>
                  <a:srgbClr val="FF0000"/>
                </a:solidFill>
                <a:ea typeface="黑体" panose="02010609060101010101" pitchFamily="2" charset="-122"/>
              </a:rPr>
              <a:t>物理的网络无关</a:t>
            </a:r>
            <a:r>
              <a:rPr lang="zh-CN" altLang="en-US" dirty="0">
                <a:ea typeface="黑体" panose="02010609060101010101" pitchFamily="2" charset="-122"/>
              </a:rPr>
              <a:t>，与</a:t>
            </a:r>
            <a:r>
              <a:rPr lang="en-US" altLang="zh-CN" dirty="0">
                <a:ea typeface="黑体" panose="02010609060101010101" pitchFamily="2" charset="-122"/>
              </a:rPr>
              <a:t>IP</a:t>
            </a:r>
            <a:r>
              <a:rPr lang="zh-CN" altLang="en-US" dirty="0">
                <a:ea typeface="黑体" panose="02010609060101010101" pitchFamily="2" charset="-122"/>
              </a:rPr>
              <a:t>地址中的</a:t>
            </a:r>
            <a:r>
              <a:rPr lang="zh-CN" altLang="en-US" dirty="0">
                <a:solidFill>
                  <a:srgbClr val="FF0000"/>
                </a:solidFill>
                <a:ea typeface="黑体" panose="02010609060101010101" pitchFamily="2" charset="-122"/>
              </a:rPr>
              <a:t>“子网”</a:t>
            </a:r>
            <a:r>
              <a:rPr lang="zh-CN" altLang="en-US" dirty="0">
                <a:ea typeface="黑体" panose="02010609060101010101" pitchFamily="2" charset="-122"/>
              </a:rPr>
              <a:t>也没有关系。</a:t>
            </a:r>
            <a:endParaRPr lang="en-US" altLang="zh-CN" dirty="0">
              <a:ea typeface="黑体" panose="02010609060101010101" pitchFamily="2" charset="-122"/>
            </a:endParaRPr>
          </a:p>
          <a:p>
            <a:pPr eaLnBrk="1" hangingPunct="1"/>
            <a:r>
              <a:rPr lang="zh-CN" altLang="en-US" dirty="0">
                <a:solidFill>
                  <a:srgbClr val="FF0000"/>
                </a:solidFill>
                <a:ea typeface="黑体" panose="02010609060101010101" pitchFamily="2" charset="-122"/>
              </a:rPr>
              <a:t>互联网中主机</a:t>
            </a:r>
            <a:r>
              <a:rPr lang="zh-CN" altLang="en-US" dirty="0">
                <a:ea typeface="黑体" panose="02010609060101010101" pitchFamily="2" charset="-122"/>
              </a:rPr>
              <a:t>的</a:t>
            </a:r>
            <a:r>
              <a:rPr lang="zh-CN" altLang="en-US" dirty="0">
                <a:solidFill>
                  <a:srgbClr val="0000FF"/>
                </a:solidFill>
                <a:ea typeface="黑体" panose="02010609060101010101" pitchFamily="2" charset="-122"/>
              </a:rPr>
              <a:t>域名</a:t>
            </a:r>
            <a:r>
              <a:rPr lang="zh-CN" altLang="en-US" dirty="0">
                <a:solidFill>
                  <a:srgbClr val="FF0000"/>
                </a:solidFill>
                <a:highlight>
                  <a:srgbClr val="FFFF00"/>
                </a:highlight>
                <a:ea typeface="黑体" panose="02010609060101010101" pitchFamily="2" charset="-122"/>
              </a:rPr>
              <a:t>必须是唯一</a:t>
            </a:r>
            <a:r>
              <a:rPr lang="zh-CN" altLang="en-US" dirty="0">
                <a:ea typeface="黑体" panose="02010609060101010101" pitchFamily="2" charset="-122"/>
              </a:rPr>
              <a:t>的。 </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p:cNvSpPr>
            <a:spLocks noGrp="1" noChangeArrowheads="1"/>
          </p:cNvSpPr>
          <p:nvPr>
            <p:ph type="title"/>
          </p:nvPr>
        </p:nvSpPr>
        <p:spPr>
          <a:xfrm>
            <a:off x="496800" y="188640"/>
            <a:ext cx="8704672" cy="792000"/>
          </a:xfrm>
        </p:spPr>
        <p:txBody>
          <a:bodyPr/>
          <a:lstStyle/>
          <a:p>
            <a:pPr algn="ctr" eaLnBrk="1" hangingPunct="1">
              <a:defRPr/>
            </a:pPr>
            <a:r>
              <a:rPr lang="zh-CN" altLang="en-US" sz="4000" dirty="0"/>
              <a:t>关于</a:t>
            </a:r>
            <a:r>
              <a:rPr lang="zh-CN" altLang="en-US" sz="4000" dirty="0">
                <a:solidFill>
                  <a:srgbClr val="000099"/>
                </a:solidFill>
              </a:rPr>
              <a:t>域名的级别</a:t>
            </a:r>
            <a:endParaRPr lang="en-US" altLang="zh-CN" sz="4000" dirty="0">
              <a:solidFill>
                <a:srgbClr val="000099"/>
              </a:solidFill>
            </a:endParaRPr>
          </a:p>
        </p:txBody>
      </p:sp>
      <p:sp>
        <p:nvSpPr>
          <p:cNvPr id="5" name="Rectangle 3"/>
          <p:cNvSpPr>
            <a:spLocks noGrp="1" noChangeArrowheads="1"/>
          </p:cNvSpPr>
          <p:nvPr>
            <p:ph idx="1"/>
          </p:nvPr>
        </p:nvSpPr>
        <p:spPr>
          <a:xfrm>
            <a:off x="496800" y="1195200"/>
            <a:ext cx="9064800" cy="4071504"/>
          </a:xfrm>
        </p:spPr>
        <p:txBody>
          <a:bodyPr/>
          <a:lstStyle/>
          <a:p>
            <a:pPr eaLnBrk="1" hangingPunct="1"/>
            <a:r>
              <a:rPr lang="zh-CN" altLang="en-US" dirty="0">
                <a:ea typeface="黑体" panose="02010609060101010101" pitchFamily="2" charset="-122"/>
              </a:rPr>
              <a:t>不同级别的域名用</a:t>
            </a:r>
            <a:r>
              <a:rPr lang="zh-CN" altLang="en-US" dirty="0">
                <a:solidFill>
                  <a:srgbClr val="FF0000"/>
                </a:solidFill>
                <a:ea typeface="黑体" panose="02010609060101010101" pitchFamily="2" charset="-122"/>
              </a:rPr>
              <a:t>点</a:t>
            </a:r>
            <a:r>
              <a:rPr lang="zh-CN" altLang="en-US" dirty="0">
                <a:ea typeface="黑体" panose="02010609060101010101" pitchFamily="2" charset="-122"/>
              </a:rPr>
              <a:t>隔开。</a:t>
            </a:r>
          </a:p>
          <a:p>
            <a:pPr eaLnBrk="1" hangingPunct="1"/>
            <a:r>
              <a:rPr lang="zh-CN" altLang="en-US" dirty="0">
                <a:ea typeface="黑体" panose="02010609060101010101" pitchFamily="2" charset="-122"/>
              </a:rPr>
              <a:t>级别最低的域名写在最左边，</a:t>
            </a:r>
            <a:r>
              <a:rPr lang="zh-CN" altLang="en-US" dirty="0">
                <a:solidFill>
                  <a:srgbClr val="FF0000"/>
                </a:solidFill>
                <a:ea typeface="黑体" panose="02010609060101010101" pitchFamily="2" charset="-122"/>
              </a:rPr>
              <a:t>顶级域名</a:t>
            </a:r>
            <a:r>
              <a:rPr lang="zh-CN" altLang="en-US" dirty="0">
                <a:ea typeface="黑体" panose="02010609060101010101" pitchFamily="2" charset="-122"/>
              </a:rPr>
              <a:t>写在</a:t>
            </a:r>
            <a:r>
              <a:rPr lang="zh-CN" altLang="en-US" dirty="0">
                <a:solidFill>
                  <a:srgbClr val="FF0000"/>
                </a:solidFill>
                <a:ea typeface="黑体" panose="02010609060101010101" pitchFamily="2" charset="-122"/>
              </a:rPr>
              <a:t>最右边</a:t>
            </a:r>
            <a:r>
              <a:rPr lang="zh-CN" altLang="en-US" dirty="0">
                <a:ea typeface="黑体" panose="02010609060101010101" pitchFamily="2" charset="-122"/>
              </a:rPr>
              <a:t>。 </a:t>
            </a:r>
            <a:endParaRPr lang="en-US" altLang="zh-CN" dirty="0">
              <a:ea typeface="黑体" panose="02010609060101010101" pitchFamily="2" charset="-122"/>
            </a:endParaRPr>
          </a:p>
          <a:p>
            <a:pPr eaLnBrk="1" hangingPunct="1"/>
            <a:r>
              <a:rPr lang="zh-CN" altLang="en-US" dirty="0">
                <a:ea typeface="黑体" panose="02010609060101010101" pitchFamily="2" charset="-122"/>
              </a:rPr>
              <a:t>各级域名由它的上一级的域名管理机构管理，而最高级别的</a:t>
            </a:r>
            <a:r>
              <a:rPr lang="zh-CN" altLang="en-US" dirty="0">
                <a:solidFill>
                  <a:srgbClr val="FF0000"/>
                </a:solidFill>
                <a:ea typeface="黑体" panose="02010609060101010101" pitchFamily="2" charset="-122"/>
              </a:rPr>
              <a:t>顶级域名</a:t>
            </a:r>
            <a:r>
              <a:rPr lang="zh-CN" altLang="en-US" dirty="0">
                <a:ea typeface="黑体" panose="02010609060101010101" pitchFamily="2" charset="-122"/>
              </a:rPr>
              <a:t>由</a:t>
            </a:r>
            <a:r>
              <a:rPr lang="en-US" altLang="zh-CN" dirty="0">
                <a:solidFill>
                  <a:srgbClr val="FF0000"/>
                </a:solidFill>
                <a:ea typeface="黑体" panose="02010609060101010101" pitchFamily="2" charset="-122"/>
              </a:rPr>
              <a:t>ICANN</a:t>
            </a:r>
            <a:r>
              <a:rPr lang="zh-CN" altLang="en-US" dirty="0">
                <a:ea typeface="黑体" panose="02010609060101010101" pitchFamily="2" charset="-122"/>
              </a:rPr>
              <a:t>（互联网名称与数字地址分配机构）进行管理。</a:t>
            </a:r>
          </a:p>
        </p:txBody>
      </p:sp>
      <p:sp>
        <p:nvSpPr>
          <p:cNvPr id="6" name="矩形 5"/>
          <p:cNvSpPr/>
          <p:nvPr/>
        </p:nvSpPr>
        <p:spPr>
          <a:xfrm>
            <a:off x="1352600" y="4941168"/>
            <a:ext cx="7704856" cy="1368152"/>
          </a:xfrm>
          <a:prstGeom prst="rect">
            <a:avLst/>
          </a:prstGeom>
          <a:noFill/>
          <a:ln>
            <a:noFill/>
          </a:ln>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CN" sz="2800" b="1" dirty="0">
                <a:latin typeface="+mj-ea"/>
                <a:ea typeface="+mj-ea"/>
              </a:rPr>
              <a:t>mail.cctv.com</a:t>
            </a:r>
          </a:p>
          <a:p>
            <a:pPr algn="ctr"/>
            <a:endParaRPr lang="en-US" altLang="zh-CN" sz="2800" b="1" dirty="0">
              <a:latin typeface="+mj-ea"/>
              <a:ea typeface="+mj-ea"/>
            </a:endParaRPr>
          </a:p>
          <a:p>
            <a:pPr algn="ctr"/>
            <a:r>
              <a:rPr lang="zh-CN" altLang="en-US" sz="2800" b="1" dirty="0">
                <a:latin typeface="+mj-ea"/>
                <a:ea typeface="+mj-ea"/>
              </a:rPr>
              <a:t>三级域名</a:t>
            </a:r>
            <a:r>
              <a:rPr lang="en-US" altLang="zh-CN" sz="2800" b="1" dirty="0">
                <a:latin typeface="+mj-ea"/>
                <a:ea typeface="+mj-ea"/>
              </a:rPr>
              <a:t>.</a:t>
            </a:r>
            <a:r>
              <a:rPr lang="zh-CN" altLang="en-US" sz="2800" b="1" dirty="0">
                <a:latin typeface="+mj-ea"/>
                <a:ea typeface="+mj-ea"/>
              </a:rPr>
              <a:t>二级域名</a:t>
            </a:r>
            <a:r>
              <a:rPr lang="en-US" altLang="zh-CN" sz="2800" b="1" dirty="0">
                <a:latin typeface="+mj-ea"/>
                <a:ea typeface="+mj-ea"/>
              </a:rPr>
              <a:t>.</a:t>
            </a:r>
            <a:r>
              <a:rPr lang="zh-CN" altLang="en-US" sz="2800" b="1" dirty="0">
                <a:latin typeface="+mj-ea"/>
                <a:ea typeface="+mj-ea"/>
              </a:rPr>
              <a:t>顶级域名</a:t>
            </a:r>
          </a:p>
        </p:txBody>
      </p:sp>
      <p:cxnSp>
        <p:nvCxnSpPr>
          <p:cNvPr id="4" name="直接箭头连接符 3"/>
          <p:cNvCxnSpPr/>
          <p:nvPr/>
        </p:nvCxnSpPr>
        <p:spPr>
          <a:xfrm flipV="1">
            <a:off x="3656856" y="5445224"/>
            <a:ext cx="576064" cy="325536"/>
          </a:xfrm>
          <a:prstGeom prst="straightConnector1">
            <a:avLst/>
          </a:prstGeom>
          <a:ln>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9" name="直接箭头连接符 8"/>
          <p:cNvCxnSpPr/>
          <p:nvPr/>
        </p:nvCxnSpPr>
        <p:spPr>
          <a:xfrm flipV="1">
            <a:off x="5313040" y="5445224"/>
            <a:ext cx="0" cy="325536"/>
          </a:xfrm>
          <a:prstGeom prst="straightConnector1">
            <a:avLst/>
          </a:prstGeom>
          <a:ln>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13" name="直接箭头连接符 12"/>
          <p:cNvCxnSpPr/>
          <p:nvPr/>
        </p:nvCxnSpPr>
        <p:spPr>
          <a:xfrm flipH="1" flipV="1">
            <a:off x="6249144" y="5445224"/>
            <a:ext cx="576064" cy="325536"/>
          </a:xfrm>
          <a:prstGeom prst="straightConnector1">
            <a:avLst/>
          </a:prstGeom>
          <a:ln>
            <a:solidFill>
              <a:srgbClr val="FF0000"/>
            </a:solidFill>
            <a:tailEnd type="triangle"/>
          </a:ln>
        </p:spPr>
        <p:style>
          <a:lnRef idx="3">
            <a:schemeClr val="dk1"/>
          </a:lnRef>
          <a:fillRef idx="0">
            <a:schemeClr val="dk1"/>
          </a:fillRef>
          <a:effectRef idx="2">
            <a:schemeClr val="dk1"/>
          </a:effectRef>
          <a:fontRef idx="minor">
            <a:schemeClr val="tx1"/>
          </a:fontRef>
        </p:style>
      </p:cxn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p:cNvSpPr>
            <a:spLocks noGrp="1" noChangeArrowheads="1"/>
          </p:cNvSpPr>
          <p:nvPr>
            <p:ph type="title"/>
          </p:nvPr>
        </p:nvSpPr>
        <p:spPr>
          <a:xfrm>
            <a:off x="496800" y="188640"/>
            <a:ext cx="8704672" cy="792000"/>
          </a:xfrm>
        </p:spPr>
        <p:txBody>
          <a:bodyPr/>
          <a:lstStyle/>
          <a:p>
            <a:pPr algn="ctr" eaLnBrk="1" hangingPunct="1">
              <a:defRPr/>
            </a:pPr>
            <a:r>
              <a:rPr lang="zh-CN" altLang="en-US" sz="4000" dirty="0">
                <a:highlight>
                  <a:srgbClr val="FFFF66"/>
                </a:highlight>
              </a:rPr>
              <a:t>顶级域名</a:t>
            </a:r>
            <a:r>
              <a:rPr lang="zh-CN" altLang="en-US" sz="4000" dirty="0"/>
              <a:t>的</a:t>
            </a:r>
            <a:r>
              <a:rPr lang="zh-CN" altLang="en-US" sz="4000" dirty="0">
                <a:solidFill>
                  <a:srgbClr val="FF0000"/>
                </a:solidFill>
              </a:rPr>
              <a:t>分类</a:t>
            </a:r>
            <a:endParaRPr lang="en-US" altLang="zh-CN" sz="4000" dirty="0">
              <a:solidFill>
                <a:srgbClr val="FF0000"/>
              </a:solidFill>
            </a:endParaRPr>
          </a:p>
        </p:txBody>
      </p:sp>
      <p:sp>
        <p:nvSpPr>
          <p:cNvPr id="131136" name="Rectangle 64"/>
          <p:cNvSpPr>
            <a:spLocks noGrp="1" noChangeArrowheads="1"/>
          </p:cNvSpPr>
          <p:nvPr>
            <p:ph idx="1"/>
          </p:nvPr>
        </p:nvSpPr>
        <p:spPr/>
        <p:txBody>
          <a:bodyPr/>
          <a:lstStyle/>
          <a:p>
            <a:pPr>
              <a:defRPr/>
            </a:pPr>
            <a:r>
              <a:rPr lang="en-US" altLang="zh-CN" dirty="0">
                <a:solidFill>
                  <a:srgbClr val="FF0000"/>
                </a:solidFill>
              </a:rPr>
              <a:t>(1) </a:t>
            </a:r>
            <a:r>
              <a:rPr lang="zh-CN" altLang="en-US" dirty="0">
                <a:solidFill>
                  <a:srgbClr val="FF0000"/>
                </a:solidFill>
              </a:rPr>
              <a:t>国家顶级域名 </a:t>
            </a:r>
            <a:r>
              <a:rPr lang="en-US" altLang="zh-CN" dirty="0" err="1">
                <a:solidFill>
                  <a:srgbClr val="FF0000"/>
                </a:solidFill>
              </a:rPr>
              <a:t>nTLD</a:t>
            </a:r>
            <a:endParaRPr lang="en-US" altLang="zh-CN" dirty="0">
              <a:solidFill>
                <a:srgbClr val="FF0000"/>
              </a:solidFill>
            </a:endParaRPr>
          </a:p>
          <a:p>
            <a:pPr marL="0" indent="0">
              <a:buNone/>
              <a:defRPr/>
            </a:pPr>
            <a:r>
              <a:rPr lang="en-US" altLang="zh-CN" dirty="0"/>
              <a:t>	.</a:t>
            </a:r>
            <a:r>
              <a:rPr lang="en-US" altLang="zh-CN" dirty="0" err="1"/>
              <a:t>cn</a:t>
            </a:r>
            <a:r>
              <a:rPr lang="en-US" altLang="zh-CN" dirty="0"/>
              <a:t> </a:t>
            </a:r>
            <a:r>
              <a:rPr lang="zh-CN" altLang="en-US" dirty="0"/>
              <a:t>表示中国，</a:t>
            </a:r>
            <a:endParaRPr lang="en-US" altLang="zh-CN" dirty="0"/>
          </a:p>
          <a:p>
            <a:pPr marL="0" indent="0">
              <a:buNone/>
              <a:defRPr/>
            </a:pPr>
            <a:r>
              <a:rPr lang="en-US" altLang="zh-CN" dirty="0"/>
              <a:t>	.us </a:t>
            </a:r>
            <a:r>
              <a:rPr lang="zh-CN" altLang="en-US" dirty="0"/>
              <a:t>表示美国，</a:t>
            </a:r>
            <a:endParaRPr lang="en-US" altLang="zh-CN" dirty="0"/>
          </a:p>
          <a:p>
            <a:pPr marL="0" indent="0">
              <a:buNone/>
              <a:defRPr/>
            </a:pPr>
            <a:r>
              <a:rPr lang="en-US" altLang="zh-CN" dirty="0"/>
              <a:t>	.</a:t>
            </a:r>
            <a:r>
              <a:rPr lang="en-US" altLang="zh-CN" dirty="0" err="1"/>
              <a:t>uk</a:t>
            </a:r>
            <a:r>
              <a:rPr lang="en-US" altLang="zh-CN" dirty="0"/>
              <a:t> </a:t>
            </a:r>
            <a:r>
              <a:rPr lang="zh-CN" altLang="en-US" dirty="0"/>
              <a:t>表示英国，等等。</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136" name="Rectangle 64"/>
          <p:cNvSpPr>
            <a:spLocks noGrp="1" noChangeArrowheads="1"/>
          </p:cNvSpPr>
          <p:nvPr>
            <p:ph idx="1"/>
          </p:nvPr>
        </p:nvSpPr>
        <p:spPr/>
        <p:txBody>
          <a:bodyPr/>
          <a:lstStyle/>
          <a:p>
            <a:pPr>
              <a:defRPr/>
            </a:pPr>
            <a:r>
              <a:rPr lang="en-US" altLang="zh-CN" dirty="0">
                <a:solidFill>
                  <a:srgbClr val="FF0000"/>
                </a:solidFill>
              </a:rPr>
              <a:t>(2) </a:t>
            </a:r>
            <a:r>
              <a:rPr lang="zh-CN" altLang="en-US" dirty="0">
                <a:solidFill>
                  <a:srgbClr val="FF0000"/>
                </a:solidFill>
              </a:rPr>
              <a:t>通用顶级域名 </a:t>
            </a:r>
            <a:r>
              <a:rPr lang="en-US" altLang="zh-CN" dirty="0" err="1">
                <a:solidFill>
                  <a:srgbClr val="FF0000"/>
                </a:solidFill>
              </a:rPr>
              <a:t>gTLD</a:t>
            </a:r>
            <a:endParaRPr lang="en-US" altLang="zh-CN" dirty="0">
              <a:solidFill>
                <a:srgbClr val="FF0000"/>
              </a:solidFill>
            </a:endParaRPr>
          </a:p>
          <a:p>
            <a:pPr marL="0" indent="0">
              <a:lnSpc>
                <a:spcPct val="100000"/>
              </a:lnSpc>
              <a:buNone/>
              <a:defRPr/>
            </a:pPr>
            <a:r>
              <a:rPr lang="en-US" altLang="zh-CN" dirty="0"/>
              <a:t>	</a:t>
            </a:r>
            <a:r>
              <a:rPr lang="zh-CN" altLang="en-US" dirty="0"/>
              <a:t>最早的顶级域名是：</a:t>
            </a:r>
            <a:endParaRPr lang="en-US" altLang="zh-CN" dirty="0"/>
          </a:p>
          <a:p>
            <a:pPr marL="0" indent="0">
              <a:lnSpc>
                <a:spcPct val="100000"/>
              </a:lnSpc>
              <a:buNone/>
              <a:defRPr/>
            </a:pPr>
            <a:r>
              <a:rPr lang="en-US" altLang="zh-CN" dirty="0"/>
              <a:t>	</a:t>
            </a:r>
            <a:r>
              <a:rPr lang="en-US" altLang="zh-CN" sz="3600" dirty="0">
                <a:solidFill>
                  <a:srgbClr val="FF0000"/>
                </a:solidFill>
              </a:rPr>
              <a:t>.</a:t>
            </a:r>
            <a:r>
              <a:rPr lang="en-US" altLang="zh-CN" sz="2800" dirty="0">
                <a:solidFill>
                  <a:srgbClr val="FF0000"/>
                </a:solidFill>
              </a:rPr>
              <a:t>com</a:t>
            </a:r>
            <a:r>
              <a:rPr lang="en-US" altLang="zh-CN" sz="2800" dirty="0"/>
              <a:t>	</a:t>
            </a:r>
            <a:r>
              <a:rPr lang="zh-CN" altLang="en-US" sz="2800" dirty="0"/>
              <a:t>（公司和企业）</a:t>
            </a:r>
            <a:endParaRPr lang="en-US" altLang="zh-CN" sz="2800" dirty="0"/>
          </a:p>
          <a:p>
            <a:pPr marL="0" indent="0">
              <a:lnSpc>
                <a:spcPct val="100000"/>
              </a:lnSpc>
              <a:buNone/>
              <a:defRPr/>
            </a:pPr>
            <a:r>
              <a:rPr lang="en-US" altLang="zh-CN" sz="2800" dirty="0"/>
              <a:t>	</a:t>
            </a:r>
            <a:r>
              <a:rPr lang="en-US" altLang="zh-CN" sz="2800" dirty="0" err="1">
                <a:solidFill>
                  <a:srgbClr val="FF0000"/>
                </a:solidFill>
              </a:rPr>
              <a:t>.net</a:t>
            </a:r>
            <a:r>
              <a:rPr lang="en-US" altLang="zh-CN" sz="2800" dirty="0"/>
              <a:t>	</a:t>
            </a:r>
            <a:r>
              <a:rPr lang="zh-CN" altLang="en-US" sz="2800" dirty="0"/>
              <a:t>（网络服务机构）</a:t>
            </a:r>
            <a:endParaRPr lang="en-US" altLang="zh-CN" sz="2800" dirty="0"/>
          </a:p>
          <a:p>
            <a:pPr marL="0" indent="0">
              <a:lnSpc>
                <a:spcPct val="100000"/>
              </a:lnSpc>
              <a:buNone/>
              <a:defRPr/>
            </a:pPr>
            <a:r>
              <a:rPr lang="en-US" altLang="zh-CN" sz="2800" dirty="0"/>
              <a:t>	</a:t>
            </a:r>
            <a:r>
              <a:rPr lang="en-US" altLang="zh-CN" sz="2800" dirty="0">
                <a:solidFill>
                  <a:srgbClr val="FF0000"/>
                </a:solidFill>
              </a:rPr>
              <a:t>.org</a:t>
            </a:r>
            <a:r>
              <a:rPr lang="en-US" altLang="zh-CN" sz="2800" dirty="0"/>
              <a:t>	</a:t>
            </a:r>
            <a:r>
              <a:rPr lang="zh-CN" altLang="en-US" sz="2800" dirty="0"/>
              <a:t>（非赢利性组织）</a:t>
            </a:r>
            <a:endParaRPr lang="en-US" altLang="zh-CN" sz="2800" dirty="0"/>
          </a:p>
          <a:p>
            <a:pPr marL="0" indent="0">
              <a:lnSpc>
                <a:spcPct val="100000"/>
              </a:lnSpc>
              <a:buNone/>
              <a:defRPr/>
            </a:pPr>
            <a:r>
              <a:rPr lang="en-US" altLang="zh-CN" sz="2800" dirty="0"/>
              <a:t>	</a:t>
            </a:r>
            <a:r>
              <a:rPr lang="en-US" altLang="zh-CN" sz="2800" dirty="0">
                <a:solidFill>
                  <a:srgbClr val="FF0000"/>
                </a:solidFill>
              </a:rPr>
              <a:t>.</a:t>
            </a:r>
            <a:r>
              <a:rPr lang="en-US" altLang="zh-CN" sz="2800" dirty="0" err="1">
                <a:solidFill>
                  <a:srgbClr val="FF0000"/>
                </a:solidFill>
              </a:rPr>
              <a:t>edu</a:t>
            </a:r>
            <a:r>
              <a:rPr lang="en-US" altLang="zh-CN" sz="2800" dirty="0"/>
              <a:t>	</a:t>
            </a:r>
            <a:r>
              <a:rPr lang="zh-CN" altLang="en-US" sz="2800" dirty="0"/>
              <a:t>（</a:t>
            </a:r>
            <a:r>
              <a:rPr lang="zh-CN" altLang="en-US" sz="2800" dirty="0">
                <a:solidFill>
                  <a:srgbClr val="FF0000"/>
                </a:solidFill>
              </a:rPr>
              <a:t>美国专用</a:t>
            </a:r>
            <a:r>
              <a:rPr lang="zh-CN" altLang="en-US" sz="2800" dirty="0"/>
              <a:t>的教育机构）</a:t>
            </a:r>
            <a:endParaRPr lang="en-US" altLang="zh-CN" sz="2800" dirty="0"/>
          </a:p>
          <a:p>
            <a:pPr marL="0" indent="0">
              <a:lnSpc>
                <a:spcPct val="100000"/>
              </a:lnSpc>
              <a:buNone/>
              <a:defRPr/>
            </a:pPr>
            <a:r>
              <a:rPr lang="en-US" altLang="zh-CN" sz="2800" dirty="0"/>
              <a:t>	</a:t>
            </a:r>
            <a:r>
              <a:rPr lang="en-US" altLang="zh-CN" sz="2800" dirty="0">
                <a:solidFill>
                  <a:srgbClr val="FF0000"/>
                </a:solidFill>
              </a:rPr>
              <a:t>.</a:t>
            </a:r>
            <a:r>
              <a:rPr lang="en-US" altLang="zh-CN" sz="2800" dirty="0" err="1">
                <a:solidFill>
                  <a:srgbClr val="FF0000"/>
                </a:solidFill>
              </a:rPr>
              <a:t>gov</a:t>
            </a:r>
            <a:r>
              <a:rPr lang="en-US" altLang="zh-CN" sz="2800" dirty="0"/>
              <a:t>	</a:t>
            </a:r>
            <a:r>
              <a:rPr lang="zh-CN" altLang="en-US" sz="2800" dirty="0"/>
              <a:t>（</a:t>
            </a:r>
            <a:r>
              <a:rPr lang="zh-CN" altLang="en-US" sz="2800" dirty="0">
                <a:solidFill>
                  <a:srgbClr val="FF0000"/>
                </a:solidFill>
              </a:rPr>
              <a:t>美国专用</a:t>
            </a:r>
            <a:r>
              <a:rPr lang="zh-CN" altLang="en-US" sz="2800" dirty="0"/>
              <a:t>的政府部门）</a:t>
            </a:r>
            <a:endParaRPr lang="en-US" altLang="zh-CN" sz="2800" dirty="0"/>
          </a:p>
          <a:p>
            <a:pPr marL="0" indent="0">
              <a:lnSpc>
                <a:spcPct val="100000"/>
              </a:lnSpc>
              <a:buNone/>
              <a:defRPr/>
            </a:pPr>
            <a:r>
              <a:rPr lang="en-US" altLang="zh-CN" sz="2800" dirty="0"/>
              <a:t>	.mil	</a:t>
            </a:r>
            <a:r>
              <a:rPr lang="zh-CN" altLang="en-US" sz="2800" dirty="0"/>
              <a:t>（美国专用的军事部门）</a:t>
            </a:r>
            <a:endParaRPr lang="en-US" altLang="zh-CN" sz="2800" dirty="0"/>
          </a:p>
          <a:p>
            <a:pPr marL="0" indent="0">
              <a:lnSpc>
                <a:spcPct val="100000"/>
              </a:lnSpc>
              <a:buNone/>
              <a:defRPr/>
            </a:pPr>
            <a:r>
              <a:rPr lang="en-US" altLang="zh-CN" sz="2800" dirty="0"/>
              <a:t>	.</a:t>
            </a:r>
            <a:r>
              <a:rPr lang="en-US" altLang="zh-CN" sz="2800" dirty="0" err="1"/>
              <a:t>int</a:t>
            </a:r>
            <a:r>
              <a:rPr lang="en-US" altLang="zh-CN" sz="2800" dirty="0"/>
              <a:t>	</a:t>
            </a:r>
            <a:r>
              <a:rPr lang="zh-CN" altLang="en-US" sz="2800" dirty="0"/>
              <a:t>（国际组织）</a:t>
            </a:r>
          </a:p>
        </p:txBody>
      </p:sp>
      <p:grpSp>
        <p:nvGrpSpPr>
          <p:cNvPr id="5" name="组合 4"/>
          <p:cNvGrpSpPr/>
          <p:nvPr/>
        </p:nvGrpSpPr>
        <p:grpSpPr>
          <a:xfrm>
            <a:off x="272480" y="4502536"/>
            <a:ext cx="9573445" cy="2320527"/>
            <a:chOff x="272480" y="4502536"/>
            <a:chExt cx="9573445" cy="2320527"/>
          </a:xfrm>
        </p:grpSpPr>
        <p:pic>
          <p:nvPicPr>
            <p:cNvPr id="2" name="图片 1"/>
            <p:cNvPicPr>
              <a:picLocks noChangeAspect="1"/>
            </p:cNvPicPr>
            <p:nvPr/>
          </p:nvPicPr>
          <p:blipFill rotWithShape="1">
            <a:blip r:embed="rId3"/>
            <a:srcRect r="23352"/>
            <a:stretch>
              <a:fillRect/>
            </a:stretch>
          </p:blipFill>
          <p:spPr>
            <a:xfrm>
              <a:off x="272480" y="4502536"/>
              <a:ext cx="4680520" cy="2320527"/>
            </a:xfrm>
            <a:prstGeom prst="rect">
              <a:avLst/>
            </a:prstGeom>
          </p:spPr>
        </p:pic>
        <p:pic>
          <p:nvPicPr>
            <p:cNvPr id="3" name="图片 2"/>
            <p:cNvPicPr>
              <a:picLocks noChangeAspect="1"/>
            </p:cNvPicPr>
            <p:nvPr/>
          </p:nvPicPr>
          <p:blipFill>
            <a:blip r:embed="rId4"/>
            <a:stretch>
              <a:fillRect/>
            </a:stretch>
          </p:blipFill>
          <p:spPr>
            <a:xfrm>
              <a:off x="5097016" y="4502536"/>
              <a:ext cx="4748909" cy="2305932"/>
            </a:xfrm>
            <a:prstGeom prst="rect">
              <a:avLst/>
            </a:prstGeom>
          </p:spPr>
        </p:pic>
        <p:sp>
          <p:nvSpPr>
            <p:cNvPr id="4" name="矩形 3"/>
            <p:cNvSpPr/>
            <p:nvPr/>
          </p:nvSpPr>
          <p:spPr>
            <a:xfrm>
              <a:off x="5457144" y="4502536"/>
              <a:ext cx="936104" cy="29461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848544" y="4505317"/>
              <a:ext cx="936104" cy="29461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Rectangle 2"/>
          <p:cNvSpPr>
            <a:spLocks noGrp="1" noChangeArrowheads="1"/>
          </p:cNvSpPr>
          <p:nvPr>
            <p:ph type="title"/>
          </p:nvPr>
        </p:nvSpPr>
        <p:spPr>
          <a:xfrm>
            <a:off x="496800" y="188640"/>
            <a:ext cx="8704672" cy="792000"/>
          </a:xfrm>
        </p:spPr>
        <p:txBody>
          <a:bodyPr/>
          <a:lstStyle/>
          <a:p>
            <a:pPr algn="ctr" eaLnBrk="1" hangingPunct="1">
              <a:defRPr/>
            </a:pPr>
            <a:r>
              <a:rPr lang="zh-CN" altLang="en-US" sz="4000" dirty="0">
                <a:highlight>
                  <a:srgbClr val="FFFF66"/>
                </a:highlight>
              </a:rPr>
              <a:t>顶级域名</a:t>
            </a:r>
            <a:r>
              <a:rPr lang="zh-CN" altLang="en-US" sz="4000" dirty="0"/>
              <a:t>的</a:t>
            </a:r>
            <a:r>
              <a:rPr lang="zh-CN" altLang="en-US" sz="4000" dirty="0">
                <a:solidFill>
                  <a:srgbClr val="FF0000"/>
                </a:solidFill>
              </a:rPr>
              <a:t>分类</a:t>
            </a:r>
            <a:endParaRPr lang="en-US" altLang="zh-CN" sz="4000"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113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113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113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113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113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113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1136">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31136">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31136">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5"/>
                                        </p:tgtEl>
                                        <p:attrNameLst>
                                          <p:attrName>style.visibility</p:attrName>
                                        </p:attrNameLst>
                                      </p:cBhvr>
                                      <p:to>
                                        <p:strVal val="visible"/>
                                      </p:to>
                                    </p:set>
                                    <p:animEffect transition="in" filter="fade">
                                      <p:cBhvr>
                                        <p:cTn id="4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1136" grpId="0" build="p"/>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2915" name="Rectangle 3"/>
          <p:cNvSpPr>
            <a:spLocks noGrp="1" noChangeArrowheads="1"/>
          </p:cNvSpPr>
          <p:nvPr>
            <p:ph idx="1"/>
          </p:nvPr>
        </p:nvSpPr>
        <p:spPr/>
        <p:txBody>
          <a:bodyPr/>
          <a:lstStyle/>
          <a:p>
            <a:pPr>
              <a:spcBef>
                <a:spcPts val="555"/>
              </a:spcBef>
              <a:defRPr/>
            </a:pPr>
            <a:r>
              <a:rPr lang="en-US" altLang="zh-CN" dirty="0">
                <a:solidFill>
                  <a:srgbClr val="FF0000"/>
                </a:solidFill>
              </a:rPr>
              <a:t>(3) </a:t>
            </a:r>
            <a:r>
              <a:rPr lang="zh-CN" altLang="en-US" dirty="0">
                <a:solidFill>
                  <a:srgbClr val="FF0000"/>
                </a:solidFill>
              </a:rPr>
              <a:t>基础结构域名 </a:t>
            </a:r>
            <a:r>
              <a:rPr lang="en-US" altLang="zh-CN" dirty="0">
                <a:solidFill>
                  <a:srgbClr val="FF0000"/>
                </a:solidFill>
              </a:rPr>
              <a:t>(infrastructure domain)</a:t>
            </a:r>
          </a:p>
          <a:p>
            <a:pPr marL="0" indent="0">
              <a:spcBef>
                <a:spcPts val="555"/>
              </a:spcBef>
              <a:buNone/>
              <a:defRPr/>
            </a:pPr>
            <a:r>
              <a:rPr lang="en-US" altLang="zh-CN" dirty="0"/>
              <a:t>	</a:t>
            </a:r>
            <a:r>
              <a:rPr lang="zh-CN" altLang="en-US" dirty="0"/>
              <a:t>这种顶级域名只有一个，即 </a:t>
            </a:r>
            <a:r>
              <a:rPr lang="en-US" altLang="zh-CN" dirty="0" err="1">
                <a:solidFill>
                  <a:srgbClr val="FF0000"/>
                </a:solidFill>
              </a:rPr>
              <a:t>arpa</a:t>
            </a:r>
            <a:r>
              <a:rPr lang="zh-CN" altLang="en-US" dirty="0">
                <a:solidFill>
                  <a:srgbClr val="FF0000"/>
                </a:solidFill>
              </a:rPr>
              <a:t>，</a:t>
            </a:r>
            <a:endParaRPr lang="en-US" altLang="zh-CN" dirty="0">
              <a:solidFill>
                <a:srgbClr val="FF0000"/>
              </a:solidFill>
            </a:endParaRPr>
          </a:p>
          <a:p>
            <a:pPr marL="0" indent="0">
              <a:spcBef>
                <a:spcPts val="555"/>
              </a:spcBef>
              <a:buNone/>
              <a:defRPr/>
            </a:pPr>
            <a:r>
              <a:rPr lang="en-US" altLang="zh-CN" dirty="0">
                <a:solidFill>
                  <a:srgbClr val="FF0000"/>
                </a:solidFill>
              </a:rPr>
              <a:t>	</a:t>
            </a:r>
            <a:r>
              <a:rPr lang="zh-CN" altLang="en-US" dirty="0"/>
              <a:t>用于反向域名解析，因此又称为</a:t>
            </a:r>
            <a:r>
              <a:rPr lang="zh-CN" altLang="en-US" dirty="0">
                <a:solidFill>
                  <a:srgbClr val="FF0000"/>
                </a:solidFill>
              </a:rPr>
              <a:t>反向域名。</a:t>
            </a:r>
            <a:r>
              <a:rPr lang="zh-CN" altLang="en-US" dirty="0"/>
              <a:t> </a:t>
            </a:r>
          </a:p>
        </p:txBody>
      </p:sp>
      <p:sp>
        <p:nvSpPr>
          <p:cNvPr id="5" name="Rectangle 2"/>
          <p:cNvSpPr>
            <a:spLocks noGrp="1" noChangeArrowheads="1"/>
          </p:cNvSpPr>
          <p:nvPr>
            <p:ph type="title"/>
          </p:nvPr>
        </p:nvSpPr>
        <p:spPr>
          <a:xfrm>
            <a:off x="496800" y="188640"/>
            <a:ext cx="8704672" cy="792000"/>
          </a:xfrm>
        </p:spPr>
        <p:txBody>
          <a:bodyPr/>
          <a:lstStyle/>
          <a:p>
            <a:pPr algn="ctr" eaLnBrk="1" hangingPunct="1">
              <a:defRPr/>
            </a:pPr>
            <a:r>
              <a:rPr lang="zh-CN" altLang="en-US" sz="4000" dirty="0">
                <a:highlight>
                  <a:srgbClr val="FFFF66"/>
                </a:highlight>
              </a:rPr>
              <a:t>顶级域名</a:t>
            </a:r>
            <a:r>
              <a:rPr lang="zh-CN" altLang="en-US" sz="4000" dirty="0"/>
              <a:t>的</a:t>
            </a:r>
            <a:r>
              <a:rPr lang="zh-CN" altLang="en-US" sz="4000" dirty="0">
                <a:solidFill>
                  <a:srgbClr val="FF0000"/>
                </a:solidFill>
              </a:rPr>
              <a:t>分类</a:t>
            </a:r>
            <a:endParaRPr lang="en-US" altLang="zh-CN" sz="4000" dirty="0">
              <a:solidFill>
                <a:srgbClr val="FF0000"/>
              </a:solidFill>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495300" y="188913"/>
            <a:ext cx="9066742" cy="792162"/>
          </a:xfrm>
        </p:spPr>
        <p:txBody>
          <a:bodyPr/>
          <a:lstStyle/>
          <a:p>
            <a:pPr algn="ctr" eaLnBrk="1" hangingPunct="1"/>
            <a:r>
              <a:rPr lang="zh-CN" altLang="en-US" dirty="0">
                <a:ea typeface="黑体" panose="02010609060101010101" pitchFamily="2" charset="-122"/>
              </a:rPr>
              <a:t>新增加了下列的通用顶级域名 </a:t>
            </a:r>
          </a:p>
        </p:txBody>
      </p:sp>
      <p:sp>
        <p:nvSpPr>
          <p:cNvPr id="39939" name="Rectangle 3"/>
          <p:cNvSpPr>
            <a:spLocks noGrp="1" noChangeArrowheads="1"/>
          </p:cNvSpPr>
          <p:nvPr>
            <p:ph idx="1"/>
          </p:nvPr>
        </p:nvSpPr>
        <p:spPr>
          <a:xfrm>
            <a:off x="495300" y="2239739"/>
            <a:ext cx="9066742" cy="4501629"/>
          </a:xfrm>
        </p:spPr>
        <p:txBody>
          <a:bodyPr/>
          <a:lstStyle/>
          <a:p>
            <a:pPr marL="400050" lvl="1" indent="0">
              <a:lnSpc>
                <a:spcPct val="90000"/>
              </a:lnSpc>
              <a:buNone/>
            </a:pPr>
            <a:r>
              <a:rPr lang="en-US" altLang="zh-CN" sz="2400" dirty="0">
                <a:ea typeface="黑体" panose="02010609060101010101" pitchFamily="2" charset="-122"/>
              </a:rPr>
              <a:t>.aero 	</a:t>
            </a:r>
            <a:r>
              <a:rPr lang="zh-CN" altLang="en-US" sz="2400" dirty="0">
                <a:ea typeface="黑体" panose="02010609060101010101" pitchFamily="2" charset="-122"/>
              </a:rPr>
              <a:t>（航空运输企业）</a:t>
            </a:r>
          </a:p>
          <a:p>
            <a:pPr marL="400050" lvl="1" indent="0">
              <a:lnSpc>
                <a:spcPct val="90000"/>
              </a:lnSpc>
              <a:buNone/>
            </a:pPr>
            <a:r>
              <a:rPr lang="en-US" altLang="zh-CN" sz="2400" dirty="0">
                <a:ea typeface="黑体" panose="02010609060101010101" pitchFamily="2" charset="-122"/>
              </a:rPr>
              <a:t>.biz	</a:t>
            </a:r>
            <a:r>
              <a:rPr lang="zh-CN" altLang="en-US" sz="2400" dirty="0">
                <a:ea typeface="黑体" panose="02010609060101010101" pitchFamily="2" charset="-122"/>
              </a:rPr>
              <a:t>（公司和企业）</a:t>
            </a:r>
          </a:p>
          <a:p>
            <a:pPr marL="400050" lvl="1" indent="0">
              <a:lnSpc>
                <a:spcPct val="90000"/>
              </a:lnSpc>
              <a:buNone/>
            </a:pPr>
            <a:r>
              <a:rPr lang="en-US" altLang="zh-CN" sz="2400" dirty="0">
                <a:ea typeface="黑体" panose="02010609060101010101" pitchFamily="2" charset="-122"/>
              </a:rPr>
              <a:t>.cat	</a:t>
            </a:r>
            <a:r>
              <a:rPr lang="zh-CN" altLang="en-US" sz="2400" dirty="0">
                <a:ea typeface="黑体" panose="02010609060101010101" pitchFamily="2" charset="-122"/>
              </a:rPr>
              <a:t>（加泰隆人的语言和文化团体）</a:t>
            </a:r>
          </a:p>
          <a:p>
            <a:pPr marL="400050" lvl="1" indent="0">
              <a:lnSpc>
                <a:spcPct val="90000"/>
              </a:lnSpc>
              <a:buNone/>
            </a:pPr>
            <a:r>
              <a:rPr lang="en-US" altLang="zh-CN" sz="2400" dirty="0">
                <a:ea typeface="黑体" panose="02010609060101010101" pitchFamily="2" charset="-122"/>
              </a:rPr>
              <a:t>.coop	</a:t>
            </a:r>
            <a:r>
              <a:rPr lang="zh-CN" altLang="en-US" sz="2400" dirty="0">
                <a:ea typeface="黑体" panose="02010609060101010101" pitchFamily="2" charset="-122"/>
              </a:rPr>
              <a:t>（合作团体）</a:t>
            </a:r>
          </a:p>
          <a:p>
            <a:pPr marL="400050" lvl="1" indent="0">
              <a:lnSpc>
                <a:spcPct val="90000"/>
              </a:lnSpc>
              <a:buNone/>
            </a:pPr>
            <a:r>
              <a:rPr lang="en-US" altLang="zh-CN" sz="2400" dirty="0">
                <a:ea typeface="黑体" panose="02010609060101010101" pitchFamily="2" charset="-122"/>
              </a:rPr>
              <a:t>.info	</a:t>
            </a:r>
            <a:r>
              <a:rPr lang="zh-CN" altLang="en-US" sz="2400" dirty="0">
                <a:ea typeface="黑体" panose="02010609060101010101" pitchFamily="2" charset="-122"/>
              </a:rPr>
              <a:t>（各种情况）</a:t>
            </a:r>
          </a:p>
          <a:p>
            <a:pPr marL="400050" lvl="1" indent="0">
              <a:lnSpc>
                <a:spcPct val="90000"/>
              </a:lnSpc>
              <a:buNone/>
            </a:pPr>
            <a:r>
              <a:rPr lang="en-US" altLang="zh-CN" sz="2400" dirty="0">
                <a:ea typeface="黑体" panose="02010609060101010101" pitchFamily="2" charset="-122"/>
              </a:rPr>
              <a:t>.jobs	</a:t>
            </a:r>
            <a:r>
              <a:rPr lang="zh-CN" altLang="en-US" sz="2400" dirty="0">
                <a:ea typeface="黑体" panose="02010609060101010101" pitchFamily="2" charset="-122"/>
              </a:rPr>
              <a:t>（人力资源管理者）</a:t>
            </a:r>
          </a:p>
          <a:p>
            <a:pPr marL="400050" lvl="1" indent="0">
              <a:lnSpc>
                <a:spcPct val="90000"/>
              </a:lnSpc>
              <a:buNone/>
            </a:pPr>
            <a:r>
              <a:rPr lang="en-US" altLang="zh-CN" sz="2400" dirty="0">
                <a:ea typeface="黑体" panose="02010609060101010101" pitchFamily="2" charset="-122"/>
              </a:rPr>
              <a:t>.</a:t>
            </a:r>
            <a:r>
              <a:rPr lang="en-US" altLang="zh-CN" sz="2400" dirty="0" err="1">
                <a:ea typeface="黑体" panose="02010609060101010101" pitchFamily="2" charset="-122"/>
              </a:rPr>
              <a:t>mobi</a:t>
            </a:r>
            <a:r>
              <a:rPr lang="en-US" altLang="zh-CN" sz="2400" dirty="0">
                <a:ea typeface="黑体" panose="02010609060101010101" pitchFamily="2" charset="-122"/>
              </a:rPr>
              <a:t>	</a:t>
            </a:r>
            <a:r>
              <a:rPr lang="zh-CN" altLang="en-US" sz="2400" dirty="0">
                <a:ea typeface="黑体" panose="02010609060101010101" pitchFamily="2" charset="-122"/>
              </a:rPr>
              <a:t>（移动产品与服务的用户和提供者）</a:t>
            </a:r>
          </a:p>
          <a:p>
            <a:pPr marL="400050" lvl="1" indent="0">
              <a:lnSpc>
                <a:spcPct val="90000"/>
              </a:lnSpc>
              <a:buNone/>
            </a:pPr>
            <a:r>
              <a:rPr lang="en-US" altLang="zh-CN" sz="2400" dirty="0">
                <a:ea typeface="黑体" panose="02010609060101010101" pitchFamily="2" charset="-122"/>
              </a:rPr>
              <a:t>.museum </a:t>
            </a:r>
            <a:r>
              <a:rPr lang="zh-CN" altLang="en-US" sz="2400" dirty="0">
                <a:ea typeface="黑体" panose="02010609060101010101" pitchFamily="2" charset="-122"/>
              </a:rPr>
              <a:t>（博物馆）</a:t>
            </a:r>
          </a:p>
          <a:p>
            <a:pPr marL="400050" lvl="1" indent="0">
              <a:lnSpc>
                <a:spcPct val="90000"/>
              </a:lnSpc>
              <a:buNone/>
            </a:pPr>
            <a:r>
              <a:rPr lang="en-US" altLang="zh-CN" sz="2400" dirty="0">
                <a:ea typeface="黑体" panose="02010609060101010101" pitchFamily="2" charset="-122"/>
              </a:rPr>
              <a:t>.name	</a:t>
            </a:r>
            <a:r>
              <a:rPr lang="zh-CN" altLang="en-US" sz="2400" dirty="0">
                <a:ea typeface="黑体" panose="02010609060101010101" pitchFamily="2" charset="-122"/>
              </a:rPr>
              <a:t>（个人）</a:t>
            </a:r>
          </a:p>
          <a:p>
            <a:pPr marL="400050" lvl="1" indent="0">
              <a:lnSpc>
                <a:spcPct val="90000"/>
              </a:lnSpc>
              <a:buNone/>
            </a:pPr>
            <a:r>
              <a:rPr lang="en-US" altLang="zh-CN" sz="2400" dirty="0">
                <a:ea typeface="黑体" panose="02010609060101010101" pitchFamily="2" charset="-122"/>
              </a:rPr>
              <a:t>.pro	</a:t>
            </a:r>
            <a:r>
              <a:rPr lang="zh-CN" altLang="en-US" sz="2400" dirty="0">
                <a:ea typeface="黑体" panose="02010609060101010101" pitchFamily="2" charset="-122"/>
              </a:rPr>
              <a:t>（有证书的专业人员）</a:t>
            </a:r>
          </a:p>
          <a:p>
            <a:pPr marL="400050" lvl="1" indent="0">
              <a:lnSpc>
                <a:spcPct val="90000"/>
              </a:lnSpc>
              <a:buNone/>
            </a:pPr>
            <a:r>
              <a:rPr lang="en-US" altLang="zh-CN" sz="2400" dirty="0">
                <a:ea typeface="黑体" panose="02010609060101010101" pitchFamily="2" charset="-122"/>
              </a:rPr>
              <a:t>.travel	</a:t>
            </a:r>
            <a:r>
              <a:rPr lang="zh-CN" altLang="en-US" sz="2400" dirty="0">
                <a:ea typeface="黑体" panose="02010609060101010101" pitchFamily="2" charset="-122"/>
              </a:rPr>
              <a:t>（旅游业） </a:t>
            </a:r>
            <a:endParaRPr lang="zh-CN" altLang="en-US" sz="2000" dirty="0">
              <a:ea typeface="黑体" panose="02010609060101010101" pitchFamily="2" charset="-122"/>
            </a:endParaRPr>
          </a:p>
        </p:txBody>
      </p:sp>
      <p:sp>
        <p:nvSpPr>
          <p:cNvPr id="4" name="Text Box 6"/>
          <p:cNvSpPr txBox="1">
            <a:spLocks noChangeArrowheads="1"/>
          </p:cNvSpPr>
          <p:nvPr/>
        </p:nvSpPr>
        <p:spPr bwMode="auto">
          <a:xfrm>
            <a:off x="495300" y="1196975"/>
            <a:ext cx="9282236" cy="954107"/>
          </a:xfrm>
          <a:prstGeom prst="rect">
            <a:avLst/>
          </a:prstGeom>
          <a:solidFill>
            <a:srgbClr val="FFFF99"/>
          </a:solidFill>
          <a:ln w="9525">
            <a:solidFill>
              <a:schemeClr val="folHlink"/>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algn="just" eaLnBrk="1" hangingPunct="1"/>
            <a:r>
              <a:rPr lang="en-US" altLang="zh-CN" sz="2800" b="1" dirty="0">
                <a:solidFill>
                  <a:srgbClr val="000099"/>
                </a:solidFill>
                <a:latin typeface="Arial" panose="020B0604020202020204" pitchFamily="34" charset="0"/>
                <a:ea typeface="黑体" panose="02010609060101010101" pitchFamily="2" charset="-122"/>
              </a:rPr>
              <a:t>ICANN</a:t>
            </a:r>
            <a:r>
              <a:rPr lang="zh-CN" altLang="en-US" sz="2800" b="1" dirty="0">
                <a:solidFill>
                  <a:srgbClr val="000099"/>
                </a:solidFill>
                <a:latin typeface="Arial" panose="020B0604020202020204" pitchFamily="34" charset="0"/>
                <a:ea typeface="黑体" panose="02010609060101010101" pitchFamily="2" charset="-122"/>
              </a:rPr>
              <a:t>在于</a:t>
            </a:r>
            <a:r>
              <a:rPr lang="en-US" altLang="zh-CN" sz="2800" b="1" dirty="0">
                <a:solidFill>
                  <a:srgbClr val="000099"/>
                </a:solidFill>
                <a:latin typeface="Arial" panose="020B0604020202020204" pitchFamily="34" charset="0"/>
                <a:ea typeface="黑体" panose="02010609060101010101" pitchFamily="2" charset="-122"/>
              </a:rPr>
              <a:t>2011</a:t>
            </a:r>
            <a:r>
              <a:rPr lang="zh-CN" altLang="en-US" sz="2800" b="1" dirty="0">
                <a:solidFill>
                  <a:srgbClr val="000099"/>
                </a:solidFill>
                <a:latin typeface="Arial" panose="020B0604020202020204" pitchFamily="34" charset="0"/>
                <a:ea typeface="黑体" panose="02010609060101010101" pitchFamily="2" charset="-122"/>
              </a:rPr>
              <a:t>年在新加坡会议上正式批准新顶级域名，任何公司、机构都有权申请新域名，申请费达</a:t>
            </a:r>
            <a:r>
              <a:rPr lang="en-US" altLang="zh-CN" sz="2800" b="1" dirty="0">
                <a:solidFill>
                  <a:srgbClr val="000099"/>
                </a:solidFill>
                <a:latin typeface="Arial" panose="020B0604020202020204" pitchFamily="34" charset="0"/>
                <a:ea typeface="黑体" panose="02010609060101010101" pitchFamily="2" charset="-122"/>
              </a:rPr>
              <a:t>18</a:t>
            </a:r>
            <a:r>
              <a:rPr lang="zh-CN" altLang="en-US" sz="2800" b="1" dirty="0">
                <a:solidFill>
                  <a:srgbClr val="000099"/>
                </a:solidFill>
                <a:latin typeface="Arial" panose="020B0604020202020204" pitchFamily="34" charset="0"/>
                <a:ea typeface="黑体" panose="02010609060101010101" pitchFamily="2" charset="-122"/>
              </a:rPr>
              <a:t>万美元。</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4"/>
          <p:cNvSpPr>
            <a:spLocks noGrp="1" noChangeArrowheads="1"/>
          </p:cNvSpPr>
          <p:nvPr>
            <p:ph type="title"/>
          </p:nvPr>
        </p:nvSpPr>
        <p:spPr/>
        <p:txBody>
          <a:bodyPr/>
          <a:lstStyle/>
          <a:p>
            <a:pPr algn="ctr"/>
            <a:r>
              <a:rPr lang="zh-CN" altLang="en-US" dirty="0"/>
              <a:t>互联网的域名空间 </a:t>
            </a:r>
          </a:p>
        </p:txBody>
      </p:sp>
      <p:sp>
        <p:nvSpPr>
          <p:cNvPr id="41987" name="Rectangle 122"/>
          <p:cNvSpPr>
            <a:spLocks noChangeArrowheads="1"/>
          </p:cNvSpPr>
          <p:nvPr/>
        </p:nvSpPr>
        <p:spPr bwMode="auto">
          <a:xfrm>
            <a:off x="5423247" y="1916832"/>
            <a:ext cx="553773" cy="438150"/>
          </a:xfrm>
          <a:prstGeom prst="rect">
            <a:avLst/>
          </a:prstGeom>
          <a:solidFill>
            <a:schemeClr val="bg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800" b="1" dirty="0">
                <a:solidFill>
                  <a:srgbClr val="000099"/>
                </a:solidFill>
                <a:latin typeface="+mn-lt"/>
                <a:ea typeface="+mn-ea"/>
              </a:rPr>
              <a:t>根</a:t>
            </a:r>
          </a:p>
        </p:txBody>
      </p:sp>
      <p:grpSp>
        <p:nvGrpSpPr>
          <p:cNvPr id="576728" name="Group 216"/>
          <p:cNvGrpSpPr/>
          <p:nvPr/>
        </p:nvGrpSpPr>
        <p:grpSpPr bwMode="auto">
          <a:xfrm>
            <a:off x="293108" y="5153049"/>
            <a:ext cx="8521567" cy="1084263"/>
            <a:chOff x="113" y="2435"/>
            <a:chExt cx="4955" cy="683"/>
          </a:xfrm>
        </p:grpSpPr>
        <p:sp>
          <p:nvSpPr>
            <p:cNvPr id="42091" name="Rectangle 211"/>
            <p:cNvSpPr>
              <a:spLocks noChangeArrowheads="1"/>
            </p:cNvSpPr>
            <p:nvPr/>
          </p:nvSpPr>
          <p:spPr bwMode="auto">
            <a:xfrm>
              <a:off x="1020" y="2822"/>
              <a:ext cx="106" cy="289"/>
            </a:xfrm>
            <a:prstGeom prst="rect">
              <a:avLst/>
            </a:prstGeom>
            <a:solidFill>
              <a:srgbClr val="CCCC00"/>
            </a:solidFill>
            <a:ln>
              <a:noFill/>
            </a:ln>
            <a:effectLst/>
            <a:extLst>
              <a:ext uri="{91240B29-F687-4F45-9708-019B960494DF}">
                <a14:hiddenLine xmlns:a14="http://schemas.microsoft.com/office/drawing/2010/main" w="19050">
                  <a:solidFill>
                    <a:srgbClr val="CCEC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1" hangingPunct="1"/>
              <a:endParaRPr lang="zh-CN" altLang="en-US" b="1">
                <a:solidFill>
                  <a:srgbClr val="000099"/>
                </a:solidFill>
                <a:latin typeface="+mn-lt"/>
                <a:ea typeface="+mn-ea"/>
              </a:endParaRPr>
            </a:p>
          </p:txBody>
        </p:sp>
        <p:sp>
          <p:nvSpPr>
            <p:cNvPr id="42092" name="Rectangle 130"/>
            <p:cNvSpPr>
              <a:spLocks noChangeArrowheads="1"/>
            </p:cNvSpPr>
            <p:nvPr/>
          </p:nvSpPr>
          <p:spPr bwMode="auto">
            <a:xfrm>
              <a:off x="113" y="2819"/>
              <a:ext cx="703" cy="250"/>
            </a:xfrm>
            <a:prstGeom prst="rect">
              <a:avLst/>
            </a:prstGeom>
            <a:solidFill>
              <a:srgbClr val="CCCC00"/>
            </a:solidFill>
            <a:ln>
              <a:noFill/>
            </a:ln>
            <a:effectLst/>
            <a:extLst>
              <a:ext uri="{91240B29-F687-4F45-9708-019B960494DF}">
                <a14:hiddenLine xmlns:a14="http://schemas.microsoft.com/office/drawing/2010/main" w="19050">
                  <a:solidFill>
                    <a:srgbClr val="CCEC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a:r>
                <a:rPr kumimoji="1" lang="zh-CN" altLang="en-US" sz="2000" b="1">
                  <a:solidFill>
                    <a:srgbClr val="000099"/>
                  </a:solidFill>
                  <a:latin typeface="+mn-lt"/>
                  <a:ea typeface="+mn-ea"/>
                </a:rPr>
                <a:t>四级域名</a:t>
              </a:r>
            </a:p>
          </p:txBody>
        </p:sp>
        <p:sp>
          <p:nvSpPr>
            <p:cNvPr id="42093" name="Text Box 131"/>
            <p:cNvSpPr txBox="1">
              <a:spLocks noChangeArrowheads="1"/>
            </p:cNvSpPr>
            <p:nvPr/>
          </p:nvSpPr>
          <p:spPr bwMode="auto">
            <a:xfrm>
              <a:off x="3556" y="2817"/>
              <a:ext cx="405" cy="252"/>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rgbClr val="333399"/>
                  </a:solidFill>
                  <a:latin typeface="Arial" panose="020B0604020202020204" pitchFamily="34" charset="0"/>
                  <a:ea typeface="黑体" panose="02010609060101010101" pitchFamily="2" charset="-122"/>
                </a:defRPr>
              </a:lvl1pPr>
              <a:lvl2pPr>
                <a:defRPr sz="2800">
                  <a:solidFill>
                    <a:schemeClr val="tx1"/>
                  </a:solidFill>
                  <a:latin typeface="Tahoma" panose="020B0604030504040204" pitchFamily="34" charset="0"/>
                  <a:ea typeface="宋体" panose="02010600030101010101" pitchFamily="2" charset="-122"/>
                </a:defRPr>
              </a:lvl2pPr>
              <a:lvl3pPr>
                <a:defRPr sz="2400">
                  <a:solidFill>
                    <a:schemeClr val="tx1"/>
                  </a:solidFill>
                  <a:latin typeface="Tahoma" panose="020B0604030504040204" pitchFamily="34" charset="0"/>
                  <a:ea typeface="宋体" panose="02010600030101010101" pitchFamily="2" charset="-122"/>
                </a:defRPr>
              </a:lvl3pPr>
              <a:lvl4pPr>
                <a:defRPr sz="2000">
                  <a:solidFill>
                    <a:schemeClr val="tx1"/>
                  </a:solidFill>
                  <a:latin typeface="Tahoma" panose="020B0604030504040204" pitchFamily="34" charset="0"/>
                  <a:ea typeface="宋体" panose="02010600030101010101" pitchFamily="2" charset="-122"/>
                </a:defRPr>
              </a:lvl4pPr>
              <a:lvl5pPr>
                <a:defRPr sz="2000">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mn-lt"/>
                  <a:ea typeface="+mn-ea"/>
                </a:rPr>
                <a:t>mail</a:t>
              </a:r>
            </a:p>
          </p:txBody>
        </p:sp>
        <p:sp>
          <p:nvSpPr>
            <p:cNvPr id="42094" name="Text Box 132"/>
            <p:cNvSpPr txBox="1">
              <a:spLocks noChangeArrowheads="1"/>
            </p:cNvSpPr>
            <p:nvPr/>
          </p:nvSpPr>
          <p:spPr bwMode="auto">
            <a:xfrm>
              <a:off x="4060" y="2633"/>
              <a:ext cx="435" cy="4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rgbClr val="333399"/>
                  </a:solidFill>
                  <a:latin typeface="Arial" panose="020B0604020202020204" pitchFamily="34" charset="0"/>
                  <a:ea typeface="黑体" panose="02010609060101010101" pitchFamily="2" charset="-122"/>
                </a:defRPr>
              </a:lvl1pPr>
              <a:lvl2pPr>
                <a:defRPr sz="2800">
                  <a:solidFill>
                    <a:schemeClr val="tx1"/>
                  </a:solidFill>
                  <a:latin typeface="Tahoma" panose="020B0604030504040204" pitchFamily="34" charset="0"/>
                  <a:ea typeface="宋体" panose="02010600030101010101" pitchFamily="2" charset="-122"/>
                </a:defRPr>
              </a:lvl2pPr>
              <a:lvl3pPr>
                <a:defRPr sz="2400">
                  <a:solidFill>
                    <a:schemeClr val="tx1"/>
                  </a:solidFill>
                  <a:latin typeface="Tahoma" panose="020B0604030504040204" pitchFamily="34" charset="0"/>
                  <a:ea typeface="宋体" panose="02010600030101010101" pitchFamily="2" charset="-122"/>
                </a:defRPr>
              </a:lvl3pPr>
              <a:lvl4pPr>
                <a:defRPr sz="2000">
                  <a:solidFill>
                    <a:schemeClr val="tx1"/>
                  </a:solidFill>
                  <a:latin typeface="Tahoma" panose="020B0604030504040204" pitchFamily="34" charset="0"/>
                  <a:ea typeface="宋体" panose="02010600030101010101" pitchFamily="2" charset="-122"/>
                </a:defRPr>
              </a:lvl4pPr>
              <a:lvl5pPr>
                <a:defRPr sz="2000">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4400" b="1">
                  <a:solidFill>
                    <a:srgbClr val="000099"/>
                  </a:solidFill>
                  <a:latin typeface="+mn-lt"/>
                  <a:ea typeface="+mn-ea"/>
                </a:rPr>
                <a:t>…</a:t>
              </a:r>
            </a:p>
          </p:txBody>
        </p:sp>
        <p:sp>
          <p:nvSpPr>
            <p:cNvPr id="42095" name="Text Box 151"/>
            <p:cNvSpPr txBox="1">
              <a:spLocks noChangeArrowheads="1"/>
            </p:cNvSpPr>
            <p:nvPr/>
          </p:nvSpPr>
          <p:spPr bwMode="auto">
            <a:xfrm>
              <a:off x="4614" y="2817"/>
              <a:ext cx="454" cy="252"/>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rgbClr val="333399"/>
                  </a:solidFill>
                  <a:latin typeface="Arial" panose="020B0604020202020204" pitchFamily="34" charset="0"/>
                  <a:ea typeface="黑体" panose="02010609060101010101" pitchFamily="2" charset="-122"/>
                </a:defRPr>
              </a:lvl1pPr>
              <a:lvl2pPr>
                <a:defRPr sz="2800">
                  <a:solidFill>
                    <a:schemeClr val="tx1"/>
                  </a:solidFill>
                  <a:latin typeface="Tahoma" panose="020B0604030504040204" pitchFamily="34" charset="0"/>
                  <a:ea typeface="宋体" panose="02010600030101010101" pitchFamily="2" charset="-122"/>
                </a:defRPr>
              </a:lvl2pPr>
              <a:lvl3pPr>
                <a:defRPr sz="2400">
                  <a:solidFill>
                    <a:schemeClr val="tx1"/>
                  </a:solidFill>
                  <a:latin typeface="Tahoma" panose="020B0604030504040204" pitchFamily="34" charset="0"/>
                  <a:ea typeface="宋体" panose="02010600030101010101" pitchFamily="2" charset="-122"/>
                </a:defRPr>
              </a:lvl3pPr>
              <a:lvl4pPr>
                <a:defRPr sz="2000">
                  <a:solidFill>
                    <a:schemeClr val="tx1"/>
                  </a:solidFill>
                  <a:latin typeface="Tahoma" panose="020B0604030504040204" pitchFamily="34" charset="0"/>
                  <a:ea typeface="宋体" panose="02010600030101010101" pitchFamily="2" charset="-122"/>
                </a:defRPr>
              </a:lvl4pPr>
              <a:lvl5pPr>
                <a:defRPr sz="2000">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mn-lt"/>
                  <a:ea typeface="+mn-ea"/>
                </a:rPr>
                <a:t>www</a:t>
              </a:r>
            </a:p>
          </p:txBody>
        </p:sp>
        <p:sp>
          <p:nvSpPr>
            <p:cNvPr id="42096" name="Line 155"/>
            <p:cNvSpPr>
              <a:spLocks noChangeShapeType="1"/>
            </p:cNvSpPr>
            <p:nvPr/>
          </p:nvSpPr>
          <p:spPr bwMode="auto">
            <a:xfrm>
              <a:off x="4381" y="2435"/>
              <a:ext cx="437" cy="47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2097" name="Line 156"/>
            <p:cNvSpPr>
              <a:spLocks noChangeShapeType="1"/>
            </p:cNvSpPr>
            <p:nvPr/>
          </p:nvSpPr>
          <p:spPr bwMode="auto">
            <a:xfrm flipH="1">
              <a:off x="3819" y="2440"/>
              <a:ext cx="560" cy="449"/>
            </a:xfrm>
            <a:prstGeom prst="line">
              <a:avLst/>
            </a:prstGeom>
            <a:noFill/>
            <a:ln w="1905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grpSp>
      <p:grpSp>
        <p:nvGrpSpPr>
          <p:cNvPr id="576726" name="Group 214"/>
          <p:cNvGrpSpPr/>
          <p:nvPr/>
        </p:nvGrpSpPr>
        <p:grpSpPr bwMode="auto">
          <a:xfrm>
            <a:off x="293108" y="3217884"/>
            <a:ext cx="9283435" cy="1093788"/>
            <a:chOff x="113" y="1216"/>
            <a:chExt cx="5398" cy="689"/>
          </a:xfrm>
        </p:grpSpPr>
        <p:sp>
          <p:nvSpPr>
            <p:cNvPr id="42045" name="Rectangle 210"/>
            <p:cNvSpPr>
              <a:spLocks noChangeArrowheads="1"/>
            </p:cNvSpPr>
            <p:nvPr/>
          </p:nvSpPr>
          <p:spPr bwMode="auto">
            <a:xfrm>
              <a:off x="1020" y="1616"/>
              <a:ext cx="106" cy="289"/>
            </a:xfrm>
            <a:prstGeom prst="rect">
              <a:avLst/>
            </a:prstGeom>
            <a:solidFill>
              <a:srgbClr val="FFCCFF"/>
            </a:solidFill>
            <a:ln>
              <a:noFill/>
            </a:ln>
            <a:effectLst/>
            <a:extLst>
              <a:ext uri="{91240B29-F687-4F45-9708-019B960494DF}">
                <a14:hiddenLine xmlns:a14="http://schemas.microsoft.com/office/drawing/2010/main" w="19050">
                  <a:solidFill>
                    <a:srgbClr val="CCEC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1" hangingPunct="1"/>
              <a:endParaRPr lang="zh-CN" altLang="en-US" b="1">
                <a:solidFill>
                  <a:srgbClr val="000099"/>
                </a:solidFill>
                <a:latin typeface="+mn-lt"/>
                <a:ea typeface="+mn-ea"/>
              </a:endParaRPr>
            </a:p>
          </p:txBody>
        </p:sp>
        <p:sp>
          <p:nvSpPr>
            <p:cNvPr id="42046" name="Text Box 105"/>
            <p:cNvSpPr txBox="1">
              <a:spLocks noChangeArrowheads="1"/>
            </p:cNvSpPr>
            <p:nvPr/>
          </p:nvSpPr>
          <p:spPr bwMode="auto">
            <a:xfrm>
              <a:off x="1777" y="1408"/>
              <a:ext cx="435" cy="4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rgbClr val="333399"/>
                  </a:solidFill>
                  <a:latin typeface="Arial" panose="020B0604020202020204" pitchFamily="34" charset="0"/>
                  <a:ea typeface="黑体" panose="02010609060101010101" pitchFamily="2" charset="-122"/>
                </a:defRPr>
              </a:lvl1pPr>
              <a:lvl2pPr>
                <a:defRPr sz="2800">
                  <a:solidFill>
                    <a:schemeClr val="tx1"/>
                  </a:solidFill>
                  <a:latin typeface="Tahoma" panose="020B0604030504040204" pitchFamily="34" charset="0"/>
                  <a:ea typeface="宋体" panose="02010600030101010101" pitchFamily="2" charset="-122"/>
                </a:defRPr>
              </a:lvl2pPr>
              <a:lvl3pPr>
                <a:defRPr sz="2400">
                  <a:solidFill>
                    <a:schemeClr val="tx1"/>
                  </a:solidFill>
                  <a:latin typeface="Tahoma" panose="020B0604030504040204" pitchFamily="34" charset="0"/>
                  <a:ea typeface="宋体" panose="02010600030101010101" pitchFamily="2" charset="-122"/>
                </a:defRPr>
              </a:lvl3pPr>
              <a:lvl4pPr>
                <a:defRPr sz="2000">
                  <a:solidFill>
                    <a:schemeClr val="tx1"/>
                  </a:solidFill>
                  <a:latin typeface="Tahoma" panose="020B0604030504040204" pitchFamily="34" charset="0"/>
                  <a:ea typeface="宋体" panose="02010600030101010101" pitchFamily="2" charset="-122"/>
                </a:defRPr>
              </a:lvl4pPr>
              <a:lvl5pPr>
                <a:defRPr sz="2000">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4400" b="1">
                  <a:solidFill>
                    <a:srgbClr val="000099"/>
                  </a:solidFill>
                  <a:latin typeface="+mn-lt"/>
                  <a:ea typeface="+mn-ea"/>
                </a:rPr>
                <a:t>…</a:t>
              </a:r>
            </a:p>
          </p:txBody>
        </p:sp>
        <p:sp>
          <p:nvSpPr>
            <p:cNvPr id="42047" name="Text Box 115"/>
            <p:cNvSpPr txBox="1">
              <a:spLocks noChangeArrowheads="1"/>
            </p:cNvSpPr>
            <p:nvPr/>
          </p:nvSpPr>
          <p:spPr bwMode="auto">
            <a:xfrm>
              <a:off x="3956" y="1593"/>
              <a:ext cx="240"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rgbClr val="333399"/>
                  </a:solidFill>
                  <a:latin typeface="Arial" panose="020B0604020202020204" pitchFamily="34" charset="0"/>
                  <a:ea typeface="黑体" panose="02010609060101010101" pitchFamily="2" charset="-122"/>
                </a:defRPr>
              </a:lvl1pPr>
              <a:lvl2pPr>
                <a:defRPr sz="2800">
                  <a:solidFill>
                    <a:schemeClr val="tx1"/>
                  </a:solidFill>
                  <a:latin typeface="Tahoma" panose="020B0604030504040204" pitchFamily="34" charset="0"/>
                  <a:ea typeface="宋体" panose="02010600030101010101" pitchFamily="2" charset="-122"/>
                </a:defRPr>
              </a:lvl2pPr>
              <a:lvl3pPr>
                <a:defRPr sz="2400">
                  <a:solidFill>
                    <a:schemeClr val="tx1"/>
                  </a:solidFill>
                  <a:latin typeface="Tahoma" panose="020B0604030504040204" pitchFamily="34" charset="0"/>
                  <a:ea typeface="宋体" panose="02010600030101010101" pitchFamily="2" charset="-122"/>
                </a:defRPr>
              </a:lvl3pPr>
              <a:lvl4pPr>
                <a:defRPr sz="2000">
                  <a:solidFill>
                    <a:schemeClr val="tx1"/>
                  </a:solidFill>
                  <a:latin typeface="Tahoma" panose="020B0604030504040204" pitchFamily="34" charset="0"/>
                  <a:ea typeface="宋体" panose="02010600030101010101" pitchFamily="2" charset="-122"/>
                </a:defRPr>
              </a:lvl4pPr>
              <a:lvl5pPr>
                <a:defRPr sz="2000">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mn-lt"/>
                  <a:ea typeface="+mn-ea"/>
                </a:rPr>
                <a:t>bj</a:t>
              </a:r>
            </a:p>
          </p:txBody>
        </p:sp>
        <p:sp>
          <p:nvSpPr>
            <p:cNvPr id="42048" name="Text Box 116"/>
            <p:cNvSpPr txBox="1">
              <a:spLocks noChangeArrowheads="1"/>
            </p:cNvSpPr>
            <p:nvPr/>
          </p:nvSpPr>
          <p:spPr bwMode="auto">
            <a:xfrm>
              <a:off x="4554" y="1592"/>
              <a:ext cx="373"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rgbClr val="333399"/>
                  </a:solidFill>
                  <a:latin typeface="Arial" panose="020B0604020202020204" pitchFamily="34" charset="0"/>
                  <a:ea typeface="黑体" panose="02010609060101010101" pitchFamily="2" charset="-122"/>
                </a:defRPr>
              </a:lvl1pPr>
              <a:lvl2pPr>
                <a:defRPr sz="2800">
                  <a:solidFill>
                    <a:schemeClr val="tx1"/>
                  </a:solidFill>
                  <a:latin typeface="Tahoma" panose="020B0604030504040204" pitchFamily="34" charset="0"/>
                  <a:ea typeface="宋体" panose="02010600030101010101" pitchFamily="2" charset="-122"/>
                </a:defRPr>
              </a:lvl2pPr>
              <a:lvl3pPr>
                <a:defRPr sz="2400">
                  <a:solidFill>
                    <a:schemeClr val="tx1"/>
                  </a:solidFill>
                  <a:latin typeface="Tahoma" panose="020B0604030504040204" pitchFamily="34" charset="0"/>
                  <a:ea typeface="宋体" panose="02010600030101010101" pitchFamily="2" charset="-122"/>
                </a:defRPr>
              </a:lvl3pPr>
              <a:lvl4pPr>
                <a:defRPr sz="2000">
                  <a:solidFill>
                    <a:schemeClr val="tx1"/>
                  </a:solidFill>
                  <a:latin typeface="Tahoma" panose="020B0604030504040204" pitchFamily="34" charset="0"/>
                  <a:ea typeface="宋体" panose="02010600030101010101" pitchFamily="2" charset="-122"/>
                </a:defRPr>
              </a:lvl4pPr>
              <a:lvl5pPr>
                <a:defRPr sz="2000">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mn-lt"/>
                  <a:ea typeface="+mn-ea"/>
                </a:rPr>
                <a:t>edu</a:t>
              </a:r>
            </a:p>
          </p:txBody>
        </p:sp>
        <p:sp>
          <p:nvSpPr>
            <p:cNvPr id="42049" name="Text Box 117"/>
            <p:cNvSpPr txBox="1">
              <a:spLocks noChangeArrowheads="1"/>
            </p:cNvSpPr>
            <p:nvPr/>
          </p:nvSpPr>
          <p:spPr bwMode="auto">
            <a:xfrm>
              <a:off x="5097" y="1592"/>
              <a:ext cx="41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rgbClr val="333399"/>
                  </a:solidFill>
                  <a:latin typeface="Arial" panose="020B0604020202020204" pitchFamily="34" charset="0"/>
                  <a:ea typeface="黑体" panose="02010609060101010101" pitchFamily="2" charset="-122"/>
                </a:defRPr>
              </a:lvl1pPr>
              <a:lvl2pPr>
                <a:defRPr sz="2800">
                  <a:solidFill>
                    <a:schemeClr val="tx1"/>
                  </a:solidFill>
                  <a:latin typeface="Tahoma" panose="020B0604030504040204" pitchFamily="34" charset="0"/>
                  <a:ea typeface="宋体" panose="02010600030101010101" pitchFamily="2" charset="-122"/>
                </a:defRPr>
              </a:lvl2pPr>
              <a:lvl3pPr>
                <a:defRPr sz="2400">
                  <a:solidFill>
                    <a:schemeClr val="tx1"/>
                  </a:solidFill>
                  <a:latin typeface="Tahoma" panose="020B0604030504040204" pitchFamily="34" charset="0"/>
                  <a:ea typeface="宋体" panose="02010600030101010101" pitchFamily="2" charset="-122"/>
                </a:defRPr>
              </a:lvl3pPr>
              <a:lvl4pPr>
                <a:defRPr sz="2000">
                  <a:solidFill>
                    <a:schemeClr val="tx1"/>
                  </a:solidFill>
                  <a:latin typeface="Tahoma" panose="020B0604030504040204" pitchFamily="34" charset="0"/>
                  <a:ea typeface="宋体" panose="02010600030101010101" pitchFamily="2" charset="-122"/>
                </a:defRPr>
              </a:lvl4pPr>
              <a:lvl5pPr>
                <a:defRPr sz="2000">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mn-lt"/>
                  <a:ea typeface="+mn-ea"/>
                </a:rPr>
                <a:t>com</a:t>
              </a:r>
            </a:p>
          </p:txBody>
        </p:sp>
        <p:sp>
          <p:nvSpPr>
            <p:cNvPr id="42050" name="Text Box 118"/>
            <p:cNvSpPr txBox="1">
              <a:spLocks noChangeArrowheads="1"/>
            </p:cNvSpPr>
            <p:nvPr/>
          </p:nvSpPr>
          <p:spPr bwMode="auto">
            <a:xfrm>
              <a:off x="4172" y="1408"/>
              <a:ext cx="435" cy="4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rgbClr val="333399"/>
                  </a:solidFill>
                  <a:latin typeface="Arial" panose="020B0604020202020204" pitchFamily="34" charset="0"/>
                  <a:ea typeface="黑体" panose="02010609060101010101" pitchFamily="2" charset="-122"/>
                </a:defRPr>
              </a:lvl1pPr>
              <a:lvl2pPr>
                <a:defRPr sz="2800">
                  <a:solidFill>
                    <a:schemeClr val="tx1"/>
                  </a:solidFill>
                  <a:latin typeface="Tahoma" panose="020B0604030504040204" pitchFamily="34" charset="0"/>
                  <a:ea typeface="宋体" panose="02010600030101010101" pitchFamily="2" charset="-122"/>
                </a:defRPr>
              </a:lvl2pPr>
              <a:lvl3pPr>
                <a:defRPr sz="2400">
                  <a:solidFill>
                    <a:schemeClr val="tx1"/>
                  </a:solidFill>
                  <a:latin typeface="Tahoma" panose="020B0604030504040204" pitchFamily="34" charset="0"/>
                  <a:ea typeface="宋体" panose="02010600030101010101" pitchFamily="2" charset="-122"/>
                </a:defRPr>
              </a:lvl3pPr>
              <a:lvl4pPr>
                <a:defRPr sz="2000">
                  <a:solidFill>
                    <a:schemeClr val="tx1"/>
                  </a:solidFill>
                  <a:latin typeface="Tahoma" panose="020B0604030504040204" pitchFamily="34" charset="0"/>
                  <a:ea typeface="宋体" panose="02010600030101010101" pitchFamily="2" charset="-122"/>
                </a:defRPr>
              </a:lvl4pPr>
              <a:lvl5pPr>
                <a:defRPr sz="2000">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4400" b="1">
                  <a:solidFill>
                    <a:srgbClr val="000099"/>
                  </a:solidFill>
                  <a:latin typeface="+mn-lt"/>
                  <a:ea typeface="+mn-ea"/>
                </a:rPr>
                <a:t>…</a:t>
              </a:r>
            </a:p>
          </p:txBody>
        </p:sp>
        <p:sp>
          <p:nvSpPr>
            <p:cNvPr id="42051" name="Text Box 123"/>
            <p:cNvSpPr txBox="1">
              <a:spLocks noChangeArrowheads="1"/>
            </p:cNvSpPr>
            <p:nvPr/>
          </p:nvSpPr>
          <p:spPr bwMode="auto">
            <a:xfrm>
              <a:off x="1437" y="1592"/>
              <a:ext cx="406"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rgbClr val="333399"/>
                  </a:solidFill>
                  <a:latin typeface="Arial" panose="020B0604020202020204" pitchFamily="34" charset="0"/>
                  <a:ea typeface="黑体" panose="02010609060101010101" pitchFamily="2" charset="-122"/>
                </a:defRPr>
              </a:lvl1pPr>
              <a:lvl2pPr>
                <a:defRPr sz="2800">
                  <a:solidFill>
                    <a:schemeClr val="tx1"/>
                  </a:solidFill>
                  <a:latin typeface="Tahoma" panose="020B0604030504040204" pitchFamily="34" charset="0"/>
                  <a:ea typeface="宋体" panose="02010600030101010101" pitchFamily="2" charset="-122"/>
                </a:defRPr>
              </a:lvl2pPr>
              <a:lvl3pPr>
                <a:defRPr sz="2400">
                  <a:solidFill>
                    <a:schemeClr val="tx1"/>
                  </a:solidFill>
                  <a:latin typeface="Tahoma" panose="020B0604030504040204" pitchFamily="34" charset="0"/>
                  <a:ea typeface="宋体" panose="02010600030101010101" pitchFamily="2" charset="-122"/>
                </a:defRPr>
              </a:lvl3pPr>
              <a:lvl4pPr>
                <a:defRPr sz="2000">
                  <a:solidFill>
                    <a:schemeClr val="tx1"/>
                  </a:solidFill>
                  <a:latin typeface="Tahoma" panose="020B0604030504040204" pitchFamily="34" charset="0"/>
                  <a:ea typeface="宋体" panose="02010600030101010101" pitchFamily="2" charset="-122"/>
                </a:defRPr>
              </a:lvl4pPr>
              <a:lvl5pPr>
                <a:defRPr sz="2000">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mn-lt"/>
                  <a:ea typeface="+mn-ea"/>
                </a:rPr>
                <a:t>cctv</a:t>
              </a:r>
            </a:p>
          </p:txBody>
        </p:sp>
        <p:sp>
          <p:nvSpPr>
            <p:cNvPr id="42052" name="Text Box 124"/>
            <p:cNvSpPr txBox="1">
              <a:spLocks noChangeArrowheads="1"/>
            </p:cNvSpPr>
            <p:nvPr/>
          </p:nvSpPr>
          <p:spPr bwMode="auto">
            <a:xfrm>
              <a:off x="2185" y="1591"/>
              <a:ext cx="372"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rgbClr val="333399"/>
                  </a:solidFill>
                  <a:latin typeface="Arial" panose="020B0604020202020204" pitchFamily="34" charset="0"/>
                  <a:ea typeface="黑体" panose="02010609060101010101" pitchFamily="2" charset="-122"/>
                </a:defRPr>
              </a:lvl1pPr>
              <a:lvl2pPr>
                <a:defRPr sz="2800">
                  <a:solidFill>
                    <a:schemeClr val="tx1"/>
                  </a:solidFill>
                  <a:latin typeface="Tahoma" panose="020B0604030504040204" pitchFamily="34" charset="0"/>
                  <a:ea typeface="宋体" panose="02010600030101010101" pitchFamily="2" charset="-122"/>
                </a:defRPr>
              </a:lvl2pPr>
              <a:lvl3pPr>
                <a:defRPr sz="2400">
                  <a:solidFill>
                    <a:schemeClr val="tx1"/>
                  </a:solidFill>
                  <a:latin typeface="Tahoma" panose="020B0604030504040204" pitchFamily="34" charset="0"/>
                  <a:ea typeface="宋体" panose="02010600030101010101" pitchFamily="2" charset="-122"/>
                </a:defRPr>
              </a:lvl3pPr>
              <a:lvl4pPr>
                <a:defRPr sz="2000">
                  <a:solidFill>
                    <a:schemeClr val="tx1"/>
                  </a:solidFill>
                  <a:latin typeface="Tahoma" panose="020B0604030504040204" pitchFamily="34" charset="0"/>
                  <a:ea typeface="宋体" panose="02010600030101010101" pitchFamily="2" charset="-122"/>
                </a:defRPr>
              </a:lvl4pPr>
              <a:lvl5pPr>
                <a:defRPr sz="2000">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mn-lt"/>
                  <a:ea typeface="+mn-ea"/>
                </a:rPr>
                <a:t>ibm</a:t>
              </a:r>
            </a:p>
          </p:txBody>
        </p:sp>
        <p:sp>
          <p:nvSpPr>
            <p:cNvPr id="42053" name="Text Box 125"/>
            <p:cNvSpPr txBox="1">
              <a:spLocks noChangeArrowheads="1"/>
            </p:cNvSpPr>
            <p:nvPr/>
          </p:nvSpPr>
          <p:spPr bwMode="auto">
            <a:xfrm>
              <a:off x="2595" y="1592"/>
              <a:ext cx="290"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rgbClr val="333399"/>
                  </a:solidFill>
                  <a:latin typeface="Arial" panose="020B0604020202020204" pitchFamily="34" charset="0"/>
                  <a:ea typeface="黑体" panose="02010609060101010101" pitchFamily="2" charset="-122"/>
                </a:defRPr>
              </a:lvl1pPr>
              <a:lvl2pPr>
                <a:defRPr sz="2800">
                  <a:solidFill>
                    <a:schemeClr val="tx1"/>
                  </a:solidFill>
                  <a:latin typeface="Tahoma" panose="020B0604030504040204" pitchFamily="34" charset="0"/>
                  <a:ea typeface="宋体" panose="02010600030101010101" pitchFamily="2" charset="-122"/>
                </a:defRPr>
              </a:lvl2pPr>
              <a:lvl3pPr>
                <a:defRPr sz="2400">
                  <a:solidFill>
                    <a:schemeClr val="tx1"/>
                  </a:solidFill>
                  <a:latin typeface="Tahoma" panose="020B0604030504040204" pitchFamily="34" charset="0"/>
                  <a:ea typeface="宋体" panose="02010600030101010101" pitchFamily="2" charset="-122"/>
                </a:defRPr>
              </a:lvl3pPr>
              <a:lvl4pPr>
                <a:defRPr sz="2000">
                  <a:solidFill>
                    <a:schemeClr val="tx1"/>
                  </a:solidFill>
                  <a:latin typeface="Tahoma" panose="020B0604030504040204" pitchFamily="34" charset="0"/>
                  <a:ea typeface="宋体" panose="02010600030101010101" pitchFamily="2" charset="-122"/>
                </a:defRPr>
              </a:lvl4pPr>
              <a:lvl5pPr>
                <a:defRPr sz="2000">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mn-lt"/>
                  <a:ea typeface="+mn-ea"/>
                </a:rPr>
                <a:t>hp</a:t>
              </a:r>
            </a:p>
          </p:txBody>
        </p:sp>
        <p:sp>
          <p:nvSpPr>
            <p:cNvPr id="42054" name="Rectangle 127"/>
            <p:cNvSpPr>
              <a:spLocks noChangeArrowheads="1"/>
            </p:cNvSpPr>
            <p:nvPr/>
          </p:nvSpPr>
          <p:spPr bwMode="auto">
            <a:xfrm>
              <a:off x="113" y="1608"/>
              <a:ext cx="703" cy="250"/>
            </a:xfrm>
            <a:prstGeom prst="rect">
              <a:avLst/>
            </a:prstGeom>
            <a:solidFill>
              <a:srgbClr val="FFCCFF"/>
            </a:solidFill>
            <a:ln>
              <a:noFill/>
            </a:ln>
            <a:effectLst/>
            <a:extLst>
              <a:ext uri="{91240B29-F687-4F45-9708-019B960494DF}">
                <a14:hiddenLine xmlns:a14="http://schemas.microsoft.com/office/drawing/2010/main" w="19050">
                  <a:solidFill>
                    <a:srgbClr val="CCEC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a:r>
                <a:rPr kumimoji="1" lang="zh-CN" altLang="en-US" sz="2000" b="1">
                  <a:solidFill>
                    <a:srgbClr val="000099"/>
                  </a:solidFill>
                  <a:latin typeface="+mn-lt"/>
                  <a:ea typeface="+mn-ea"/>
                </a:rPr>
                <a:t>二级域名</a:t>
              </a:r>
            </a:p>
          </p:txBody>
        </p:sp>
        <p:sp>
          <p:nvSpPr>
            <p:cNvPr id="42055" name="Line 142"/>
            <p:cNvSpPr>
              <a:spLocks noChangeShapeType="1"/>
            </p:cNvSpPr>
            <p:nvPr/>
          </p:nvSpPr>
          <p:spPr bwMode="auto">
            <a:xfrm>
              <a:off x="2173" y="1258"/>
              <a:ext cx="213" cy="373"/>
            </a:xfrm>
            <a:prstGeom prst="line">
              <a:avLst/>
            </a:prstGeom>
            <a:noFill/>
            <a:ln w="1905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2056" name="Line 143"/>
            <p:cNvSpPr>
              <a:spLocks noChangeShapeType="1"/>
            </p:cNvSpPr>
            <p:nvPr/>
          </p:nvSpPr>
          <p:spPr bwMode="auto">
            <a:xfrm>
              <a:off x="2173" y="1269"/>
              <a:ext cx="546" cy="349"/>
            </a:xfrm>
            <a:prstGeom prst="line">
              <a:avLst/>
            </a:prstGeom>
            <a:noFill/>
            <a:ln w="1905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2057" name="Line 144"/>
            <p:cNvSpPr>
              <a:spLocks noChangeShapeType="1"/>
            </p:cNvSpPr>
            <p:nvPr/>
          </p:nvSpPr>
          <p:spPr bwMode="auto">
            <a:xfrm flipV="1">
              <a:off x="1672" y="1279"/>
              <a:ext cx="501" cy="348"/>
            </a:xfrm>
            <a:prstGeom prst="line">
              <a:avLst/>
            </a:prstGeom>
            <a:noFill/>
            <a:ln w="1905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2058" name="Line 145"/>
            <p:cNvSpPr>
              <a:spLocks noChangeShapeType="1"/>
            </p:cNvSpPr>
            <p:nvPr/>
          </p:nvSpPr>
          <p:spPr bwMode="auto">
            <a:xfrm>
              <a:off x="4662" y="1216"/>
              <a:ext cx="111" cy="431"/>
            </a:xfrm>
            <a:prstGeom prst="line">
              <a:avLst/>
            </a:prstGeom>
            <a:noFill/>
            <a:ln w="1905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2059" name="Line 146"/>
            <p:cNvSpPr>
              <a:spLocks noChangeShapeType="1"/>
            </p:cNvSpPr>
            <p:nvPr/>
          </p:nvSpPr>
          <p:spPr bwMode="auto">
            <a:xfrm>
              <a:off x="4665" y="1224"/>
              <a:ext cx="626" cy="402"/>
            </a:xfrm>
            <a:prstGeom prst="line">
              <a:avLst/>
            </a:prstGeom>
            <a:noFill/>
            <a:ln w="1905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2060" name="Line 147"/>
            <p:cNvSpPr>
              <a:spLocks noChangeShapeType="1"/>
            </p:cNvSpPr>
            <p:nvPr/>
          </p:nvSpPr>
          <p:spPr bwMode="auto">
            <a:xfrm flipH="1">
              <a:off x="4090" y="1224"/>
              <a:ext cx="572" cy="399"/>
            </a:xfrm>
            <a:prstGeom prst="line">
              <a:avLst/>
            </a:prstGeom>
            <a:noFill/>
            <a:ln w="1905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grpSp>
          <p:nvGrpSpPr>
            <p:cNvPr id="42061" name="Group 157"/>
            <p:cNvGrpSpPr/>
            <p:nvPr/>
          </p:nvGrpSpPr>
          <p:grpSpPr bwMode="auto">
            <a:xfrm>
              <a:off x="1168" y="1244"/>
              <a:ext cx="268" cy="101"/>
              <a:chOff x="2875" y="1143"/>
              <a:chExt cx="330" cy="132"/>
            </a:xfrm>
          </p:grpSpPr>
          <p:sp>
            <p:nvSpPr>
              <p:cNvPr id="42087" name="Line 158"/>
              <p:cNvSpPr>
                <a:spLocks noChangeShapeType="1"/>
              </p:cNvSpPr>
              <p:nvPr/>
            </p:nvSpPr>
            <p:spPr bwMode="auto">
              <a:xfrm>
                <a:off x="3061" y="1143"/>
                <a:ext cx="144" cy="132"/>
              </a:xfrm>
              <a:prstGeom prst="line">
                <a:avLst/>
              </a:prstGeom>
              <a:noFill/>
              <a:ln w="1905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2088" name="Line 159"/>
              <p:cNvSpPr>
                <a:spLocks noChangeShapeType="1"/>
              </p:cNvSpPr>
              <p:nvPr/>
            </p:nvSpPr>
            <p:spPr bwMode="auto">
              <a:xfrm>
                <a:off x="3050" y="1143"/>
                <a:ext cx="37" cy="129"/>
              </a:xfrm>
              <a:prstGeom prst="line">
                <a:avLst/>
              </a:prstGeom>
              <a:noFill/>
              <a:ln w="1905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2089" name="Line 160"/>
              <p:cNvSpPr>
                <a:spLocks noChangeShapeType="1"/>
              </p:cNvSpPr>
              <p:nvPr/>
            </p:nvSpPr>
            <p:spPr bwMode="auto">
              <a:xfrm flipH="1">
                <a:off x="2875" y="1143"/>
                <a:ext cx="144" cy="132"/>
              </a:xfrm>
              <a:prstGeom prst="line">
                <a:avLst/>
              </a:prstGeom>
              <a:noFill/>
              <a:ln w="1905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2090" name="Line 161"/>
              <p:cNvSpPr>
                <a:spLocks noChangeShapeType="1"/>
              </p:cNvSpPr>
              <p:nvPr/>
            </p:nvSpPr>
            <p:spPr bwMode="auto">
              <a:xfrm flipH="1">
                <a:off x="2980" y="1143"/>
                <a:ext cx="54" cy="126"/>
              </a:xfrm>
              <a:prstGeom prst="line">
                <a:avLst/>
              </a:prstGeom>
              <a:noFill/>
              <a:ln w="1905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grpSp>
        <p:grpSp>
          <p:nvGrpSpPr>
            <p:cNvPr id="42062" name="Group 162"/>
            <p:cNvGrpSpPr/>
            <p:nvPr/>
          </p:nvGrpSpPr>
          <p:grpSpPr bwMode="auto">
            <a:xfrm>
              <a:off x="2507" y="1244"/>
              <a:ext cx="268" cy="101"/>
              <a:chOff x="2875" y="1143"/>
              <a:chExt cx="330" cy="132"/>
            </a:xfrm>
          </p:grpSpPr>
          <p:sp>
            <p:nvSpPr>
              <p:cNvPr id="42083" name="Line 163"/>
              <p:cNvSpPr>
                <a:spLocks noChangeShapeType="1"/>
              </p:cNvSpPr>
              <p:nvPr/>
            </p:nvSpPr>
            <p:spPr bwMode="auto">
              <a:xfrm>
                <a:off x="3061" y="1143"/>
                <a:ext cx="144" cy="132"/>
              </a:xfrm>
              <a:prstGeom prst="line">
                <a:avLst/>
              </a:prstGeom>
              <a:noFill/>
              <a:ln w="1905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2084" name="Line 164"/>
              <p:cNvSpPr>
                <a:spLocks noChangeShapeType="1"/>
              </p:cNvSpPr>
              <p:nvPr/>
            </p:nvSpPr>
            <p:spPr bwMode="auto">
              <a:xfrm>
                <a:off x="3050" y="1143"/>
                <a:ext cx="37" cy="129"/>
              </a:xfrm>
              <a:prstGeom prst="line">
                <a:avLst/>
              </a:prstGeom>
              <a:noFill/>
              <a:ln w="1905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2085" name="Line 165"/>
              <p:cNvSpPr>
                <a:spLocks noChangeShapeType="1"/>
              </p:cNvSpPr>
              <p:nvPr/>
            </p:nvSpPr>
            <p:spPr bwMode="auto">
              <a:xfrm flipH="1">
                <a:off x="2875" y="1143"/>
                <a:ext cx="144" cy="132"/>
              </a:xfrm>
              <a:prstGeom prst="line">
                <a:avLst/>
              </a:prstGeom>
              <a:noFill/>
              <a:ln w="1905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2086" name="Line 166"/>
              <p:cNvSpPr>
                <a:spLocks noChangeShapeType="1"/>
              </p:cNvSpPr>
              <p:nvPr/>
            </p:nvSpPr>
            <p:spPr bwMode="auto">
              <a:xfrm flipH="1">
                <a:off x="2980" y="1143"/>
                <a:ext cx="54" cy="126"/>
              </a:xfrm>
              <a:prstGeom prst="line">
                <a:avLst/>
              </a:prstGeom>
              <a:noFill/>
              <a:ln w="1905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grpSp>
        <p:grpSp>
          <p:nvGrpSpPr>
            <p:cNvPr id="42063" name="Group 167"/>
            <p:cNvGrpSpPr/>
            <p:nvPr/>
          </p:nvGrpSpPr>
          <p:grpSpPr bwMode="auto">
            <a:xfrm>
              <a:off x="2936" y="1244"/>
              <a:ext cx="268" cy="101"/>
              <a:chOff x="2875" y="1143"/>
              <a:chExt cx="330" cy="132"/>
            </a:xfrm>
          </p:grpSpPr>
          <p:sp>
            <p:nvSpPr>
              <p:cNvPr id="42079" name="Line 168"/>
              <p:cNvSpPr>
                <a:spLocks noChangeShapeType="1"/>
              </p:cNvSpPr>
              <p:nvPr/>
            </p:nvSpPr>
            <p:spPr bwMode="auto">
              <a:xfrm>
                <a:off x="3061" y="1143"/>
                <a:ext cx="144" cy="132"/>
              </a:xfrm>
              <a:prstGeom prst="line">
                <a:avLst/>
              </a:prstGeom>
              <a:noFill/>
              <a:ln w="1905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2080" name="Line 169"/>
              <p:cNvSpPr>
                <a:spLocks noChangeShapeType="1"/>
              </p:cNvSpPr>
              <p:nvPr/>
            </p:nvSpPr>
            <p:spPr bwMode="auto">
              <a:xfrm>
                <a:off x="3050" y="1143"/>
                <a:ext cx="37" cy="129"/>
              </a:xfrm>
              <a:prstGeom prst="line">
                <a:avLst/>
              </a:prstGeom>
              <a:noFill/>
              <a:ln w="1905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2081" name="Line 170"/>
              <p:cNvSpPr>
                <a:spLocks noChangeShapeType="1"/>
              </p:cNvSpPr>
              <p:nvPr/>
            </p:nvSpPr>
            <p:spPr bwMode="auto">
              <a:xfrm flipH="1">
                <a:off x="2875" y="1143"/>
                <a:ext cx="144" cy="132"/>
              </a:xfrm>
              <a:prstGeom prst="line">
                <a:avLst/>
              </a:prstGeom>
              <a:noFill/>
              <a:ln w="1905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2082" name="Line 171"/>
              <p:cNvSpPr>
                <a:spLocks noChangeShapeType="1"/>
              </p:cNvSpPr>
              <p:nvPr/>
            </p:nvSpPr>
            <p:spPr bwMode="auto">
              <a:xfrm flipH="1">
                <a:off x="2980" y="1143"/>
                <a:ext cx="54" cy="126"/>
              </a:xfrm>
              <a:prstGeom prst="line">
                <a:avLst/>
              </a:prstGeom>
              <a:noFill/>
              <a:ln w="1905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grpSp>
        <p:grpSp>
          <p:nvGrpSpPr>
            <p:cNvPr id="42064" name="Group 172"/>
            <p:cNvGrpSpPr/>
            <p:nvPr/>
          </p:nvGrpSpPr>
          <p:grpSpPr bwMode="auto">
            <a:xfrm>
              <a:off x="3363" y="1244"/>
              <a:ext cx="268" cy="101"/>
              <a:chOff x="2875" y="1143"/>
              <a:chExt cx="330" cy="132"/>
            </a:xfrm>
          </p:grpSpPr>
          <p:sp>
            <p:nvSpPr>
              <p:cNvPr id="42075" name="Line 173"/>
              <p:cNvSpPr>
                <a:spLocks noChangeShapeType="1"/>
              </p:cNvSpPr>
              <p:nvPr/>
            </p:nvSpPr>
            <p:spPr bwMode="auto">
              <a:xfrm>
                <a:off x="3061" y="1143"/>
                <a:ext cx="144" cy="132"/>
              </a:xfrm>
              <a:prstGeom prst="line">
                <a:avLst/>
              </a:prstGeom>
              <a:noFill/>
              <a:ln w="1905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2076" name="Line 174"/>
              <p:cNvSpPr>
                <a:spLocks noChangeShapeType="1"/>
              </p:cNvSpPr>
              <p:nvPr/>
            </p:nvSpPr>
            <p:spPr bwMode="auto">
              <a:xfrm>
                <a:off x="3050" y="1143"/>
                <a:ext cx="37" cy="129"/>
              </a:xfrm>
              <a:prstGeom prst="line">
                <a:avLst/>
              </a:prstGeom>
              <a:noFill/>
              <a:ln w="1905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2077" name="Line 175"/>
              <p:cNvSpPr>
                <a:spLocks noChangeShapeType="1"/>
              </p:cNvSpPr>
              <p:nvPr/>
            </p:nvSpPr>
            <p:spPr bwMode="auto">
              <a:xfrm flipH="1">
                <a:off x="2875" y="1143"/>
                <a:ext cx="144" cy="132"/>
              </a:xfrm>
              <a:prstGeom prst="line">
                <a:avLst/>
              </a:prstGeom>
              <a:noFill/>
              <a:ln w="1905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2078" name="Line 176"/>
              <p:cNvSpPr>
                <a:spLocks noChangeShapeType="1"/>
              </p:cNvSpPr>
              <p:nvPr/>
            </p:nvSpPr>
            <p:spPr bwMode="auto">
              <a:xfrm flipH="1">
                <a:off x="2980" y="1143"/>
                <a:ext cx="54" cy="126"/>
              </a:xfrm>
              <a:prstGeom prst="line">
                <a:avLst/>
              </a:prstGeom>
              <a:noFill/>
              <a:ln w="1905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grpSp>
        <p:grpSp>
          <p:nvGrpSpPr>
            <p:cNvPr id="42065" name="Group 177"/>
            <p:cNvGrpSpPr/>
            <p:nvPr/>
          </p:nvGrpSpPr>
          <p:grpSpPr bwMode="auto">
            <a:xfrm>
              <a:off x="3792" y="1244"/>
              <a:ext cx="268" cy="101"/>
              <a:chOff x="2875" y="1143"/>
              <a:chExt cx="330" cy="132"/>
            </a:xfrm>
          </p:grpSpPr>
          <p:sp>
            <p:nvSpPr>
              <p:cNvPr id="42071" name="Line 178"/>
              <p:cNvSpPr>
                <a:spLocks noChangeShapeType="1"/>
              </p:cNvSpPr>
              <p:nvPr/>
            </p:nvSpPr>
            <p:spPr bwMode="auto">
              <a:xfrm>
                <a:off x="3061" y="1143"/>
                <a:ext cx="144" cy="132"/>
              </a:xfrm>
              <a:prstGeom prst="line">
                <a:avLst/>
              </a:prstGeom>
              <a:noFill/>
              <a:ln w="1905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2072" name="Line 179"/>
              <p:cNvSpPr>
                <a:spLocks noChangeShapeType="1"/>
              </p:cNvSpPr>
              <p:nvPr/>
            </p:nvSpPr>
            <p:spPr bwMode="auto">
              <a:xfrm>
                <a:off x="3050" y="1143"/>
                <a:ext cx="37" cy="129"/>
              </a:xfrm>
              <a:prstGeom prst="line">
                <a:avLst/>
              </a:prstGeom>
              <a:noFill/>
              <a:ln w="1905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2073" name="Line 180"/>
              <p:cNvSpPr>
                <a:spLocks noChangeShapeType="1"/>
              </p:cNvSpPr>
              <p:nvPr/>
            </p:nvSpPr>
            <p:spPr bwMode="auto">
              <a:xfrm flipH="1">
                <a:off x="2875" y="1143"/>
                <a:ext cx="144" cy="132"/>
              </a:xfrm>
              <a:prstGeom prst="line">
                <a:avLst/>
              </a:prstGeom>
              <a:noFill/>
              <a:ln w="1905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2074" name="Line 181"/>
              <p:cNvSpPr>
                <a:spLocks noChangeShapeType="1"/>
              </p:cNvSpPr>
              <p:nvPr/>
            </p:nvSpPr>
            <p:spPr bwMode="auto">
              <a:xfrm flipH="1">
                <a:off x="2980" y="1143"/>
                <a:ext cx="54" cy="126"/>
              </a:xfrm>
              <a:prstGeom prst="line">
                <a:avLst/>
              </a:prstGeom>
              <a:noFill/>
              <a:ln w="1905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grpSp>
        <p:grpSp>
          <p:nvGrpSpPr>
            <p:cNvPr id="42066" name="Group 182"/>
            <p:cNvGrpSpPr/>
            <p:nvPr/>
          </p:nvGrpSpPr>
          <p:grpSpPr bwMode="auto">
            <a:xfrm>
              <a:off x="4935" y="1244"/>
              <a:ext cx="268" cy="101"/>
              <a:chOff x="2875" y="1143"/>
              <a:chExt cx="330" cy="132"/>
            </a:xfrm>
          </p:grpSpPr>
          <p:sp>
            <p:nvSpPr>
              <p:cNvPr id="42067" name="Line 183"/>
              <p:cNvSpPr>
                <a:spLocks noChangeShapeType="1"/>
              </p:cNvSpPr>
              <p:nvPr/>
            </p:nvSpPr>
            <p:spPr bwMode="auto">
              <a:xfrm>
                <a:off x="3061" y="1143"/>
                <a:ext cx="144" cy="132"/>
              </a:xfrm>
              <a:prstGeom prst="line">
                <a:avLst/>
              </a:prstGeom>
              <a:noFill/>
              <a:ln w="1905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2068" name="Line 184"/>
              <p:cNvSpPr>
                <a:spLocks noChangeShapeType="1"/>
              </p:cNvSpPr>
              <p:nvPr/>
            </p:nvSpPr>
            <p:spPr bwMode="auto">
              <a:xfrm>
                <a:off x="3050" y="1143"/>
                <a:ext cx="37" cy="129"/>
              </a:xfrm>
              <a:prstGeom prst="line">
                <a:avLst/>
              </a:prstGeom>
              <a:noFill/>
              <a:ln w="1905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2069" name="Line 185"/>
              <p:cNvSpPr>
                <a:spLocks noChangeShapeType="1"/>
              </p:cNvSpPr>
              <p:nvPr/>
            </p:nvSpPr>
            <p:spPr bwMode="auto">
              <a:xfrm flipH="1">
                <a:off x="2875" y="1143"/>
                <a:ext cx="144" cy="132"/>
              </a:xfrm>
              <a:prstGeom prst="line">
                <a:avLst/>
              </a:prstGeom>
              <a:noFill/>
              <a:ln w="1905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2070" name="Line 186"/>
              <p:cNvSpPr>
                <a:spLocks noChangeShapeType="1"/>
              </p:cNvSpPr>
              <p:nvPr/>
            </p:nvSpPr>
            <p:spPr bwMode="auto">
              <a:xfrm flipH="1">
                <a:off x="2980" y="1143"/>
                <a:ext cx="54" cy="126"/>
              </a:xfrm>
              <a:prstGeom prst="line">
                <a:avLst/>
              </a:prstGeom>
              <a:noFill/>
              <a:ln w="1905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grpSp>
      </p:grpSp>
      <p:grpSp>
        <p:nvGrpSpPr>
          <p:cNvPr id="576727" name="Group 215"/>
          <p:cNvGrpSpPr/>
          <p:nvPr/>
        </p:nvGrpSpPr>
        <p:grpSpPr bwMode="auto">
          <a:xfrm>
            <a:off x="293108" y="4102122"/>
            <a:ext cx="9304073" cy="1144587"/>
            <a:chOff x="113" y="1773"/>
            <a:chExt cx="5410" cy="721"/>
          </a:xfrm>
        </p:grpSpPr>
        <p:sp>
          <p:nvSpPr>
            <p:cNvPr id="42013" name="Rectangle 212"/>
            <p:cNvSpPr>
              <a:spLocks noChangeArrowheads="1"/>
            </p:cNvSpPr>
            <p:nvPr/>
          </p:nvSpPr>
          <p:spPr bwMode="auto">
            <a:xfrm>
              <a:off x="1020" y="2205"/>
              <a:ext cx="106" cy="289"/>
            </a:xfrm>
            <a:prstGeom prst="rect">
              <a:avLst/>
            </a:prstGeom>
            <a:solidFill>
              <a:srgbClr val="CCFF99"/>
            </a:solidFill>
            <a:ln>
              <a:noFill/>
            </a:ln>
            <a:effectLst/>
            <a:extLst>
              <a:ext uri="{91240B29-F687-4F45-9708-019B960494DF}">
                <a14:hiddenLine xmlns:a14="http://schemas.microsoft.com/office/drawing/2010/main" w="19050">
                  <a:solidFill>
                    <a:srgbClr val="CCEC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1" hangingPunct="1"/>
              <a:endParaRPr lang="zh-CN" altLang="en-US" b="1">
                <a:solidFill>
                  <a:srgbClr val="000099"/>
                </a:solidFill>
                <a:latin typeface="+mn-lt"/>
                <a:ea typeface="+mn-ea"/>
              </a:endParaRPr>
            </a:p>
          </p:txBody>
        </p:sp>
        <p:sp>
          <p:nvSpPr>
            <p:cNvPr id="42014" name="Text Box 119"/>
            <p:cNvSpPr txBox="1">
              <a:spLocks noChangeArrowheads="1"/>
            </p:cNvSpPr>
            <p:nvPr/>
          </p:nvSpPr>
          <p:spPr bwMode="auto">
            <a:xfrm>
              <a:off x="5150" y="2205"/>
              <a:ext cx="373"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rgbClr val="333399"/>
                  </a:solidFill>
                  <a:latin typeface="Arial" panose="020B0604020202020204" pitchFamily="34" charset="0"/>
                  <a:ea typeface="黑体" panose="02010609060101010101" pitchFamily="2" charset="-122"/>
                </a:defRPr>
              </a:lvl1pPr>
              <a:lvl2pPr>
                <a:defRPr sz="2800">
                  <a:solidFill>
                    <a:schemeClr val="tx1"/>
                  </a:solidFill>
                  <a:latin typeface="Tahoma" panose="020B0604030504040204" pitchFamily="34" charset="0"/>
                  <a:ea typeface="宋体" panose="02010600030101010101" pitchFamily="2" charset="-122"/>
                </a:defRPr>
              </a:lvl2pPr>
              <a:lvl3pPr>
                <a:defRPr sz="2400">
                  <a:solidFill>
                    <a:schemeClr val="tx1"/>
                  </a:solidFill>
                  <a:latin typeface="Tahoma" panose="020B0604030504040204" pitchFamily="34" charset="0"/>
                  <a:ea typeface="宋体" panose="02010600030101010101" pitchFamily="2" charset="-122"/>
                </a:defRPr>
              </a:lvl3pPr>
              <a:lvl4pPr>
                <a:defRPr sz="2000">
                  <a:solidFill>
                    <a:schemeClr val="tx1"/>
                  </a:solidFill>
                  <a:latin typeface="Tahoma" panose="020B0604030504040204" pitchFamily="34" charset="0"/>
                  <a:ea typeface="宋体" panose="02010600030101010101" pitchFamily="2" charset="-122"/>
                </a:defRPr>
              </a:lvl4pPr>
              <a:lvl5pPr>
                <a:defRPr sz="2000">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mn-lt"/>
                  <a:ea typeface="+mn-ea"/>
                </a:rPr>
                <a:t>pku</a:t>
              </a:r>
            </a:p>
          </p:txBody>
        </p:sp>
        <p:sp>
          <p:nvSpPr>
            <p:cNvPr id="42015" name="Text Box 120"/>
            <p:cNvSpPr txBox="1">
              <a:spLocks noChangeArrowheads="1"/>
            </p:cNvSpPr>
            <p:nvPr/>
          </p:nvSpPr>
          <p:spPr bwMode="auto">
            <a:xfrm>
              <a:off x="3924" y="2205"/>
              <a:ext cx="729"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rgbClr val="333399"/>
                  </a:solidFill>
                  <a:latin typeface="Arial" panose="020B0604020202020204" pitchFamily="34" charset="0"/>
                  <a:ea typeface="黑体" panose="02010609060101010101" pitchFamily="2" charset="-122"/>
                </a:defRPr>
              </a:lvl1pPr>
              <a:lvl2pPr>
                <a:defRPr sz="2800">
                  <a:solidFill>
                    <a:schemeClr val="tx1"/>
                  </a:solidFill>
                  <a:latin typeface="Tahoma" panose="020B0604030504040204" pitchFamily="34" charset="0"/>
                  <a:ea typeface="宋体" panose="02010600030101010101" pitchFamily="2" charset="-122"/>
                </a:defRPr>
              </a:lvl2pPr>
              <a:lvl3pPr>
                <a:defRPr sz="2400">
                  <a:solidFill>
                    <a:schemeClr val="tx1"/>
                  </a:solidFill>
                  <a:latin typeface="Tahoma" panose="020B0604030504040204" pitchFamily="34" charset="0"/>
                  <a:ea typeface="宋体" panose="02010600030101010101" pitchFamily="2" charset="-122"/>
                </a:defRPr>
              </a:lvl3pPr>
              <a:lvl4pPr>
                <a:defRPr sz="2000">
                  <a:solidFill>
                    <a:schemeClr val="tx1"/>
                  </a:solidFill>
                  <a:latin typeface="Tahoma" panose="020B0604030504040204" pitchFamily="34" charset="0"/>
                  <a:ea typeface="宋体" panose="02010600030101010101" pitchFamily="2" charset="-122"/>
                </a:defRPr>
              </a:lvl4pPr>
              <a:lvl5pPr>
                <a:defRPr sz="2000">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mn-lt"/>
                  <a:ea typeface="+mn-ea"/>
                </a:rPr>
                <a:t>tsinghua</a:t>
              </a:r>
            </a:p>
          </p:txBody>
        </p:sp>
        <p:sp>
          <p:nvSpPr>
            <p:cNvPr id="42016" name="Text Box 121"/>
            <p:cNvSpPr txBox="1">
              <a:spLocks noChangeArrowheads="1"/>
            </p:cNvSpPr>
            <p:nvPr/>
          </p:nvSpPr>
          <p:spPr bwMode="auto">
            <a:xfrm>
              <a:off x="4649" y="1998"/>
              <a:ext cx="435" cy="4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rgbClr val="333399"/>
                  </a:solidFill>
                  <a:latin typeface="Arial" panose="020B0604020202020204" pitchFamily="34" charset="0"/>
                  <a:ea typeface="黑体" panose="02010609060101010101" pitchFamily="2" charset="-122"/>
                </a:defRPr>
              </a:lvl1pPr>
              <a:lvl2pPr>
                <a:defRPr sz="2800">
                  <a:solidFill>
                    <a:schemeClr val="tx1"/>
                  </a:solidFill>
                  <a:latin typeface="Tahoma" panose="020B0604030504040204" pitchFamily="34" charset="0"/>
                  <a:ea typeface="宋体" panose="02010600030101010101" pitchFamily="2" charset="-122"/>
                </a:defRPr>
              </a:lvl2pPr>
              <a:lvl3pPr>
                <a:defRPr sz="2400">
                  <a:solidFill>
                    <a:schemeClr val="tx1"/>
                  </a:solidFill>
                  <a:latin typeface="Tahoma" panose="020B0604030504040204" pitchFamily="34" charset="0"/>
                  <a:ea typeface="宋体" panose="02010600030101010101" pitchFamily="2" charset="-122"/>
                </a:defRPr>
              </a:lvl3pPr>
              <a:lvl4pPr>
                <a:defRPr sz="2000">
                  <a:solidFill>
                    <a:schemeClr val="tx1"/>
                  </a:solidFill>
                  <a:latin typeface="Tahoma" panose="020B0604030504040204" pitchFamily="34" charset="0"/>
                  <a:ea typeface="宋体" panose="02010600030101010101" pitchFamily="2" charset="-122"/>
                </a:defRPr>
              </a:lvl4pPr>
              <a:lvl5pPr>
                <a:defRPr sz="2000">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4400" b="1">
                  <a:solidFill>
                    <a:srgbClr val="000099"/>
                  </a:solidFill>
                  <a:latin typeface="+mn-lt"/>
                  <a:ea typeface="+mn-ea"/>
                </a:rPr>
                <a:t>…</a:t>
              </a:r>
            </a:p>
          </p:txBody>
        </p:sp>
        <p:sp>
          <p:nvSpPr>
            <p:cNvPr id="42017" name="Rectangle 128"/>
            <p:cNvSpPr>
              <a:spLocks noChangeArrowheads="1"/>
            </p:cNvSpPr>
            <p:nvPr/>
          </p:nvSpPr>
          <p:spPr bwMode="auto">
            <a:xfrm>
              <a:off x="113" y="2182"/>
              <a:ext cx="703" cy="250"/>
            </a:xfrm>
            <a:prstGeom prst="rect">
              <a:avLst/>
            </a:prstGeom>
            <a:solidFill>
              <a:srgbClr val="CCFF99"/>
            </a:solidFill>
            <a:ln>
              <a:noFill/>
            </a:ln>
            <a:effectLst/>
            <a:extLst>
              <a:ext uri="{91240B29-F687-4F45-9708-019B960494DF}">
                <a14:hiddenLine xmlns:a14="http://schemas.microsoft.com/office/drawing/2010/main" w="19050">
                  <a:solidFill>
                    <a:srgbClr val="CCEC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a:r>
                <a:rPr kumimoji="1" lang="zh-CN" altLang="en-US" sz="2000" b="1">
                  <a:solidFill>
                    <a:srgbClr val="000099"/>
                  </a:solidFill>
                  <a:latin typeface="+mn-lt"/>
                  <a:ea typeface="+mn-ea"/>
                </a:rPr>
                <a:t>三级域名</a:t>
              </a:r>
            </a:p>
          </p:txBody>
        </p:sp>
        <p:sp>
          <p:nvSpPr>
            <p:cNvPr id="42018" name="Text Box 129"/>
            <p:cNvSpPr txBox="1">
              <a:spLocks noChangeArrowheads="1"/>
            </p:cNvSpPr>
            <p:nvPr/>
          </p:nvSpPr>
          <p:spPr bwMode="auto">
            <a:xfrm>
              <a:off x="1064" y="2205"/>
              <a:ext cx="405" cy="252"/>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rgbClr val="333399"/>
                  </a:solidFill>
                  <a:latin typeface="Arial" panose="020B0604020202020204" pitchFamily="34" charset="0"/>
                  <a:ea typeface="黑体" panose="02010609060101010101" pitchFamily="2" charset="-122"/>
                </a:defRPr>
              </a:lvl1pPr>
              <a:lvl2pPr>
                <a:defRPr sz="2800">
                  <a:solidFill>
                    <a:schemeClr val="tx1"/>
                  </a:solidFill>
                  <a:latin typeface="Tahoma" panose="020B0604030504040204" pitchFamily="34" charset="0"/>
                  <a:ea typeface="宋体" panose="02010600030101010101" pitchFamily="2" charset="-122"/>
                </a:defRPr>
              </a:lvl2pPr>
              <a:lvl3pPr>
                <a:defRPr sz="2400">
                  <a:solidFill>
                    <a:schemeClr val="tx1"/>
                  </a:solidFill>
                  <a:latin typeface="Tahoma" panose="020B0604030504040204" pitchFamily="34" charset="0"/>
                  <a:ea typeface="宋体" panose="02010600030101010101" pitchFamily="2" charset="-122"/>
                </a:defRPr>
              </a:lvl3pPr>
              <a:lvl4pPr>
                <a:defRPr sz="2000">
                  <a:solidFill>
                    <a:schemeClr val="tx1"/>
                  </a:solidFill>
                  <a:latin typeface="Tahoma" panose="020B0604030504040204" pitchFamily="34" charset="0"/>
                  <a:ea typeface="宋体" panose="02010600030101010101" pitchFamily="2" charset="-122"/>
                </a:defRPr>
              </a:lvl4pPr>
              <a:lvl5pPr>
                <a:defRPr sz="2000">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mn-lt"/>
                  <a:ea typeface="+mn-ea"/>
                </a:rPr>
                <a:t>mail</a:t>
              </a:r>
            </a:p>
          </p:txBody>
        </p:sp>
        <p:sp>
          <p:nvSpPr>
            <p:cNvPr id="42019" name="Line 148"/>
            <p:cNvSpPr>
              <a:spLocks noChangeShapeType="1"/>
            </p:cNvSpPr>
            <p:nvPr/>
          </p:nvSpPr>
          <p:spPr bwMode="auto">
            <a:xfrm flipH="1">
              <a:off x="4386" y="1773"/>
              <a:ext cx="387" cy="420"/>
            </a:xfrm>
            <a:prstGeom prst="line">
              <a:avLst/>
            </a:prstGeom>
            <a:noFill/>
            <a:ln w="1905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2020" name="Line 149"/>
            <p:cNvSpPr>
              <a:spLocks noChangeShapeType="1"/>
            </p:cNvSpPr>
            <p:nvPr/>
          </p:nvSpPr>
          <p:spPr bwMode="auto">
            <a:xfrm>
              <a:off x="4792" y="1784"/>
              <a:ext cx="548" cy="430"/>
            </a:xfrm>
            <a:prstGeom prst="line">
              <a:avLst/>
            </a:prstGeom>
            <a:noFill/>
            <a:ln w="1905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2021" name="Text Box 150"/>
            <p:cNvSpPr txBox="1">
              <a:spLocks noChangeArrowheads="1"/>
            </p:cNvSpPr>
            <p:nvPr/>
          </p:nvSpPr>
          <p:spPr bwMode="auto">
            <a:xfrm>
              <a:off x="1826" y="2205"/>
              <a:ext cx="454" cy="252"/>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rgbClr val="333399"/>
                  </a:solidFill>
                  <a:latin typeface="Arial" panose="020B0604020202020204" pitchFamily="34" charset="0"/>
                  <a:ea typeface="黑体" panose="02010609060101010101" pitchFamily="2" charset="-122"/>
                </a:defRPr>
              </a:lvl1pPr>
              <a:lvl2pPr>
                <a:defRPr sz="2800">
                  <a:solidFill>
                    <a:schemeClr val="tx1"/>
                  </a:solidFill>
                  <a:latin typeface="Tahoma" panose="020B0604030504040204" pitchFamily="34" charset="0"/>
                  <a:ea typeface="宋体" panose="02010600030101010101" pitchFamily="2" charset="-122"/>
                </a:defRPr>
              </a:lvl2pPr>
              <a:lvl3pPr>
                <a:defRPr sz="2400">
                  <a:solidFill>
                    <a:schemeClr val="tx1"/>
                  </a:solidFill>
                  <a:latin typeface="Tahoma" panose="020B0604030504040204" pitchFamily="34" charset="0"/>
                  <a:ea typeface="宋体" panose="02010600030101010101" pitchFamily="2" charset="-122"/>
                </a:defRPr>
              </a:lvl3pPr>
              <a:lvl4pPr>
                <a:defRPr sz="2000">
                  <a:solidFill>
                    <a:schemeClr val="tx1"/>
                  </a:solidFill>
                  <a:latin typeface="Tahoma" panose="020B0604030504040204" pitchFamily="34" charset="0"/>
                  <a:ea typeface="宋体" panose="02010600030101010101" pitchFamily="2" charset="-122"/>
                </a:defRPr>
              </a:lvl4pPr>
              <a:lvl5pPr>
                <a:defRPr sz="2000">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mn-lt"/>
                  <a:ea typeface="+mn-ea"/>
                </a:rPr>
                <a:t>www</a:t>
              </a:r>
            </a:p>
          </p:txBody>
        </p:sp>
        <p:sp>
          <p:nvSpPr>
            <p:cNvPr id="42022" name="Text Box 152"/>
            <p:cNvSpPr txBox="1">
              <a:spLocks noChangeArrowheads="1"/>
            </p:cNvSpPr>
            <p:nvPr/>
          </p:nvSpPr>
          <p:spPr bwMode="auto">
            <a:xfrm>
              <a:off x="1414" y="1998"/>
              <a:ext cx="435" cy="4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rgbClr val="333399"/>
                  </a:solidFill>
                  <a:latin typeface="Arial" panose="020B0604020202020204" pitchFamily="34" charset="0"/>
                  <a:ea typeface="黑体" panose="02010609060101010101" pitchFamily="2" charset="-122"/>
                </a:defRPr>
              </a:lvl1pPr>
              <a:lvl2pPr>
                <a:defRPr sz="2800">
                  <a:solidFill>
                    <a:schemeClr val="tx1"/>
                  </a:solidFill>
                  <a:latin typeface="Tahoma" panose="020B0604030504040204" pitchFamily="34" charset="0"/>
                  <a:ea typeface="宋体" panose="02010600030101010101" pitchFamily="2" charset="-122"/>
                </a:defRPr>
              </a:lvl2pPr>
              <a:lvl3pPr>
                <a:defRPr sz="2400">
                  <a:solidFill>
                    <a:schemeClr val="tx1"/>
                  </a:solidFill>
                  <a:latin typeface="Tahoma" panose="020B0604030504040204" pitchFamily="34" charset="0"/>
                  <a:ea typeface="宋体" panose="02010600030101010101" pitchFamily="2" charset="-122"/>
                </a:defRPr>
              </a:lvl3pPr>
              <a:lvl4pPr>
                <a:defRPr sz="2000">
                  <a:solidFill>
                    <a:schemeClr val="tx1"/>
                  </a:solidFill>
                  <a:latin typeface="Tahoma" panose="020B0604030504040204" pitchFamily="34" charset="0"/>
                  <a:ea typeface="宋体" panose="02010600030101010101" pitchFamily="2" charset="-122"/>
                </a:defRPr>
              </a:lvl4pPr>
              <a:lvl5pPr>
                <a:defRPr sz="2000">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4400" b="1">
                  <a:solidFill>
                    <a:srgbClr val="000099"/>
                  </a:solidFill>
                  <a:latin typeface="+mn-lt"/>
                  <a:ea typeface="+mn-ea"/>
                </a:rPr>
                <a:t>…</a:t>
              </a:r>
            </a:p>
          </p:txBody>
        </p:sp>
        <p:sp>
          <p:nvSpPr>
            <p:cNvPr id="42023" name="Line 153"/>
            <p:cNvSpPr>
              <a:spLocks noChangeShapeType="1"/>
            </p:cNvSpPr>
            <p:nvPr/>
          </p:nvSpPr>
          <p:spPr bwMode="auto">
            <a:xfrm flipV="1">
              <a:off x="1274" y="1794"/>
              <a:ext cx="383" cy="449"/>
            </a:xfrm>
            <a:prstGeom prst="line">
              <a:avLst/>
            </a:prstGeom>
            <a:noFill/>
            <a:ln w="1905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2024" name="Line 154"/>
            <p:cNvSpPr>
              <a:spLocks noChangeShapeType="1"/>
            </p:cNvSpPr>
            <p:nvPr/>
          </p:nvSpPr>
          <p:spPr bwMode="auto">
            <a:xfrm>
              <a:off x="1657" y="1794"/>
              <a:ext cx="361" cy="473"/>
            </a:xfrm>
            <a:prstGeom prst="line">
              <a:avLst/>
            </a:prstGeom>
            <a:noFill/>
            <a:ln w="1905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grpSp>
          <p:nvGrpSpPr>
            <p:cNvPr id="42025" name="Group 187"/>
            <p:cNvGrpSpPr/>
            <p:nvPr/>
          </p:nvGrpSpPr>
          <p:grpSpPr bwMode="auto">
            <a:xfrm>
              <a:off x="2613" y="1797"/>
              <a:ext cx="269" cy="101"/>
              <a:chOff x="2875" y="1143"/>
              <a:chExt cx="330" cy="132"/>
            </a:xfrm>
          </p:grpSpPr>
          <p:sp>
            <p:nvSpPr>
              <p:cNvPr id="42041" name="Line 188"/>
              <p:cNvSpPr>
                <a:spLocks noChangeShapeType="1"/>
              </p:cNvSpPr>
              <p:nvPr/>
            </p:nvSpPr>
            <p:spPr bwMode="auto">
              <a:xfrm>
                <a:off x="3061" y="1143"/>
                <a:ext cx="144" cy="132"/>
              </a:xfrm>
              <a:prstGeom prst="line">
                <a:avLst/>
              </a:prstGeom>
              <a:noFill/>
              <a:ln w="1905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2042" name="Line 189"/>
              <p:cNvSpPr>
                <a:spLocks noChangeShapeType="1"/>
              </p:cNvSpPr>
              <p:nvPr/>
            </p:nvSpPr>
            <p:spPr bwMode="auto">
              <a:xfrm>
                <a:off x="3050" y="1143"/>
                <a:ext cx="37" cy="129"/>
              </a:xfrm>
              <a:prstGeom prst="line">
                <a:avLst/>
              </a:prstGeom>
              <a:noFill/>
              <a:ln w="1905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2043" name="Line 190"/>
              <p:cNvSpPr>
                <a:spLocks noChangeShapeType="1"/>
              </p:cNvSpPr>
              <p:nvPr/>
            </p:nvSpPr>
            <p:spPr bwMode="auto">
              <a:xfrm flipH="1">
                <a:off x="2875" y="1143"/>
                <a:ext cx="144" cy="132"/>
              </a:xfrm>
              <a:prstGeom prst="line">
                <a:avLst/>
              </a:prstGeom>
              <a:noFill/>
              <a:ln w="1905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2044" name="Line 191"/>
              <p:cNvSpPr>
                <a:spLocks noChangeShapeType="1"/>
              </p:cNvSpPr>
              <p:nvPr/>
            </p:nvSpPr>
            <p:spPr bwMode="auto">
              <a:xfrm flipH="1">
                <a:off x="2980" y="1143"/>
                <a:ext cx="54" cy="126"/>
              </a:xfrm>
              <a:prstGeom prst="line">
                <a:avLst/>
              </a:prstGeom>
              <a:noFill/>
              <a:ln w="1905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grpSp>
        <p:grpSp>
          <p:nvGrpSpPr>
            <p:cNvPr id="42026" name="Group 192"/>
            <p:cNvGrpSpPr/>
            <p:nvPr/>
          </p:nvGrpSpPr>
          <p:grpSpPr bwMode="auto">
            <a:xfrm>
              <a:off x="5131" y="1797"/>
              <a:ext cx="268" cy="101"/>
              <a:chOff x="2875" y="1143"/>
              <a:chExt cx="330" cy="132"/>
            </a:xfrm>
          </p:grpSpPr>
          <p:sp>
            <p:nvSpPr>
              <p:cNvPr id="42037" name="Line 193"/>
              <p:cNvSpPr>
                <a:spLocks noChangeShapeType="1"/>
              </p:cNvSpPr>
              <p:nvPr/>
            </p:nvSpPr>
            <p:spPr bwMode="auto">
              <a:xfrm>
                <a:off x="3061" y="1143"/>
                <a:ext cx="144" cy="132"/>
              </a:xfrm>
              <a:prstGeom prst="line">
                <a:avLst/>
              </a:prstGeom>
              <a:noFill/>
              <a:ln w="1905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2038" name="Line 194"/>
              <p:cNvSpPr>
                <a:spLocks noChangeShapeType="1"/>
              </p:cNvSpPr>
              <p:nvPr/>
            </p:nvSpPr>
            <p:spPr bwMode="auto">
              <a:xfrm>
                <a:off x="3050" y="1143"/>
                <a:ext cx="37" cy="129"/>
              </a:xfrm>
              <a:prstGeom prst="line">
                <a:avLst/>
              </a:prstGeom>
              <a:noFill/>
              <a:ln w="1905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2039" name="Line 195"/>
              <p:cNvSpPr>
                <a:spLocks noChangeShapeType="1"/>
              </p:cNvSpPr>
              <p:nvPr/>
            </p:nvSpPr>
            <p:spPr bwMode="auto">
              <a:xfrm flipH="1">
                <a:off x="2875" y="1143"/>
                <a:ext cx="144" cy="132"/>
              </a:xfrm>
              <a:prstGeom prst="line">
                <a:avLst/>
              </a:prstGeom>
              <a:noFill/>
              <a:ln w="1905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2040" name="Line 196"/>
              <p:cNvSpPr>
                <a:spLocks noChangeShapeType="1"/>
              </p:cNvSpPr>
              <p:nvPr/>
            </p:nvSpPr>
            <p:spPr bwMode="auto">
              <a:xfrm flipH="1">
                <a:off x="2980" y="1143"/>
                <a:ext cx="54" cy="126"/>
              </a:xfrm>
              <a:prstGeom prst="line">
                <a:avLst/>
              </a:prstGeom>
              <a:noFill/>
              <a:ln w="1905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grpSp>
        <p:grpSp>
          <p:nvGrpSpPr>
            <p:cNvPr id="42027" name="Group 197"/>
            <p:cNvGrpSpPr/>
            <p:nvPr/>
          </p:nvGrpSpPr>
          <p:grpSpPr bwMode="auto">
            <a:xfrm>
              <a:off x="2239" y="1797"/>
              <a:ext cx="268" cy="101"/>
              <a:chOff x="2875" y="1143"/>
              <a:chExt cx="330" cy="132"/>
            </a:xfrm>
          </p:grpSpPr>
          <p:sp>
            <p:nvSpPr>
              <p:cNvPr id="42033" name="Line 198"/>
              <p:cNvSpPr>
                <a:spLocks noChangeShapeType="1"/>
              </p:cNvSpPr>
              <p:nvPr/>
            </p:nvSpPr>
            <p:spPr bwMode="auto">
              <a:xfrm>
                <a:off x="3061" y="1143"/>
                <a:ext cx="144" cy="132"/>
              </a:xfrm>
              <a:prstGeom prst="line">
                <a:avLst/>
              </a:prstGeom>
              <a:noFill/>
              <a:ln w="1905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2034" name="Line 199"/>
              <p:cNvSpPr>
                <a:spLocks noChangeShapeType="1"/>
              </p:cNvSpPr>
              <p:nvPr/>
            </p:nvSpPr>
            <p:spPr bwMode="auto">
              <a:xfrm>
                <a:off x="3050" y="1143"/>
                <a:ext cx="37" cy="129"/>
              </a:xfrm>
              <a:prstGeom prst="line">
                <a:avLst/>
              </a:prstGeom>
              <a:noFill/>
              <a:ln w="1905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2035" name="Line 200"/>
              <p:cNvSpPr>
                <a:spLocks noChangeShapeType="1"/>
              </p:cNvSpPr>
              <p:nvPr/>
            </p:nvSpPr>
            <p:spPr bwMode="auto">
              <a:xfrm flipH="1">
                <a:off x="2875" y="1143"/>
                <a:ext cx="144" cy="132"/>
              </a:xfrm>
              <a:prstGeom prst="line">
                <a:avLst/>
              </a:prstGeom>
              <a:noFill/>
              <a:ln w="1905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2036" name="Line 201"/>
              <p:cNvSpPr>
                <a:spLocks noChangeShapeType="1"/>
              </p:cNvSpPr>
              <p:nvPr/>
            </p:nvSpPr>
            <p:spPr bwMode="auto">
              <a:xfrm flipH="1">
                <a:off x="2980" y="1143"/>
                <a:ext cx="54" cy="126"/>
              </a:xfrm>
              <a:prstGeom prst="line">
                <a:avLst/>
              </a:prstGeom>
              <a:noFill/>
              <a:ln w="1905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grpSp>
        <p:grpSp>
          <p:nvGrpSpPr>
            <p:cNvPr id="42028" name="Group 202"/>
            <p:cNvGrpSpPr/>
            <p:nvPr/>
          </p:nvGrpSpPr>
          <p:grpSpPr bwMode="auto">
            <a:xfrm>
              <a:off x="3953" y="1797"/>
              <a:ext cx="268" cy="101"/>
              <a:chOff x="2875" y="1143"/>
              <a:chExt cx="330" cy="132"/>
            </a:xfrm>
          </p:grpSpPr>
          <p:sp>
            <p:nvSpPr>
              <p:cNvPr id="42029" name="Line 203"/>
              <p:cNvSpPr>
                <a:spLocks noChangeShapeType="1"/>
              </p:cNvSpPr>
              <p:nvPr/>
            </p:nvSpPr>
            <p:spPr bwMode="auto">
              <a:xfrm>
                <a:off x="3061" y="1143"/>
                <a:ext cx="144" cy="132"/>
              </a:xfrm>
              <a:prstGeom prst="line">
                <a:avLst/>
              </a:prstGeom>
              <a:noFill/>
              <a:ln w="1905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2030" name="Line 204"/>
              <p:cNvSpPr>
                <a:spLocks noChangeShapeType="1"/>
              </p:cNvSpPr>
              <p:nvPr/>
            </p:nvSpPr>
            <p:spPr bwMode="auto">
              <a:xfrm>
                <a:off x="3050" y="1143"/>
                <a:ext cx="37" cy="129"/>
              </a:xfrm>
              <a:prstGeom prst="line">
                <a:avLst/>
              </a:prstGeom>
              <a:noFill/>
              <a:ln w="1905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2031" name="Line 205"/>
              <p:cNvSpPr>
                <a:spLocks noChangeShapeType="1"/>
              </p:cNvSpPr>
              <p:nvPr/>
            </p:nvSpPr>
            <p:spPr bwMode="auto">
              <a:xfrm flipH="1">
                <a:off x="2875" y="1143"/>
                <a:ext cx="144" cy="132"/>
              </a:xfrm>
              <a:prstGeom prst="line">
                <a:avLst/>
              </a:prstGeom>
              <a:noFill/>
              <a:ln w="1905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2032" name="Line 206"/>
              <p:cNvSpPr>
                <a:spLocks noChangeShapeType="1"/>
              </p:cNvSpPr>
              <p:nvPr/>
            </p:nvSpPr>
            <p:spPr bwMode="auto">
              <a:xfrm flipH="1">
                <a:off x="2980" y="1143"/>
                <a:ext cx="54" cy="126"/>
              </a:xfrm>
              <a:prstGeom prst="line">
                <a:avLst/>
              </a:prstGeom>
              <a:noFill/>
              <a:ln w="1905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grpSp>
      </p:grpSp>
      <p:grpSp>
        <p:nvGrpSpPr>
          <p:cNvPr id="576725" name="Group 213"/>
          <p:cNvGrpSpPr/>
          <p:nvPr/>
        </p:nvGrpSpPr>
        <p:grpSpPr bwMode="auto">
          <a:xfrm>
            <a:off x="293108" y="2409845"/>
            <a:ext cx="9412420" cy="965199"/>
            <a:chOff x="113" y="707"/>
            <a:chExt cx="5473" cy="608"/>
          </a:xfrm>
        </p:grpSpPr>
        <p:sp>
          <p:nvSpPr>
            <p:cNvPr id="41992" name="Rectangle 209"/>
            <p:cNvSpPr>
              <a:spLocks noChangeArrowheads="1"/>
            </p:cNvSpPr>
            <p:nvPr/>
          </p:nvSpPr>
          <p:spPr bwMode="auto">
            <a:xfrm>
              <a:off x="1020" y="1026"/>
              <a:ext cx="106" cy="289"/>
            </a:xfrm>
            <a:prstGeom prst="rect">
              <a:avLst/>
            </a:prstGeom>
            <a:solidFill>
              <a:srgbClr val="CCECFF"/>
            </a:solidFill>
            <a:ln>
              <a:noFill/>
            </a:ln>
            <a:effectLst/>
            <a:extLst>
              <a:ext uri="{91240B29-F687-4F45-9708-019B960494DF}">
                <a14:hiddenLine xmlns:a14="http://schemas.microsoft.com/office/drawing/2010/main" w="19050">
                  <a:solidFill>
                    <a:srgbClr val="CCEC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1" hangingPunct="1"/>
              <a:endParaRPr lang="zh-CN" altLang="en-US" b="1">
                <a:solidFill>
                  <a:srgbClr val="000099"/>
                </a:solidFill>
                <a:latin typeface="+mn-lt"/>
                <a:ea typeface="+mn-ea"/>
              </a:endParaRPr>
            </a:p>
          </p:txBody>
        </p:sp>
        <p:sp>
          <p:nvSpPr>
            <p:cNvPr id="41993" name="Text Box 106"/>
            <p:cNvSpPr txBox="1">
              <a:spLocks noChangeArrowheads="1"/>
            </p:cNvSpPr>
            <p:nvPr/>
          </p:nvSpPr>
          <p:spPr bwMode="auto">
            <a:xfrm>
              <a:off x="1975" y="1026"/>
              <a:ext cx="41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rgbClr val="333399"/>
                  </a:solidFill>
                  <a:latin typeface="Arial" panose="020B0604020202020204" pitchFamily="34" charset="0"/>
                  <a:ea typeface="黑体" panose="02010609060101010101" pitchFamily="2" charset="-122"/>
                </a:defRPr>
              </a:lvl1pPr>
              <a:lvl2pPr>
                <a:defRPr sz="2800">
                  <a:solidFill>
                    <a:schemeClr val="tx1"/>
                  </a:solidFill>
                  <a:latin typeface="Tahoma" panose="020B0604030504040204" pitchFamily="34" charset="0"/>
                  <a:ea typeface="宋体" panose="02010600030101010101" pitchFamily="2" charset="-122"/>
                </a:defRPr>
              </a:lvl2pPr>
              <a:lvl3pPr>
                <a:defRPr sz="2400">
                  <a:solidFill>
                    <a:schemeClr val="tx1"/>
                  </a:solidFill>
                  <a:latin typeface="Tahoma" panose="020B0604030504040204" pitchFamily="34" charset="0"/>
                  <a:ea typeface="宋体" panose="02010600030101010101" pitchFamily="2" charset="-122"/>
                </a:defRPr>
              </a:lvl3pPr>
              <a:lvl4pPr>
                <a:defRPr sz="2000">
                  <a:solidFill>
                    <a:schemeClr val="tx1"/>
                  </a:solidFill>
                  <a:latin typeface="Tahoma" panose="020B0604030504040204" pitchFamily="34" charset="0"/>
                  <a:ea typeface="宋体" panose="02010600030101010101" pitchFamily="2" charset="-122"/>
                </a:defRPr>
              </a:lvl4pPr>
              <a:lvl5pPr>
                <a:defRPr sz="2000">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dirty="0">
                  <a:solidFill>
                    <a:srgbClr val="FF0000"/>
                  </a:solidFill>
                  <a:latin typeface="+mn-lt"/>
                  <a:ea typeface="+mn-ea"/>
                </a:rPr>
                <a:t>com</a:t>
              </a:r>
            </a:p>
          </p:txBody>
        </p:sp>
        <p:sp>
          <p:nvSpPr>
            <p:cNvPr id="41994" name="Text Box 107"/>
            <p:cNvSpPr txBox="1">
              <a:spLocks noChangeArrowheads="1"/>
            </p:cNvSpPr>
            <p:nvPr/>
          </p:nvSpPr>
          <p:spPr bwMode="auto">
            <a:xfrm>
              <a:off x="2472" y="1026"/>
              <a:ext cx="331"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rgbClr val="333399"/>
                  </a:solidFill>
                  <a:latin typeface="Arial" panose="020B0604020202020204" pitchFamily="34" charset="0"/>
                  <a:ea typeface="黑体" panose="02010609060101010101" pitchFamily="2" charset="-122"/>
                </a:defRPr>
              </a:lvl1pPr>
              <a:lvl2pPr>
                <a:defRPr sz="2800">
                  <a:solidFill>
                    <a:schemeClr val="tx1"/>
                  </a:solidFill>
                  <a:latin typeface="Tahoma" panose="020B0604030504040204" pitchFamily="34" charset="0"/>
                  <a:ea typeface="宋体" panose="02010600030101010101" pitchFamily="2" charset="-122"/>
                </a:defRPr>
              </a:lvl2pPr>
              <a:lvl3pPr>
                <a:defRPr sz="2400">
                  <a:solidFill>
                    <a:schemeClr val="tx1"/>
                  </a:solidFill>
                  <a:latin typeface="Tahoma" panose="020B0604030504040204" pitchFamily="34" charset="0"/>
                  <a:ea typeface="宋体" panose="02010600030101010101" pitchFamily="2" charset="-122"/>
                </a:defRPr>
              </a:lvl3pPr>
              <a:lvl4pPr>
                <a:defRPr sz="2000">
                  <a:solidFill>
                    <a:schemeClr val="tx1"/>
                  </a:solidFill>
                  <a:latin typeface="Tahoma" panose="020B0604030504040204" pitchFamily="34" charset="0"/>
                  <a:ea typeface="宋体" panose="02010600030101010101" pitchFamily="2" charset="-122"/>
                </a:defRPr>
              </a:lvl4pPr>
              <a:lvl5pPr>
                <a:defRPr sz="2000">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mn-lt"/>
                  <a:ea typeface="+mn-ea"/>
                </a:rPr>
                <a:t>net</a:t>
              </a:r>
            </a:p>
          </p:txBody>
        </p:sp>
        <p:sp>
          <p:nvSpPr>
            <p:cNvPr id="41995" name="Text Box 108"/>
            <p:cNvSpPr txBox="1">
              <a:spLocks noChangeArrowheads="1"/>
            </p:cNvSpPr>
            <p:nvPr/>
          </p:nvSpPr>
          <p:spPr bwMode="auto">
            <a:xfrm>
              <a:off x="2900" y="1026"/>
              <a:ext cx="348"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rgbClr val="333399"/>
                  </a:solidFill>
                  <a:latin typeface="Arial" panose="020B0604020202020204" pitchFamily="34" charset="0"/>
                  <a:ea typeface="黑体" panose="02010609060101010101" pitchFamily="2" charset="-122"/>
                </a:defRPr>
              </a:lvl1pPr>
              <a:lvl2pPr>
                <a:defRPr sz="2800">
                  <a:solidFill>
                    <a:schemeClr val="tx1"/>
                  </a:solidFill>
                  <a:latin typeface="Tahoma" panose="020B0604030504040204" pitchFamily="34" charset="0"/>
                  <a:ea typeface="宋体" panose="02010600030101010101" pitchFamily="2" charset="-122"/>
                </a:defRPr>
              </a:lvl2pPr>
              <a:lvl3pPr>
                <a:defRPr sz="2400">
                  <a:solidFill>
                    <a:schemeClr val="tx1"/>
                  </a:solidFill>
                  <a:latin typeface="Tahoma" panose="020B0604030504040204" pitchFamily="34" charset="0"/>
                  <a:ea typeface="宋体" panose="02010600030101010101" pitchFamily="2" charset="-122"/>
                </a:defRPr>
              </a:lvl3pPr>
              <a:lvl4pPr>
                <a:defRPr sz="2000">
                  <a:solidFill>
                    <a:schemeClr val="tx1"/>
                  </a:solidFill>
                  <a:latin typeface="Tahoma" panose="020B0604030504040204" pitchFamily="34" charset="0"/>
                  <a:ea typeface="宋体" panose="02010600030101010101" pitchFamily="2" charset="-122"/>
                </a:defRPr>
              </a:lvl4pPr>
              <a:lvl5pPr>
                <a:defRPr sz="2000">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mn-lt"/>
                  <a:ea typeface="+mn-ea"/>
                </a:rPr>
                <a:t>org</a:t>
              </a:r>
            </a:p>
          </p:txBody>
        </p:sp>
        <p:sp>
          <p:nvSpPr>
            <p:cNvPr id="41996" name="Text Box 109"/>
            <p:cNvSpPr txBox="1">
              <a:spLocks noChangeArrowheads="1"/>
            </p:cNvSpPr>
            <p:nvPr/>
          </p:nvSpPr>
          <p:spPr bwMode="auto">
            <a:xfrm>
              <a:off x="3329" y="1026"/>
              <a:ext cx="373"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rgbClr val="333399"/>
                  </a:solidFill>
                  <a:latin typeface="Arial" panose="020B0604020202020204" pitchFamily="34" charset="0"/>
                  <a:ea typeface="黑体" panose="02010609060101010101" pitchFamily="2" charset="-122"/>
                </a:defRPr>
              </a:lvl1pPr>
              <a:lvl2pPr>
                <a:defRPr sz="2800">
                  <a:solidFill>
                    <a:schemeClr val="tx1"/>
                  </a:solidFill>
                  <a:latin typeface="Tahoma" panose="020B0604030504040204" pitchFamily="34" charset="0"/>
                  <a:ea typeface="宋体" panose="02010600030101010101" pitchFamily="2" charset="-122"/>
                </a:defRPr>
              </a:lvl2pPr>
              <a:lvl3pPr>
                <a:defRPr sz="2400">
                  <a:solidFill>
                    <a:schemeClr val="tx1"/>
                  </a:solidFill>
                  <a:latin typeface="Tahoma" panose="020B0604030504040204" pitchFamily="34" charset="0"/>
                  <a:ea typeface="宋体" panose="02010600030101010101" pitchFamily="2" charset="-122"/>
                </a:defRPr>
              </a:lvl3pPr>
              <a:lvl4pPr>
                <a:defRPr sz="2000">
                  <a:solidFill>
                    <a:schemeClr val="tx1"/>
                  </a:solidFill>
                  <a:latin typeface="Tahoma" panose="020B0604030504040204" pitchFamily="34" charset="0"/>
                  <a:ea typeface="宋体" panose="02010600030101010101" pitchFamily="2" charset="-122"/>
                </a:defRPr>
              </a:lvl4pPr>
              <a:lvl5pPr>
                <a:defRPr sz="2000">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mn-lt"/>
                  <a:ea typeface="+mn-ea"/>
                </a:rPr>
                <a:t>edu</a:t>
              </a:r>
            </a:p>
          </p:txBody>
        </p:sp>
        <p:sp>
          <p:nvSpPr>
            <p:cNvPr id="41997" name="Text Box 110"/>
            <p:cNvSpPr txBox="1">
              <a:spLocks noChangeArrowheads="1"/>
            </p:cNvSpPr>
            <p:nvPr/>
          </p:nvSpPr>
          <p:spPr bwMode="auto">
            <a:xfrm>
              <a:off x="3758" y="1026"/>
              <a:ext cx="373"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rgbClr val="333399"/>
                  </a:solidFill>
                  <a:latin typeface="Arial" panose="020B0604020202020204" pitchFamily="34" charset="0"/>
                  <a:ea typeface="黑体" panose="02010609060101010101" pitchFamily="2" charset="-122"/>
                </a:defRPr>
              </a:lvl1pPr>
              <a:lvl2pPr>
                <a:defRPr sz="2800">
                  <a:solidFill>
                    <a:schemeClr val="tx1"/>
                  </a:solidFill>
                  <a:latin typeface="Tahoma" panose="020B0604030504040204" pitchFamily="34" charset="0"/>
                  <a:ea typeface="宋体" panose="02010600030101010101" pitchFamily="2" charset="-122"/>
                </a:defRPr>
              </a:lvl2pPr>
              <a:lvl3pPr>
                <a:defRPr sz="2400">
                  <a:solidFill>
                    <a:schemeClr val="tx1"/>
                  </a:solidFill>
                  <a:latin typeface="Tahoma" panose="020B0604030504040204" pitchFamily="34" charset="0"/>
                  <a:ea typeface="宋体" panose="02010600030101010101" pitchFamily="2" charset="-122"/>
                </a:defRPr>
              </a:lvl3pPr>
              <a:lvl4pPr>
                <a:defRPr sz="2000">
                  <a:solidFill>
                    <a:schemeClr val="tx1"/>
                  </a:solidFill>
                  <a:latin typeface="Tahoma" panose="020B0604030504040204" pitchFamily="34" charset="0"/>
                  <a:ea typeface="宋体" panose="02010600030101010101" pitchFamily="2" charset="-122"/>
                </a:defRPr>
              </a:lvl4pPr>
              <a:lvl5pPr>
                <a:defRPr sz="2000">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mn-lt"/>
                  <a:ea typeface="+mn-ea"/>
                </a:rPr>
                <a:t>gov</a:t>
              </a:r>
            </a:p>
          </p:txBody>
        </p:sp>
        <p:sp>
          <p:nvSpPr>
            <p:cNvPr id="41998" name="Text Box 111"/>
            <p:cNvSpPr txBox="1">
              <a:spLocks noChangeArrowheads="1"/>
            </p:cNvSpPr>
            <p:nvPr/>
          </p:nvSpPr>
          <p:spPr bwMode="auto">
            <a:xfrm>
              <a:off x="1114" y="1026"/>
              <a:ext cx="422"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rgbClr val="333399"/>
                  </a:solidFill>
                  <a:latin typeface="Arial" panose="020B0604020202020204" pitchFamily="34" charset="0"/>
                  <a:ea typeface="黑体" panose="02010609060101010101" pitchFamily="2" charset="-122"/>
                </a:defRPr>
              </a:lvl1pPr>
              <a:lvl2pPr>
                <a:defRPr sz="2800">
                  <a:solidFill>
                    <a:schemeClr val="tx1"/>
                  </a:solidFill>
                  <a:latin typeface="Tahoma" panose="020B0604030504040204" pitchFamily="34" charset="0"/>
                  <a:ea typeface="宋体" panose="02010600030101010101" pitchFamily="2" charset="-122"/>
                </a:defRPr>
              </a:lvl2pPr>
              <a:lvl3pPr>
                <a:defRPr sz="2400">
                  <a:solidFill>
                    <a:schemeClr val="tx1"/>
                  </a:solidFill>
                  <a:latin typeface="Tahoma" panose="020B0604030504040204" pitchFamily="34" charset="0"/>
                  <a:ea typeface="宋体" panose="02010600030101010101" pitchFamily="2" charset="-122"/>
                </a:defRPr>
              </a:lvl3pPr>
              <a:lvl4pPr>
                <a:defRPr sz="2000">
                  <a:solidFill>
                    <a:schemeClr val="tx1"/>
                  </a:solidFill>
                  <a:latin typeface="Tahoma" panose="020B0604030504040204" pitchFamily="34" charset="0"/>
                  <a:ea typeface="宋体" panose="02010600030101010101" pitchFamily="2" charset="-122"/>
                </a:defRPr>
              </a:lvl4pPr>
              <a:lvl5pPr>
                <a:defRPr sz="2000">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mn-lt"/>
                  <a:ea typeface="+mn-ea"/>
                </a:rPr>
                <a:t>aero</a:t>
              </a:r>
            </a:p>
          </p:txBody>
        </p:sp>
        <p:sp>
          <p:nvSpPr>
            <p:cNvPr id="41999" name="Text Box 112"/>
            <p:cNvSpPr txBox="1">
              <a:spLocks noChangeArrowheads="1"/>
            </p:cNvSpPr>
            <p:nvPr/>
          </p:nvSpPr>
          <p:spPr bwMode="auto">
            <a:xfrm>
              <a:off x="4489" y="1026"/>
              <a:ext cx="282"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rgbClr val="333399"/>
                  </a:solidFill>
                  <a:latin typeface="Arial" panose="020B0604020202020204" pitchFamily="34" charset="0"/>
                  <a:ea typeface="黑体" panose="02010609060101010101" pitchFamily="2" charset="-122"/>
                </a:defRPr>
              </a:lvl1pPr>
              <a:lvl2pPr>
                <a:defRPr sz="2800">
                  <a:solidFill>
                    <a:schemeClr val="tx1"/>
                  </a:solidFill>
                  <a:latin typeface="Tahoma" panose="020B0604030504040204" pitchFamily="34" charset="0"/>
                  <a:ea typeface="宋体" panose="02010600030101010101" pitchFamily="2" charset="-122"/>
                </a:defRPr>
              </a:lvl2pPr>
              <a:lvl3pPr>
                <a:defRPr sz="2400">
                  <a:solidFill>
                    <a:schemeClr val="tx1"/>
                  </a:solidFill>
                  <a:latin typeface="Tahoma" panose="020B0604030504040204" pitchFamily="34" charset="0"/>
                  <a:ea typeface="宋体" panose="02010600030101010101" pitchFamily="2" charset="-122"/>
                </a:defRPr>
              </a:lvl3pPr>
              <a:lvl4pPr>
                <a:defRPr sz="2000">
                  <a:solidFill>
                    <a:schemeClr val="tx1"/>
                  </a:solidFill>
                  <a:latin typeface="Tahoma" panose="020B0604030504040204" pitchFamily="34" charset="0"/>
                  <a:ea typeface="宋体" panose="02010600030101010101" pitchFamily="2" charset="-122"/>
                </a:defRPr>
              </a:lvl4pPr>
              <a:lvl5pPr>
                <a:defRPr sz="2000">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dirty="0" err="1">
                  <a:solidFill>
                    <a:srgbClr val="FF0000"/>
                  </a:solidFill>
                  <a:latin typeface="+mn-lt"/>
                  <a:ea typeface="+mn-ea"/>
                </a:rPr>
                <a:t>cn</a:t>
              </a:r>
              <a:endParaRPr kumimoji="1" lang="en-US" altLang="zh-CN" sz="2000" b="1" dirty="0">
                <a:solidFill>
                  <a:srgbClr val="FF0000"/>
                </a:solidFill>
                <a:latin typeface="+mn-lt"/>
                <a:ea typeface="+mn-ea"/>
              </a:endParaRPr>
            </a:p>
          </p:txBody>
        </p:sp>
        <p:sp>
          <p:nvSpPr>
            <p:cNvPr id="42000" name="Text Box 113"/>
            <p:cNvSpPr txBox="1">
              <a:spLocks noChangeArrowheads="1"/>
            </p:cNvSpPr>
            <p:nvPr/>
          </p:nvSpPr>
          <p:spPr bwMode="auto">
            <a:xfrm>
              <a:off x="4918" y="1026"/>
              <a:ext cx="282"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rgbClr val="333399"/>
                  </a:solidFill>
                  <a:latin typeface="Arial" panose="020B0604020202020204" pitchFamily="34" charset="0"/>
                  <a:ea typeface="黑体" panose="02010609060101010101" pitchFamily="2" charset="-122"/>
                </a:defRPr>
              </a:lvl1pPr>
              <a:lvl2pPr>
                <a:defRPr sz="2800">
                  <a:solidFill>
                    <a:schemeClr val="tx1"/>
                  </a:solidFill>
                  <a:latin typeface="Tahoma" panose="020B0604030504040204" pitchFamily="34" charset="0"/>
                  <a:ea typeface="宋体" panose="02010600030101010101" pitchFamily="2" charset="-122"/>
                </a:defRPr>
              </a:lvl2pPr>
              <a:lvl3pPr>
                <a:defRPr sz="2400">
                  <a:solidFill>
                    <a:schemeClr val="tx1"/>
                  </a:solidFill>
                  <a:latin typeface="Tahoma" panose="020B0604030504040204" pitchFamily="34" charset="0"/>
                  <a:ea typeface="宋体" panose="02010600030101010101" pitchFamily="2" charset="-122"/>
                </a:defRPr>
              </a:lvl3pPr>
              <a:lvl4pPr>
                <a:defRPr sz="2000">
                  <a:solidFill>
                    <a:schemeClr val="tx1"/>
                  </a:solidFill>
                  <a:latin typeface="Tahoma" panose="020B0604030504040204" pitchFamily="34" charset="0"/>
                  <a:ea typeface="宋体" panose="02010600030101010101" pitchFamily="2" charset="-122"/>
                </a:defRPr>
              </a:lvl4pPr>
              <a:lvl5pPr>
                <a:defRPr sz="2000">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mn-lt"/>
                  <a:ea typeface="+mn-ea"/>
                </a:rPr>
                <a:t>uk</a:t>
              </a:r>
            </a:p>
          </p:txBody>
        </p:sp>
        <p:sp>
          <p:nvSpPr>
            <p:cNvPr id="42001" name="Text Box 114"/>
            <p:cNvSpPr txBox="1">
              <a:spLocks noChangeArrowheads="1"/>
            </p:cNvSpPr>
            <p:nvPr/>
          </p:nvSpPr>
          <p:spPr bwMode="auto">
            <a:xfrm>
              <a:off x="5151" y="819"/>
              <a:ext cx="435" cy="4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rgbClr val="333399"/>
                  </a:solidFill>
                  <a:latin typeface="Arial" panose="020B0604020202020204" pitchFamily="34" charset="0"/>
                  <a:ea typeface="黑体" panose="02010609060101010101" pitchFamily="2" charset="-122"/>
                </a:defRPr>
              </a:lvl1pPr>
              <a:lvl2pPr>
                <a:defRPr sz="2800">
                  <a:solidFill>
                    <a:schemeClr val="tx1"/>
                  </a:solidFill>
                  <a:latin typeface="Tahoma" panose="020B0604030504040204" pitchFamily="34" charset="0"/>
                  <a:ea typeface="宋体" panose="02010600030101010101" pitchFamily="2" charset="-122"/>
                </a:defRPr>
              </a:lvl2pPr>
              <a:lvl3pPr>
                <a:defRPr sz="2400">
                  <a:solidFill>
                    <a:schemeClr val="tx1"/>
                  </a:solidFill>
                  <a:latin typeface="Tahoma" panose="020B0604030504040204" pitchFamily="34" charset="0"/>
                  <a:ea typeface="宋体" panose="02010600030101010101" pitchFamily="2" charset="-122"/>
                </a:defRPr>
              </a:lvl3pPr>
              <a:lvl4pPr>
                <a:defRPr sz="2000">
                  <a:solidFill>
                    <a:schemeClr val="tx1"/>
                  </a:solidFill>
                  <a:latin typeface="Tahoma" panose="020B0604030504040204" pitchFamily="34" charset="0"/>
                  <a:ea typeface="宋体" panose="02010600030101010101" pitchFamily="2" charset="-122"/>
                </a:defRPr>
              </a:lvl4pPr>
              <a:lvl5pPr>
                <a:defRPr sz="2000">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4400" b="1">
                  <a:solidFill>
                    <a:srgbClr val="000099"/>
                  </a:solidFill>
                  <a:latin typeface="+mn-lt"/>
                  <a:ea typeface="+mn-ea"/>
                </a:rPr>
                <a:t>…</a:t>
              </a:r>
            </a:p>
          </p:txBody>
        </p:sp>
        <p:sp>
          <p:nvSpPr>
            <p:cNvPr id="42002" name="Rectangle 126"/>
            <p:cNvSpPr>
              <a:spLocks noChangeArrowheads="1"/>
            </p:cNvSpPr>
            <p:nvPr/>
          </p:nvSpPr>
          <p:spPr bwMode="auto">
            <a:xfrm>
              <a:off x="113" y="1005"/>
              <a:ext cx="703" cy="250"/>
            </a:xfrm>
            <a:prstGeom prst="rect">
              <a:avLst/>
            </a:prstGeom>
            <a:solidFill>
              <a:srgbClr val="CCECFF"/>
            </a:solidFill>
            <a:ln>
              <a:noFill/>
            </a:ln>
            <a:effectLst/>
            <a:extLst>
              <a:ext uri="{91240B29-F687-4F45-9708-019B960494DF}">
                <a14:hiddenLine xmlns:a14="http://schemas.microsoft.com/office/drawing/2010/main" w="19050">
                  <a:solidFill>
                    <a:srgbClr val="CCEC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a:r>
                <a:rPr kumimoji="1" lang="zh-CN" altLang="en-US" sz="2000" b="1">
                  <a:solidFill>
                    <a:srgbClr val="000099"/>
                  </a:solidFill>
                  <a:latin typeface="+mn-lt"/>
                  <a:ea typeface="+mn-ea"/>
                </a:rPr>
                <a:t>顶级域名</a:t>
              </a:r>
            </a:p>
          </p:txBody>
        </p:sp>
        <p:sp>
          <p:nvSpPr>
            <p:cNvPr id="42003" name="Line 133"/>
            <p:cNvSpPr>
              <a:spLocks noChangeShapeType="1"/>
            </p:cNvSpPr>
            <p:nvPr/>
          </p:nvSpPr>
          <p:spPr bwMode="auto">
            <a:xfrm flipH="1">
              <a:off x="2201" y="712"/>
              <a:ext cx="1068" cy="389"/>
            </a:xfrm>
            <a:prstGeom prst="line">
              <a:avLst/>
            </a:prstGeom>
            <a:noFill/>
            <a:ln w="1905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2004" name="Line 134"/>
            <p:cNvSpPr>
              <a:spLocks noChangeShapeType="1"/>
            </p:cNvSpPr>
            <p:nvPr/>
          </p:nvSpPr>
          <p:spPr bwMode="auto">
            <a:xfrm flipH="1">
              <a:off x="2681" y="730"/>
              <a:ext cx="575" cy="352"/>
            </a:xfrm>
            <a:prstGeom prst="line">
              <a:avLst/>
            </a:prstGeom>
            <a:noFill/>
            <a:ln w="1905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2005" name="Line 135"/>
            <p:cNvSpPr>
              <a:spLocks noChangeShapeType="1"/>
            </p:cNvSpPr>
            <p:nvPr/>
          </p:nvSpPr>
          <p:spPr bwMode="auto">
            <a:xfrm flipH="1">
              <a:off x="3134" y="730"/>
              <a:ext cx="131" cy="344"/>
            </a:xfrm>
            <a:prstGeom prst="line">
              <a:avLst/>
            </a:prstGeom>
            <a:noFill/>
            <a:ln w="1905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2006" name="Line 136"/>
            <p:cNvSpPr>
              <a:spLocks noChangeShapeType="1"/>
            </p:cNvSpPr>
            <p:nvPr/>
          </p:nvSpPr>
          <p:spPr bwMode="auto">
            <a:xfrm>
              <a:off x="3277" y="723"/>
              <a:ext cx="249" cy="365"/>
            </a:xfrm>
            <a:prstGeom prst="line">
              <a:avLst/>
            </a:prstGeom>
            <a:noFill/>
            <a:ln w="1905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2007" name="Line 137"/>
            <p:cNvSpPr>
              <a:spLocks noChangeShapeType="1"/>
            </p:cNvSpPr>
            <p:nvPr/>
          </p:nvSpPr>
          <p:spPr bwMode="auto">
            <a:xfrm>
              <a:off x="3275" y="715"/>
              <a:ext cx="681" cy="375"/>
            </a:xfrm>
            <a:prstGeom prst="line">
              <a:avLst/>
            </a:prstGeom>
            <a:noFill/>
            <a:ln w="1905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2008" name="Line 138"/>
            <p:cNvSpPr>
              <a:spLocks noChangeShapeType="1"/>
            </p:cNvSpPr>
            <p:nvPr/>
          </p:nvSpPr>
          <p:spPr bwMode="auto">
            <a:xfrm>
              <a:off x="3288" y="708"/>
              <a:ext cx="1353" cy="377"/>
            </a:xfrm>
            <a:prstGeom prst="line">
              <a:avLst/>
            </a:prstGeom>
            <a:noFill/>
            <a:ln w="1905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2009" name="Line 139"/>
            <p:cNvSpPr>
              <a:spLocks noChangeShapeType="1"/>
            </p:cNvSpPr>
            <p:nvPr/>
          </p:nvSpPr>
          <p:spPr bwMode="auto">
            <a:xfrm flipH="1">
              <a:off x="1358" y="707"/>
              <a:ext cx="1933" cy="370"/>
            </a:xfrm>
            <a:prstGeom prst="line">
              <a:avLst/>
            </a:prstGeom>
            <a:noFill/>
            <a:ln w="1905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2010" name="Line 140"/>
            <p:cNvSpPr>
              <a:spLocks noChangeShapeType="1"/>
            </p:cNvSpPr>
            <p:nvPr/>
          </p:nvSpPr>
          <p:spPr bwMode="auto">
            <a:xfrm>
              <a:off x="3250" y="709"/>
              <a:ext cx="1777" cy="351"/>
            </a:xfrm>
            <a:prstGeom prst="line">
              <a:avLst/>
            </a:prstGeom>
            <a:noFill/>
            <a:ln w="1905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2011" name="Text Box 141"/>
            <p:cNvSpPr txBox="1">
              <a:spLocks noChangeArrowheads="1"/>
            </p:cNvSpPr>
            <p:nvPr/>
          </p:nvSpPr>
          <p:spPr bwMode="auto">
            <a:xfrm>
              <a:off x="1542" y="818"/>
              <a:ext cx="435" cy="4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rgbClr val="333399"/>
                  </a:solidFill>
                  <a:latin typeface="Arial" panose="020B0604020202020204" pitchFamily="34" charset="0"/>
                  <a:ea typeface="黑体" panose="02010609060101010101" pitchFamily="2" charset="-122"/>
                </a:defRPr>
              </a:lvl1pPr>
              <a:lvl2pPr>
                <a:defRPr sz="2800">
                  <a:solidFill>
                    <a:schemeClr val="tx1"/>
                  </a:solidFill>
                  <a:latin typeface="Tahoma" panose="020B0604030504040204" pitchFamily="34" charset="0"/>
                  <a:ea typeface="宋体" panose="02010600030101010101" pitchFamily="2" charset="-122"/>
                </a:defRPr>
              </a:lvl2pPr>
              <a:lvl3pPr>
                <a:defRPr sz="2400">
                  <a:solidFill>
                    <a:schemeClr val="tx1"/>
                  </a:solidFill>
                  <a:latin typeface="Tahoma" panose="020B0604030504040204" pitchFamily="34" charset="0"/>
                  <a:ea typeface="宋体" panose="02010600030101010101" pitchFamily="2" charset="-122"/>
                </a:defRPr>
              </a:lvl3pPr>
              <a:lvl4pPr>
                <a:defRPr sz="2000">
                  <a:solidFill>
                    <a:schemeClr val="tx1"/>
                  </a:solidFill>
                  <a:latin typeface="Tahoma" panose="020B0604030504040204" pitchFamily="34" charset="0"/>
                  <a:ea typeface="宋体" panose="02010600030101010101" pitchFamily="2" charset="-122"/>
                </a:defRPr>
              </a:lvl4pPr>
              <a:lvl5pPr>
                <a:defRPr sz="2000">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4400" b="1">
                  <a:solidFill>
                    <a:srgbClr val="000099"/>
                  </a:solidFill>
                  <a:latin typeface="+mn-lt"/>
                  <a:ea typeface="+mn-ea"/>
                </a:rPr>
                <a:t>…</a:t>
              </a:r>
            </a:p>
          </p:txBody>
        </p:sp>
        <p:sp>
          <p:nvSpPr>
            <p:cNvPr id="42012" name="Text Box 207"/>
            <p:cNvSpPr txBox="1">
              <a:spLocks noChangeArrowheads="1"/>
            </p:cNvSpPr>
            <p:nvPr/>
          </p:nvSpPr>
          <p:spPr bwMode="auto">
            <a:xfrm>
              <a:off x="4042" y="817"/>
              <a:ext cx="435" cy="4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rgbClr val="333399"/>
                  </a:solidFill>
                  <a:latin typeface="Arial" panose="020B0604020202020204" pitchFamily="34" charset="0"/>
                  <a:ea typeface="黑体" panose="02010609060101010101" pitchFamily="2" charset="-122"/>
                </a:defRPr>
              </a:lvl1pPr>
              <a:lvl2pPr>
                <a:defRPr sz="2800">
                  <a:solidFill>
                    <a:schemeClr val="tx1"/>
                  </a:solidFill>
                  <a:latin typeface="Tahoma" panose="020B0604030504040204" pitchFamily="34" charset="0"/>
                  <a:ea typeface="宋体" panose="02010600030101010101" pitchFamily="2" charset="-122"/>
                </a:defRPr>
              </a:lvl2pPr>
              <a:lvl3pPr>
                <a:defRPr sz="2400">
                  <a:solidFill>
                    <a:schemeClr val="tx1"/>
                  </a:solidFill>
                  <a:latin typeface="Tahoma" panose="020B0604030504040204" pitchFamily="34" charset="0"/>
                  <a:ea typeface="宋体" panose="02010600030101010101" pitchFamily="2" charset="-122"/>
                </a:defRPr>
              </a:lvl3pPr>
              <a:lvl4pPr>
                <a:defRPr sz="2000">
                  <a:solidFill>
                    <a:schemeClr val="tx1"/>
                  </a:solidFill>
                  <a:latin typeface="Tahoma" panose="020B0604030504040204" pitchFamily="34" charset="0"/>
                  <a:ea typeface="宋体" panose="02010600030101010101" pitchFamily="2" charset="-122"/>
                </a:defRPr>
              </a:lvl4pPr>
              <a:lvl5pPr>
                <a:defRPr sz="2000">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4400" b="1">
                  <a:solidFill>
                    <a:srgbClr val="000099"/>
                  </a:solidFill>
                  <a:latin typeface="+mn-lt"/>
                  <a:ea typeface="+mn-ea"/>
                </a:rPr>
                <a:t>…</a:t>
              </a:r>
            </a:p>
          </p:txBody>
        </p:sp>
      </p:grpSp>
      <p:sp>
        <p:nvSpPr>
          <p:cNvPr id="114" name="Rectangle 3"/>
          <p:cNvSpPr txBox="1">
            <a:spLocks noChangeArrowheads="1"/>
          </p:cNvSpPr>
          <p:nvPr/>
        </p:nvSpPr>
        <p:spPr>
          <a:xfrm>
            <a:off x="496800" y="1195201"/>
            <a:ext cx="9064800" cy="637362"/>
          </a:xfrm>
          <a:prstGeom prst="rect">
            <a:avLst/>
          </a:prstGeom>
        </p:spPr>
        <p:txBody>
          <a:bodyPr/>
          <a:lstStyle>
            <a:lvl1pPr marL="342900" indent="-342900" algn="l" rtl="0" eaLnBrk="1" fontAlgn="base" hangingPunct="1">
              <a:lnSpc>
                <a:spcPct val="110000"/>
              </a:lnSpc>
              <a:spcBef>
                <a:spcPts val="600"/>
              </a:spcBef>
              <a:spcAft>
                <a:spcPct val="0"/>
              </a:spcAft>
              <a:buClr>
                <a:srgbClr val="333399"/>
              </a:buClr>
              <a:buSzPct val="75000"/>
              <a:buFont typeface="Wingdings" panose="05000000000000000000" pitchFamily="2" charset="2"/>
              <a:buChar char="n"/>
              <a:defRPr sz="3200" b="1">
                <a:solidFill>
                  <a:srgbClr val="000000"/>
                </a:solidFill>
                <a:latin typeface="+mn-lt"/>
                <a:ea typeface="+mn-ea"/>
                <a:cs typeface="+mn-cs"/>
              </a:defRPr>
            </a:lvl1pPr>
            <a:lvl2pPr marL="742950" indent="-285750" algn="l" rtl="0" eaLnBrk="1" fontAlgn="base" hangingPunct="1">
              <a:lnSpc>
                <a:spcPct val="110000"/>
              </a:lnSpc>
              <a:spcBef>
                <a:spcPts val="600"/>
              </a:spcBef>
              <a:spcAft>
                <a:spcPct val="0"/>
              </a:spcAft>
              <a:buClr>
                <a:srgbClr val="FF9933"/>
              </a:buClr>
              <a:buSzPct val="70000"/>
              <a:buFont typeface="Wingdings" panose="05000000000000000000" pitchFamily="2" charset="2"/>
              <a:buChar char="n"/>
              <a:defRPr sz="2800" b="1">
                <a:solidFill>
                  <a:srgbClr val="000000"/>
                </a:solidFill>
                <a:latin typeface="+mn-lt"/>
                <a:ea typeface="黑体" panose="02010609060101010101" pitchFamily="2" charset="-122"/>
              </a:defRPr>
            </a:lvl2pPr>
            <a:lvl3pPr marL="1143000" indent="-228600" algn="l" rtl="0" eaLnBrk="1" fontAlgn="base" hangingPunct="1">
              <a:lnSpc>
                <a:spcPct val="110000"/>
              </a:lnSpc>
              <a:spcBef>
                <a:spcPts val="600"/>
              </a:spcBef>
              <a:spcAft>
                <a:spcPct val="0"/>
              </a:spcAft>
              <a:buClr>
                <a:srgbClr val="333399"/>
              </a:buClr>
              <a:buSzPct val="65000"/>
              <a:buFont typeface="Wingdings" panose="05000000000000000000" pitchFamily="2" charset="2"/>
              <a:buChar char="p"/>
              <a:defRPr sz="2400" b="1">
                <a:solidFill>
                  <a:srgbClr val="000000"/>
                </a:solidFill>
                <a:latin typeface="+mn-lt"/>
                <a:ea typeface="黑体" panose="02010609060101010101" pitchFamily="2" charset="-122"/>
              </a:defRPr>
            </a:lvl3pPr>
            <a:lvl4pPr marL="1600200" indent="-228600" algn="l" rtl="0" eaLnBrk="1" fontAlgn="base" hangingPunct="1">
              <a:lnSpc>
                <a:spcPct val="110000"/>
              </a:lnSpc>
              <a:spcBef>
                <a:spcPts val="600"/>
              </a:spcBef>
              <a:spcAft>
                <a:spcPct val="0"/>
              </a:spcAft>
              <a:buClr>
                <a:schemeClr val="accent2"/>
              </a:buClr>
              <a:buSzPct val="65000"/>
              <a:buFont typeface="Wingdings" panose="05000000000000000000" pitchFamily="2" charset="2"/>
              <a:buChar char="n"/>
              <a:defRPr sz="2000" b="1">
                <a:solidFill>
                  <a:srgbClr val="000000"/>
                </a:solidFill>
                <a:latin typeface="+mn-lt"/>
                <a:ea typeface="黑体" panose="02010609060101010101" pitchFamily="2" charset="-122"/>
              </a:defRPr>
            </a:lvl4pPr>
            <a:lvl5pPr marL="2057400" indent="-228600" algn="l" rtl="0" eaLnBrk="1" fontAlgn="base" hangingPunct="1">
              <a:lnSpc>
                <a:spcPct val="110000"/>
              </a:lnSpc>
              <a:spcBef>
                <a:spcPts val="600"/>
              </a:spcBef>
              <a:spcAft>
                <a:spcPct val="0"/>
              </a:spcAft>
              <a:buClr>
                <a:srgbClr val="333399"/>
              </a:buClr>
              <a:buSzPct val="60000"/>
              <a:buFont typeface="Wingdings" panose="05000000000000000000" pitchFamily="2" charset="2"/>
              <a:buChar char="n"/>
              <a:defRPr sz="2000" b="1">
                <a:solidFill>
                  <a:srgbClr val="000000"/>
                </a:solidFill>
                <a:latin typeface="+mn-lt"/>
                <a:ea typeface="黑体" panose="02010609060101010101" pitchFamily="2" charset="-122"/>
              </a:defRPr>
            </a:lvl5pPr>
            <a:lvl6pPr marL="2514600" indent="-228600" algn="l" rtl="0" eaLnBrk="1" fontAlgn="base" hangingPunct="1">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algn="l" rtl="0" eaLnBrk="1" fontAlgn="base" hangingPunct="1">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algn="l" rtl="0" eaLnBrk="1" fontAlgn="base" hangingPunct="1">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algn="l" rtl="0" eaLnBrk="1" fontAlgn="base" hangingPunct="1">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r>
              <a:rPr lang="zh-CN" altLang="en-US" kern="0" dirty="0">
                <a:ea typeface="黑体" panose="02010609060101010101" pitchFamily="2" charset="-122"/>
              </a:rPr>
              <a:t>用</a:t>
            </a:r>
            <a:r>
              <a:rPr lang="zh-CN" altLang="en-US" kern="0" dirty="0">
                <a:solidFill>
                  <a:srgbClr val="FF0000"/>
                </a:solidFill>
                <a:ea typeface="黑体" panose="02010609060101010101" pitchFamily="2" charset="-122"/>
              </a:rPr>
              <a:t>域名树</a:t>
            </a:r>
            <a:r>
              <a:rPr lang="zh-CN" altLang="en-US" kern="0" dirty="0">
                <a:ea typeface="黑体" panose="02010609060101010101" pitchFamily="2" charset="-122"/>
              </a:rPr>
              <a:t>表示互联网的域名系统</a:t>
            </a:r>
          </a:p>
        </p:txBody>
      </p:sp>
      <p:sp>
        <p:nvSpPr>
          <p:cNvPr id="115" name="Rectangle 122"/>
          <p:cNvSpPr>
            <a:spLocks noChangeArrowheads="1"/>
          </p:cNvSpPr>
          <p:nvPr/>
        </p:nvSpPr>
        <p:spPr bwMode="auto">
          <a:xfrm>
            <a:off x="6015082" y="1920804"/>
            <a:ext cx="2771984" cy="438150"/>
          </a:xfrm>
          <a:prstGeom prst="rect">
            <a:avLst/>
          </a:prstGeom>
          <a:solidFill>
            <a:schemeClr val="bg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800" b="1" dirty="0">
                <a:solidFill>
                  <a:srgbClr val="000099"/>
                </a:solidFill>
                <a:latin typeface="+mn-lt"/>
                <a:ea typeface="+mn-ea"/>
              </a:rPr>
              <a:t>（没有对应的名字）</a:t>
            </a:r>
          </a:p>
        </p:txBody>
      </p:sp>
      <p:sp>
        <p:nvSpPr>
          <p:cNvPr id="116" name="矩形 115"/>
          <p:cNvSpPr/>
          <p:nvPr/>
        </p:nvSpPr>
        <p:spPr>
          <a:xfrm>
            <a:off x="624968" y="5865839"/>
            <a:ext cx="8930544" cy="942975"/>
          </a:xfrm>
          <a:prstGeom prst="rect">
            <a:avLst/>
          </a:prstGeom>
          <a:solidFill>
            <a:schemeClr val="accent6">
              <a:lumMod val="20000"/>
              <a:lumOff val="80000"/>
            </a:schemeClr>
          </a:solidFill>
          <a:ln w="12700" cap="flat" cmpd="sng" algn="ctr">
            <a:solidFill>
              <a:schemeClr val="accent6">
                <a:lumMod val="75000"/>
              </a:schemeClr>
            </a:solidFill>
            <a:prstDash val="solid"/>
            <a:miter lim="800000"/>
          </a:ln>
          <a:effectLst/>
        </p:spPr>
        <p:txBody>
          <a:bodyPr rtlCol="0" anchor="ctr"/>
          <a:lstStyle/>
          <a:p>
            <a:pPr marL="0" marR="0" lvl="0" indent="0" defTabSz="914400" eaLnBrk="1" fontAlgn="auto" latinLnBrk="0" hangingPunct="1">
              <a:lnSpc>
                <a:spcPct val="150000"/>
              </a:lnSpc>
              <a:spcBef>
                <a:spcPts val="0"/>
              </a:spcBef>
              <a:spcAft>
                <a:spcPts val="0"/>
              </a:spcAft>
              <a:buClrTx/>
              <a:buSzTx/>
              <a:buFontTx/>
              <a:buNone/>
              <a:defRPr/>
            </a:pPr>
            <a:r>
              <a:rPr kumimoji="0" lang="zh-CN" altLang="en-US" sz="2000" b="1" i="0" u="none" strike="noStrike" kern="0" cap="none" spc="0" normalizeH="0" baseline="0" noProof="0" dirty="0">
                <a:ln>
                  <a:noFill/>
                </a:ln>
                <a:effectLst/>
                <a:uLnTx/>
                <a:uFillTx/>
                <a:latin typeface="Arial Narrow" panose="020B0606020202030204"/>
                <a:ea typeface="微软雅黑" panose="020B0503020204020204" charset="-122"/>
                <a:cs typeface="+mn-cs"/>
              </a:rPr>
              <a:t>这种按等级管理的命名方法便于维护</a:t>
            </a:r>
            <a:r>
              <a:rPr kumimoji="0" lang="zh-CN" altLang="en-US" sz="2000" b="1" i="0" u="none" strike="noStrike" kern="0" cap="none" spc="0" normalizeH="0" baseline="0" noProof="0" dirty="0">
                <a:ln>
                  <a:noFill/>
                </a:ln>
                <a:solidFill>
                  <a:srgbClr val="FF0000"/>
                </a:solidFill>
                <a:effectLst/>
                <a:uLnTx/>
                <a:uFillTx/>
                <a:latin typeface="Arial Narrow" panose="020B0606020202030204"/>
                <a:ea typeface="微软雅黑" panose="020B0503020204020204" charset="-122"/>
                <a:cs typeface="+mn-cs"/>
              </a:rPr>
              <a:t>名字的唯一性</a:t>
            </a:r>
            <a:r>
              <a:rPr kumimoji="0" lang="zh-CN" altLang="en-US" sz="2000" b="1" i="0" u="none" strike="noStrike" kern="0" cap="none" spc="0" normalizeH="0" baseline="0" noProof="0" dirty="0">
                <a:ln>
                  <a:noFill/>
                </a:ln>
                <a:effectLst/>
                <a:uLnTx/>
                <a:uFillTx/>
                <a:latin typeface="Arial Narrow" panose="020B0606020202030204"/>
                <a:ea typeface="微软雅黑" panose="020B0503020204020204" charset="-122"/>
                <a:cs typeface="+mn-cs"/>
              </a:rPr>
              <a:t>，并且也容易设计出一种</a:t>
            </a:r>
            <a:r>
              <a:rPr kumimoji="0" lang="zh-CN" altLang="en-US" sz="2000" b="1" i="0" u="none" strike="noStrike" kern="0" cap="none" spc="0" normalizeH="0" baseline="0" noProof="0" dirty="0">
                <a:ln>
                  <a:noFill/>
                </a:ln>
                <a:solidFill>
                  <a:srgbClr val="FF0000"/>
                </a:solidFill>
                <a:effectLst/>
                <a:uLnTx/>
                <a:uFillTx/>
                <a:latin typeface="Arial Narrow" panose="020B0606020202030204"/>
                <a:ea typeface="微软雅黑" panose="020B0503020204020204" charset="-122"/>
                <a:cs typeface="+mn-cs"/>
              </a:rPr>
              <a:t>高效</a:t>
            </a:r>
            <a:r>
              <a:rPr kumimoji="0" lang="zh-CN" altLang="en-US" sz="2000" b="1" i="0" u="none" strike="noStrike" kern="0" cap="none" spc="0" normalizeH="0" baseline="0" noProof="0" dirty="0">
                <a:ln>
                  <a:noFill/>
                </a:ln>
                <a:effectLst/>
                <a:uLnTx/>
                <a:uFillTx/>
                <a:latin typeface="Arial Narrow" panose="020B0606020202030204"/>
                <a:ea typeface="微软雅黑" panose="020B0503020204020204" charset="-122"/>
                <a:cs typeface="+mn-cs"/>
              </a:rPr>
              <a:t>的</a:t>
            </a:r>
            <a:r>
              <a:rPr kumimoji="0" lang="zh-CN" altLang="en-US" sz="2000" b="1" i="0" u="none" strike="noStrike" kern="0" cap="none" spc="0" normalizeH="0" baseline="0" noProof="0" dirty="0">
                <a:ln>
                  <a:noFill/>
                </a:ln>
                <a:solidFill>
                  <a:srgbClr val="FF0000"/>
                </a:solidFill>
                <a:effectLst/>
                <a:uLnTx/>
                <a:uFillTx/>
                <a:latin typeface="Arial Narrow" panose="020B0606020202030204"/>
                <a:ea typeface="微软雅黑" panose="020B0503020204020204" charset="-122"/>
                <a:cs typeface="+mn-cs"/>
              </a:rPr>
              <a:t>域名查询机制</a:t>
            </a:r>
            <a:r>
              <a:rPr kumimoji="0" lang="zh-CN" altLang="en-US" sz="2000" b="1" i="0" u="none" strike="noStrike" kern="0" cap="none" spc="0" normalizeH="0" baseline="0" noProof="0" dirty="0">
                <a:ln>
                  <a:noFill/>
                </a:ln>
                <a:effectLst/>
                <a:uLnTx/>
                <a:uFillTx/>
                <a:latin typeface="Arial Narrow" panose="020B0606020202030204"/>
                <a:ea typeface="微软雅黑" panose="020B0503020204020204" charset="-122"/>
                <a:cs typeface="+mn-cs"/>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500"/>
                                  </p:stCondLst>
                                  <p:childTnLst>
                                    <p:set>
                                      <p:cBhvr>
                                        <p:cTn id="6" dur="1" fill="hold">
                                          <p:stCondLst>
                                            <p:cond delay="0"/>
                                          </p:stCondLst>
                                        </p:cTn>
                                        <p:tgtEl>
                                          <p:spTgt spid="576725"/>
                                        </p:tgtEl>
                                        <p:attrNameLst>
                                          <p:attrName>style.visibility</p:attrName>
                                        </p:attrNameLst>
                                      </p:cBhvr>
                                      <p:to>
                                        <p:strVal val="visible"/>
                                      </p:to>
                                    </p:set>
                                    <p:animEffect transition="in" filter="wipe(up)">
                                      <p:cBhvr>
                                        <p:cTn id="7" dur="1000"/>
                                        <p:tgtEl>
                                          <p:spTgt spid="576725"/>
                                        </p:tgtEl>
                                      </p:cBhvr>
                                    </p:animEffect>
                                  </p:childTnLst>
                                </p:cTn>
                              </p:par>
                            </p:childTnLst>
                          </p:cTn>
                        </p:par>
                        <p:par>
                          <p:cTn id="8" fill="hold">
                            <p:stCondLst>
                              <p:cond delay="1500"/>
                            </p:stCondLst>
                            <p:childTnLst>
                              <p:par>
                                <p:cTn id="9" presetID="22" presetClass="entr" presetSubtype="1" fill="hold" nodeType="afterEffect">
                                  <p:stCondLst>
                                    <p:cond delay="500"/>
                                  </p:stCondLst>
                                  <p:childTnLst>
                                    <p:set>
                                      <p:cBhvr>
                                        <p:cTn id="10" dur="1" fill="hold">
                                          <p:stCondLst>
                                            <p:cond delay="0"/>
                                          </p:stCondLst>
                                        </p:cTn>
                                        <p:tgtEl>
                                          <p:spTgt spid="576726"/>
                                        </p:tgtEl>
                                        <p:attrNameLst>
                                          <p:attrName>style.visibility</p:attrName>
                                        </p:attrNameLst>
                                      </p:cBhvr>
                                      <p:to>
                                        <p:strVal val="visible"/>
                                      </p:to>
                                    </p:set>
                                    <p:animEffect transition="in" filter="wipe(up)">
                                      <p:cBhvr>
                                        <p:cTn id="11" dur="1000"/>
                                        <p:tgtEl>
                                          <p:spTgt spid="576726"/>
                                        </p:tgtEl>
                                      </p:cBhvr>
                                    </p:animEffect>
                                  </p:childTnLst>
                                </p:cTn>
                              </p:par>
                            </p:childTnLst>
                          </p:cTn>
                        </p:par>
                        <p:par>
                          <p:cTn id="12" fill="hold">
                            <p:stCondLst>
                              <p:cond delay="3000"/>
                            </p:stCondLst>
                            <p:childTnLst>
                              <p:par>
                                <p:cTn id="13" presetID="22" presetClass="entr" presetSubtype="1" fill="hold" nodeType="afterEffect">
                                  <p:stCondLst>
                                    <p:cond delay="500"/>
                                  </p:stCondLst>
                                  <p:childTnLst>
                                    <p:set>
                                      <p:cBhvr>
                                        <p:cTn id="14" dur="1" fill="hold">
                                          <p:stCondLst>
                                            <p:cond delay="0"/>
                                          </p:stCondLst>
                                        </p:cTn>
                                        <p:tgtEl>
                                          <p:spTgt spid="576727"/>
                                        </p:tgtEl>
                                        <p:attrNameLst>
                                          <p:attrName>style.visibility</p:attrName>
                                        </p:attrNameLst>
                                      </p:cBhvr>
                                      <p:to>
                                        <p:strVal val="visible"/>
                                      </p:to>
                                    </p:set>
                                    <p:animEffect transition="in" filter="wipe(up)">
                                      <p:cBhvr>
                                        <p:cTn id="15" dur="1000"/>
                                        <p:tgtEl>
                                          <p:spTgt spid="576727"/>
                                        </p:tgtEl>
                                      </p:cBhvr>
                                    </p:animEffect>
                                  </p:childTnLst>
                                </p:cTn>
                              </p:par>
                            </p:childTnLst>
                          </p:cTn>
                        </p:par>
                        <p:par>
                          <p:cTn id="16" fill="hold">
                            <p:stCondLst>
                              <p:cond delay="4500"/>
                            </p:stCondLst>
                            <p:childTnLst>
                              <p:par>
                                <p:cTn id="17" presetID="22" presetClass="entr" presetSubtype="1" fill="hold" nodeType="afterEffect">
                                  <p:stCondLst>
                                    <p:cond delay="500"/>
                                  </p:stCondLst>
                                  <p:childTnLst>
                                    <p:set>
                                      <p:cBhvr>
                                        <p:cTn id="18" dur="1" fill="hold">
                                          <p:stCondLst>
                                            <p:cond delay="0"/>
                                          </p:stCondLst>
                                        </p:cTn>
                                        <p:tgtEl>
                                          <p:spTgt spid="576728"/>
                                        </p:tgtEl>
                                        <p:attrNameLst>
                                          <p:attrName>style.visibility</p:attrName>
                                        </p:attrNameLst>
                                      </p:cBhvr>
                                      <p:to>
                                        <p:strVal val="visible"/>
                                      </p:to>
                                    </p:set>
                                    <p:animEffect transition="in" filter="wipe(up)">
                                      <p:cBhvr>
                                        <p:cTn id="19" dur="1000"/>
                                        <p:tgtEl>
                                          <p:spTgt spid="576728"/>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16"/>
                                        </p:tgtEl>
                                        <p:attrNameLst>
                                          <p:attrName>style.visibility</p:attrName>
                                        </p:attrNameLst>
                                      </p:cBhvr>
                                      <p:to>
                                        <p:strVal val="visible"/>
                                      </p:to>
                                    </p:set>
                                    <p:animEffect transition="in" filter="fade">
                                      <p:cBhvr>
                                        <p:cTn id="24" dur="500"/>
                                        <p:tgtEl>
                                          <p:spTgt spid="1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 grpId="0"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62" name="Rectangle 2"/>
          <p:cNvSpPr>
            <a:spLocks noGrp="1" noChangeArrowheads="1"/>
          </p:cNvSpPr>
          <p:nvPr>
            <p:ph type="title"/>
          </p:nvPr>
        </p:nvSpPr>
        <p:spPr/>
        <p:txBody>
          <a:bodyPr/>
          <a:lstStyle/>
          <a:p>
            <a:pPr eaLnBrk="1" hangingPunct="1">
              <a:defRPr/>
            </a:pPr>
            <a:r>
              <a:rPr lang="en-US" altLang="zh-CN" dirty="0"/>
              <a:t>6.1.3  </a:t>
            </a:r>
            <a:r>
              <a:rPr lang="zh-CN" altLang="en-US" dirty="0"/>
              <a:t>域名服务器 </a:t>
            </a:r>
          </a:p>
        </p:txBody>
      </p:sp>
      <p:sp>
        <p:nvSpPr>
          <p:cNvPr id="44035" name="Rectangle 3"/>
          <p:cNvSpPr>
            <a:spLocks noGrp="1" noChangeArrowheads="1"/>
          </p:cNvSpPr>
          <p:nvPr>
            <p:ph idx="1"/>
          </p:nvPr>
        </p:nvSpPr>
        <p:spPr>
          <a:xfrm>
            <a:off x="496800" y="1195200"/>
            <a:ext cx="9136720" cy="4935600"/>
          </a:xfrm>
        </p:spPr>
        <p:txBody>
          <a:bodyPr/>
          <a:lstStyle/>
          <a:p>
            <a:pPr eaLnBrk="1" hangingPunct="1"/>
            <a:r>
              <a:rPr lang="zh-CN" altLang="en-US" dirty="0">
                <a:ea typeface="黑体" panose="02010609060101010101" pitchFamily="2" charset="-122"/>
              </a:rPr>
              <a:t>域名体系是抽象的。要实现</a:t>
            </a:r>
            <a:r>
              <a:rPr lang="zh-CN" altLang="en-US" dirty="0">
                <a:solidFill>
                  <a:srgbClr val="FF0000"/>
                </a:solidFill>
                <a:ea typeface="黑体" panose="02010609060101010101" pitchFamily="2" charset="-122"/>
              </a:rPr>
              <a:t>域名系统</a:t>
            </a:r>
            <a:r>
              <a:rPr lang="zh-CN" altLang="en-US" dirty="0">
                <a:ea typeface="黑体" panose="02010609060101010101" pitchFamily="2" charset="-122"/>
              </a:rPr>
              <a:t>，需要使用分布在各地的</a:t>
            </a:r>
            <a:r>
              <a:rPr lang="zh-CN" altLang="en-US" dirty="0">
                <a:solidFill>
                  <a:srgbClr val="FF0000"/>
                </a:solidFill>
                <a:ea typeface="黑体" panose="02010609060101010101" pitchFamily="2" charset="-122"/>
              </a:rPr>
              <a:t>域名服务器</a:t>
            </a:r>
            <a:r>
              <a:rPr lang="zh-CN" altLang="en-US" dirty="0">
                <a:ea typeface="黑体" panose="02010609060101010101" pitchFamily="2" charset="-122"/>
              </a:rPr>
              <a:t>。</a:t>
            </a:r>
            <a:endParaRPr lang="en-US" altLang="zh-CN" dirty="0">
              <a:ea typeface="黑体" panose="02010609060101010101" pitchFamily="2" charset="-122"/>
            </a:endParaRPr>
          </a:p>
          <a:p>
            <a:pPr eaLnBrk="1" hangingPunct="1"/>
            <a:r>
              <a:rPr lang="zh-CN" altLang="en-US" dirty="0">
                <a:ea typeface="黑体" panose="02010609060101010101" pitchFamily="2" charset="-122"/>
              </a:rPr>
              <a:t>要构建</a:t>
            </a:r>
            <a:r>
              <a:rPr lang="zh-CN" altLang="en-US" kern="0" dirty="0">
                <a:solidFill>
                  <a:srgbClr val="FF0000"/>
                </a:solidFill>
                <a:ea typeface="黑体" panose="02010609060101010101" pitchFamily="2" charset="-122"/>
              </a:rPr>
              <a:t>域名树</a:t>
            </a:r>
            <a:r>
              <a:rPr lang="zh-CN" altLang="en-US" dirty="0">
                <a:ea typeface="黑体" panose="02010609060101010101" pitchFamily="2" charset="-122"/>
              </a:rPr>
              <a:t>，可以让</a:t>
            </a:r>
            <a:r>
              <a:rPr lang="zh-CN" altLang="en-US" dirty="0">
                <a:solidFill>
                  <a:srgbClr val="FF0000"/>
                </a:solidFill>
                <a:ea typeface="黑体" panose="02010609060101010101" pitchFamily="2" charset="-122"/>
              </a:rPr>
              <a:t>每一级域名</a:t>
            </a:r>
            <a:r>
              <a:rPr lang="zh-CN" altLang="en-US" dirty="0">
                <a:ea typeface="黑体" panose="02010609060101010101" pitchFamily="2" charset="-122"/>
              </a:rPr>
              <a:t>都有对应的</a:t>
            </a:r>
            <a:r>
              <a:rPr lang="zh-CN" altLang="en-US" dirty="0">
                <a:solidFill>
                  <a:srgbClr val="FF0000"/>
                </a:solidFill>
                <a:ea typeface="黑体" panose="02010609060101010101" pitchFamily="2" charset="-122"/>
              </a:rPr>
              <a:t>域名服务器</a:t>
            </a:r>
            <a:r>
              <a:rPr lang="zh-CN" altLang="en-US" dirty="0">
                <a:ea typeface="黑体" panose="02010609060101010101" pitchFamily="2" charset="-122"/>
              </a:rPr>
              <a:t>，构成“</a:t>
            </a:r>
            <a:r>
              <a:rPr lang="zh-CN" altLang="en-US" dirty="0">
                <a:solidFill>
                  <a:schemeClr val="tx1"/>
                </a:solidFill>
                <a:ea typeface="黑体" panose="02010609060101010101" pitchFamily="2" charset="-122"/>
              </a:rPr>
              <a:t>域名服务器树</a:t>
            </a:r>
            <a:r>
              <a:rPr lang="zh-CN" altLang="en-US" dirty="0">
                <a:ea typeface="黑体" panose="02010609060101010101" pitchFamily="2" charset="-122"/>
              </a:rPr>
              <a:t>”，但这会使服务器数量过多，使域名系统的</a:t>
            </a:r>
            <a:r>
              <a:rPr lang="zh-CN" altLang="en-US" dirty="0">
                <a:solidFill>
                  <a:srgbClr val="FF0000"/>
                </a:solidFill>
                <a:highlight>
                  <a:srgbClr val="FFFF00"/>
                </a:highlight>
                <a:ea typeface="黑体" panose="02010609060101010101" pitchFamily="2" charset="-122"/>
              </a:rPr>
              <a:t>运行效率降低</a:t>
            </a:r>
            <a:r>
              <a:rPr lang="zh-CN" altLang="en-US" dirty="0">
                <a:ea typeface="黑体" panose="02010609060101010101" pitchFamily="2" charset="-122"/>
              </a:rPr>
              <a:t>。</a:t>
            </a:r>
            <a:endParaRPr lang="en-US" altLang="zh-CN" dirty="0">
              <a:ea typeface="黑体" panose="02010609060101010101" pitchFamily="2" charset="-122"/>
            </a:endParaRPr>
          </a:p>
          <a:p>
            <a:pPr eaLnBrk="1" hangingPunct="1"/>
            <a:r>
              <a:rPr lang="zh-CN" altLang="en-US" dirty="0">
                <a:solidFill>
                  <a:srgbClr val="FF0000"/>
                </a:solidFill>
                <a:ea typeface="黑体" panose="02010609060101010101" pitchFamily="2" charset="-122"/>
              </a:rPr>
              <a:t>域名系统</a:t>
            </a:r>
            <a:r>
              <a:rPr lang="zh-CN" altLang="en-US" dirty="0">
                <a:ea typeface="黑体" panose="02010609060101010101" pitchFamily="2" charset="-122"/>
              </a:rPr>
              <a:t>采用划分</a:t>
            </a:r>
            <a:r>
              <a:rPr lang="zh-CN" altLang="en-US" dirty="0">
                <a:solidFill>
                  <a:srgbClr val="FF0000"/>
                </a:solidFill>
                <a:ea typeface="黑体" panose="02010609060101010101" pitchFamily="2" charset="-122"/>
              </a:rPr>
              <a:t>区</a:t>
            </a:r>
            <a:r>
              <a:rPr lang="zh-CN" altLang="en-US" dirty="0">
                <a:ea typeface="黑体" panose="02010609060101010101" pitchFamily="2" charset="-122"/>
              </a:rPr>
              <a:t>的方法解决这个问题。</a:t>
            </a:r>
          </a:p>
        </p:txBody>
      </p:sp>
      <p:pic>
        <p:nvPicPr>
          <p:cNvPr id="2" name="图片 1"/>
          <p:cNvPicPr>
            <a:picLocks noChangeAspect="1"/>
          </p:cNvPicPr>
          <p:nvPr/>
        </p:nvPicPr>
        <p:blipFill>
          <a:blip r:embed="rId2"/>
          <a:stretch>
            <a:fillRect/>
          </a:stretch>
        </p:blipFill>
        <p:spPr>
          <a:xfrm>
            <a:off x="2648744" y="4662491"/>
            <a:ext cx="4451395" cy="2162903"/>
          </a:xfrm>
          <a:prstGeom prst="rect">
            <a:avLst/>
          </a:prstGeom>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62" name="Rectangle 2"/>
          <p:cNvSpPr>
            <a:spLocks noGrp="1" noChangeArrowheads="1"/>
          </p:cNvSpPr>
          <p:nvPr>
            <p:ph type="title"/>
          </p:nvPr>
        </p:nvSpPr>
        <p:spPr/>
        <p:txBody>
          <a:bodyPr/>
          <a:lstStyle/>
          <a:p>
            <a:pPr eaLnBrk="1" hangingPunct="1">
              <a:defRPr/>
            </a:pPr>
            <a:r>
              <a:rPr lang="en-US" altLang="zh-CN" dirty="0"/>
              <a:t>6.1.3  </a:t>
            </a:r>
            <a:r>
              <a:rPr lang="zh-CN" altLang="en-US" dirty="0"/>
              <a:t>域名服务器 </a:t>
            </a:r>
          </a:p>
        </p:txBody>
      </p:sp>
      <p:sp>
        <p:nvSpPr>
          <p:cNvPr id="44035" name="Rectangle 3"/>
          <p:cNvSpPr>
            <a:spLocks noGrp="1" noChangeArrowheads="1"/>
          </p:cNvSpPr>
          <p:nvPr>
            <p:ph idx="1"/>
          </p:nvPr>
        </p:nvSpPr>
        <p:spPr/>
        <p:txBody>
          <a:bodyPr/>
          <a:lstStyle/>
          <a:p>
            <a:pPr eaLnBrk="1" hangingPunct="1"/>
            <a:r>
              <a:rPr lang="zh-CN" altLang="en-US" dirty="0">
                <a:ea typeface="黑体" panose="02010609060101010101" pitchFamily="2" charset="-122"/>
              </a:rPr>
              <a:t>一个</a:t>
            </a:r>
            <a:r>
              <a:rPr lang="en-US" altLang="zh-CN" dirty="0">
                <a:solidFill>
                  <a:srgbClr val="FF0000"/>
                </a:solidFill>
                <a:ea typeface="黑体" panose="02010609060101010101" pitchFamily="2" charset="-122"/>
              </a:rPr>
              <a:t>DNS</a:t>
            </a:r>
            <a:r>
              <a:rPr lang="zh-CN" altLang="en-US" dirty="0">
                <a:solidFill>
                  <a:srgbClr val="FF0000"/>
                </a:solidFill>
                <a:ea typeface="黑体" panose="02010609060101010101" pitchFamily="2" charset="-122"/>
              </a:rPr>
              <a:t>服务器</a:t>
            </a:r>
            <a:r>
              <a:rPr lang="zh-CN" altLang="en-US" dirty="0">
                <a:ea typeface="黑体" panose="02010609060101010101" pitchFamily="2" charset="-122"/>
              </a:rPr>
              <a:t>所负责管辖的（或有权限的）范围叫做</a:t>
            </a:r>
            <a:r>
              <a:rPr lang="zh-CN" altLang="en-US" dirty="0">
                <a:solidFill>
                  <a:srgbClr val="FF0000"/>
                </a:solidFill>
                <a:ea typeface="黑体" panose="02010609060101010101" pitchFamily="2" charset="-122"/>
              </a:rPr>
              <a:t>区 </a:t>
            </a:r>
            <a:r>
              <a:rPr lang="en-US" altLang="zh-CN" dirty="0">
                <a:ea typeface="黑体" panose="02010609060101010101" pitchFamily="2" charset="-122"/>
              </a:rPr>
              <a:t>(zone)</a:t>
            </a:r>
            <a:r>
              <a:rPr lang="zh-CN" altLang="en-US" dirty="0">
                <a:ea typeface="黑体" panose="02010609060101010101" pitchFamily="2" charset="-122"/>
              </a:rPr>
              <a:t>。</a:t>
            </a:r>
          </a:p>
          <a:p>
            <a:pPr eaLnBrk="1" hangingPunct="1"/>
            <a:r>
              <a:rPr lang="zh-CN" altLang="en-US" dirty="0">
                <a:ea typeface="黑体" panose="02010609060101010101" pitchFamily="2" charset="-122"/>
              </a:rPr>
              <a:t>各</a:t>
            </a:r>
            <a:r>
              <a:rPr lang="zh-CN" altLang="en-US" dirty="0">
                <a:solidFill>
                  <a:srgbClr val="FF0000"/>
                </a:solidFill>
                <a:ea typeface="黑体" panose="02010609060101010101" pitchFamily="2" charset="-122"/>
              </a:rPr>
              <a:t>单位</a:t>
            </a:r>
            <a:r>
              <a:rPr lang="zh-CN" altLang="en-US" dirty="0">
                <a:ea typeface="黑体" panose="02010609060101010101" pitchFamily="2" charset="-122"/>
              </a:rPr>
              <a:t>根据具体情况来</a:t>
            </a:r>
            <a:r>
              <a:rPr lang="zh-CN" altLang="en-US" dirty="0">
                <a:solidFill>
                  <a:srgbClr val="FF0000"/>
                </a:solidFill>
                <a:ea typeface="黑体" panose="02010609060101010101" pitchFamily="2" charset="-122"/>
              </a:rPr>
              <a:t>划分</a:t>
            </a:r>
            <a:r>
              <a:rPr lang="zh-CN" altLang="en-US" dirty="0">
                <a:ea typeface="黑体" panose="02010609060101010101" pitchFamily="2" charset="-122"/>
              </a:rPr>
              <a:t>自己管辖范围的</a:t>
            </a:r>
            <a:r>
              <a:rPr lang="zh-CN" altLang="en-US" dirty="0">
                <a:solidFill>
                  <a:srgbClr val="FF0000"/>
                </a:solidFill>
                <a:ea typeface="黑体" panose="02010609060101010101" pitchFamily="2" charset="-122"/>
              </a:rPr>
              <a:t>区</a:t>
            </a:r>
            <a:r>
              <a:rPr lang="zh-CN" altLang="en-US" dirty="0">
                <a:ea typeface="黑体" panose="02010609060101010101" pitchFamily="2" charset="-122"/>
              </a:rPr>
              <a:t>。但在一个区中的所有节点必须是能够连通的。</a:t>
            </a:r>
          </a:p>
          <a:p>
            <a:pPr eaLnBrk="1" hangingPunct="1"/>
            <a:r>
              <a:rPr lang="zh-CN" altLang="en-US" dirty="0">
                <a:ea typeface="黑体" panose="02010609060101010101" pitchFamily="2" charset="-122"/>
              </a:rPr>
              <a:t>每一个</a:t>
            </a:r>
            <a:r>
              <a:rPr lang="zh-CN" altLang="en-US" dirty="0">
                <a:solidFill>
                  <a:srgbClr val="FF0000"/>
                </a:solidFill>
                <a:ea typeface="黑体" panose="02010609060101010101" pitchFamily="2" charset="-122"/>
              </a:rPr>
              <a:t>区</a:t>
            </a:r>
            <a:r>
              <a:rPr lang="zh-CN" altLang="en-US" dirty="0">
                <a:ea typeface="黑体" panose="02010609060101010101" pitchFamily="2" charset="-122"/>
              </a:rPr>
              <a:t>设置相应的</a:t>
            </a:r>
            <a:r>
              <a:rPr lang="zh-CN" altLang="en-US" u="sng" dirty="0">
                <a:solidFill>
                  <a:srgbClr val="FF0000"/>
                </a:solidFill>
                <a:highlight>
                  <a:srgbClr val="FFFF00"/>
                </a:highlight>
                <a:ea typeface="黑体" panose="02010609060101010101" pitchFamily="2" charset="-122"/>
              </a:rPr>
              <a:t>权限域名服务器</a:t>
            </a:r>
            <a:r>
              <a:rPr lang="zh-CN" altLang="en-US" dirty="0">
                <a:ea typeface="黑体" panose="02010609060101010101" pitchFamily="2" charset="-122"/>
              </a:rPr>
              <a:t>，用来保存该区中的所有主机的域名到 </a:t>
            </a:r>
            <a:r>
              <a:rPr lang="en-US" altLang="zh-CN" dirty="0">
                <a:ea typeface="黑体" panose="02010609060101010101" pitchFamily="2" charset="-122"/>
              </a:rPr>
              <a:t>IP </a:t>
            </a:r>
            <a:r>
              <a:rPr lang="zh-CN" altLang="en-US" dirty="0">
                <a:ea typeface="黑体" panose="02010609060101010101" pitchFamily="2" charset="-122"/>
              </a:rPr>
              <a:t>地址的映射。</a:t>
            </a:r>
          </a:p>
          <a:p>
            <a:pPr eaLnBrk="1" hangingPunct="1"/>
            <a:r>
              <a:rPr lang="en-US" altLang="zh-CN" dirty="0">
                <a:solidFill>
                  <a:srgbClr val="FF0000"/>
                </a:solidFill>
                <a:ea typeface="黑体" panose="02010609060101010101" pitchFamily="2" charset="-122"/>
              </a:rPr>
              <a:t>DNS </a:t>
            </a:r>
            <a:r>
              <a:rPr lang="zh-CN" altLang="en-US" dirty="0">
                <a:solidFill>
                  <a:srgbClr val="FF0000"/>
                </a:solidFill>
                <a:ea typeface="黑体" panose="02010609060101010101" pitchFamily="2" charset="-122"/>
              </a:rPr>
              <a:t>服务器</a:t>
            </a:r>
            <a:r>
              <a:rPr lang="zh-CN" altLang="en-US" dirty="0">
                <a:ea typeface="黑体" panose="02010609060101010101" pitchFamily="2" charset="-122"/>
              </a:rPr>
              <a:t>的管辖范围不是以“域”为单位，而是</a:t>
            </a:r>
            <a:r>
              <a:rPr lang="zh-CN" altLang="en-US" dirty="0">
                <a:solidFill>
                  <a:srgbClr val="FF0000"/>
                </a:solidFill>
                <a:ea typeface="黑体" panose="02010609060101010101" pitchFamily="2" charset="-122"/>
              </a:rPr>
              <a:t>以“区”为单位</a:t>
            </a:r>
            <a:r>
              <a:rPr lang="zh-CN" altLang="en-US" dirty="0">
                <a:ea typeface="黑体" panose="02010609060101010101" pitchFamily="2" charset="-122"/>
              </a:rPr>
              <a:t>。  </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5988" name="Rectangle 4"/>
          <p:cNvSpPr>
            <a:spLocks noGrp="1" noChangeArrowheads="1"/>
          </p:cNvSpPr>
          <p:nvPr>
            <p:ph type="title"/>
          </p:nvPr>
        </p:nvSpPr>
        <p:spPr/>
        <p:txBody>
          <a:bodyPr/>
          <a:lstStyle/>
          <a:p>
            <a:pPr algn="ctr" eaLnBrk="1" hangingPunct="1">
              <a:defRPr/>
            </a:pPr>
            <a:r>
              <a:rPr dirty="0"/>
              <a:t>区的不同划分方法举例 </a:t>
            </a:r>
          </a:p>
        </p:txBody>
      </p:sp>
      <p:grpSp>
        <p:nvGrpSpPr>
          <p:cNvPr id="2" name="组合 1"/>
          <p:cNvGrpSpPr/>
          <p:nvPr/>
        </p:nvGrpSpPr>
        <p:grpSpPr>
          <a:xfrm>
            <a:off x="478179" y="1628800"/>
            <a:ext cx="9227349" cy="4638550"/>
            <a:chOff x="262155" y="1958802"/>
            <a:chExt cx="9587389" cy="4854574"/>
          </a:xfrm>
        </p:grpSpPr>
        <p:sp>
          <p:nvSpPr>
            <p:cNvPr id="45059" name="Line 92"/>
            <p:cNvSpPr>
              <a:spLocks noChangeShapeType="1"/>
            </p:cNvSpPr>
            <p:nvPr/>
          </p:nvSpPr>
          <p:spPr bwMode="auto">
            <a:xfrm>
              <a:off x="2660815" y="3235152"/>
              <a:ext cx="10319" cy="8001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mn-ea"/>
              </a:endParaRPr>
            </a:p>
          </p:txBody>
        </p:sp>
        <p:sp>
          <p:nvSpPr>
            <p:cNvPr id="45060" name="Text Box 93"/>
            <p:cNvSpPr txBox="1">
              <a:spLocks noChangeArrowheads="1"/>
            </p:cNvSpPr>
            <p:nvPr/>
          </p:nvSpPr>
          <p:spPr bwMode="auto">
            <a:xfrm>
              <a:off x="409608" y="3622502"/>
              <a:ext cx="182774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400" b="1">
                  <a:solidFill>
                    <a:srgbClr val="000099"/>
                  </a:solidFill>
                  <a:latin typeface="+mn-lt"/>
                  <a:ea typeface="+mn-ea"/>
                </a:rPr>
                <a:t>域 </a:t>
              </a:r>
              <a:r>
                <a:rPr kumimoji="1" lang="en-US" altLang="zh-CN" sz="2400" b="1">
                  <a:solidFill>
                    <a:srgbClr val="000099"/>
                  </a:solidFill>
                  <a:latin typeface="+mn-lt"/>
                  <a:ea typeface="+mn-ea"/>
                </a:rPr>
                <a:t>abc.com</a:t>
              </a:r>
            </a:p>
          </p:txBody>
        </p:sp>
        <p:sp>
          <p:nvSpPr>
            <p:cNvPr id="45061" name="Freeform 94"/>
            <p:cNvSpPr/>
            <p:nvPr/>
          </p:nvSpPr>
          <p:spPr bwMode="auto">
            <a:xfrm>
              <a:off x="736368" y="3813003"/>
              <a:ext cx="3719910" cy="2295525"/>
            </a:xfrm>
            <a:custGeom>
              <a:avLst/>
              <a:gdLst>
                <a:gd name="T0" fmla="*/ 2147483646 w 1917"/>
                <a:gd name="T1" fmla="*/ 2147483646 h 1143"/>
                <a:gd name="T2" fmla="*/ 2147483646 w 1917"/>
                <a:gd name="T3" fmla="*/ 2147483646 h 1143"/>
                <a:gd name="T4" fmla="*/ 2147483646 w 1917"/>
                <a:gd name="T5" fmla="*/ 2147483646 h 1143"/>
                <a:gd name="T6" fmla="*/ 2147483646 w 1917"/>
                <a:gd name="T7" fmla="*/ 2147483646 h 1143"/>
                <a:gd name="T8" fmla="*/ 2147483646 w 1917"/>
                <a:gd name="T9" fmla="*/ 2147483646 h 1143"/>
                <a:gd name="T10" fmla="*/ 2147483646 w 1917"/>
                <a:gd name="T11" fmla="*/ 2147483646 h 1143"/>
                <a:gd name="T12" fmla="*/ 2147483646 w 1917"/>
                <a:gd name="T13" fmla="*/ 2147483646 h 1143"/>
                <a:gd name="T14" fmla="*/ 2147483646 w 1917"/>
                <a:gd name="T15" fmla="*/ 2147483646 h 1143"/>
                <a:gd name="T16" fmla="*/ 2147483646 w 1917"/>
                <a:gd name="T17" fmla="*/ 2147483646 h 1143"/>
                <a:gd name="T18" fmla="*/ 2147483646 w 1917"/>
                <a:gd name="T19" fmla="*/ 2147483646 h 1143"/>
                <a:gd name="T20" fmla="*/ 2147483646 w 1917"/>
                <a:gd name="T21" fmla="*/ 2147483646 h 1143"/>
                <a:gd name="T22" fmla="*/ 2147483646 w 1917"/>
                <a:gd name="T23" fmla="*/ 2147483646 h 1143"/>
                <a:gd name="T24" fmla="*/ 2147483646 w 1917"/>
                <a:gd name="T25" fmla="*/ 2147483646 h 1143"/>
                <a:gd name="T26" fmla="*/ 2147483646 w 1917"/>
                <a:gd name="T27" fmla="*/ 2147483646 h 1143"/>
                <a:gd name="T28" fmla="*/ 2147483646 w 1917"/>
                <a:gd name="T29" fmla="*/ 2147483646 h 1143"/>
                <a:gd name="T30" fmla="*/ 2147483646 w 1917"/>
                <a:gd name="T31" fmla="*/ 2147483646 h 114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917" h="1143">
                  <a:moveTo>
                    <a:pt x="1097" y="32"/>
                  </a:moveTo>
                  <a:cubicBezTo>
                    <a:pt x="1031" y="7"/>
                    <a:pt x="964" y="0"/>
                    <a:pt x="882" y="43"/>
                  </a:cubicBezTo>
                  <a:cubicBezTo>
                    <a:pt x="800" y="86"/>
                    <a:pt x="730" y="155"/>
                    <a:pt x="603" y="287"/>
                  </a:cubicBezTo>
                  <a:cubicBezTo>
                    <a:pt x="476" y="418"/>
                    <a:pt x="218" y="703"/>
                    <a:pt x="120" y="830"/>
                  </a:cubicBezTo>
                  <a:cubicBezTo>
                    <a:pt x="22" y="957"/>
                    <a:pt x="0" y="1000"/>
                    <a:pt x="13" y="1050"/>
                  </a:cubicBezTo>
                  <a:cubicBezTo>
                    <a:pt x="26" y="1099"/>
                    <a:pt x="95" y="1114"/>
                    <a:pt x="195" y="1126"/>
                  </a:cubicBezTo>
                  <a:cubicBezTo>
                    <a:pt x="295" y="1139"/>
                    <a:pt x="458" y="1126"/>
                    <a:pt x="612" y="1128"/>
                  </a:cubicBezTo>
                  <a:cubicBezTo>
                    <a:pt x="766" y="1130"/>
                    <a:pt x="981" y="1134"/>
                    <a:pt x="1121" y="1136"/>
                  </a:cubicBezTo>
                  <a:cubicBezTo>
                    <a:pt x="1261" y="1138"/>
                    <a:pt x="1336" y="1143"/>
                    <a:pt x="1451" y="1139"/>
                  </a:cubicBezTo>
                  <a:cubicBezTo>
                    <a:pt x="1566" y="1135"/>
                    <a:pt x="1735" y="1132"/>
                    <a:pt x="1811" y="1109"/>
                  </a:cubicBezTo>
                  <a:cubicBezTo>
                    <a:pt x="1887" y="1086"/>
                    <a:pt x="1917" y="1062"/>
                    <a:pt x="1907" y="1001"/>
                  </a:cubicBezTo>
                  <a:cubicBezTo>
                    <a:pt x="1897" y="940"/>
                    <a:pt x="1807" y="823"/>
                    <a:pt x="1751" y="743"/>
                  </a:cubicBezTo>
                  <a:cubicBezTo>
                    <a:pt x="1695" y="663"/>
                    <a:pt x="1625" y="586"/>
                    <a:pt x="1571" y="521"/>
                  </a:cubicBezTo>
                  <a:cubicBezTo>
                    <a:pt x="1517" y="456"/>
                    <a:pt x="1476" y="408"/>
                    <a:pt x="1427" y="353"/>
                  </a:cubicBezTo>
                  <a:cubicBezTo>
                    <a:pt x="1378" y="298"/>
                    <a:pt x="1332" y="245"/>
                    <a:pt x="1277" y="191"/>
                  </a:cubicBezTo>
                  <a:cubicBezTo>
                    <a:pt x="1222" y="137"/>
                    <a:pt x="1163" y="57"/>
                    <a:pt x="1097" y="32"/>
                  </a:cubicBezTo>
                  <a:close/>
                </a:path>
              </a:pathLst>
            </a:custGeom>
            <a:solidFill>
              <a:srgbClr val="66FFCC"/>
            </a:solidFill>
            <a:ln>
              <a:noFill/>
            </a:ln>
            <a:effectLst/>
            <a:extLst>
              <a:ext uri="{91240B29-F687-4F45-9708-019B960494DF}">
                <a14:hiddenLine xmlns:a14="http://schemas.microsoft.com/office/drawing/2010/main" w="38100">
                  <a:solidFill>
                    <a:srgbClr val="5F5F5F"/>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5062" name="AutoShape 95"/>
            <p:cNvSpPr>
              <a:spLocks noChangeArrowheads="1"/>
            </p:cNvSpPr>
            <p:nvPr/>
          </p:nvSpPr>
          <p:spPr bwMode="auto">
            <a:xfrm>
              <a:off x="277184" y="3690764"/>
              <a:ext cx="4579805" cy="2641600"/>
            </a:xfrm>
            <a:prstGeom prst="roundRect">
              <a:avLst>
                <a:gd name="adj" fmla="val 9319"/>
              </a:avLst>
            </a:prstGeom>
            <a:noFill/>
            <a:ln w="28575">
              <a:solidFill>
                <a:schemeClr val="tx1"/>
              </a:solidFill>
              <a:prstDash val="dash"/>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solidFill>
                  <a:srgbClr val="000099"/>
                </a:solidFill>
                <a:latin typeface="+mn-lt"/>
                <a:ea typeface="+mn-ea"/>
              </a:endParaRPr>
            </a:p>
          </p:txBody>
        </p:sp>
        <p:sp>
          <p:nvSpPr>
            <p:cNvPr id="45063" name="Text Box 96"/>
            <p:cNvSpPr txBox="1">
              <a:spLocks noChangeArrowheads="1"/>
            </p:cNvSpPr>
            <p:nvPr/>
          </p:nvSpPr>
          <p:spPr bwMode="auto">
            <a:xfrm>
              <a:off x="262155" y="4222577"/>
              <a:ext cx="1433406" cy="6093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algn="ctr" eaLnBrk="1" hangingPunct="1">
                <a:lnSpc>
                  <a:spcPct val="70000"/>
                </a:lnSpc>
              </a:pPr>
              <a:r>
                <a:rPr kumimoji="1" lang="zh-CN" altLang="zh-CN" sz="2400" b="1">
                  <a:solidFill>
                    <a:srgbClr val="000099"/>
                  </a:solidFill>
                  <a:latin typeface="+mn-lt"/>
                  <a:ea typeface="+mn-ea"/>
                </a:rPr>
                <a:t> 区</a:t>
              </a:r>
              <a:endParaRPr kumimoji="1" lang="zh-CN" altLang="en-US" sz="2400" b="1">
                <a:solidFill>
                  <a:srgbClr val="000099"/>
                </a:solidFill>
                <a:latin typeface="+mn-lt"/>
                <a:ea typeface="+mn-ea"/>
              </a:endParaRPr>
            </a:p>
            <a:p>
              <a:pPr algn="ctr" eaLnBrk="1" hangingPunct="1">
                <a:lnSpc>
                  <a:spcPct val="70000"/>
                </a:lnSpc>
              </a:pPr>
              <a:r>
                <a:rPr kumimoji="1" lang="en-US" altLang="zh-CN" sz="2400" b="1">
                  <a:solidFill>
                    <a:srgbClr val="000099"/>
                  </a:solidFill>
                  <a:latin typeface="+mn-lt"/>
                  <a:ea typeface="+mn-ea"/>
                </a:rPr>
                <a:t>abc.com</a:t>
              </a:r>
            </a:p>
          </p:txBody>
        </p:sp>
        <p:sp>
          <p:nvSpPr>
            <p:cNvPr id="45064" name="Freeform 97"/>
            <p:cNvSpPr/>
            <p:nvPr/>
          </p:nvSpPr>
          <p:spPr bwMode="auto">
            <a:xfrm>
              <a:off x="953062" y="4746452"/>
              <a:ext cx="142743" cy="582612"/>
            </a:xfrm>
            <a:custGeom>
              <a:avLst/>
              <a:gdLst>
                <a:gd name="T0" fmla="*/ 0 w 172"/>
                <a:gd name="T1" fmla="*/ 0 h 244"/>
                <a:gd name="T2" fmla="*/ 2147483646 w 172"/>
                <a:gd name="T3" fmla="*/ 2147483646 h 244"/>
                <a:gd name="T4" fmla="*/ 0 60000 65536"/>
                <a:gd name="T5" fmla="*/ 0 60000 65536"/>
              </a:gdLst>
              <a:ahLst/>
              <a:cxnLst>
                <a:cxn ang="T4">
                  <a:pos x="T0" y="T1"/>
                </a:cxn>
                <a:cxn ang="T5">
                  <a:pos x="T2" y="T3"/>
                </a:cxn>
              </a:cxnLst>
              <a:rect l="0" t="0" r="r" b="b"/>
              <a:pathLst>
                <a:path w="172" h="244">
                  <a:moveTo>
                    <a:pt x="0" y="0"/>
                  </a:moveTo>
                  <a:lnTo>
                    <a:pt x="172" y="244"/>
                  </a:lnTo>
                </a:path>
              </a:pathLst>
            </a:custGeom>
            <a:noFill/>
            <a:ln w="9525">
              <a:solidFill>
                <a:schemeClr val="tx1"/>
              </a:solidFill>
              <a:round/>
              <a:tailEnd type="triangl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mn-ea"/>
              </a:endParaRPr>
            </a:p>
          </p:txBody>
        </p:sp>
        <p:sp>
          <p:nvSpPr>
            <p:cNvPr id="45065" name="Line 98"/>
            <p:cNvSpPr>
              <a:spLocks noChangeShapeType="1"/>
            </p:cNvSpPr>
            <p:nvPr/>
          </p:nvSpPr>
          <p:spPr bwMode="auto">
            <a:xfrm flipH="1">
              <a:off x="2177554" y="4205114"/>
              <a:ext cx="390393" cy="661988"/>
            </a:xfrm>
            <a:prstGeom prst="line">
              <a:avLst/>
            </a:prstGeom>
            <a:noFill/>
            <a:ln w="28575">
              <a:solidFill>
                <a:schemeClr val="fo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5066" name="Line 99"/>
            <p:cNvSpPr>
              <a:spLocks noChangeShapeType="1"/>
            </p:cNvSpPr>
            <p:nvPr/>
          </p:nvSpPr>
          <p:spPr bwMode="auto">
            <a:xfrm>
              <a:off x="2784640" y="4235278"/>
              <a:ext cx="510778" cy="617537"/>
            </a:xfrm>
            <a:prstGeom prst="line">
              <a:avLst/>
            </a:prstGeom>
            <a:noFill/>
            <a:ln w="28575">
              <a:solidFill>
                <a:schemeClr val="fo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5067" name="Line 100"/>
            <p:cNvSpPr>
              <a:spLocks noChangeShapeType="1"/>
            </p:cNvSpPr>
            <p:nvPr/>
          </p:nvSpPr>
          <p:spPr bwMode="auto">
            <a:xfrm>
              <a:off x="3383128" y="4976640"/>
              <a:ext cx="546894" cy="792163"/>
            </a:xfrm>
            <a:prstGeom prst="line">
              <a:avLst/>
            </a:prstGeom>
            <a:noFill/>
            <a:ln w="28575">
              <a:solidFill>
                <a:schemeClr val="fo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5068" name="Line 101"/>
            <p:cNvSpPr>
              <a:spLocks noChangeShapeType="1"/>
            </p:cNvSpPr>
            <p:nvPr/>
          </p:nvSpPr>
          <p:spPr bwMode="auto">
            <a:xfrm>
              <a:off x="2203350" y="4995689"/>
              <a:ext cx="667279" cy="704850"/>
            </a:xfrm>
            <a:prstGeom prst="line">
              <a:avLst/>
            </a:prstGeom>
            <a:noFill/>
            <a:ln w="28575">
              <a:solidFill>
                <a:schemeClr val="fo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5069" name="Line 102"/>
            <p:cNvSpPr>
              <a:spLocks noChangeShapeType="1"/>
            </p:cNvSpPr>
            <p:nvPr/>
          </p:nvSpPr>
          <p:spPr bwMode="auto">
            <a:xfrm flipH="1">
              <a:off x="2088124" y="5006802"/>
              <a:ext cx="18918" cy="603250"/>
            </a:xfrm>
            <a:prstGeom prst="line">
              <a:avLst/>
            </a:prstGeom>
            <a:noFill/>
            <a:ln w="28575">
              <a:solidFill>
                <a:schemeClr val="fo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5070" name="Line 103"/>
            <p:cNvSpPr>
              <a:spLocks noChangeShapeType="1"/>
            </p:cNvSpPr>
            <p:nvPr/>
          </p:nvSpPr>
          <p:spPr bwMode="auto">
            <a:xfrm flipH="1">
              <a:off x="1272943" y="4925839"/>
              <a:ext cx="810022" cy="774700"/>
            </a:xfrm>
            <a:prstGeom prst="line">
              <a:avLst/>
            </a:prstGeom>
            <a:noFill/>
            <a:ln w="28575">
              <a:solidFill>
                <a:schemeClr val="fo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5071" name="Oval 104"/>
            <p:cNvSpPr>
              <a:spLocks noChangeArrowheads="1"/>
            </p:cNvSpPr>
            <p:nvPr/>
          </p:nvSpPr>
          <p:spPr bwMode="auto">
            <a:xfrm>
              <a:off x="2294499" y="3979690"/>
              <a:ext cx="703395" cy="384175"/>
            </a:xfrm>
            <a:prstGeom prst="ellipse">
              <a:avLst/>
            </a:prstGeom>
            <a:solidFill>
              <a:schemeClr val="bg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400" b="1">
                  <a:solidFill>
                    <a:srgbClr val="000099"/>
                  </a:solidFill>
                  <a:latin typeface="+mn-lt"/>
                  <a:ea typeface="+mn-ea"/>
                </a:rPr>
                <a:t>abc</a:t>
              </a:r>
            </a:p>
          </p:txBody>
        </p:sp>
        <p:sp>
          <p:nvSpPr>
            <p:cNvPr id="45072" name="Oval 105"/>
            <p:cNvSpPr>
              <a:spLocks noChangeArrowheads="1"/>
            </p:cNvSpPr>
            <p:nvPr/>
          </p:nvSpPr>
          <p:spPr bwMode="auto">
            <a:xfrm>
              <a:off x="1816397" y="4771853"/>
              <a:ext cx="617406" cy="306387"/>
            </a:xfrm>
            <a:prstGeom prst="ellipse">
              <a:avLst/>
            </a:prstGeom>
            <a:solidFill>
              <a:schemeClr val="bg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400" b="1">
                  <a:solidFill>
                    <a:srgbClr val="000099"/>
                  </a:solidFill>
                  <a:latin typeface="+mn-lt"/>
                  <a:ea typeface="+mn-ea"/>
                </a:rPr>
                <a:t>x</a:t>
              </a:r>
            </a:p>
          </p:txBody>
        </p:sp>
        <p:sp>
          <p:nvSpPr>
            <p:cNvPr id="45073" name="Oval 106"/>
            <p:cNvSpPr>
              <a:spLocks noChangeArrowheads="1"/>
            </p:cNvSpPr>
            <p:nvPr/>
          </p:nvSpPr>
          <p:spPr bwMode="auto">
            <a:xfrm>
              <a:off x="937584" y="5614815"/>
              <a:ext cx="617405" cy="307975"/>
            </a:xfrm>
            <a:prstGeom prst="ellipse">
              <a:avLst/>
            </a:prstGeom>
            <a:solidFill>
              <a:schemeClr val="bg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400" b="1">
                  <a:solidFill>
                    <a:srgbClr val="000099"/>
                  </a:solidFill>
                  <a:latin typeface="+mn-lt"/>
                  <a:ea typeface="+mn-ea"/>
                </a:rPr>
                <a:t>u</a:t>
              </a:r>
            </a:p>
          </p:txBody>
        </p:sp>
        <p:sp>
          <p:nvSpPr>
            <p:cNvPr id="45074" name="Oval 107"/>
            <p:cNvSpPr>
              <a:spLocks noChangeArrowheads="1"/>
            </p:cNvSpPr>
            <p:nvPr/>
          </p:nvSpPr>
          <p:spPr bwMode="auto">
            <a:xfrm>
              <a:off x="1757924" y="5614815"/>
              <a:ext cx="617406" cy="307975"/>
            </a:xfrm>
            <a:prstGeom prst="ellipse">
              <a:avLst/>
            </a:prstGeom>
            <a:solidFill>
              <a:schemeClr val="bg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400" b="1">
                  <a:solidFill>
                    <a:srgbClr val="000099"/>
                  </a:solidFill>
                  <a:latin typeface="+mn-lt"/>
                  <a:ea typeface="+mn-ea"/>
                </a:rPr>
                <a:t>v</a:t>
              </a:r>
            </a:p>
          </p:txBody>
        </p:sp>
        <p:sp>
          <p:nvSpPr>
            <p:cNvPr id="45075" name="Oval 108"/>
            <p:cNvSpPr>
              <a:spLocks noChangeArrowheads="1"/>
            </p:cNvSpPr>
            <p:nvPr/>
          </p:nvSpPr>
          <p:spPr bwMode="auto">
            <a:xfrm>
              <a:off x="2579985" y="5614815"/>
              <a:ext cx="617406" cy="307975"/>
            </a:xfrm>
            <a:prstGeom prst="ellipse">
              <a:avLst/>
            </a:prstGeom>
            <a:solidFill>
              <a:schemeClr val="bg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400" b="1">
                  <a:solidFill>
                    <a:srgbClr val="000099"/>
                  </a:solidFill>
                  <a:latin typeface="+mn-lt"/>
                  <a:ea typeface="+mn-ea"/>
                </a:rPr>
                <a:t>w</a:t>
              </a:r>
            </a:p>
          </p:txBody>
        </p:sp>
        <p:sp>
          <p:nvSpPr>
            <p:cNvPr id="45076" name="Oval 109"/>
            <p:cNvSpPr>
              <a:spLocks noChangeArrowheads="1"/>
            </p:cNvSpPr>
            <p:nvPr/>
          </p:nvSpPr>
          <p:spPr bwMode="auto">
            <a:xfrm>
              <a:off x="3577464" y="5614815"/>
              <a:ext cx="617406" cy="307975"/>
            </a:xfrm>
            <a:prstGeom prst="ellipse">
              <a:avLst/>
            </a:prstGeom>
            <a:solidFill>
              <a:schemeClr val="bg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400" b="1">
                  <a:solidFill>
                    <a:srgbClr val="000099"/>
                  </a:solidFill>
                  <a:latin typeface="+mn-lt"/>
                  <a:ea typeface="+mn-ea"/>
                </a:rPr>
                <a:t>t</a:t>
              </a:r>
            </a:p>
          </p:txBody>
        </p:sp>
        <p:sp>
          <p:nvSpPr>
            <p:cNvPr id="45077" name="Oval 110"/>
            <p:cNvSpPr>
              <a:spLocks noChangeArrowheads="1"/>
            </p:cNvSpPr>
            <p:nvPr/>
          </p:nvSpPr>
          <p:spPr bwMode="auto">
            <a:xfrm>
              <a:off x="3049488" y="4771853"/>
              <a:ext cx="617405" cy="306387"/>
            </a:xfrm>
            <a:prstGeom prst="ellipse">
              <a:avLst/>
            </a:prstGeom>
            <a:solidFill>
              <a:schemeClr val="bg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400" b="1">
                  <a:solidFill>
                    <a:srgbClr val="000099"/>
                  </a:solidFill>
                  <a:latin typeface="+mn-lt"/>
                  <a:ea typeface="+mn-ea"/>
                </a:rPr>
                <a:t>y</a:t>
              </a:r>
            </a:p>
          </p:txBody>
        </p:sp>
        <p:sp>
          <p:nvSpPr>
            <p:cNvPr id="1066095" name="Text Box 111"/>
            <p:cNvSpPr txBox="1">
              <a:spLocks noChangeArrowheads="1"/>
            </p:cNvSpPr>
            <p:nvPr/>
          </p:nvSpPr>
          <p:spPr bwMode="auto">
            <a:xfrm>
              <a:off x="1658177" y="6351414"/>
              <a:ext cx="161454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400" b="1">
                  <a:solidFill>
                    <a:srgbClr val="000099"/>
                  </a:solidFill>
                  <a:latin typeface="+mn-lt"/>
                  <a:ea typeface="+mn-ea"/>
                </a:rPr>
                <a:t>(a) </a:t>
              </a:r>
              <a:r>
                <a:rPr kumimoji="1" lang="zh-CN" altLang="en-US" sz="2400" b="1">
                  <a:solidFill>
                    <a:srgbClr val="000099"/>
                  </a:solidFill>
                  <a:latin typeface="+mn-lt"/>
                  <a:ea typeface="+mn-ea"/>
                </a:rPr>
                <a:t>区 </a:t>
              </a:r>
              <a:r>
                <a:rPr kumimoji="1" lang="en-US" altLang="zh-CN" sz="2400" b="1">
                  <a:solidFill>
                    <a:srgbClr val="000099"/>
                  </a:solidFill>
                  <a:latin typeface="+mn-lt"/>
                  <a:ea typeface="+mn-ea"/>
                </a:rPr>
                <a:t>= </a:t>
              </a:r>
              <a:r>
                <a:rPr kumimoji="1" lang="zh-CN" altLang="en-US" sz="2400" b="1">
                  <a:solidFill>
                    <a:srgbClr val="000099"/>
                  </a:solidFill>
                  <a:latin typeface="+mn-lt"/>
                  <a:ea typeface="+mn-ea"/>
                </a:rPr>
                <a:t>域</a:t>
              </a:r>
            </a:p>
          </p:txBody>
        </p:sp>
        <p:grpSp>
          <p:nvGrpSpPr>
            <p:cNvPr id="1066157" name="Group 173"/>
            <p:cNvGrpSpPr/>
            <p:nvPr/>
          </p:nvGrpSpPr>
          <p:grpSpPr bwMode="auto">
            <a:xfrm>
              <a:off x="5247381" y="1958802"/>
              <a:ext cx="4602163" cy="4854574"/>
              <a:chOff x="2971" y="709"/>
              <a:chExt cx="2676" cy="3058"/>
            </a:xfrm>
          </p:grpSpPr>
          <p:grpSp>
            <p:nvGrpSpPr>
              <p:cNvPr id="45100" name="Group 89"/>
              <p:cNvGrpSpPr/>
              <p:nvPr/>
            </p:nvGrpSpPr>
            <p:grpSpPr bwMode="auto">
              <a:xfrm>
                <a:off x="4196" y="1530"/>
                <a:ext cx="256" cy="98"/>
                <a:chOff x="1519" y="813"/>
                <a:chExt cx="227" cy="77"/>
              </a:xfrm>
            </p:grpSpPr>
            <p:sp>
              <p:nvSpPr>
                <p:cNvPr id="45141" name="Line 90"/>
                <p:cNvSpPr>
                  <a:spLocks noChangeShapeType="1"/>
                </p:cNvSpPr>
                <p:nvPr/>
              </p:nvSpPr>
              <p:spPr bwMode="auto">
                <a:xfrm>
                  <a:off x="1647" y="813"/>
                  <a:ext cx="99" cy="77"/>
                </a:xfrm>
                <a:prstGeom prst="line">
                  <a:avLst/>
                </a:prstGeom>
                <a:noFill/>
                <a:ln w="28575">
                  <a:solidFill>
                    <a:schemeClr val="fo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5142" name="Line 91"/>
                <p:cNvSpPr>
                  <a:spLocks noChangeShapeType="1"/>
                </p:cNvSpPr>
                <p:nvPr/>
              </p:nvSpPr>
              <p:spPr bwMode="auto">
                <a:xfrm flipH="1">
                  <a:off x="1519" y="813"/>
                  <a:ext cx="99" cy="77"/>
                </a:xfrm>
                <a:prstGeom prst="line">
                  <a:avLst/>
                </a:prstGeom>
                <a:noFill/>
                <a:ln w="28575">
                  <a:solidFill>
                    <a:schemeClr val="fo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grpSp>
          <p:sp>
            <p:nvSpPr>
              <p:cNvPr id="45101" name="Text Box 112"/>
              <p:cNvSpPr txBox="1">
                <a:spLocks noChangeArrowheads="1"/>
              </p:cNvSpPr>
              <p:nvPr/>
            </p:nvSpPr>
            <p:spPr bwMode="auto">
              <a:xfrm>
                <a:off x="3742" y="3476"/>
                <a:ext cx="94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400" b="1">
                    <a:solidFill>
                      <a:srgbClr val="000099"/>
                    </a:solidFill>
                    <a:latin typeface="+mn-lt"/>
                    <a:ea typeface="+mn-ea"/>
                  </a:rPr>
                  <a:t>(b) </a:t>
                </a:r>
                <a:r>
                  <a:rPr kumimoji="1" lang="zh-CN" altLang="en-US" sz="2400" b="1">
                    <a:solidFill>
                      <a:srgbClr val="000099"/>
                    </a:solidFill>
                    <a:latin typeface="+mn-lt"/>
                    <a:ea typeface="+mn-ea"/>
                  </a:rPr>
                  <a:t>区 </a:t>
                </a:r>
                <a:r>
                  <a:rPr kumimoji="1" lang="en-US" altLang="zh-CN" sz="2400" b="1">
                    <a:solidFill>
                      <a:srgbClr val="000099"/>
                    </a:solidFill>
                    <a:latin typeface="+mn-lt"/>
                    <a:ea typeface="+mn-ea"/>
                  </a:rPr>
                  <a:t>&lt; </a:t>
                </a:r>
                <a:r>
                  <a:rPr kumimoji="1" lang="zh-CN" altLang="en-US" sz="2400" b="1">
                    <a:solidFill>
                      <a:srgbClr val="000099"/>
                    </a:solidFill>
                    <a:latin typeface="+mn-lt"/>
                    <a:ea typeface="+mn-ea"/>
                  </a:rPr>
                  <a:t>域</a:t>
                </a:r>
              </a:p>
            </p:txBody>
          </p:sp>
          <p:sp>
            <p:nvSpPr>
              <p:cNvPr id="45102" name="Line 113"/>
              <p:cNvSpPr>
                <a:spLocks noChangeShapeType="1"/>
              </p:cNvSpPr>
              <p:nvPr/>
            </p:nvSpPr>
            <p:spPr bwMode="auto">
              <a:xfrm>
                <a:off x="4328" y="1523"/>
                <a:ext cx="5" cy="505"/>
              </a:xfrm>
              <a:prstGeom prst="line">
                <a:avLst/>
              </a:prstGeom>
              <a:noFill/>
              <a:ln w="28575">
                <a:solidFill>
                  <a:schemeClr val="fo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mn-ea"/>
                </a:endParaRPr>
              </a:p>
            </p:txBody>
          </p:sp>
          <p:sp>
            <p:nvSpPr>
              <p:cNvPr id="45103" name="Text Box 114"/>
              <p:cNvSpPr txBox="1">
                <a:spLocks noChangeArrowheads="1"/>
              </p:cNvSpPr>
              <p:nvPr/>
            </p:nvSpPr>
            <p:spPr bwMode="auto">
              <a:xfrm>
                <a:off x="3061" y="1757"/>
                <a:ext cx="1063"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400" b="1">
                    <a:solidFill>
                      <a:srgbClr val="000099"/>
                    </a:solidFill>
                    <a:latin typeface="+mn-lt"/>
                    <a:ea typeface="+mn-ea"/>
                  </a:rPr>
                  <a:t>域 </a:t>
                </a:r>
                <a:r>
                  <a:rPr kumimoji="1" lang="en-US" altLang="zh-CN" sz="2400" b="1">
                    <a:solidFill>
                      <a:srgbClr val="000099"/>
                    </a:solidFill>
                    <a:latin typeface="+mn-lt"/>
                    <a:ea typeface="+mn-ea"/>
                  </a:rPr>
                  <a:t>abc.com</a:t>
                </a:r>
              </a:p>
            </p:txBody>
          </p:sp>
          <p:sp>
            <p:nvSpPr>
              <p:cNvPr id="45104" name="Freeform 115"/>
              <p:cNvSpPr/>
              <p:nvPr/>
            </p:nvSpPr>
            <p:spPr bwMode="auto">
              <a:xfrm>
                <a:off x="4458" y="2341"/>
                <a:ext cx="849" cy="958"/>
              </a:xfrm>
              <a:custGeom>
                <a:avLst/>
                <a:gdLst>
                  <a:gd name="T0" fmla="*/ 627 w 753"/>
                  <a:gd name="T1" fmla="*/ 43 h 900"/>
                  <a:gd name="T2" fmla="*/ 149 w 753"/>
                  <a:gd name="T3" fmla="*/ 90 h 900"/>
                  <a:gd name="T4" fmla="*/ 1 w 753"/>
                  <a:gd name="T5" fmla="*/ 345 h 900"/>
                  <a:gd name="T6" fmla="*/ 167 w 753"/>
                  <a:gd name="T7" fmla="*/ 532 h 900"/>
                  <a:gd name="T8" fmla="*/ 472 w 753"/>
                  <a:gd name="T9" fmla="*/ 854 h 900"/>
                  <a:gd name="T10" fmla="*/ 745 w 753"/>
                  <a:gd name="T11" fmla="*/ 1193 h 900"/>
                  <a:gd name="T12" fmla="*/ 1103 w 753"/>
                  <a:gd name="T13" fmla="*/ 1300 h 900"/>
                  <a:gd name="T14" fmla="*/ 1416 w 753"/>
                  <a:gd name="T15" fmla="*/ 1242 h 900"/>
                  <a:gd name="T16" fmla="*/ 1547 w 753"/>
                  <a:gd name="T17" fmla="*/ 1114 h 900"/>
                  <a:gd name="T18" fmla="*/ 1413 w 753"/>
                  <a:gd name="T19" fmla="*/ 843 h 900"/>
                  <a:gd name="T20" fmla="*/ 1235 w 753"/>
                  <a:gd name="T21" fmla="*/ 626 h 900"/>
                  <a:gd name="T22" fmla="*/ 991 w 753"/>
                  <a:gd name="T23" fmla="*/ 356 h 900"/>
                  <a:gd name="T24" fmla="*/ 627 w 753"/>
                  <a:gd name="T25" fmla="*/ 43 h 9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53" h="900">
                    <a:moveTo>
                      <a:pt x="305" y="30"/>
                    </a:moveTo>
                    <a:cubicBezTo>
                      <a:pt x="237" y="0"/>
                      <a:pt x="124" y="27"/>
                      <a:pt x="73" y="62"/>
                    </a:cubicBezTo>
                    <a:cubicBezTo>
                      <a:pt x="22" y="97"/>
                      <a:pt x="0" y="187"/>
                      <a:pt x="1" y="238"/>
                    </a:cubicBezTo>
                    <a:cubicBezTo>
                      <a:pt x="2" y="289"/>
                      <a:pt x="43" y="308"/>
                      <a:pt x="81" y="366"/>
                    </a:cubicBezTo>
                    <a:cubicBezTo>
                      <a:pt x="119" y="424"/>
                      <a:pt x="184" y="510"/>
                      <a:pt x="231" y="586"/>
                    </a:cubicBezTo>
                    <a:cubicBezTo>
                      <a:pt x="278" y="662"/>
                      <a:pt x="312" y="769"/>
                      <a:pt x="363" y="820"/>
                    </a:cubicBezTo>
                    <a:cubicBezTo>
                      <a:pt x="414" y="871"/>
                      <a:pt x="483" y="888"/>
                      <a:pt x="537" y="894"/>
                    </a:cubicBezTo>
                    <a:cubicBezTo>
                      <a:pt x="591" y="900"/>
                      <a:pt x="653" y="875"/>
                      <a:pt x="689" y="854"/>
                    </a:cubicBezTo>
                    <a:cubicBezTo>
                      <a:pt x="725" y="833"/>
                      <a:pt x="753" y="812"/>
                      <a:pt x="753" y="766"/>
                    </a:cubicBezTo>
                    <a:cubicBezTo>
                      <a:pt x="753" y="720"/>
                      <a:pt x="712" y="636"/>
                      <a:pt x="687" y="580"/>
                    </a:cubicBezTo>
                    <a:cubicBezTo>
                      <a:pt x="662" y="524"/>
                      <a:pt x="635" y="486"/>
                      <a:pt x="601" y="430"/>
                    </a:cubicBezTo>
                    <a:cubicBezTo>
                      <a:pt x="567" y="374"/>
                      <a:pt x="532" y="311"/>
                      <a:pt x="483" y="244"/>
                    </a:cubicBezTo>
                    <a:cubicBezTo>
                      <a:pt x="434" y="177"/>
                      <a:pt x="368" y="58"/>
                      <a:pt x="305" y="30"/>
                    </a:cubicBezTo>
                    <a:close/>
                  </a:path>
                </a:pathLst>
              </a:custGeom>
              <a:solidFill>
                <a:srgbClr val="9999FF"/>
              </a:solidFill>
              <a:ln>
                <a:noFill/>
              </a:ln>
              <a:effectLst/>
              <a:extLst>
                <a:ext uri="{91240B29-F687-4F45-9708-019B960494DF}">
                  <a14:hiddenLine xmlns:a14="http://schemas.microsoft.com/office/drawing/2010/main" w="38100">
                    <a:solidFill>
                      <a:srgbClr val="5F5F5F"/>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5105" name="Freeform 116"/>
              <p:cNvSpPr/>
              <p:nvPr/>
            </p:nvSpPr>
            <p:spPr bwMode="auto">
              <a:xfrm>
                <a:off x="3215" y="1882"/>
                <a:ext cx="1535" cy="1436"/>
              </a:xfrm>
              <a:custGeom>
                <a:avLst/>
                <a:gdLst>
                  <a:gd name="T0" fmla="*/ 2481 w 1360"/>
                  <a:gd name="T1" fmla="*/ 85 h 1349"/>
                  <a:gd name="T2" fmla="*/ 1823 w 1360"/>
                  <a:gd name="T3" fmla="*/ 67 h 1349"/>
                  <a:gd name="T4" fmla="*/ 1248 w 1360"/>
                  <a:gd name="T5" fmla="*/ 490 h 1349"/>
                  <a:gd name="T6" fmla="*/ 247 w 1360"/>
                  <a:gd name="T7" fmla="*/ 1427 h 1349"/>
                  <a:gd name="T8" fmla="*/ 27 w 1360"/>
                  <a:gd name="T9" fmla="*/ 1809 h 1349"/>
                  <a:gd name="T10" fmla="*/ 403 w 1360"/>
                  <a:gd name="T11" fmla="*/ 1943 h 1349"/>
                  <a:gd name="T12" fmla="*/ 1265 w 1360"/>
                  <a:gd name="T13" fmla="*/ 1945 h 1349"/>
                  <a:gd name="T14" fmla="*/ 2380 w 1360"/>
                  <a:gd name="T15" fmla="*/ 1934 h 1349"/>
                  <a:gd name="T16" fmla="*/ 2764 w 1360"/>
                  <a:gd name="T17" fmla="*/ 1796 h 1349"/>
                  <a:gd name="T18" fmla="*/ 2651 w 1360"/>
                  <a:gd name="T19" fmla="*/ 1546 h 1349"/>
                  <a:gd name="T20" fmla="*/ 2169 w 1360"/>
                  <a:gd name="T21" fmla="*/ 1123 h 1349"/>
                  <a:gd name="T22" fmla="*/ 2090 w 1360"/>
                  <a:gd name="T23" fmla="*/ 884 h 1349"/>
                  <a:gd name="T24" fmla="*/ 2368 w 1360"/>
                  <a:gd name="T25" fmla="*/ 557 h 1349"/>
                  <a:gd name="T26" fmla="*/ 2617 w 1360"/>
                  <a:gd name="T27" fmla="*/ 381 h 1349"/>
                  <a:gd name="T28" fmla="*/ 2652 w 1360"/>
                  <a:gd name="T29" fmla="*/ 242 h 1349"/>
                  <a:gd name="T30" fmla="*/ 2481 w 1360"/>
                  <a:gd name="T31" fmla="*/ 85 h 134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60" h="1349">
                    <a:moveTo>
                      <a:pt x="1200" y="58"/>
                    </a:moveTo>
                    <a:cubicBezTo>
                      <a:pt x="1133" y="38"/>
                      <a:pt x="981" y="0"/>
                      <a:pt x="882" y="46"/>
                    </a:cubicBezTo>
                    <a:cubicBezTo>
                      <a:pt x="783" y="92"/>
                      <a:pt x="730" y="180"/>
                      <a:pt x="603" y="336"/>
                    </a:cubicBezTo>
                    <a:cubicBezTo>
                      <a:pt x="476" y="492"/>
                      <a:pt x="218" y="831"/>
                      <a:pt x="120" y="982"/>
                    </a:cubicBezTo>
                    <a:cubicBezTo>
                      <a:pt x="22" y="1133"/>
                      <a:pt x="0" y="1184"/>
                      <a:pt x="13" y="1243"/>
                    </a:cubicBezTo>
                    <a:cubicBezTo>
                      <a:pt x="26" y="1302"/>
                      <a:pt x="95" y="1319"/>
                      <a:pt x="195" y="1334"/>
                    </a:cubicBezTo>
                    <a:cubicBezTo>
                      <a:pt x="295" y="1349"/>
                      <a:pt x="453" y="1337"/>
                      <a:pt x="612" y="1336"/>
                    </a:cubicBezTo>
                    <a:cubicBezTo>
                      <a:pt x="771" y="1335"/>
                      <a:pt x="1031" y="1347"/>
                      <a:pt x="1152" y="1330"/>
                    </a:cubicBezTo>
                    <a:cubicBezTo>
                      <a:pt x="1273" y="1313"/>
                      <a:pt x="1316" y="1279"/>
                      <a:pt x="1338" y="1234"/>
                    </a:cubicBezTo>
                    <a:cubicBezTo>
                      <a:pt x="1360" y="1189"/>
                      <a:pt x="1331" y="1139"/>
                      <a:pt x="1283" y="1062"/>
                    </a:cubicBezTo>
                    <a:cubicBezTo>
                      <a:pt x="1235" y="985"/>
                      <a:pt x="1095" y="848"/>
                      <a:pt x="1050" y="772"/>
                    </a:cubicBezTo>
                    <a:cubicBezTo>
                      <a:pt x="1005" y="696"/>
                      <a:pt x="995" y="673"/>
                      <a:pt x="1011" y="608"/>
                    </a:cubicBezTo>
                    <a:cubicBezTo>
                      <a:pt x="1027" y="543"/>
                      <a:pt x="1104" y="440"/>
                      <a:pt x="1146" y="382"/>
                    </a:cubicBezTo>
                    <a:cubicBezTo>
                      <a:pt x="1188" y="324"/>
                      <a:pt x="1243" y="298"/>
                      <a:pt x="1266" y="262"/>
                    </a:cubicBezTo>
                    <a:cubicBezTo>
                      <a:pt x="1289" y="226"/>
                      <a:pt x="1295" y="200"/>
                      <a:pt x="1284" y="166"/>
                    </a:cubicBezTo>
                    <a:cubicBezTo>
                      <a:pt x="1273" y="132"/>
                      <a:pt x="1267" y="78"/>
                      <a:pt x="1200" y="58"/>
                    </a:cubicBezTo>
                    <a:close/>
                  </a:path>
                </a:pathLst>
              </a:custGeom>
              <a:solidFill>
                <a:srgbClr val="99FF66"/>
              </a:solidFill>
              <a:ln>
                <a:noFill/>
              </a:ln>
              <a:effectLst/>
              <a:extLst>
                <a:ext uri="{91240B29-F687-4F45-9708-019B960494DF}">
                  <a14:hiddenLine xmlns:a14="http://schemas.microsoft.com/office/drawing/2010/main" w="38100">
                    <a:solidFill>
                      <a:srgbClr val="5F5F5F"/>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5106" name="AutoShape 117"/>
              <p:cNvSpPr>
                <a:spLocks noChangeArrowheads="1"/>
              </p:cNvSpPr>
              <p:nvPr/>
            </p:nvSpPr>
            <p:spPr bwMode="auto">
              <a:xfrm>
                <a:off x="2971" y="1800"/>
                <a:ext cx="2665" cy="1664"/>
              </a:xfrm>
              <a:prstGeom prst="roundRect">
                <a:avLst>
                  <a:gd name="adj" fmla="val 9319"/>
                </a:avLst>
              </a:prstGeom>
              <a:noFill/>
              <a:ln w="28575">
                <a:solidFill>
                  <a:schemeClr val="tx1"/>
                </a:solidFill>
                <a:prstDash val="dash"/>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solidFill>
                    <a:srgbClr val="000099"/>
                  </a:solidFill>
                  <a:latin typeface="+mn-lt"/>
                  <a:ea typeface="+mn-ea"/>
                </a:endParaRPr>
              </a:p>
            </p:txBody>
          </p:sp>
          <p:sp>
            <p:nvSpPr>
              <p:cNvPr id="45107" name="Text Box 118"/>
              <p:cNvSpPr txBox="1">
                <a:spLocks noChangeArrowheads="1"/>
              </p:cNvSpPr>
              <p:nvPr/>
            </p:nvSpPr>
            <p:spPr bwMode="auto">
              <a:xfrm>
                <a:off x="2974" y="2131"/>
                <a:ext cx="833"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algn="ctr" eaLnBrk="1" hangingPunct="1">
                  <a:lnSpc>
                    <a:spcPct val="70000"/>
                  </a:lnSpc>
                </a:pPr>
                <a:r>
                  <a:rPr kumimoji="1" lang="zh-CN" altLang="zh-CN" sz="2400" b="1">
                    <a:solidFill>
                      <a:srgbClr val="000099"/>
                    </a:solidFill>
                    <a:latin typeface="+mn-lt"/>
                    <a:ea typeface="+mn-ea"/>
                  </a:rPr>
                  <a:t> 区</a:t>
                </a:r>
                <a:endParaRPr kumimoji="1" lang="zh-CN" altLang="en-US" sz="2400" b="1">
                  <a:solidFill>
                    <a:srgbClr val="000099"/>
                  </a:solidFill>
                  <a:latin typeface="+mn-lt"/>
                  <a:ea typeface="+mn-ea"/>
                </a:endParaRPr>
              </a:p>
              <a:p>
                <a:pPr algn="ctr" eaLnBrk="1" hangingPunct="1">
                  <a:lnSpc>
                    <a:spcPct val="70000"/>
                  </a:lnSpc>
                </a:pPr>
                <a:r>
                  <a:rPr kumimoji="1" lang="en-US" altLang="zh-CN" sz="2400" b="1">
                    <a:solidFill>
                      <a:srgbClr val="000099"/>
                    </a:solidFill>
                    <a:latin typeface="+mn-lt"/>
                    <a:ea typeface="+mn-ea"/>
                  </a:rPr>
                  <a:t>abc.com</a:t>
                </a:r>
              </a:p>
            </p:txBody>
          </p:sp>
          <p:sp>
            <p:nvSpPr>
              <p:cNvPr id="45108" name="Text Box 119"/>
              <p:cNvSpPr txBox="1">
                <a:spLocks noChangeArrowheads="1"/>
              </p:cNvSpPr>
              <p:nvPr/>
            </p:nvSpPr>
            <p:spPr bwMode="auto">
              <a:xfrm>
                <a:off x="4649" y="1950"/>
                <a:ext cx="998" cy="40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algn="ctr" eaLnBrk="1" hangingPunct="1">
                  <a:lnSpc>
                    <a:spcPct val="75000"/>
                  </a:lnSpc>
                </a:pPr>
                <a:r>
                  <a:rPr kumimoji="1" lang="zh-CN" altLang="en-US" sz="2400" b="1">
                    <a:solidFill>
                      <a:srgbClr val="000099"/>
                    </a:solidFill>
                    <a:latin typeface="+mn-lt"/>
                    <a:ea typeface="+mn-ea"/>
                  </a:rPr>
                  <a:t>区</a:t>
                </a:r>
              </a:p>
              <a:p>
                <a:pPr algn="ctr" eaLnBrk="1" hangingPunct="1">
                  <a:lnSpc>
                    <a:spcPct val="75000"/>
                  </a:lnSpc>
                </a:pPr>
                <a:r>
                  <a:rPr kumimoji="1" lang="en-US" altLang="zh-CN" sz="2400" b="1">
                    <a:solidFill>
                      <a:srgbClr val="000099"/>
                    </a:solidFill>
                    <a:latin typeface="+mn-lt"/>
                    <a:ea typeface="+mn-ea"/>
                  </a:rPr>
                  <a:t>y.abc.com</a:t>
                </a:r>
              </a:p>
            </p:txBody>
          </p:sp>
          <p:sp>
            <p:nvSpPr>
              <p:cNvPr id="45109" name="Line 120"/>
              <p:cNvSpPr>
                <a:spLocks noChangeShapeType="1"/>
              </p:cNvSpPr>
              <p:nvPr/>
            </p:nvSpPr>
            <p:spPr bwMode="auto">
              <a:xfrm>
                <a:off x="3382" y="2491"/>
                <a:ext cx="156" cy="227"/>
              </a:xfrm>
              <a:prstGeom prst="line">
                <a:avLst/>
              </a:prstGeom>
              <a:noFill/>
              <a:ln w="9525">
                <a:solidFill>
                  <a:schemeClr val="tx1"/>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mn-ea"/>
                </a:endParaRPr>
              </a:p>
            </p:txBody>
          </p:sp>
          <p:sp>
            <p:nvSpPr>
              <p:cNvPr id="45110" name="Line 121"/>
              <p:cNvSpPr>
                <a:spLocks noChangeShapeType="1"/>
              </p:cNvSpPr>
              <p:nvPr/>
            </p:nvSpPr>
            <p:spPr bwMode="auto">
              <a:xfrm rot="10800000" flipV="1">
                <a:off x="5103" y="2316"/>
                <a:ext cx="124" cy="426"/>
              </a:xfrm>
              <a:prstGeom prst="line">
                <a:avLst/>
              </a:prstGeom>
              <a:noFill/>
              <a:ln w="9525">
                <a:solidFill>
                  <a:schemeClr val="tx1"/>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mn-ea"/>
                </a:endParaRPr>
              </a:p>
            </p:txBody>
          </p:sp>
          <p:sp>
            <p:nvSpPr>
              <p:cNvPr id="45111" name="Line 122"/>
              <p:cNvSpPr>
                <a:spLocks noChangeShapeType="1"/>
              </p:cNvSpPr>
              <p:nvPr/>
            </p:nvSpPr>
            <p:spPr bwMode="auto">
              <a:xfrm flipH="1">
                <a:off x="4054" y="2124"/>
                <a:ext cx="226" cy="417"/>
              </a:xfrm>
              <a:prstGeom prst="line">
                <a:avLst/>
              </a:prstGeom>
              <a:noFill/>
              <a:ln w="28575">
                <a:solidFill>
                  <a:schemeClr val="fo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5112" name="Line 123"/>
              <p:cNvSpPr>
                <a:spLocks noChangeShapeType="1"/>
              </p:cNvSpPr>
              <p:nvPr/>
            </p:nvSpPr>
            <p:spPr bwMode="auto">
              <a:xfrm>
                <a:off x="4407" y="2143"/>
                <a:ext cx="297" cy="389"/>
              </a:xfrm>
              <a:prstGeom prst="line">
                <a:avLst/>
              </a:prstGeom>
              <a:noFill/>
              <a:ln w="28575">
                <a:solidFill>
                  <a:schemeClr val="fo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5113" name="Line 124"/>
              <p:cNvSpPr>
                <a:spLocks noChangeShapeType="1"/>
              </p:cNvSpPr>
              <p:nvPr/>
            </p:nvSpPr>
            <p:spPr bwMode="auto">
              <a:xfrm>
                <a:off x="4754" y="2610"/>
                <a:ext cx="319" cy="499"/>
              </a:xfrm>
              <a:prstGeom prst="line">
                <a:avLst/>
              </a:prstGeom>
              <a:noFill/>
              <a:ln w="28575">
                <a:solidFill>
                  <a:schemeClr val="fo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5114" name="Line 125"/>
              <p:cNvSpPr>
                <a:spLocks noChangeShapeType="1"/>
              </p:cNvSpPr>
              <p:nvPr/>
            </p:nvSpPr>
            <p:spPr bwMode="auto">
              <a:xfrm>
                <a:off x="4068" y="2622"/>
                <a:ext cx="388" cy="444"/>
              </a:xfrm>
              <a:prstGeom prst="line">
                <a:avLst/>
              </a:prstGeom>
              <a:noFill/>
              <a:ln w="28575">
                <a:solidFill>
                  <a:schemeClr val="fo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5115" name="Line 126"/>
              <p:cNvSpPr>
                <a:spLocks noChangeShapeType="1"/>
              </p:cNvSpPr>
              <p:nvPr/>
            </p:nvSpPr>
            <p:spPr bwMode="auto">
              <a:xfrm flipH="1">
                <a:off x="4002" y="2629"/>
                <a:ext cx="11" cy="380"/>
              </a:xfrm>
              <a:prstGeom prst="line">
                <a:avLst/>
              </a:prstGeom>
              <a:noFill/>
              <a:ln w="28575">
                <a:solidFill>
                  <a:schemeClr val="fo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5116" name="Line 127"/>
              <p:cNvSpPr>
                <a:spLocks noChangeShapeType="1"/>
              </p:cNvSpPr>
              <p:nvPr/>
            </p:nvSpPr>
            <p:spPr bwMode="auto">
              <a:xfrm flipH="1">
                <a:off x="3528" y="2578"/>
                <a:ext cx="470" cy="488"/>
              </a:xfrm>
              <a:prstGeom prst="line">
                <a:avLst/>
              </a:prstGeom>
              <a:noFill/>
              <a:ln w="28575">
                <a:solidFill>
                  <a:schemeClr val="fo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5117" name="Oval 128"/>
              <p:cNvSpPr>
                <a:spLocks noChangeArrowheads="1"/>
              </p:cNvSpPr>
              <p:nvPr/>
            </p:nvSpPr>
            <p:spPr bwMode="auto">
              <a:xfrm>
                <a:off x="4121" y="1982"/>
                <a:ext cx="410" cy="242"/>
              </a:xfrm>
              <a:prstGeom prst="ellipse">
                <a:avLst/>
              </a:prstGeom>
              <a:solidFill>
                <a:schemeClr val="bg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400" b="1">
                    <a:solidFill>
                      <a:srgbClr val="000099"/>
                    </a:solidFill>
                    <a:latin typeface="+mn-lt"/>
                    <a:ea typeface="+mn-ea"/>
                  </a:rPr>
                  <a:t>abc</a:t>
                </a:r>
              </a:p>
            </p:txBody>
          </p:sp>
          <p:sp>
            <p:nvSpPr>
              <p:cNvPr id="45118" name="Oval 129"/>
              <p:cNvSpPr>
                <a:spLocks noChangeArrowheads="1"/>
              </p:cNvSpPr>
              <p:nvPr/>
            </p:nvSpPr>
            <p:spPr bwMode="auto">
              <a:xfrm>
                <a:off x="3844" y="2481"/>
                <a:ext cx="359" cy="193"/>
              </a:xfrm>
              <a:prstGeom prst="ellipse">
                <a:avLst/>
              </a:prstGeom>
              <a:solidFill>
                <a:schemeClr val="bg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400" b="1">
                    <a:solidFill>
                      <a:srgbClr val="000099"/>
                    </a:solidFill>
                    <a:latin typeface="+mn-lt"/>
                    <a:ea typeface="+mn-ea"/>
                  </a:rPr>
                  <a:t>x</a:t>
                </a:r>
              </a:p>
            </p:txBody>
          </p:sp>
          <p:sp>
            <p:nvSpPr>
              <p:cNvPr id="45119" name="Oval 130"/>
              <p:cNvSpPr>
                <a:spLocks noChangeArrowheads="1"/>
              </p:cNvSpPr>
              <p:nvPr/>
            </p:nvSpPr>
            <p:spPr bwMode="auto">
              <a:xfrm>
                <a:off x="3332" y="3012"/>
                <a:ext cx="359" cy="194"/>
              </a:xfrm>
              <a:prstGeom prst="ellipse">
                <a:avLst/>
              </a:prstGeom>
              <a:solidFill>
                <a:schemeClr val="bg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400" b="1">
                    <a:solidFill>
                      <a:srgbClr val="000099"/>
                    </a:solidFill>
                    <a:latin typeface="+mn-lt"/>
                    <a:ea typeface="+mn-ea"/>
                  </a:rPr>
                  <a:t>u</a:t>
                </a:r>
              </a:p>
            </p:txBody>
          </p:sp>
          <p:sp>
            <p:nvSpPr>
              <p:cNvPr id="45120" name="Oval 131"/>
              <p:cNvSpPr>
                <a:spLocks noChangeArrowheads="1"/>
              </p:cNvSpPr>
              <p:nvPr/>
            </p:nvSpPr>
            <p:spPr bwMode="auto">
              <a:xfrm>
                <a:off x="3810" y="3012"/>
                <a:ext cx="359" cy="194"/>
              </a:xfrm>
              <a:prstGeom prst="ellipse">
                <a:avLst/>
              </a:prstGeom>
              <a:solidFill>
                <a:schemeClr val="bg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400" b="1">
                    <a:solidFill>
                      <a:srgbClr val="000099"/>
                    </a:solidFill>
                    <a:latin typeface="+mn-lt"/>
                    <a:ea typeface="+mn-ea"/>
                  </a:rPr>
                  <a:t>v</a:t>
                </a:r>
              </a:p>
            </p:txBody>
          </p:sp>
          <p:sp>
            <p:nvSpPr>
              <p:cNvPr id="45121" name="Oval 132"/>
              <p:cNvSpPr>
                <a:spLocks noChangeArrowheads="1"/>
              </p:cNvSpPr>
              <p:nvPr/>
            </p:nvSpPr>
            <p:spPr bwMode="auto">
              <a:xfrm>
                <a:off x="4287" y="3012"/>
                <a:ext cx="359" cy="194"/>
              </a:xfrm>
              <a:prstGeom prst="ellipse">
                <a:avLst/>
              </a:prstGeom>
              <a:solidFill>
                <a:schemeClr val="bg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400" b="1">
                    <a:solidFill>
                      <a:srgbClr val="000099"/>
                    </a:solidFill>
                    <a:latin typeface="+mn-lt"/>
                    <a:ea typeface="+mn-ea"/>
                  </a:rPr>
                  <a:t>w</a:t>
                </a:r>
              </a:p>
            </p:txBody>
          </p:sp>
          <p:sp>
            <p:nvSpPr>
              <p:cNvPr id="45122" name="Oval 133"/>
              <p:cNvSpPr>
                <a:spLocks noChangeArrowheads="1"/>
              </p:cNvSpPr>
              <p:nvPr/>
            </p:nvSpPr>
            <p:spPr bwMode="auto">
              <a:xfrm>
                <a:off x="4867" y="3012"/>
                <a:ext cx="359" cy="194"/>
              </a:xfrm>
              <a:prstGeom prst="ellipse">
                <a:avLst/>
              </a:prstGeom>
              <a:solidFill>
                <a:schemeClr val="bg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400" b="1">
                    <a:solidFill>
                      <a:srgbClr val="000099"/>
                    </a:solidFill>
                    <a:latin typeface="+mn-lt"/>
                    <a:ea typeface="+mn-ea"/>
                  </a:rPr>
                  <a:t>t</a:t>
                </a:r>
              </a:p>
            </p:txBody>
          </p:sp>
          <p:sp>
            <p:nvSpPr>
              <p:cNvPr id="45123" name="Oval 134"/>
              <p:cNvSpPr>
                <a:spLocks noChangeArrowheads="1"/>
              </p:cNvSpPr>
              <p:nvPr/>
            </p:nvSpPr>
            <p:spPr bwMode="auto">
              <a:xfrm>
                <a:off x="4560" y="2481"/>
                <a:ext cx="359" cy="193"/>
              </a:xfrm>
              <a:prstGeom prst="ellipse">
                <a:avLst/>
              </a:prstGeom>
              <a:solidFill>
                <a:schemeClr val="bg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400" b="1">
                    <a:solidFill>
                      <a:srgbClr val="000099"/>
                    </a:solidFill>
                    <a:latin typeface="+mn-lt"/>
                    <a:ea typeface="+mn-ea"/>
                  </a:rPr>
                  <a:t>y</a:t>
                </a:r>
              </a:p>
            </p:txBody>
          </p:sp>
          <p:sp>
            <p:nvSpPr>
              <p:cNvPr id="45124" name="AutoShape 135"/>
              <p:cNvSpPr>
                <a:spLocks noChangeArrowheads="1"/>
              </p:cNvSpPr>
              <p:nvPr/>
            </p:nvSpPr>
            <p:spPr bwMode="auto">
              <a:xfrm>
                <a:off x="4063" y="1232"/>
                <a:ext cx="522" cy="303"/>
              </a:xfrm>
              <a:prstGeom prst="roundRect">
                <a:avLst>
                  <a:gd name="adj" fmla="val 34167"/>
                </a:avLst>
              </a:prstGeom>
              <a:solidFill>
                <a:srgbClr val="CCEC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400" b="1">
                    <a:solidFill>
                      <a:srgbClr val="000099"/>
                    </a:solidFill>
                    <a:latin typeface="+mn-lt"/>
                    <a:ea typeface="+mn-ea"/>
                  </a:rPr>
                  <a:t>com</a:t>
                </a:r>
              </a:p>
            </p:txBody>
          </p:sp>
          <p:sp>
            <p:nvSpPr>
              <p:cNvPr id="45125" name="AutoShape 136"/>
              <p:cNvSpPr>
                <a:spLocks noChangeArrowheads="1"/>
              </p:cNvSpPr>
              <p:nvPr/>
            </p:nvSpPr>
            <p:spPr bwMode="auto">
              <a:xfrm>
                <a:off x="4909" y="1225"/>
                <a:ext cx="522" cy="304"/>
              </a:xfrm>
              <a:prstGeom prst="roundRect">
                <a:avLst>
                  <a:gd name="adj" fmla="val 34167"/>
                </a:avLst>
              </a:prstGeom>
              <a:solidFill>
                <a:srgbClr val="FF990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400" b="1">
                    <a:solidFill>
                      <a:srgbClr val="000099"/>
                    </a:solidFill>
                    <a:latin typeface="+mn-lt"/>
                    <a:ea typeface="+mn-ea"/>
                  </a:rPr>
                  <a:t>edu</a:t>
                </a:r>
              </a:p>
            </p:txBody>
          </p:sp>
          <p:sp>
            <p:nvSpPr>
              <p:cNvPr id="45126" name="AutoShape 137"/>
              <p:cNvSpPr>
                <a:spLocks noChangeArrowheads="1"/>
              </p:cNvSpPr>
              <p:nvPr/>
            </p:nvSpPr>
            <p:spPr bwMode="auto">
              <a:xfrm>
                <a:off x="3220" y="1225"/>
                <a:ext cx="522" cy="304"/>
              </a:xfrm>
              <a:prstGeom prst="roundRect">
                <a:avLst>
                  <a:gd name="adj" fmla="val 34167"/>
                </a:avLst>
              </a:prstGeom>
              <a:solidFill>
                <a:srgbClr val="FFFF99"/>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400" b="1">
                    <a:solidFill>
                      <a:srgbClr val="000099"/>
                    </a:solidFill>
                    <a:latin typeface="+mn-lt"/>
                    <a:ea typeface="+mn-ea"/>
                  </a:rPr>
                  <a:t>org</a:t>
                </a:r>
              </a:p>
            </p:txBody>
          </p:sp>
          <p:grpSp>
            <p:nvGrpSpPr>
              <p:cNvPr id="45127" name="Group 138"/>
              <p:cNvGrpSpPr/>
              <p:nvPr/>
            </p:nvGrpSpPr>
            <p:grpSpPr bwMode="auto">
              <a:xfrm>
                <a:off x="5042" y="1530"/>
                <a:ext cx="256" cy="98"/>
                <a:chOff x="2875" y="1143"/>
                <a:chExt cx="330" cy="132"/>
              </a:xfrm>
            </p:grpSpPr>
            <p:sp>
              <p:nvSpPr>
                <p:cNvPr id="45137" name="Line 139"/>
                <p:cNvSpPr>
                  <a:spLocks noChangeShapeType="1"/>
                </p:cNvSpPr>
                <p:nvPr/>
              </p:nvSpPr>
              <p:spPr bwMode="auto">
                <a:xfrm>
                  <a:off x="3061" y="1143"/>
                  <a:ext cx="144" cy="132"/>
                </a:xfrm>
                <a:prstGeom prst="line">
                  <a:avLst/>
                </a:prstGeom>
                <a:noFill/>
                <a:ln w="28575">
                  <a:solidFill>
                    <a:schemeClr val="fo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5138" name="Line 140"/>
                <p:cNvSpPr>
                  <a:spLocks noChangeShapeType="1"/>
                </p:cNvSpPr>
                <p:nvPr/>
              </p:nvSpPr>
              <p:spPr bwMode="auto">
                <a:xfrm>
                  <a:off x="3050" y="1143"/>
                  <a:ext cx="37" cy="129"/>
                </a:xfrm>
                <a:prstGeom prst="line">
                  <a:avLst/>
                </a:prstGeom>
                <a:noFill/>
                <a:ln w="28575">
                  <a:solidFill>
                    <a:schemeClr val="fo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5139" name="Line 141"/>
                <p:cNvSpPr>
                  <a:spLocks noChangeShapeType="1"/>
                </p:cNvSpPr>
                <p:nvPr/>
              </p:nvSpPr>
              <p:spPr bwMode="auto">
                <a:xfrm flipH="1">
                  <a:off x="2875" y="1143"/>
                  <a:ext cx="144" cy="132"/>
                </a:xfrm>
                <a:prstGeom prst="line">
                  <a:avLst/>
                </a:prstGeom>
                <a:noFill/>
                <a:ln w="28575">
                  <a:solidFill>
                    <a:schemeClr val="fo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5140" name="Line 142"/>
                <p:cNvSpPr>
                  <a:spLocks noChangeShapeType="1"/>
                </p:cNvSpPr>
                <p:nvPr/>
              </p:nvSpPr>
              <p:spPr bwMode="auto">
                <a:xfrm flipH="1">
                  <a:off x="2980" y="1143"/>
                  <a:ext cx="54" cy="126"/>
                </a:xfrm>
                <a:prstGeom prst="line">
                  <a:avLst/>
                </a:prstGeom>
                <a:noFill/>
                <a:ln w="28575">
                  <a:solidFill>
                    <a:schemeClr val="fo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grpSp>
          <p:grpSp>
            <p:nvGrpSpPr>
              <p:cNvPr id="45128" name="Group 143"/>
              <p:cNvGrpSpPr/>
              <p:nvPr/>
            </p:nvGrpSpPr>
            <p:grpSpPr bwMode="auto">
              <a:xfrm>
                <a:off x="3353" y="1530"/>
                <a:ext cx="256" cy="98"/>
                <a:chOff x="2875" y="1143"/>
                <a:chExt cx="330" cy="132"/>
              </a:xfrm>
            </p:grpSpPr>
            <p:sp>
              <p:nvSpPr>
                <p:cNvPr id="45133" name="Line 144"/>
                <p:cNvSpPr>
                  <a:spLocks noChangeShapeType="1"/>
                </p:cNvSpPr>
                <p:nvPr/>
              </p:nvSpPr>
              <p:spPr bwMode="auto">
                <a:xfrm>
                  <a:off x="3061" y="1143"/>
                  <a:ext cx="144" cy="132"/>
                </a:xfrm>
                <a:prstGeom prst="line">
                  <a:avLst/>
                </a:prstGeom>
                <a:noFill/>
                <a:ln w="28575">
                  <a:solidFill>
                    <a:schemeClr val="fo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5134" name="Line 145"/>
                <p:cNvSpPr>
                  <a:spLocks noChangeShapeType="1"/>
                </p:cNvSpPr>
                <p:nvPr/>
              </p:nvSpPr>
              <p:spPr bwMode="auto">
                <a:xfrm>
                  <a:off x="3050" y="1143"/>
                  <a:ext cx="37" cy="129"/>
                </a:xfrm>
                <a:prstGeom prst="line">
                  <a:avLst/>
                </a:prstGeom>
                <a:noFill/>
                <a:ln w="28575">
                  <a:solidFill>
                    <a:schemeClr val="fo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5135" name="Line 146"/>
                <p:cNvSpPr>
                  <a:spLocks noChangeShapeType="1"/>
                </p:cNvSpPr>
                <p:nvPr/>
              </p:nvSpPr>
              <p:spPr bwMode="auto">
                <a:xfrm flipH="1">
                  <a:off x="2875" y="1143"/>
                  <a:ext cx="144" cy="132"/>
                </a:xfrm>
                <a:prstGeom prst="line">
                  <a:avLst/>
                </a:prstGeom>
                <a:noFill/>
                <a:ln w="28575">
                  <a:solidFill>
                    <a:schemeClr val="fo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5136" name="Line 147"/>
                <p:cNvSpPr>
                  <a:spLocks noChangeShapeType="1"/>
                </p:cNvSpPr>
                <p:nvPr/>
              </p:nvSpPr>
              <p:spPr bwMode="auto">
                <a:xfrm flipH="1">
                  <a:off x="2980" y="1143"/>
                  <a:ext cx="54" cy="126"/>
                </a:xfrm>
                <a:prstGeom prst="line">
                  <a:avLst/>
                </a:prstGeom>
                <a:noFill/>
                <a:ln w="28575">
                  <a:solidFill>
                    <a:schemeClr val="fo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grpSp>
          <p:sp>
            <p:nvSpPr>
              <p:cNvPr id="45129" name="AutoShape 148"/>
              <p:cNvSpPr>
                <a:spLocks noChangeArrowheads="1"/>
              </p:cNvSpPr>
              <p:nvPr/>
            </p:nvSpPr>
            <p:spPr bwMode="auto">
              <a:xfrm>
                <a:off x="4049" y="709"/>
                <a:ext cx="523" cy="304"/>
              </a:xfrm>
              <a:prstGeom prst="roundRect">
                <a:avLst>
                  <a:gd name="adj" fmla="val 34167"/>
                </a:avLst>
              </a:prstGeom>
              <a:solidFill>
                <a:srgbClr val="FF99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400" b="1">
                    <a:solidFill>
                      <a:srgbClr val="000099"/>
                    </a:solidFill>
                    <a:latin typeface="+mn-lt"/>
                    <a:ea typeface="+mn-ea"/>
                  </a:rPr>
                  <a:t>根</a:t>
                </a:r>
              </a:p>
            </p:txBody>
          </p:sp>
          <p:sp>
            <p:nvSpPr>
              <p:cNvPr id="45130" name="Line 149"/>
              <p:cNvSpPr>
                <a:spLocks noChangeShapeType="1"/>
              </p:cNvSpPr>
              <p:nvPr/>
            </p:nvSpPr>
            <p:spPr bwMode="auto">
              <a:xfrm>
                <a:off x="4375" y="1010"/>
                <a:ext cx="792" cy="213"/>
              </a:xfrm>
              <a:prstGeom prst="line">
                <a:avLst/>
              </a:prstGeom>
              <a:noFill/>
              <a:ln w="28575">
                <a:solidFill>
                  <a:schemeClr val="fo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5131" name="Line 150"/>
              <p:cNvSpPr>
                <a:spLocks noChangeShapeType="1"/>
              </p:cNvSpPr>
              <p:nvPr/>
            </p:nvSpPr>
            <p:spPr bwMode="auto">
              <a:xfrm flipV="1">
                <a:off x="3481" y="1010"/>
                <a:ext cx="779" cy="213"/>
              </a:xfrm>
              <a:prstGeom prst="line">
                <a:avLst/>
              </a:prstGeom>
              <a:noFill/>
              <a:ln w="28575">
                <a:solidFill>
                  <a:schemeClr val="fo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5132" name="Line 151"/>
              <p:cNvSpPr>
                <a:spLocks noChangeShapeType="1"/>
              </p:cNvSpPr>
              <p:nvPr/>
            </p:nvSpPr>
            <p:spPr bwMode="auto">
              <a:xfrm>
                <a:off x="4321" y="1010"/>
                <a:ext cx="0" cy="213"/>
              </a:xfrm>
              <a:prstGeom prst="line">
                <a:avLst/>
              </a:prstGeom>
              <a:noFill/>
              <a:ln w="28575">
                <a:solidFill>
                  <a:schemeClr val="fo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grpSp>
        <p:sp>
          <p:nvSpPr>
            <p:cNvPr id="45080" name="AutoShape 152"/>
            <p:cNvSpPr>
              <a:spLocks noChangeArrowheads="1"/>
            </p:cNvSpPr>
            <p:nvPr/>
          </p:nvSpPr>
          <p:spPr bwMode="auto">
            <a:xfrm>
              <a:off x="2211949" y="2789065"/>
              <a:ext cx="899452" cy="481013"/>
            </a:xfrm>
            <a:prstGeom prst="roundRect">
              <a:avLst>
                <a:gd name="adj" fmla="val 34167"/>
              </a:avLst>
            </a:prstGeom>
            <a:solidFill>
              <a:srgbClr val="CCEC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400" b="1">
                  <a:solidFill>
                    <a:srgbClr val="000099"/>
                  </a:solidFill>
                  <a:latin typeface="+mn-lt"/>
                  <a:ea typeface="+mn-ea"/>
                </a:rPr>
                <a:t>com</a:t>
              </a:r>
            </a:p>
          </p:txBody>
        </p:sp>
        <p:sp>
          <p:nvSpPr>
            <p:cNvPr id="45081" name="AutoShape 153"/>
            <p:cNvSpPr>
              <a:spLocks noChangeArrowheads="1"/>
            </p:cNvSpPr>
            <p:nvPr/>
          </p:nvSpPr>
          <p:spPr bwMode="auto">
            <a:xfrm>
              <a:off x="3668614" y="2777952"/>
              <a:ext cx="897731" cy="482600"/>
            </a:xfrm>
            <a:prstGeom prst="roundRect">
              <a:avLst>
                <a:gd name="adj" fmla="val 34167"/>
              </a:avLst>
            </a:prstGeom>
            <a:solidFill>
              <a:srgbClr val="FF990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400" b="1">
                  <a:solidFill>
                    <a:srgbClr val="000099"/>
                  </a:solidFill>
                  <a:latin typeface="+mn-lt"/>
                  <a:ea typeface="+mn-ea"/>
                </a:rPr>
                <a:t>edu</a:t>
              </a:r>
            </a:p>
          </p:txBody>
        </p:sp>
        <p:sp>
          <p:nvSpPr>
            <p:cNvPr id="45082" name="AutoShape 154"/>
            <p:cNvSpPr>
              <a:spLocks noChangeArrowheads="1"/>
            </p:cNvSpPr>
            <p:nvPr/>
          </p:nvSpPr>
          <p:spPr bwMode="auto">
            <a:xfrm>
              <a:off x="762165" y="2777952"/>
              <a:ext cx="899451" cy="482600"/>
            </a:xfrm>
            <a:prstGeom prst="roundRect">
              <a:avLst>
                <a:gd name="adj" fmla="val 34167"/>
              </a:avLst>
            </a:prstGeom>
            <a:solidFill>
              <a:srgbClr val="FFFF99"/>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400" b="1">
                  <a:solidFill>
                    <a:srgbClr val="000099"/>
                  </a:solidFill>
                  <a:latin typeface="+mn-lt"/>
                  <a:ea typeface="+mn-ea"/>
                </a:rPr>
                <a:t>org</a:t>
              </a:r>
            </a:p>
          </p:txBody>
        </p:sp>
        <p:grpSp>
          <p:nvGrpSpPr>
            <p:cNvPr id="45083" name="Group 155"/>
            <p:cNvGrpSpPr/>
            <p:nvPr/>
          </p:nvGrpSpPr>
          <p:grpSpPr bwMode="auto">
            <a:xfrm>
              <a:off x="3897344" y="3262140"/>
              <a:ext cx="440267" cy="155575"/>
              <a:chOff x="2875" y="1143"/>
              <a:chExt cx="330" cy="132"/>
            </a:xfrm>
          </p:grpSpPr>
          <p:sp>
            <p:nvSpPr>
              <p:cNvPr id="45096" name="Line 156"/>
              <p:cNvSpPr>
                <a:spLocks noChangeShapeType="1"/>
              </p:cNvSpPr>
              <p:nvPr/>
            </p:nvSpPr>
            <p:spPr bwMode="auto">
              <a:xfrm>
                <a:off x="3061" y="1143"/>
                <a:ext cx="144" cy="132"/>
              </a:xfrm>
              <a:prstGeom prst="line">
                <a:avLst/>
              </a:prstGeom>
              <a:noFill/>
              <a:ln w="28575">
                <a:solidFill>
                  <a:schemeClr val="fo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5097" name="Line 157"/>
              <p:cNvSpPr>
                <a:spLocks noChangeShapeType="1"/>
              </p:cNvSpPr>
              <p:nvPr/>
            </p:nvSpPr>
            <p:spPr bwMode="auto">
              <a:xfrm>
                <a:off x="3050" y="1143"/>
                <a:ext cx="37" cy="129"/>
              </a:xfrm>
              <a:prstGeom prst="line">
                <a:avLst/>
              </a:prstGeom>
              <a:noFill/>
              <a:ln w="28575">
                <a:solidFill>
                  <a:schemeClr val="fo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5098" name="Line 158"/>
              <p:cNvSpPr>
                <a:spLocks noChangeShapeType="1"/>
              </p:cNvSpPr>
              <p:nvPr/>
            </p:nvSpPr>
            <p:spPr bwMode="auto">
              <a:xfrm flipH="1">
                <a:off x="2875" y="1143"/>
                <a:ext cx="144" cy="132"/>
              </a:xfrm>
              <a:prstGeom prst="line">
                <a:avLst/>
              </a:prstGeom>
              <a:noFill/>
              <a:ln w="28575">
                <a:solidFill>
                  <a:schemeClr val="fo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5099" name="Line 159"/>
              <p:cNvSpPr>
                <a:spLocks noChangeShapeType="1"/>
              </p:cNvSpPr>
              <p:nvPr/>
            </p:nvSpPr>
            <p:spPr bwMode="auto">
              <a:xfrm flipH="1">
                <a:off x="2980" y="1143"/>
                <a:ext cx="54" cy="126"/>
              </a:xfrm>
              <a:prstGeom prst="line">
                <a:avLst/>
              </a:prstGeom>
              <a:noFill/>
              <a:ln w="28575">
                <a:solidFill>
                  <a:schemeClr val="fo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grpSp>
        <p:grpSp>
          <p:nvGrpSpPr>
            <p:cNvPr id="45084" name="Group 160"/>
            <p:cNvGrpSpPr/>
            <p:nvPr/>
          </p:nvGrpSpPr>
          <p:grpSpPr bwMode="auto">
            <a:xfrm>
              <a:off x="992617" y="3262140"/>
              <a:ext cx="440267" cy="155575"/>
              <a:chOff x="2875" y="1143"/>
              <a:chExt cx="330" cy="132"/>
            </a:xfrm>
          </p:grpSpPr>
          <p:sp>
            <p:nvSpPr>
              <p:cNvPr id="45092" name="Line 161"/>
              <p:cNvSpPr>
                <a:spLocks noChangeShapeType="1"/>
              </p:cNvSpPr>
              <p:nvPr/>
            </p:nvSpPr>
            <p:spPr bwMode="auto">
              <a:xfrm>
                <a:off x="3061" y="1143"/>
                <a:ext cx="144" cy="132"/>
              </a:xfrm>
              <a:prstGeom prst="line">
                <a:avLst/>
              </a:prstGeom>
              <a:noFill/>
              <a:ln w="28575">
                <a:solidFill>
                  <a:schemeClr val="fo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5093" name="Line 162"/>
              <p:cNvSpPr>
                <a:spLocks noChangeShapeType="1"/>
              </p:cNvSpPr>
              <p:nvPr/>
            </p:nvSpPr>
            <p:spPr bwMode="auto">
              <a:xfrm>
                <a:off x="3050" y="1143"/>
                <a:ext cx="37" cy="129"/>
              </a:xfrm>
              <a:prstGeom prst="line">
                <a:avLst/>
              </a:prstGeom>
              <a:noFill/>
              <a:ln w="28575">
                <a:solidFill>
                  <a:schemeClr val="fo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5094" name="Line 163"/>
              <p:cNvSpPr>
                <a:spLocks noChangeShapeType="1"/>
              </p:cNvSpPr>
              <p:nvPr/>
            </p:nvSpPr>
            <p:spPr bwMode="auto">
              <a:xfrm flipH="1">
                <a:off x="2875" y="1143"/>
                <a:ext cx="144" cy="132"/>
              </a:xfrm>
              <a:prstGeom prst="line">
                <a:avLst/>
              </a:prstGeom>
              <a:noFill/>
              <a:ln w="28575">
                <a:solidFill>
                  <a:schemeClr val="fo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5095" name="Line 164"/>
              <p:cNvSpPr>
                <a:spLocks noChangeShapeType="1"/>
              </p:cNvSpPr>
              <p:nvPr/>
            </p:nvSpPr>
            <p:spPr bwMode="auto">
              <a:xfrm flipH="1">
                <a:off x="2980" y="1143"/>
                <a:ext cx="54" cy="126"/>
              </a:xfrm>
              <a:prstGeom prst="line">
                <a:avLst/>
              </a:prstGeom>
              <a:noFill/>
              <a:ln w="28575">
                <a:solidFill>
                  <a:schemeClr val="fo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grpSp>
        <p:sp>
          <p:nvSpPr>
            <p:cNvPr id="45085" name="AutoShape 165"/>
            <p:cNvSpPr>
              <a:spLocks noChangeArrowheads="1"/>
            </p:cNvSpPr>
            <p:nvPr/>
          </p:nvSpPr>
          <p:spPr bwMode="auto">
            <a:xfrm>
              <a:off x="2189593" y="1958802"/>
              <a:ext cx="897731" cy="482600"/>
            </a:xfrm>
            <a:prstGeom prst="roundRect">
              <a:avLst>
                <a:gd name="adj" fmla="val 34167"/>
              </a:avLst>
            </a:prstGeom>
            <a:solidFill>
              <a:srgbClr val="FF99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400" b="1">
                  <a:solidFill>
                    <a:srgbClr val="000099"/>
                  </a:solidFill>
                  <a:latin typeface="+mn-lt"/>
                  <a:ea typeface="+mn-ea"/>
                </a:rPr>
                <a:t>根</a:t>
              </a:r>
            </a:p>
          </p:txBody>
        </p:sp>
        <p:sp>
          <p:nvSpPr>
            <p:cNvPr id="45086" name="Line 166"/>
            <p:cNvSpPr>
              <a:spLocks noChangeShapeType="1"/>
            </p:cNvSpPr>
            <p:nvPr/>
          </p:nvSpPr>
          <p:spPr bwMode="auto">
            <a:xfrm>
              <a:off x="2750244" y="2436639"/>
              <a:ext cx="1362075" cy="338138"/>
            </a:xfrm>
            <a:prstGeom prst="line">
              <a:avLst/>
            </a:prstGeom>
            <a:noFill/>
            <a:ln w="28575">
              <a:solidFill>
                <a:schemeClr val="fo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5087" name="Line 167"/>
            <p:cNvSpPr>
              <a:spLocks noChangeShapeType="1"/>
            </p:cNvSpPr>
            <p:nvPr/>
          </p:nvSpPr>
          <p:spPr bwMode="auto">
            <a:xfrm flipV="1">
              <a:off x="1212750" y="2436639"/>
              <a:ext cx="1339717" cy="338138"/>
            </a:xfrm>
            <a:prstGeom prst="line">
              <a:avLst/>
            </a:prstGeom>
            <a:noFill/>
            <a:ln w="28575">
              <a:solidFill>
                <a:schemeClr val="fo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5088" name="Line 168"/>
            <p:cNvSpPr>
              <a:spLocks noChangeShapeType="1"/>
            </p:cNvSpPr>
            <p:nvPr/>
          </p:nvSpPr>
          <p:spPr bwMode="auto">
            <a:xfrm>
              <a:off x="2657375" y="2436639"/>
              <a:ext cx="0" cy="338138"/>
            </a:xfrm>
            <a:prstGeom prst="line">
              <a:avLst/>
            </a:prstGeom>
            <a:noFill/>
            <a:ln w="28575">
              <a:solidFill>
                <a:schemeClr val="fo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grpSp>
          <p:nvGrpSpPr>
            <p:cNvPr id="45089" name="Group 169"/>
            <p:cNvGrpSpPr/>
            <p:nvPr/>
          </p:nvGrpSpPr>
          <p:grpSpPr bwMode="auto">
            <a:xfrm>
              <a:off x="2435522" y="3262140"/>
              <a:ext cx="440267" cy="155575"/>
              <a:chOff x="1519" y="813"/>
              <a:chExt cx="227" cy="77"/>
            </a:xfrm>
          </p:grpSpPr>
          <p:sp>
            <p:nvSpPr>
              <p:cNvPr id="45090" name="Line 170"/>
              <p:cNvSpPr>
                <a:spLocks noChangeShapeType="1"/>
              </p:cNvSpPr>
              <p:nvPr/>
            </p:nvSpPr>
            <p:spPr bwMode="auto">
              <a:xfrm>
                <a:off x="1647" y="813"/>
                <a:ext cx="99" cy="77"/>
              </a:xfrm>
              <a:prstGeom prst="line">
                <a:avLst/>
              </a:prstGeom>
              <a:noFill/>
              <a:ln w="28575">
                <a:solidFill>
                  <a:schemeClr val="fo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5091" name="Line 171"/>
              <p:cNvSpPr>
                <a:spLocks noChangeShapeType="1"/>
              </p:cNvSpPr>
              <p:nvPr/>
            </p:nvSpPr>
            <p:spPr bwMode="auto">
              <a:xfrm flipH="1">
                <a:off x="1519" y="813"/>
                <a:ext cx="99" cy="77"/>
              </a:xfrm>
              <a:prstGeom prst="line">
                <a:avLst/>
              </a:prstGeom>
              <a:noFill/>
              <a:ln w="28575">
                <a:solidFill>
                  <a:schemeClr val="fo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grpSp>
      </p:gr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AutoShape 31"/>
          <p:cNvSpPr>
            <a:spLocks noChangeArrowheads="1"/>
          </p:cNvSpPr>
          <p:nvPr/>
        </p:nvSpPr>
        <p:spPr bwMode="auto">
          <a:xfrm>
            <a:off x="4154498" y="3455442"/>
            <a:ext cx="2858294" cy="2084388"/>
          </a:xfrm>
          <a:prstGeom prst="roundRect">
            <a:avLst>
              <a:gd name="adj" fmla="val 16667"/>
            </a:avLst>
          </a:prstGeom>
          <a:solidFill>
            <a:srgbClr val="33CCFF"/>
          </a:solidFill>
          <a:ln w="9525">
            <a:solidFill>
              <a:schemeClr val="tx1"/>
            </a:solidFill>
            <a:prstDash val="dash"/>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solidFill>
                <a:srgbClr val="000099"/>
              </a:solidFill>
              <a:latin typeface="+mn-lt"/>
              <a:ea typeface="+mn-ea"/>
            </a:endParaRPr>
          </a:p>
        </p:txBody>
      </p:sp>
      <p:sp>
        <p:nvSpPr>
          <p:cNvPr id="1068036" name="Rectangle 4"/>
          <p:cNvSpPr>
            <a:spLocks noGrp="1" noChangeArrowheads="1"/>
          </p:cNvSpPr>
          <p:nvPr>
            <p:ph type="title"/>
          </p:nvPr>
        </p:nvSpPr>
        <p:spPr/>
        <p:txBody>
          <a:bodyPr/>
          <a:lstStyle/>
          <a:p>
            <a:pPr algn="ctr" eaLnBrk="1" hangingPunct="1">
              <a:defRPr/>
            </a:pPr>
            <a:r>
              <a:rPr dirty="0"/>
              <a:t>树状结构的 </a:t>
            </a:r>
            <a:r>
              <a:rPr lang="en-US" altLang="zh-CN" dirty="0"/>
              <a:t>DNS </a:t>
            </a:r>
            <a:r>
              <a:rPr dirty="0"/>
              <a:t>域名服务器 </a:t>
            </a:r>
          </a:p>
        </p:txBody>
      </p:sp>
      <p:grpSp>
        <p:nvGrpSpPr>
          <p:cNvPr id="46084" name="Group 5"/>
          <p:cNvGrpSpPr/>
          <p:nvPr/>
        </p:nvGrpSpPr>
        <p:grpSpPr bwMode="auto">
          <a:xfrm>
            <a:off x="3540531" y="2160043"/>
            <a:ext cx="4677833" cy="392113"/>
            <a:chOff x="2294" y="572"/>
            <a:chExt cx="2450" cy="318"/>
          </a:xfrm>
        </p:grpSpPr>
        <p:sp>
          <p:nvSpPr>
            <p:cNvPr id="46117" name="Line 6"/>
            <p:cNvSpPr>
              <a:spLocks noChangeShapeType="1"/>
            </p:cNvSpPr>
            <p:nvPr/>
          </p:nvSpPr>
          <p:spPr bwMode="auto">
            <a:xfrm flipV="1">
              <a:off x="2294" y="572"/>
              <a:ext cx="1089" cy="318"/>
            </a:xfrm>
            <a:prstGeom prst="line">
              <a:avLst/>
            </a:prstGeom>
            <a:noFill/>
            <a:ln w="28575">
              <a:solidFill>
                <a:schemeClr val="fo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6118" name="Line 7"/>
            <p:cNvSpPr>
              <a:spLocks noChangeShapeType="1"/>
            </p:cNvSpPr>
            <p:nvPr/>
          </p:nvSpPr>
          <p:spPr bwMode="auto">
            <a:xfrm>
              <a:off x="3474" y="572"/>
              <a:ext cx="0" cy="318"/>
            </a:xfrm>
            <a:prstGeom prst="line">
              <a:avLst/>
            </a:prstGeom>
            <a:noFill/>
            <a:ln w="28575">
              <a:solidFill>
                <a:schemeClr val="fo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6119" name="Line 8"/>
            <p:cNvSpPr>
              <a:spLocks noChangeShapeType="1"/>
            </p:cNvSpPr>
            <p:nvPr/>
          </p:nvSpPr>
          <p:spPr bwMode="auto">
            <a:xfrm flipH="1" flipV="1">
              <a:off x="3565" y="572"/>
              <a:ext cx="1179" cy="318"/>
            </a:xfrm>
            <a:prstGeom prst="line">
              <a:avLst/>
            </a:prstGeom>
            <a:noFill/>
            <a:ln w="28575">
              <a:solidFill>
                <a:schemeClr val="fo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grpSp>
      <p:sp>
        <p:nvSpPr>
          <p:cNvPr id="46085" name="Rectangle 9"/>
          <p:cNvSpPr>
            <a:spLocks noChangeArrowheads="1"/>
          </p:cNvSpPr>
          <p:nvPr/>
        </p:nvSpPr>
        <p:spPr bwMode="auto">
          <a:xfrm>
            <a:off x="4847573" y="1639342"/>
            <a:ext cx="1905529" cy="496888"/>
          </a:xfrm>
          <a:prstGeom prst="rect">
            <a:avLst/>
          </a:prstGeom>
          <a:solidFill>
            <a:srgbClr val="FF99FF"/>
          </a:solidFill>
          <a:ln>
            <a:noFill/>
          </a:ln>
          <a:effectLst>
            <a:outerShdw dist="35921"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pPr algn="ctr" eaLnBrk="1" hangingPunct="1"/>
            <a:r>
              <a:rPr kumimoji="1" lang="zh-CN" altLang="en-US" sz="2000" b="1">
                <a:solidFill>
                  <a:srgbClr val="000099"/>
                </a:solidFill>
                <a:latin typeface="+mn-lt"/>
                <a:ea typeface="+mn-ea"/>
              </a:rPr>
              <a:t>根域名服务器</a:t>
            </a:r>
          </a:p>
        </p:txBody>
      </p:sp>
      <p:sp>
        <p:nvSpPr>
          <p:cNvPr id="46086" name="Rectangle 10"/>
          <p:cNvSpPr>
            <a:spLocks noChangeArrowheads="1"/>
          </p:cNvSpPr>
          <p:nvPr/>
        </p:nvSpPr>
        <p:spPr bwMode="auto">
          <a:xfrm>
            <a:off x="2508656" y="2552156"/>
            <a:ext cx="1905529" cy="496887"/>
          </a:xfrm>
          <a:prstGeom prst="rect">
            <a:avLst/>
          </a:prstGeom>
          <a:solidFill>
            <a:srgbClr val="CCFF99"/>
          </a:solidFill>
          <a:ln>
            <a:noFill/>
          </a:ln>
          <a:effectLst>
            <a:outerShdw dist="35921"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pPr algn="ctr" eaLnBrk="1" hangingPunct="1"/>
            <a:r>
              <a:rPr kumimoji="1" lang="en-US" altLang="zh-CN" sz="2000" b="1">
                <a:solidFill>
                  <a:srgbClr val="000099"/>
                </a:solidFill>
                <a:latin typeface="+mn-lt"/>
                <a:ea typeface="+mn-ea"/>
              </a:rPr>
              <a:t>org </a:t>
            </a:r>
            <a:r>
              <a:rPr kumimoji="1" lang="zh-CN" altLang="en-US" sz="2000" b="1">
                <a:solidFill>
                  <a:srgbClr val="000099"/>
                </a:solidFill>
                <a:latin typeface="+mn-lt"/>
                <a:ea typeface="+mn-ea"/>
              </a:rPr>
              <a:t>域名服务器</a:t>
            </a:r>
          </a:p>
        </p:txBody>
      </p:sp>
      <p:sp>
        <p:nvSpPr>
          <p:cNvPr id="46087" name="Rectangle 11"/>
          <p:cNvSpPr>
            <a:spLocks noChangeArrowheads="1"/>
          </p:cNvSpPr>
          <p:nvPr/>
        </p:nvSpPr>
        <p:spPr bwMode="auto">
          <a:xfrm>
            <a:off x="4847573" y="2552156"/>
            <a:ext cx="1905529" cy="496887"/>
          </a:xfrm>
          <a:prstGeom prst="rect">
            <a:avLst/>
          </a:prstGeom>
          <a:solidFill>
            <a:srgbClr val="CCECFF"/>
          </a:solidFill>
          <a:ln>
            <a:noFill/>
          </a:ln>
          <a:effectLst>
            <a:outerShdw dist="35921"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pPr algn="ctr" eaLnBrk="1" hangingPunct="1"/>
            <a:r>
              <a:rPr kumimoji="1" lang="en-US" altLang="zh-CN" sz="2000" b="1">
                <a:solidFill>
                  <a:srgbClr val="000099"/>
                </a:solidFill>
                <a:latin typeface="+mn-lt"/>
                <a:ea typeface="+mn-ea"/>
              </a:rPr>
              <a:t>com </a:t>
            </a:r>
            <a:r>
              <a:rPr kumimoji="1" lang="zh-CN" altLang="en-US" sz="2000" b="1">
                <a:solidFill>
                  <a:srgbClr val="000099"/>
                </a:solidFill>
                <a:latin typeface="+mn-lt"/>
                <a:ea typeface="+mn-ea"/>
              </a:rPr>
              <a:t>域名服务器</a:t>
            </a:r>
          </a:p>
        </p:txBody>
      </p:sp>
      <p:sp>
        <p:nvSpPr>
          <p:cNvPr id="46088" name="Rectangle 12"/>
          <p:cNvSpPr>
            <a:spLocks noChangeArrowheads="1"/>
          </p:cNvSpPr>
          <p:nvPr/>
        </p:nvSpPr>
        <p:spPr bwMode="auto">
          <a:xfrm>
            <a:off x="7188210" y="2552156"/>
            <a:ext cx="1905529" cy="496887"/>
          </a:xfrm>
          <a:prstGeom prst="rect">
            <a:avLst/>
          </a:prstGeom>
          <a:solidFill>
            <a:srgbClr val="CCCC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mn-lt"/>
                <a:ea typeface="+mn-ea"/>
              </a:rPr>
              <a:t>edu </a:t>
            </a:r>
            <a:r>
              <a:rPr kumimoji="1" lang="zh-CN" altLang="en-US" sz="2000" b="1">
                <a:solidFill>
                  <a:srgbClr val="000099"/>
                </a:solidFill>
                <a:latin typeface="+mn-lt"/>
                <a:ea typeface="+mn-ea"/>
              </a:rPr>
              <a:t>域名服务器</a:t>
            </a:r>
          </a:p>
        </p:txBody>
      </p:sp>
      <p:grpSp>
        <p:nvGrpSpPr>
          <p:cNvPr id="46089" name="Group 13"/>
          <p:cNvGrpSpPr/>
          <p:nvPr/>
        </p:nvGrpSpPr>
        <p:grpSpPr bwMode="auto">
          <a:xfrm>
            <a:off x="7704147" y="3049042"/>
            <a:ext cx="866775" cy="249238"/>
            <a:chOff x="2875" y="1143"/>
            <a:chExt cx="330" cy="132"/>
          </a:xfrm>
        </p:grpSpPr>
        <p:sp>
          <p:nvSpPr>
            <p:cNvPr id="46113" name="Line 14"/>
            <p:cNvSpPr>
              <a:spLocks noChangeShapeType="1"/>
            </p:cNvSpPr>
            <p:nvPr/>
          </p:nvSpPr>
          <p:spPr bwMode="auto">
            <a:xfrm>
              <a:off x="3061" y="1143"/>
              <a:ext cx="144" cy="132"/>
            </a:xfrm>
            <a:prstGeom prst="line">
              <a:avLst/>
            </a:prstGeom>
            <a:noFill/>
            <a:ln w="28575">
              <a:solidFill>
                <a:schemeClr val="fo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6114" name="Line 15"/>
            <p:cNvSpPr>
              <a:spLocks noChangeShapeType="1"/>
            </p:cNvSpPr>
            <p:nvPr/>
          </p:nvSpPr>
          <p:spPr bwMode="auto">
            <a:xfrm>
              <a:off x="3050" y="1143"/>
              <a:ext cx="37" cy="129"/>
            </a:xfrm>
            <a:prstGeom prst="line">
              <a:avLst/>
            </a:prstGeom>
            <a:noFill/>
            <a:ln w="28575">
              <a:solidFill>
                <a:schemeClr val="fo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6115" name="Line 16"/>
            <p:cNvSpPr>
              <a:spLocks noChangeShapeType="1"/>
            </p:cNvSpPr>
            <p:nvPr/>
          </p:nvSpPr>
          <p:spPr bwMode="auto">
            <a:xfrm flipH="1">
              <a:off x="2875" y="1143"/>
              <a:ext cx="144" cy="132"/>
            </a:xfrm>
            <a:prstGeom prst="line">
              <a:avLst/>
            </a:prstGeom>
            <a:noFill/>
            <a:ln w="28575">
              <a:solidFill>
                <a:schemeClr val="fo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6116" name="Line 17"/>
            <p:cNvSpPr>
              <a:spLocks noChangeShapeType="1"/>
            </p:cNvSpPr>
            <p:nvPr/>
          </p:nvSpPr>
          <p:spPr bwMode="auto">
            <a:xfrm flipH="1">
              <a:off x="2980" y="1143"/>
              <a:ext cx="54" cy="126"/>
            </a:xfrm>
            <a:prstGeom prst="line">
              <a:avLst/>
            </a:prstGeom>
            <a:noFill/>
            <a:ln w="28575">
              <a:solidFill>
                <a:schemeClr val="fo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grpSp>
      <p:sp>
        <p:nvSpPr>
          <p:cNvPr id="46090" name="Text Box 18"/>
          <p:cNvSpPr txBox="1">
            <a:spLocks noChangeArrowheads="1"/>
          </p:cNvSpPr>
          <p:nvPr/>
        </p:nvSpPr>
        <p:spPr bwMode="auto">
          <a:xfrm>
            <a:off x="9263998" y="2209256"/>
            <a:ext cx="748923"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4400" b="1">
                <a:solidFill>
                  <a:srgbClr val="000099"/>
                </a:solidFill>
                <a:latin typeface="+mn-lt"/>
                <a:ea typeface="+mn-ea"/>
              </a:rPr>
              <a:t>…</a:t>
            </a:r>
          </a:p>
        </p:txBody>
      </p:sp>
      <p:grpSp>
        <p:nvGrpSpPr>
          <p:cNvPr id="46091" name="Group 19"/>
          <p:cNvGrpSpPr/>
          <p:nvPr/>
        </p:nvGrpSpPr>
        <p:grpSpPr bwMode="auto">
          <a:xfrm>
            <a:off x="3028033" y="3049042"/>
            <a:ext cx="866775" cy="249238"/>
            <a:chOff x="2875" y="1143"/>
            <a:chExt cx="330" cy="132"/>
          </a:xfrm>
        </p:grpSpPr>
        <p:sp>
          <p:nvSpPr>
            <p:cNvPr id="46109" name="Line 20"/>
            <p:cNvSpPr>
              <a:spLocks noChangeShapeType="1"/>
            </p:cNvSpPr>
            <p:nvPr/>
          </p:nvSpPr>
          <p:spPr bwMode="auto">
            <a:xfrm>
              <a:off x="3061" y="1143"/>
              <a:ext cx="144" cy="132"/>
            </a:xfrm>
            <a:prstGeom prst="line">
              <a:avLst/>
            </a:prstGeom>
            <a:noFill/>
            <a:ln w="28575">
              <a:solidFill>
                <a:schemeClr val="fo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6110" name="Line 21"/>
            <p:cNvSpPr>
              <a:spLocks noChangeShapeType="1"/>
            </p:cNvSpPr>
            <p:nvPr/>
          </p:nvSpPr>
          <p:spPr bwMode="auto">
            <a:xfrm>
              <a:off x="3050" y="1143"/>
              <a:ext cx="37" cy="129"/>
            </a:xfrm>
            <a:prstGeom prst="line">
              <a:avLst/>
            </a:prstGeom>
            <a:noFill/>
            <a:ln w="28575">
              <a:solidFill>
                <a:schemeClr val="fo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6111" name="Line 22"/>
            <p:cNvSpPr>
              <a:spLocks noChangeShapeType="1"/>
            </p:cNvSpPr>
            <p:nvPr/>
          </p:nvSpPr>
          <p:spPr bwMode="auto">
            <a:xfrm flipH="1">
              <a:off x="2875" y="1143"/>
              <a:ext cx="144" cy="132"/>
            </a:xfrm>
            <a:prstGeom prst="line">
              <a:avLst/>
            </a:prstGeom>
            <a:noFill/>
            <a:ln w="28575">
              <a:solidFill>
                <a:schemeClr val="fo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6112" name="Line 23"/>
            <p:cNvSpPr>
              <a:spLocks noChangeShapeType="1"/>
            </p:cNvSpPr>
            <p:nvPr/>
          </p:nvSpPr>
          <p:spPr bwMode="auto">
            <a:xfrm flipH="1">
              <a:off x="2980" y="1143"/>
              <a:ext cx="54" cy="126"/>
            </a:xfrm>
            <a:prstGeom prst="line">
              <a:avLst/>
            </a:prstGeom>
            <a:noFill/>
            <a:ln w="28575">
              <a:solidFill>
                <a:schemeClr val="fo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grpSp>
      <p:sp>
        <p:nvSpPr>
          <p:cNvPr id="46092" name="Line 24"/>
          <p:cNvSpPr>
            <a:spLocks noChangeShapeType="1"/>
          </p:cNvSpPr>
          <p:nvPr/>
        </p:nvSpPr>
        <p:spPr bwMode="auto">
          <a:xfrm>
            <a:off x="5943081" y="3049042"/>
            <a:ext cx="376634" cy="249238"/>
          </a:xfrm>
          <a:prstGeom prst="line">
            <a:avLst/>
          </a:prstGeom>
          <a:noFill/>
          <a:ln w="28575">
            <a:solidFill>
              <a:schemeClr val="fo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6093" name="Line 25"/>
          <p:cNvSpPr>
            <a:spLocks noChangeShapeType="1"/>
          </p:cNvSpPr>
          <p:nvPr/>
        </p:nvSpPr>
        <p:spPr bwMode="auto">
          <a:xfrm>
            <a:off x="5913843" y="3049043"/>
            <a:ext cx="98029" cy="244475"/>
          </a:xfrm>
          <a:prstGeom prst="line">
            <a:avLst/>
          </a:prstGeom>
          <a:noFill/>
          <a:ln w="28575">
            <a:solidFill>
              <a:schemeClr val="fo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6094" name="Line 26"/>
          <p:cNvSpPr>
            <a:spLocks noChangeShapeType="1"/>
          </p:cNvSpPr>
          <p:nvPr/>
        </p:nvSpPr>
        <p:spPr bwMode="auto">
          <a:xfrm flipH="1">
            <a:off x="5452940" y="3049042"/>
            <a:ext cx="378354" cy="249238"/>
          </a:xfrm>
          <a:prstGeom prst="line">
            <a:avLst/>
          </a:prstGeom>
          <a:noFill/>
          <a:ln w="28575">
            <a:solidFill>
              <a:schemeClr val="fo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6095" name="Line 27"/>
          <p:cNvSpPr>
            <a:spLocks noChangeShapeType="1"/>
          </p:cNvSpPr>
          <p:nvPr/>
        </p:nvSpPr>
        <p:spPr bwMode="auto">
          <a:xfrm flipH="1">
            <a:off x="5590523" y="3049042"/>
            <a:ext cx="282046" cy="668338"/>
          </a:xfrm>
          <a:prstGeom prst="line">
            <a:avLst/>
          </a:prstGeom>
          <a:noFill/>
          <a:ln w="28575">
            <a:solidFill>
              <a:schemeClr val="fo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6096" name="Rectangle 29"/>
          <p:cNvSpPr>
            <a:spLocks noChangeArrowheads="1"/>
          </p:cNvSpPr>
          <p:nvPr/>
        </p:nvSpPr>
        <p:spPr bwMode="auto">
          <a:xfrm>
            <a:off x="4587886" y="4711156"/>
            <a:ext cx="1907248" cy="579437"/>
          </a:xfrm>
          <a:prstGeom prst="rect">
            <a:avLst/>
          </a:prstGeom>
          <a:solidFill>
            <a:srgbClr val="FFFF99"/>
          </a:solidFill>
          <a:ln>
            <a:noFill/>
          </a:ln>
          <a:effectLst>
            <a:outerShdw dist="35921"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pPr algn="ctr" eaLnBrk="1" hangingPunct="1"/>
            <a:r>
              <a:rPr lang="en-US" altLang="zh-CN" sz="2000" b="1">
                <a:solidFill>
                  <a:srgbClr val="000099"/>
                </a:solidFill>
                <a:latin typeface="+mn-lt"/>
                <a:ea typeface="+mn-ea"/>
              </a:rPr>
              <a:t>y.abc.com</a:t>
            </a:r>
          </a:p>
          <a:p>
            <a:pPr algn="ctr" eaLnBrk="1" hangingPunct="1"/>
            <a:r>
              <a:rPr lang="zh-CN" altLang="en-US" sz="2000" b="1">
                <a:solidFill>
                  <a:srgbClr val="000099"/>
                </a:solidFill>
                <a:latin typeface="+mn-lt"/>
                <a:ea typeface="+mn-ea"/>
              </a:rPr>
              <a:t>域名服务器</a:t>
            </a:r>
          </a:p>
        </p:txBody>
      </p:sp>
      <p:sp>
        <p:nvSpPr>
          <p:cNvPr id="46097" name="Line 30"/>
          <p:cNvSpPr>
            <a:spLocks noChangeShapeType="1"/>
          </p:cNvSpPr>
          <p:nvPr/>
        </p:nvSpPr>
        <p:spPr bwMode="auto">
          <a:xfrm>
            <a:off x="5538929" y="4211093"/>
            <a:ext cx="0" cy="498475"/>
          </a:xfrm>
          <a:prstGeom prst="line">
            <a:avLst/>
          </a:prstGeom>
          <a:noFill/>
          <a:ln w="28575">
            <a:solidFill>
              <a:schemeClr val="fo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6098" name="Line 32"/>
          <p:cNvSpPr>
            <a:spLocks noChangeShapeType="1"/>
          </p:cNvSpPr>
          <p:nvPr/>
        </p:nvSpPr>
        <p:spPr bwMode="auto">
          <a:xfrm flipH="1" flipV="1">
            <a:off x="6557046" y="3918993"/>
            <a:ext cx="1394752" cy="180975"/>
          </a:xfrm>
          <a:prstGeom prst="line">
            <a:avLst/>
          </a:prstGeom>
          <a:noFill/>
          <a:ln w="28575">
            <a:solidFill>
              <a:schemeClr val="folHlink"/>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6099" name="Text Box 33"/>
          <p:cNvSpPr txBox="1">
            <a:spLocks noChangeArrowheads="1"/>
          </p:cNvSpPr>
          <p:nvPr/>
        </p:nvSpPr>
        <p:spPr bwMode="auto">
          <a:xfrm>
            <a:off x="7955371" y="3655514"/>
            <a:ext cx="1991251"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algn="ctr" eaLnBrk="1" hangingPunct="1"/>
            <a:r>
              <a:rPr lang="en-US" altLang="zh-CN" sz="2000" b="1" dirty="0" err="1">
                <a:solidFill>
                  <a:srgbClr val="000099"/>
                </a:solidFill>
                <a:latin typeface="+mn-lt"/>
                <a:ea typeface="+mn-ea"/>
              </a:rPr>
              <a:t>abc</a:t>
            </a:r>
            <a:r>
              <a:rPr lang="en-US" altLang="zh-CN" sz="2000" b="1" dirty="0">
                <a:solidFill>
                  <a:srgbClr val="000099"/>
                </a:solidFill>
                <a:latin typeface="+mn-lt"/>
                <a:ea typeface="+mn-ea"/>
              </a:rPr>
              <a:t> </a:t>
            </a:r>
            <a:r>
              <a:rPr lang="zh-CN" altLang="en-US" sz="2000" b="1" dirty="0">
                <a:solidFill>
                  <a:srgbClr val="000099"/>
                </a:solidFill>
                <a:latin typeface="+mn-lt"/>
                <a:ea typeface="+mn-ea"/>
              </a:rPr>
              <a:t>公司划分了</a:t>
            </a:r>
            <a:endParaRPr lang="en-US" altLang="zh-CN" sz="2000" b="1" dirty="0">
              <a:solidFill>
                <a:srgbClr val="000099"/>
              </a:solidFill>
              <a:latin typeface="+mn-lt"/>
              <a:ea typeface="+mn-ea"/>
            </a:endParaRPr>
          </a:p>
          <a:p>
            <a:pPr algn="ctr" eaLnBrk="1" hangingPunct="1"/>
            <a:r>
              <a:rPr lang="zh-CN" altLang="en-US" sz="2000" b="1" dirty="0">
                <a:solidFill>
                  <a:srgbClr val="FF0000"/>
                </a:solidFill>
                <a:latin typeface="+mn-lt"/>
                <a:ea typeface="+mn-ea"/>
              </a:rPr>
              <a:t>两个区</a:t>
            </a:r>
            <a:r>
              <a:rPr lang="zh-CN" altLang="en-US" sz="2000" b="1" dirty="0">
                <a:solidFill>
                  <a:srgbClr val="000099"/>
                </a:solidFill>
                <a:latin typeface="+mn-lt"/>
                <a:ea typeface="+mn-ea"/>
              </a:rPr>
              <a:t>有两个</a:t>
            </a:r>
          </a:p>
          <a:p>
            <a:pPr algn="ctr" eaLnBrk="1" hangingPunct="1"/>
            <a:r>
              <a:rPr lang="zh-CN" altLang="en-US" sz="2000" b="1" dirty="0">
                <a:solidFill>
                  <a:srgbClr val="FF0000"/>
                </a:solidFill>
                <a:latin typeface="+mn-lt"/>
                <a:ea typeface="+mn-ea"/>
              </a:rPr>
              <a:t>权限域名服务器</a:t>
            </a:r>
          </a:p>
        </p:txBody>
      </p:sp>
      <p:grpSp>
        <p:nvGrpSpPr>
          <p:cNvPr id="46100" name="Group 34"/>
          <p:cNvGrpSpPr/>
          <p:nvPr/>
        </p:nvGrpSpPr>
        <p:grpSpPr bwMode="auto">
          <a:xfrm>
            <a:off x="128464" y="2385468"/>
            <a:ext cx="9873325" cy="830263"/>
            <a:chOff x="158" y="799"/>
            <a:chExt cx="5444" cy="454"/>
          </a:xfrm>
        </p:grpSpPr>
        <p:sp>
          <p:nvSpPr>
            <p:cNvPr id="46107" name="Line 35"/>
            <p:cNvSpPr>
              <a:spLocks noChangeShapeType="1"/>
            </p:cNvSpPr>
            <p:nvPr/>
          </p:nvSpPr>
          <p:spPr bwMode="auto">
            <a:xfrm>
              <a:off x="158" y="799"/>
              <a:ext cx="5444" cy="0"/>
            </a:xfrm>
            <a:prstGeom prst="line">
              <a:avLst/>
            </a:prstGeom>
            <a:noFill/>
            <a:ln w="9525">
              <a:solidFill>
                <a:schemeClr val="folHlink"/>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6108" name="Line 36"/>
            <p:cNvSpPr>
              <a:spLocks noChangeShapeType="1"/>
            </p:cNvSpPr>
            <p:nvPr/>
          </p:nvSpPr>
          <p:spPr bwMode="auto">
            <a:xfrm>
              <a:off x="158" y="1253"/>
              <a:ext cx="5444" cy="0"/>
            </a:xfrm>
            <a:prstGeom prst="line">
              <a:avLst/>
            </a:prstGeom>
            <a:noFill/>
            <a:ln w="9525">
              <a:solidFill>
                <a:schemeClr val="folHlink"/>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grpSp>
      <p:sp>
        <p:nvSpPr>
          <p:cNvPr id="46101" name="Text Box 37"/>
          <p:cNvSpPr txBox="1">
            <a:spLocks noChangeArrowheads="1"/>
          </p:cNvSpPr>
          <p:nvPr/>
        </p:nvSpPr>
        <p:spPr bwMode="auto">
          <a:xfrm>
            <a:off x="198702" y="4063456"/>
            <a:ext cx="198002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algn="ctr" eaLnBrk="1" hangingPunct="1"/>
            <a:r>
              <a:rPr lang="zh-CN" altLang="en-US" sz="2000" b="1">
                <a:solidFill>
                  <a:srgbClr val="000099"/>
                </a:solidFill>
                <a:latin typeface="+mn-lt"/>
                <a:ea typeface="+mn-ea"/>
              </a:rPr>
              <a:t>权限域名服务器</a:t>
            </a:r>
          </a:p>
        </p:txBody>
      </p:sp>
      <p:sp>
        <p:nvSpPr>
          <p:cNvPr id="46102" name="Text Box 38"/>
          <p:cNvSpPr txBox="1">
            <a:spLocks noChangeArrowheads="1"/>
          </p:cNvSpPr>
          <p:nvPr/>
        </p:nvSpPr>
        <p:spPr bwMode="auto">
          <a:xfrm>
            <a:off x="315762" y="1696493"/>
            <a:ext cx="172354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algn="ctr" eaLnBrk="1" hangingPunct="1"/>
            <a:r>
              <a:rPr lang="zh-CN" altLang="en-US" sz="2000" b="1">
                <a:solidFill>
                  <a:srgbClr val="000099"/>
                </a:solidFill>
                <a:latin typeface="+mn-lt"/>
                <a:ea typeface="+mn-ea"/>
              </a:rPr>
              <a:t>根域名服务器</a:t>
            </a:r>
          </a:p>
        </p:txBody>
      </p:sp>
      <p:sp>
        <p:nvSpPr>
          <p:cNvPr id="46103" name="Text Box 39"/>
          <p:cNvSpPr txBox="1">
            <a:spLocks noChangeArrowheads="1"/>
          </p:cNvSpPr>
          <p:nvPr/>
        </p:nvSpPr>
        <p:spPr bwMode="auto">
          <a:xfrm>
            <a:off x="197842" y="2583906"/>
            <a:ext cx="198002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algn="ctr" eaLnBrk="1" hangingPunct="1"/>
            <a:r>
              <a:rPr lang="zh-CN" altLang="en-US" sz="2000" b="1">
                <a:solidFill>
                  <a:srgbClr val="000099"/>
                </a:solidFill>
                <a:latin typeface="+mn-lt"/>
                <a:ea typeface="+mn-ea"/>
              </a:rPr>
              <a:t>顶级域名服务器</a:t>
            </a:r>
          </a:p>
        </p:txBody>
      </p:sp>
      <p:sp>
        <p:nvSpPr>
          <p:cNvPr id="46104" name="Line 40"/>
          <p:cNvSpPr>
            <a:spLocks noChangeShapeType="1"/>
          </p:cNvSpPr>
          <p:nvPr/>
        </p:nvSpPr>
        <p:spPr bwMode="auto">
          <a:xfrm>
            <a:off x="2242089" y="1556792"/>
            <a:ext cx="0" cy="3900488"/>
          </a:xfrm>
          <a:prstGeom prst="line">
            <a:avLst/>
          </a:prstGeom>
          <a:noFill/>
          <a:ln w="9525">
            <a:solidFill>
              <a:schemeClr val="folHlink"/>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6105" name="Line 41"/>
          <p:cNvSpPr>
            <a:spLocks noChangeShapeType="1"/>
          </p:cNvSpPr>
          <p:nvPr/>
        </p:nvSpPr>
        <p:spPr bwMode="auto">
          <a:xfrm flipH="1">
            <a:off x="6531250" y="4377780"/>
            <a:ext cx="1427427" cy="658812"/>
          </a:xfrm>
          <a:prstGeom prst="line">
            <a:avLst/>
          </a:prstGeom>
          <a:noFill/>
          <a:ln w="28575">
            <a:solidFill>
              <a:schemeClr val="folHlink"/>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mn-ea"/>
            </a:endParaRPr>
          </a:p>
        </p:txBody>
      </p:sp>
      <p:sp>
        <p:nvSpPr>
          <p:cNvPr id="46106" name="Rectangle 43"/>
          <p:cNvSpPr>
            <a:spLocks noChangeArrowheads="1"/>
          </p:cNvSpPr>
          <p:nvPr/>
        </p:nvSpPr>
        <p:spPr bwMode="auto">
          <a:xfrm>
            <a:off x="4575845" y="3714206"/>
            <a:ext cx="1907250" cy="579437"/>
          </a:xfrm>
          <a:prstGeom prst="rect">
            <a:avLst/>
          </a:prstGeom>
          <a:solidFill>
            <a:srgbClr val="FFFF99"/>
          </a:solidFill>
          <a:ln>
            <a:noFill/>
          </a:ln>
          <a:effectLst>
            <a:outerShdw dist="35921"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pPr algn="ctr" eaLnBrk="1" hangingPunct="1"/>
            <a:r>
              <a:rPr lang="en-US" altLang="zh-CN" sz="2000" b="1">
                <a:solidFill>
                  <a:srgbClr val="000099"/>
                </a:solidFill>
                <a:latin typeface="+mn-lt"/>
                <a:ea typeface="+mn-ea"/>
              </a:rPr>
              <a:t>abc.com</a:t>
            </a:r>
          </a:p>
          <a:p>
            <a:pPr algn="ctr" eaLnBrk="1" hangingPunct="1"/>
            <a:r>
              <a:rPr lang="zh-CN" altLang="en-US" sz="2000" b="1">
                <a:solidFill>
                  <a:srgbClr val="000099"/>
                </a:solidFill>
                <a:latin typeface="+mn-lt"/>
                <a:ea typeface="+mn-ea"/>
              </a:rPr>
              <a:t>域名服务器</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1106" name="Rectangle 2"/>
          <p:cNvSpPr>
            <a:spLocks noGrp="1" noChangeArrowheads="1"/>
          </p:cNvSpPr>
          <p:nvPr>
            <p:ph type="title"/>
          </p:nvPr>
        </p:nvSpPr>
        <p:spPr/>
        <p:txBody>
          <a:bodyPr/>
          <a:lstStyle/>
          <a:p>
            <a:pPr algn="ctr" eaLnBrk="1" hangingPunct="1">
              <a:defRPr/>
            </a:pPr>
            <a:r>
              <a:rPr lang="zh-CN" altLang="en-US" dirty="0"/>
              <a:t>域名服务器有以下四种类型 </a:t>
            </a:r>
          </a:p>
        </p:txBody>
      </p:sp>
      <p:sp>
        <p:nvSpPr>
          <p:cNvPr id="1071107" name="Rectangle 3"/>
          <p:cNvSpPr>
            <a:spLocks noGrp="1" noChangeArrowheads="1"/>
          </p:cNvSpPr>
          <p:nvPr>
            <p:ph idx="1"/>
          </p:nvPr>
        </p:nvSpPr>
        <p:spPr/>
        <p:txBody>
          <a:bodyPr/>
          <a:lstStyle/>
          <a:p>
            <a:pPr marL="316230" indent="-316230" eaLnBrk="1" hangingPunct="1">
              <a:spcBef>
                <a:spcPts val="555"/>
              </a:spcBef>
              <a:defRPr/>
            </a:pPr>
            <a:r>
              <a:rPr lang="zh-CN" altLang="en-US" dirty="0"/>
              <a:t>根域名服务器 </a:t>
            </a:r>
          </a:p>
          <a:p>
            <a:pPr marL="316230" indent="-316230" eaLnBrk="1" hangingPunct="1">
              <a:spcBef>
                <a:spcPts val="555"/>
              </a:spcBef>
              <a:defRPr/>
            </a:pPr>
            <a:r>
              <a:rPr lang="zh-CN" altLang="en-US" dirty="0"/>
              <a:t>顶级域名服务器 </a:t>
            </a:r>
          </a:p>
          <a:p>
            <a:pPr marL="316230" indent="-316230" eaLnBrk="1" hangingPunct="1">
              <a:spcBef>
                <a:spcPts val="555"/>
              </a:spcBef>
              <a:defRPr/>
            </a:pPr>
            <a:r>
              <a:rPr lang="zh-CN" altLang="en-US" dirty="0"/>
              <a:t>权限域名服务器 </a:t>
            </a:r>
          </a:p>
          <a:p>
            <a:pPr marL="316230" indent="-316230" eaLnBrk="1" hangingPunct="1">
              <a:spcBef>
                <a:spcPts val="555"/>
              </a:spcBef>
              <a:defRPr/>
            </a:pPr>
            <a:r>
              <a:rPr lang="zh-CN" altLang="en-US" dirty="0"/>
              <a:t>本地域名服务器 </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pPr algn="ctr" eaLnBrk="1" hangingPunct="1"/>
            <a:r>
              <a:rPr lang="zh-CN" altLang="en-US" dirty="0">
                <a:ea typeface="黑体" panose="02010609060101010101" pitchFamily="2" charset="-122"/>
              </a:rPr>
              <a:t>根域名服务器</a:t>
            </a:r>
            <a:endParaRPr lang="en-US" altLang="zh-CN" sz="3200" dirty="0">
              <a:ea typeface="黑体" panose="02010609060101010101" pitchFamily="2" charset="-122"/>
            </a:endParaRPr>
          </a:p>
        </p:txBody>
      </p:sp>
      <p:sp>
        <p:nvSpPr>
          <p:cNvPr id="48131" name="Rectangle 3"/>
          <p:cNvSpPr>
            <a:spLocks noGrp="1" noChangeArrowheads="1"/>
          </p:cNvSpPr>
          <p:nvPr>
            <p:ph idx="1"/>
          </p:nvPr>
        </p:nvSpPr>
        <p:spPr/>
        <p:txBody>
          <a:bodyPr/>
          <a:lstStyle/>
          <a:p>
            <a:r>
              <a:rPr lang="zh-CN" altLang="en-US" dirty="0">
                <a:ea typeface="黑体" panose="02010609060101010101" pitchFamily="2" charset="-122"/>
              </a:rPr>
              <a:t>根域名服务器是</a:t>
            </a:r>
            <a:r>
              <a:rPr lang="zh-CN" altLang="en-US" dirty="0">
                <a:solidFill>
                  <a:srgbClr val="FF0000"/>
                </a:solidFill>
                <a:ea typeface="黑体" panose="02010609060101010101" pitchFamily="2" charset="-122"/>
              </a:rPr>
              <a:t>最高层次</a:t>
            </a:r>
            <a:r>
              <a:rPr lang="zh-CN" altLang="en-US" dirty="0">
                <a:ea typeface="黑体" panose="02010609060101010101" pitchFamily="2" charset="-122"/>
              </a:rPr>
              <a:t>的域名服务器，也是</a:t>
            </a:r>
            <a:r>
              <a:rPr lang="zh-CN" altLang="en-US" dirty="0">
                <a:solidFill>
                  <a:srgbClr val="FF0000"/>
                </a:solidFill>
                <a:ea typeface="黑体" panose="02010609060101010101" pitchFamily="2" charset="-122"/>
              </a:rPr>
              <a:t>最重要</a:t>
            </a:r>
            <a:r>
              <a:rPr lang="zh-CN" altLang="en-US" dirty="0">
                <a:ea typeface="黑体" panose="02010609060101010101" pitchFamily="2" charset="-122"/>
              </a:rPr>
              <a:t>的域名服务器。所有的根域名服务器都知道所有的</a:t>
            </a:r>
            <a:r>
              <a:rPr lang="zh-CN" altLang="en-US" dirty="0">
                <a:solidFill>
                  <a:srgbClr val="FF0000"/>
                </a:solidFill>
                <a:ea typeface="黑体" panose="02010609060101010101" pitchFamily="2" charset="-122"/>
              </a:rPr>
              <a:t>顶级域名服务器</a:t>
            </a:r>
            <a:r>
              <a:rPr lang="zh-CN" altLang="en-US" dirty="0">
                <a:ea typeface="黑体" panose="02010609060101010101" pitchFamily="2" charset="-122"/>
              </a:rPr>
              <a:t>的域名和 </a:t>
            </a:r>
            <a:r>
              <a:rPr lang="en-US" altLang="zh-CN" dirty="0">
                <a:ea typeface="黑体" panose="02010609060101010101" pitchFamily="2" charset="-122"/>
              </a:rPr>
              <a:t>IP </a:t>
            </a:r>
            <a:r>
              <a:rPr lang="zh-CN" altLang="en-US" dirty="0">
                <a:ea typeface="黑体" panose="02010609060101010101" pitchFamily="2" charset="-122"/>
              </a:rPr>
              <a:t>地址。</a:t>
            </a:r>
          </a:p>
          <a:p>
            <a:pPr eaLnBrk="1" hangingPunct="1"/>
            <a:r>
              <a:rPr lang="zh-CN" altLang="en-US" dirty="0">
                <a:ea typeface="黑体" panose="02010609060101010101" pitchFamily="2" charset="-122"/>
              </a:rPr>
              <a:t>不管是哪一个</a:t>
            </a:r>
            <a:r>
              <a:rPr lang="zh-CN" altLang="en-US" dirty="0">
                <a:solidFill>
                  <a:srgbClr val="FF0000"/>
                </a:solidFill>
                <a:highlight>
                  <a:srgbClr val="FFFF00"/>
                </a:highlight>
                <a:ea typeface="黑体" panose="02010609060101010101" pitchFamily="2" charset="-122"/>
              </a:rPr>
              <a:t>本地域名服务器</a:t>
            </a:r>
            <a:r>
              <a:rPr lang="zh-CN" altLang="en-US" dirty="0">
                <a:ea typeface="黑体" panose="02010609060101010101" pitchFamily="2" charset="-122"/>
              </a:rPr>
              <a:t>，若要对互联网上任何一个域名进行解析，</a:t>
            </a:r>
            <a:r>
              <a:rPr lang="zh-CN" altLang="en-US" dirty="0">
                <a:solidFill>
                  <a:srgbClr val="FF0000"/>
                </a:solidFill>
                <a:ea typeface="黑体" panose="02010609060101010101" pitchFamily="2" charset="-122"/>
              </a:rPr>
              <a:t>只要自己无法解析</a:t>
            </a:r>
            <a:r>
              <a:rPr lang="zh-CN" altLang="en-US" dirty="0">
                <a:ea typeface="黑体" panose="02010609060101010101" pitchFamily="2" charset="-122"/>
              </a:rPr>
              <a:t>，就</a:t>
            </a:r>
            <a:r>
              <a:rPr lang="zh-CN" altLang="en-US" dirty="0">
                <a:solidFill>
                  <a:srgbClr val="FF0000"/>
                </a:solidFill>
                <a:highlight>
                  <a:srgbClr val="FFFF00"/>
                </a:highlight>
                <a:ea typeface="黑体" panose="02010609060101010101" pitchFamily="2" charset="-122"/>
              </a:rPr>
              <a:t>首先</a:t>
            </a:r>
            <a:r>
              <a:rPr lang="zh-CN" altLang="en-US" dirty="0">
                <a:ea typeface="黑体" panose="02010609060101010101" pitchFamily="2" charset="-122"/>
              </a:rPr>
              <a:t>求助于</a:t>
            </a:r>
            <a:r>
              <a:rPr lang="zh-CN" altLang="en-US" dirty="0">
                <a:solidFill>
                  <a:srgbClr val="FF0000"/>
                </a:solidFill>
                <a:highlight>
                  <a:srgbClr val="FFFF00"/>
                </a:highlight>
                <a:ea typeface="黑体" panose="02010609060101010101" pitchFamily="2" charset="-122"/>
              </a:rPr>
              <a:t>根域名服务器</a:t>
            </a:r>
            <a:r>
              <a:rPr lang="zh-CN" altLang="en-US" dirty="0">
                <a:ea typeface="黑体" panose="02010609060101010101" pitchFamily="2" charset="-122"/>
              </a:rPr>
              <a:t>。</a:t>
            </a:r>
          </a:p>
          <a:p>
            <a:pPr eaLnBrk="1" hangingPunct="1"/>
            <a:r>
              <a:rPr lang="zh-CN" altLang="en-US" dirty="0">
                <a:ea typeface="黑体" panose="02010609060101010101" pitchFamily="2" charset="-122"/>
              </a:rPr>
              <a:t>在</a:t>
            </a:r>
            <a:r>
              <a:rPr lang="zh-CN" altLang="en-US" dirty="0">
                <a:solidFill>
                  <a:srgbClr val="FF0000"/>
                </a:solidFill>
                <a:ea typeface="黑体" panose="02010609060101010101" pitchFamily="2" charset="-122"/>
              </a:rPr>
              <a:t>互联网上</a:t>
            </a:r>
            <a:r>
              <a:rPr lang="zh-CN" altLang="en-US" dirty="0">
                <a:ea typeface="黑体" panose="02010609060101010101" pitchFamily="2" charset="-122"/>
              </a:rPr>
              <a:t>共有 </a:t>
            </a:r>
            <a:r>
              <a:rPr lang="en-US" altLang="zh-CN" dirty="0">
                <a:solidFill>
                  <a:srgbClr val="FF0000"/>
                </a:solidFill>
                <a:ea typeface="黑体" panose="02010609060101010101" pitchFamily="2" charset="-122"/>
              </a:rPr>
              <a:t>13 </a:t>
            </a:r>
            <a:r>
              <a:rPr lang="zh-CN" altLang="en-US" dirty="0">
                <a:solidFill>
                  <a:srgbClr val="FF0000"/>
                </a:solidFill>
                <a:ea typeface="黑体" panose="02010609060101010101" pitchFamily="2" charset="-122"/>
              </a:rPr>
              <a:t>个</a:t>
            </a:r>
            <a:r>
              <a:rPr lang="zh-CN" altLang="en-US" dirty="0">
                <a:ea typeface="黑体" panose="02010609060101010101" pitchFamily="2" charset="-122"/>
              </a:rPr>
              <a:t>不同 </a:t>
            </a:r>
            <a:r>
              <a:rPr lang="en-US" altLang="zh-CN" dirty="0">
                <a:ea typeface="黑体" panose="02010609060101010101" pitchFamily="2" charset="-122"/>
              </a:rPr>
              <a:t>IP </a:t>
            </a:r>
            <a:r>
              <a:rPr lang="zh-CN" altLang="en-US" dirty="0">
                <a:ea typeface="黑体" panose="02010609060101010101" pitchFamily="2" charset="-122"/>
              </a:rPr>
              <a:t>地址的</a:t>
            </a:r>
            <a:r>
              <a:rPr lang="zh-CN" altLang="en-US" dirty="0">
                <a:solidFill>
                  <a:srgbClr val="FF0000"/>
                </a:solidFill>
                <a:ea typeface="黑体" panose="02010609060101010101" pitchFamily="2" charset="-122"/>
              </a:rPr>
              <a:t>根域名服务器</a:t>
            </a:r>
            <a:r>
              <a:rPr lang="zh-CN" altLang="en-US" dirty="0">
                <a:ea typeface="黑体" panose="02010609060101010101" pitchFamily="2" charset="-122"/>
              </a:rPr>
              <a:t>，它们的名字是用一个英文字母命名，从 </a:t>
            </a:r>
            <a:r>
              <a:rPr lang="en-US" altLang="zh-CN" dirty="0">
                <a:ea typeface="黑体" panose="02010609060101010101" pitchFamily="2" charset="-122"/>
              </a:rPr>
              <a:t>a  </a:t>
            </a:r>
            <a:r>
              <a:rPr lang="zh-CN" altLang="en-US" dirty="0">
                <a:ea typeface="黑体" panose="02010609060101010101" pitchFamily="2" charset="-122"/>
              </a:rPr>
              <a:t>一直到 </a:t>
            </a:r>
            <a:r>
              <a:rPr lang="en-US" altLang="zh-CN" dirty="0">
                <a:ea typeface="黑体" panose="02010609060101010101" pitchFamily="2" charset="-122"/>
              </a:rPr>
              <a:t>m</a:t>
            </a:r>
            <a:r>
              <a:rPr lang="zh-CN" altLang="en-US" dirty="0">
                <a:ea typeface="黑体" panose="02010609060101010101" pitchFamily="2" charset="-122"/>
              </a:rPr>
              <a:t>（前 </a:t>
            </a:r>
            <a:r>
              <a:rPr lang="en-US" altLang="zh-CN" dirty="0">
                <a:ea typeface="黑体" panose="02010609060101010101" pitchFamily="2" charset="-122"/>
              </a:rPr>
              <a:t>13 </a:t>
            </a:r>
            <a:r>
              <a:rPr lang="zh-CN" altLang="en-US" dirty="0">
                <a:ea typeface="黑体" panose="02010609060101010101" pitchFamily="2" charset="-122"/>
              </a:rPr>
              <a:t>个字母）。</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p:txBody>
          <a:bodyPr/>
          <a:lstStyle/>
          <a:p>
            <a:pPr algn="ctr" eaLnBrk="1" hangingPunct="1"/>
            <a:r>
              <a:rPr lang="zh-CN" altLang="en-US" dirty="0">
                <a:ea typeface="黑体" panose="02010609060101010101" pitchFamily="2" charset="-122"/>
              </a:rPr>
              <a:t>根域名服务器共有 </a:t>
            </a:r>
            <a:r>
              <a:rPr lang="en-US" altLang="zh-CN" dirty="0">
                <a:ea typeface="黑体" panose="02010609060101010101" pitchFamily="2" charset="-122"/>
              </a:rPr>
              <a:t>13 </a:t>
            </a:r>
            <a:r>
              <a:rPr lang="zh-CN" altLang="en-US" dirty="0">
                <a:ea typeface="黑体" panose="02010609060101010101" pitchFamily="2" charset="-122"/>
              </a:rPr>
              <a:t>套装置</a:t>
            </a:r>
          </a:p>
        </p:txBody>
      </p:sp>
      <p:sp>
        <p:nvSpPr>
          <p:cNvPr id="49155" name="Rectangle 3"/>
          <p:cNvSpPr>
            <a:spLocks noGrp="1" noChangeArrowheads="1"/>
          </p:cNvSpPr>
          <p:nvPr>
            <p:ph idx="1"/>
          </p:nvPr>
        </p:nvSpPr>
        <p:spPr/>
        <p:txBody>
          <a:bodyPr/>
          <a:lstStyle/>
          <a:p>
            <a:r>
              <a:rPr lang="zh-CN" altLang="en-US" sz="2800" dirty="0">
                <a:solidFill>
                  <a:srgbClr val="FF0000"/>
                </a:solidFill>
                <a:ea typeface="黑体" panose="02010609060101010101" pitchFamily="2" charset="-122"/>
              </a:rPr>
              <a:t>根域名服务器共有 </a:t>
            </a:r>
            <a:r>
              <a:rPr lang="en-US" altLang="zh-CN" sz="2800" dirty="0">
                <a:solidFill>
                  <a:srgbClr val="FF0000"/>
                </a:solidFill>
                <a:ea typeface="黑体" panose="02010609060101010101" pitchFamily="2" charset="-122"/>
              </a:rPr>
              <a:t>13 </a:t>
            </a:r>
            <a:r>
              <a:rPr lang="zh-CN" altLang="en-US" sz="2800" dirty="0">
                <a:solidFill>
                  <a:srgbClr val="FF0000"/>
                </a:solidFill>
                <a:ea typeface="黑体" panose="02010609060101010101" pitchFamily="2" charset="-122"/>
              </a:rPr>
              <a:t>套装置，不是 </a:t>
            </a:r>
            <a:r>
              <a:rPr lang="en-US" altLang="zh-CN" sz="2800" dirty="0">
                <a:solidFill>
                  <a:srgbClr val="FF0000"/>
                </a:solidFill>
                <a:ea typeface="黑体" panose="02010609060101010101" pitchFamily="2" charset="-122"/>
              </a:rPr>
              <a:t>13 </a:t>
            </a:r>
            <a:r>
              <a:rPr lang="zh-CN" altLang="en-US" sz="2800" dirty="0">
                <a:solidFill>
                  <a:srgbClr val="FF0000"/>
                </a:solidFill>
                <a:ea typeface="黑体" panose="02010609060101010101" pitchFamily="2" charset="-122"/>
              </a:rPr>
              <a:t>个机器。</a:t>
            </a:r>
            <a:endParaRPr lang="en-US" altLang="zh-CN" sz="2800" dirty="0">
              <a:solidFill>
                <a:srgbClr val="FF0000"/>
              </a:solidFill>
              <a:ea typeface="黑体" panose="02010609060101010101" pitchFamily="2" charset="-122"/>
            </a:endParaRPr>
          </a:p>
          <a:p>
            <a:pPr eaLnBrk="1" hangingPunct="1"/>
            <a:r>
              <a:rPr lang="zh-CN" altLang="en-US" sz="2800" dirty="0">
                <a:ea typeface="黑体" panose="02010609060101010101" pitchFamily="2" charset="-122"/>
              </a:rPr>
              <a:t>这些根域名服务器相应的</a:t>
            </a:r>
            <a:r>
              <a:rPr lang="zh-CN" altLang="en-US" sz="2800" dirty="0">
                <a:solidFill>
                  <a:srgbClr val="FF0000"/>
                </a:solidFill>
                <a:ea typeface="黑体" panose="02010609060101010101" pitchFamily="2" charset="-122"/>
              </a:rPr>
              <a:t>域名</a:t>
            </a:r>
            <a:r>
              <a:rPr lang="zh-CN" altLang="en-US" sz="2800" dirty="0">
                <a:ea typeface="黑体" panose="02010609060101010101" pitchFamily="2" charset="-122"/>
              </a:rPr>
              <a:t>分别是：</a:t>
            </a:r>
          </a:p>
          <a:p>
            <a:pPr eaLnBrk="1" hangingPunct="1">
              <a:buFont typeface="Wingdings" panose="05000000000000000000" pitchFamily="2" charset="2"/>
              <a:buNone/>
            </a:pPr>
            <a:r>
              <a:rPr lang="zh-CN" altLang="en-US" sz="2800" dirty="0">
                <a:ea typeface="黑体" panose="02010609060101010101" pitchFamily="2" charset="-122"/>
              </a:rPr>
              <a:t>    </a:t>
            </a:r>
            <a:r>
              <a:rPr lang="en-US" altLang="zh-CN" sz="2800" dirty="0">
                <a:ea typeface="黑体" panose="02010609060101010101" pitchFamily="2" charset="-122"/>
              </a:rPr>
              <a:t>a.rootservers.net</a:t>
            </a:r>
          </a:p>
          <a:p>
            <a:pPr eaLnBrk="1" hangingPunct="1">
              <a:buFont typeface="Wingdings" panose="05000000000000000000" pitchFamily="2" charset="2"/>
              <a:buNone/>
            </a:pPr>
            <a:r>
              <a:rPr lang="en-US" altLang="zh-CN" sz="2800" dirty="0">
                <a:ea typeface="黑体" panose="02010609060101010101" pitchFamily="2" charset="-122"/>
              </a:rPr>
              <a:t>    b.rootservers.net</a:t>
            </a:r>
          </a:p>
          <a:p>
            <a:pPr eaLnBrk="1" hangingPunct="1">
              <a:buFont typeface="Wingdings" panose="05000000000000000000" pitchFamily="2" charset="2"/>
              <a:buNone/>
            </a:pPr>
            <a:r>
              <a:rPr lang="en-US" altLang="zh-CN" sz="2800" dirty="0">
                <a:ea typeface="黑体" panose="02010609060101010101" pitchFamily="2" charset="-122"/>
              </a:rPr>
              <a:t>    … </a:t>
            </a:r>
          </a:p>
          <a:p>
            <a:pPr eaLnBrk="1" hangingPunct="1">
              <a:buFont typeface="Wingdings" panose="05000000000000000000" pitchFamily="2" charset="2"/>
              <a:buNone/>
            </a:pPr>
            <a:r>
              <a:rPr lang="en-US" altLang="zh-CN" sz="2800" dirty="0">
                <a:ea typeface="黑体" panose="02010609060101010101" pitchFamily="2" charset="-122"/>
              </a:rPr>
              <a:t>    m.rootservers.net</a:t>
            </a:r>
          </a:p>
          <a:p>
            <a:r>
              <a:rPr lang="zh-CN" altLang="zh-CN" sz="2800" dirty="0"/>
              <a:t>到</a:t>
            </a:r>
            <a:r>
              <a:rPr lang="en-US" altLang="zh-CN" sz="2800" dirty="0"/>
              <a:t>2022</a:t>
            </a:r>
            <a:r>
              <a:rPr lang="zh-CN" altLang="zh-CN" sz="2800" dirty="0"/>
              <a:t>年，全世界已经在</a:t>
            </a:r>
            <a:r>
              <a:rPr lang="en-US" altLang="zh-CN" sz="2800" dirty="0"/>
              <a:t> 1089 </a:t>
            </a:r>
            <a:r>
              <a:rPr lang="zh-CN" altLang="zh-CN" sz="2800" dirty="0"/>
              <a:t>个地点安装了根域名服务器</a:t>
            </a:r>
            <a:r>
              <a:rPr lang="zh-CN" altLang="en-US" sz="2800" dirty="0"/>
              <a:t>，</a:t>
            </a:r>
            <a:r>
              <a:rPr lang="zh-CN" altLang="en-US" sz="2800" dirty="0">
                <a:ea typeface="黑体" panose="02010609060101010101" pitchFamily="2" charset="-122"/>
              </a:rPr>
              <a:t>使世界上大部分 </a:t>
            </a:r>
            <a:r>
              <a:rPr lang="en-US" altLang="zh-CN" sz="2800" dirty="0">
                <a:ea typeface="黑体" panose="02010609060101010101" pitchFamily="2" charset="-122"/>
              </a:rPr>
              <a:t>DNS </a:t>
            </a:r>
            <a:r>
              <a:rPr lang="zh-CN" altLang="en-US" sz="2800" dirty="0">
                <a:ea typeface="黑体" panose="02010609060101010101" pitchFamily="2" charset="-122"/>
              </a:rPr>
              <a:t>域名服务器都能</a:t>
            </a:r>
            <a:r>
              <a:rPr lang="zh-CN" altLang="en-US" sz="2800" dirty="0">
                <a:solidFill>
                  <a:srgbClr val="FF0000"/>
                </a:solidFill>
                <a:ea typeface="黑体" panose="02010609060101010101" pitchFamily="2" charset="-122"/>
              </a:rPr>
              <a:t>就近</a:t>
            </a:r>
            <a:r>
              <a:rPr lang="zh-CN" altLang="en-US" sz="2800" dirty="0">
                <a:ea typeface="黑体" panose="02010609060101010101" pitchFamily="2" charset="-122"/>
              </a:rPr>
              <a:t>找到一个</a:t>
            </a:r>
            <a:r>
              <a:rPr lang="zh-CN" altLang="en-US" sz="2800" dirty="0">
                <a:solidFill>
                  <a:srgbClr val="FF0000"/>
                </a:solidFill>
                <a:ea typeface="黑体" panose="02010609060101010101" pitchFamily="2" charset="-122"/>
              </a:rPr>
              <a:t>根域名服务器</a:t>
            </a:r>
            <a:r>
              <a:rPr lang="zh-CN" altLang="en-US" sz="2800" dirty="0">
                <a:ea typeface="黑体" panose="02010609060101010101" pitchFamily="2" charset="-122"/>
              </a:rPr>
              <a:t>。 </a:t>
            </a:r>
          </a:p>
          <a:p>
            <a:pPr eaLnBrk="1" hangingPunct="1"/>
            <a:endParaRPr lang="en-US" altLang="zh-CN" sz="2800" dirty="0">
              <a:ea typeface="黑体" panose="02010609060101010101" pitchFamily="2" charset="-122"/>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4"/>
          <p:cNvSpPr>
            <a:spLocks noGrp="1" noChangeArrowheads="1"/>
          </p:cNvSpPr>
          <p:nvPr>
            <p:ph type="title"/>
          </p:nvPr>
        </p:nvSpPr>
        <p:spPr/>
        <p:txBody>
          <a:bodyPr/>
          <a:lstStyle/>
          <a:p>
            <a:pPr algn="ctr" eaLnBrk="1" hangingPunct="1"/>
            <a:r>
              <a:rPr sz="3600" dirty="0"/>
              <a:t>举例：根域名服务器 </a:t>
            </a:r>
            <a:r>
              <a:rPr lang="en-US" altLang="zh-CN" sz="3600" dirty="0"/>
              <a:t>L </a:t>
            </a:r>
            <a:r>
              <a:rPr sz="3600" dirty="0"/>
              <a:t>的地点分布图</a:t>
            </a:r>
          </a:p>
        </p:txBody>
      </p:sp>
      <p:sp>
        <p:nvSpPr>
          <p:cNvPr id="50179" name="Text Box 6"/>
          <p:cNvSpPr txBox="1">
            <a:spLocks noChangeArrowheads="1"/>
          </p:cNvSpPr>
          <p:nvPr/>
        </p:nvSpPr>
        <p:spPr bwMode="auto">
          <a:xfrm>
            <a:off x="506507" y="4792663"/>
            <a:ext cx="9049006" cy="1815882"/>
          </a:xfrm>
          <a:prstGeom prst="rect">
            <a:avLst/>
          </a:prstGeom>
          <a:solidFill>
            <a:srgbClr val="FFFF99"/>
          </a:solidFill>
          <a:ln w="9525">
            <a:solidFill>
              <a:schemeClr val="folHlink"/>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algn="just" eaLnBrk="1" hangingPunct="1">
              <a:buFontTx/>
              <a:buChar char="•"/>
            </a:pPr>
            <a:r>
              <a:rPr lang="en-US" altLang="zh-CN" sz="2800" b="1" dirty="0">
                <a:solidFill>
                  <a:srgbClr val="000099"/>
                </a:solidFill>
                <a:latin typeface="Arial" panose="020B0604020202020204" pitchFamily="34" charset="0"/>
                <a:ea typeface="黑体" panose="02010609060101010101" pitchFamily="2" charset="-122"/>
              </a:rPr>
              <a:t>  </a:t>
            </a:r>
            <a:r>
              <a:rPr lang="zh-CN" altLang="en-US" sz="2800" b="1" dirty="0">
                <a:solidFill>
                  <a:srgbClr val="000099"/>
                </a:solidFill>
                <a:latin typeface="Arial" panose="020B0604020202020204" pitchFamily="34" charset="0"/>
                <a:ea typeface="黑体" panose="02010609060101010101" pitchFamily="2" charset="-122"/>
              </a:rPr>
              <a:t>根域名服务器并</a:t>
            </a:r>
            <a:r>
              <a:rPr lang="zh-CN" altLang="en-US" sz="2800" b="1" dirty="0">
                <a:solidFill>
                  <a:srgbClr val="FF0000"/>
                </a:solidFill>
                <a:latin typeface="Arial" panose="020B0604020202020204" pitchFamily="34" charset="0"/>
                <a:ea typeface="黑体" panose="02010609060101010101" pitchFamily="2" charset="-122"/>
              </a:rPr>
              <a:t>不直接</a:t>
            </a:r>
            <a:r>
              <a:rPr lang="zh-CN" altLang="en-US" sz="2800" b="1" dirty="0">
                <a:solidFill>
                  <a:srgbClr val="000099"/>
                </a:solidFill>
                <a:latin typeface="Arial" panose="020B0604020202020204" pitchFamily="34" charset="0"/>
                <a:ea typeface="黑体" panose="02010609060101010101" pitchFamily="2" charset="-122"/>
              </a:rPr>
              <a:t>把域名直接转换成 </a:t>
            </a:r>
            <a:r>
              <a:rPr lang="en-US" altLang="zh-CN" sz="2800" b="1" dirty="0">
                <a:solidFill>
                  <a:srgbClr val="000099"/>
                </a:solidFill>
                <a:latin typeface="Arial" panose="020B0604020202020204" pitchFamily="34" charset="0"/>
                <a:ea typeface="黑体" panose="02010609060101010101" pitchFamily="2" charset="-122"/>
              </a:rPr>
              <a:t>IP </a:t>
            </a:r>
            <a:r>
              <a:rPr lang="zh-CN" altLang="en-US" sz="2800" b="1" dirty="0">
                <a:solidFill>
                  <a:srgbClr val="000099"/>
                </a:solidFill>
                <a:latin typeface="Arial" panose="020B0604020202020204" pitchFamily="34" charset="0"/>
                <a:ea typeface="黑体" panose="02010609060101010101" pitchFamily="2" charset="-122"/>
              </a:rPr>
              <a:t>地址，负</a:t>
            </a:r>
            <a:endParaRPr lang="en-US" altLang="zh-CN" sz="2800" b="1" dirty="0">
              <a:solidFill>
                <a:srgbClr val="000099"/>
              </a:solidFill>
              <a:latin typeface="Arial" panose="020B0604020202020204" pitchFamily="34" charset="0"/>
              <a:ea typeface="黑体" panose="02010609060101010101" pitchFamily="2" charset="-122"/>
            </a:endParaRPr>
          </a:p>
          <a:p>
            <a:pPr algn="just" eaLnBrk="1" hangingPunct="1"/>
            <a:r>
              <a:rPr lang="en-US" altLang="zh-CN" sz="2800" b="1" dirty="0">
                <a:solidFill>
                  <a:srgbClr val="000099"/>
                </a:solidFill>
                <a:latin typeface="Arial" panose="020B0604020202020204" pitchFamily="34" charset="0"/>
                <a:ea typeface="黑体" panose="02010609060101010101" pitchFamily="2" charset="-122"/>
              </a:rPr>
              <a:t>   </a:t>
            </a:r>
            <a:r>
              <a:rPr lang="zh-CN" altLang="en-US" sz="2800" b="1" dirty="0">
                <a:solidFill>
                  <a:srgbClr val="000099"/>
                </a:solidFill>
                <a:latin typeface="Arial" panose="020B0604020202020204" pitchFamily="34" charset="0"/>
                <a:ea typeface="黑体" panose="02010609060101010101" pitchFamily="2" charset="-122"/>
              </a:rPr>
              <a:t>责管理顶级域名服务器的信息。</a:t>
            </a:r>
          </a:p>
          <a:p>
            <a:pPr algn="just" eaLnBrk="1" hangingPunct="1">
              <a:buFontTx/>
              <a:buChar char="•"/>
            </a:pPr>
            <a:r>
              <a:rPr lang="zh-CN" altLang="en-US" sz="2800" b="1" dirty="0">
                <a:solidFill>
                  <a:srgbClr val="000099"/>
                </a:solidFill>
                <a:latin typeface="Arial" panose="020B0604020202020204" pitchFamily="34" charset="0"/>
                <a:ea typeface="黑体" panose="02010609060101010101" pitchFamily="2" charset="-122"/>
              </a:rPr>
              <a:t>  在使用</a:t>
            </a:r>
            <a:r>
              <a:rPr lang="zh-CN" altLang="en-US" sz="2800" b="1" dirty="0">
                <a:solidFill>
                  <a:srgbClr val="FF0000"/>
                </a:solidFill>
                <a:latin typeface="Arial" panose="020B0604020202020204" pitchFamily="34" charset="0"/>
                <a:ea typeface="黑体" panose="02010609060101010101" pitchFamily="2" charset="-122"/>
              </a:rPr>
              <a:t>迭代查询</a:t>
            </a:r>
            <a:r>
              <a:rPr lang="zh-CN" altLang="en-US" sz="2800" b="1" dirty="0">
                <a:solidFill>
                  <a:srgbClr val="000099"/>
                </a:solidFill>
                <a:latin typeface="Arial" panose="020B0604020202020204" pitchFamily="34" charset="0"/>
                <a:ea typeface="黑体" panose="02010609060101010101" pitchFamily="2" charset="-122"/>
              </a:rPr>
              <a:t>时，根域名服务器把下一步应当找</a:t>
            </a:r>
          </a:p>
          <a:p>
            <a:pPr algn="just" eaLnBrk="1" hangingPunct="1"/>
            <a:r>
              <a:rPr lang="zh-CN" altLang="en-US" sz="2800" b="1" dirty="0">
                <a:solidFill>
                  <a:srgbClr val="000099"/>
                </a:solidFill>
                <a:latin typeface="Arial" panose="020B0604020202020204" pitchFamily="34" charset="0"/>
                <a:ea typeface="黑体" panose="02010609060101010101" pitchFamily="2" charset="-122"/>
              </a:rPr>
              <a:t>   的</a:t>
            </a:r>
            <a:r>
              <a:rPr lang="zh-CN" altLang="en-US" sz="2800" b="1" dirty="0">
                <a:solidFill>
                  <a:srgbClr val="FF0000"/>
                </a:solidFill>
                <a:latin typeface="Arial" panose="020B0604020202020204" pitchFamily="34" charset="0"/>
                <a:ea typeface="黑体" panose="02010609060101010101" pitchFamily="2" charset="-122"/>
              </a:rPr>
              <a:t>顶级域名服务器</a:t>
            </a:r>
            <a:r>
              <a:rPr lang="zh-CN" altLang="en-US" sz="2800" b="1" dirty="0">
                <a:solidFill>
                  <a:srgbClr val="000099"/>
                </a:solidFill>
                <a:latin typeface="Arial" panose="020B0604020202020204" pitchFamily="34" charset="0"/>
                <a:ea typeface="黑体" panose="02010609060101010101" pitchFamily="2" charset="-122"/>
              </a:rPr>
              <a:t>的 </a:t>
            </a:r>
            <a:r>
              <a:rPr lang="en-US" altLang="zh-CN" sz="2800" b="1" dirty="0">
                <a:solidFill>
                  <a:srgbClr val="FF0000"/>
                </a:solidFill>
                <a:latin typeface="Arial" panose="020B0604020202020204" pitchFamily="34" charset="0"/>
                <a:ea typeface="黑体" panose="02010609060101010101" pitchFamily="2" charset="-122"/>
              </a:rPr>
              <a:t>IP </a:t>
            </a:r>
            <a:r>
              <a:rPr lang="zh-CN" altLang="en-US" sz="2800" b="1" dirty="0">
                <a:solidFill>
                  <a:srgbClr val="FF0000"/>
                </a:solidFill>
                <a:latin typeface="Arial" panose="020B0604020202020204" pitchFamily="34" charset="0"/>
                <a:ea typeface="黑体" panose="02010609060101010101" pitchFamily="2" charset="-122"/>
              </a:rPr>
              <a:t>地址</a:t>
            </a:r>
            <a:r>
              <a:rPr lang="zh-CN" altLang="en-US" sz="2800" b="1" dirty="0">
                <a:solidFill>
                  <a:srgbClr val="000099"/>
                </a:solidFill>
                <a:latin typeface="Arial" panose="020B0604020202020204" pitchFamily="34" charset="0"/>
                <a:ea typeface="黑体" panose="02010609060101010101" pitchFamily="2" charset="-122"/>
              </a:rPr>
              <a:t>告诉本地域名服务器。</a:t>
            </a:r>
          </a:p>
        </p:txBody>
      </p:sp>
      <p:sp>
        <p:nvSpPr>
          <p:cNvPr id="50180" name="Text Box 7"/>
          <p:cNvSpPr txBox="1">
            <a:spLocks noChangeArrowheads="1"/>
          </p:cNvSpPr>
          <p:nvPr/>
        </p:nvSpPr>
        <p:spPr bwMode="auto">
          <a:xfrm>
            <a:off x="2144688" y="4149725"/>
            <a:ext cx="6445932" cy="523220"/>
          </a:xfrm>
          <a:prstGeom prst="rect">
            <a:avLst/>
          </a:prstGeom>
          <a:solidFill>
            <a:schemeClr val="bg1"/>
          </a:solidFill>
          <a:ln w="9525">
            <a:solidFill>
              <a:schemeClr val="folHlink"/>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lang="zh-CN" altLang="en-US" sz="2800" b="1" dirty="0">
                <a:solidFill>
                  <a:srgbClr val="000099"/>
                </a:solidFill>
                <a:latin typeface="Arial" panose="020B0604020202020204" pitchFamily="34" charset="0"/>
                <a:ea typeface="黑体" panose="02010609060101010101" pitchFamily="2" charset="-122"/>
              </a:rPr>
              <a:t>根域名服务器 </a:t>
            </a:r>
            <a:r>
              <a:rPr lang="en-US" altLang="zh-CN" sz="2800" b="1" dirty="0">
                <a:solidFill>
                  <a:srgbClr val="000099"/>
                </a:solidFill>
                <a:latin typeface="Arial" panose="020B0604020202020204" pitchFamily="34" charset="0"/>
                <a:ea typeface="黑体" panose="02010609060101010101" pitchFamily="2" charset="-122"/>
              </a:rPr>
              <a:t>L </a:t>
            </a:r>
            <a:r>
              <a:rPr lang="zh-CN" altLang="zh-CN" sz="2800" b="1" dirty="0">
                <a:solidFill>
                  <a:srgbClr val="000099"/>
                </a:solidFill>
                <a:latin typeface="Arial" panose="020B0604020202020204" pitchFamily="34" charset="0"/>
                <a:ea typeface="黑体" panose="02010609060101010101" pitchFamily="2" charset="-122"/>
              </a:rPr>
              <a:t>分布</a:t>
            </a:r>
            <a:r>
              <a:rPr lang="zh-CN" altLang="en-US" sz="2800" b="1" dirty="0">
                <a:solidFill>
                  <a:srgbClr val="000099"/>
                </a:solidFill>
                <a:latin typeface="Arial" panose="020B0604020202020204" pitchFamily="34" charset="0"/>
                <a:ea typeface="黑体" panose="02010609060101010101" pitchFamily="2" charset="-122"/>
              </a:rPr>
              <a:t>在世界 </a:t>
            </a:r>
            <a:r>
              <a:rPr lang="en-US" altLang="zh-CN" sz="2800" b="1" dirty="0">
                <a:solidFill>
                  <a:srgbClr val="000099"/>
                </a:solidFill>
                <a:latin typeface="Arial" panose="020B0604020202020204" pitchFamily="34" charset="0"/>
                <a:ea typeface="黑体" panose="02010609060101010101" pitchFamily="2" charset="-122"/>
              </a:rPr>
              <a:t>150 </a:t>
            </a:r>
            <a:r>
              <a:rPr lang="zh-CN" altLang="zh-CN" sz="2800" b="1" dirty="0">
                <a:solidFill>
                  <a:srgbClr val="000099"/>
                </a:solidFill>
                <a:latin typeface="Arial" panose="020B0604020202020204" pitchFamily="34" charset="0"/>
                <a:ea typeface="黑体" panose="02010609060101010101" pitchFamily="2" charset="-122"/>
              </a:rPr>
              <a:t>个地点</a:t>
            </a:r>
            <a:endParaRPr lang="zh-CN" altLang="en-US" sz="2800" b="1" dirty="0">
              <a:solidFill>
                <a:srgbClr val="000099"/>
              </a:solidFill>
              <a:latin typeface="Arial" panose="020B0604020202020204" pitchFamily="34" charset="0"/>
              <a:ea typeface="黑体" panose="02010609060101010101" pitchFamily="2" charset="-122"/>
            </a:endParaRPr>
          </a:p>
        </p:txBody>
      </p:sp>
      <p:pic>
        <p:nvPicPr>
          <p:cNvPr id="6" name="图片 5" descr="L-rootserver.jpg"/>
          <p:cNvPicPr/>
          <p:nvPr/>
        </p:nvPicPr>
        <p:blipFill>
          <a:blip r:embed="rId2" cstate="print"/>
          <a:stretch>
            <a:fillRect/>
          </a:stretch>
        </p:blipFill>
        <p:spPr>
          <a:xfrm>
            <a:off x="777379" y="1167026"/>
            <a:ext cx="8424093" cy="2838038"/>
          </a:xfrm>
          <a:prstGeom prst="rect">
            <a:avLst/>
          </a:prstGeom>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7250" name="Rectangle 2"/>
          <p:cNvSpPr>
            <a:spLocks noGrp="1" noChangeArrowheads="1"/>
          </p:cNvSpPr>
          <p:nvPr>
            <p:ph type="title"/>
          </p:nvPr>
        </p:nvSpPr>
        <p:spPr/>
        <p:txBody>
          <a:bodyPr/>
          <a:lstStyle/>
          <a:p>
            <a:pPr algn="ctr" eaLnBrk="1" hangingPunct="1">
              <a:defRPr/>
            </a:pPr>
            <a:r>
              <a:rPr lang="zh-CN" altLang="en-US" dirty="0">
                <a:highlight>
                  <a:srgbClr val="FFFF00"/>
                </a:highlight>
              </a:rPr>
              <a:t>顶级</a:t>
            </a:r>
            <a:r>
              <a:rPr lang="zh-CN" altLang="en-US" dirty="0"/>
              <a:t>域名服务器</a:t>
            </a:r>
          </a:p>
        </p:txBody>
      </p:sp>
      <p:sp>
        <p:nvSpPr>
          <p:cNvPr id="1077251" name="Rectangle 3"/>
          <p:cNvSpPr>
            <a:spLocks noGrp="1" noChangeArrowheads="1"/>
          </p:cNvSpPr>
          <p:nvPr>
            <p:ph idx="1"/>
          </p:nvPr>
        </p:nvSpPr>
        <p:spPr/>
        <p:txBody>
          <a:bodyPr/>
          <a:lstStyle/>
          <a:p>
            <a:pPr marL="316230" indent="-316230">
              <a:defRPr/>
            </a:pPr>
            <a:r>
              <a:rPr lang="zh-CN" altLang="en-US" dirty="0">
                <a:solidFill>
                  <a:srgbClr val="FF0000"/>
                </a:solidFill>
              </a:rPr>
              <a:t>顶级域名服务器</a:t>
            </a:r>
            <a:r>
              <a:rPr lang="zh-CN" altLang="en-US" dirty="0"/>
              <a:t>（即 </a:t>
            </a:r>
            <a:r>
              <a:rPr lang="en-US" altLang="zh-CN" dirty="0">
                <a:solidFill>
                  <a:srgbClr val="FF0000"/>
                </a:solidFill>
              </a:rPr>
              <a:t>TLD </a:t>
            </a:r>
            <a:r>
              <a:rPr lang="zh-CN" altLang="en-US" dirty="0">
                <a:solidFill>
                  <a:srgbClr val="FF0000"/>
                </a:solidFill>
              </a:rPr>
              <a:t>服务器</a:t>
            </a:r>
            <a:r>
              <a:rPr lang="zh-CN" altLang="en-US" dirty="0"/>
              <a:t>）负责管理在该顶级域名服务器注册的</a:t>
            </a:r>
            <a:r>
              <a:rPr lang="zh-CN" altLang="en-US" dirty="0">
                <a:solidFill>
                  <a:srgbClr val="FF0000"/>
                </a:solidFill>
              </a:rPr>
              <a:t>所有二级域名。</a:t>
            </a:r>
          </a:p>
          <a:p>
            <a:pPr marL="316230" indent="-316230" eaLnBrk="1" hangingPunct="1">
              <a:defRPr/>
            </a:pPr>
            <a:r>
              <a:rPr lang="zh-CN" altLang="en-US" dirty="0"/>
              <a:t>当收到 </a:t>
            </a:r>
            <a:r>
              <a:rPr lang="en-US" altLang="zh-CN" dirty="0"/>
              <a:t>DNS </a:t>
            </a:r>
            <a:r>
              <a:rPr lang="zh-CN" altLang="en-US" dirty="0"/>
              <a:t>查询请求时，就给出相应的回答（可能是</a:t>
            </a:r>
            <a:r>
              <a:rPr lang="zh-CN" altLang="en-US" dirty="0">
                <a:solidFill>
                  <a:srgbClr val="FF0000"/>
                </a:solidFill>
              </a:rPr>
              <a:t>最后的结果</a:t>
            </a:r>
            <a:r>
              <a:rPr lang="zh-CN" altLang="en-US" dirty="0"/>
              <a:t>，也可能是</a:t>
            </a:r>
            <a:r>
              <a:rPr lang="zh-CN" altLang="en-US" dirty="0">
                <a:solidFill>
                  <a:srgbClr val="FF0000"/>
                </a:solidFill>
              </a:rPr>
              <a:t>下一步</a:t>
            </a:r>
            <a:r>
              <a:rPr lang="zh-CN" altLang="en-US" dirty="0"/>
              <a:t>应当找的域名服务器的 </a:t>
            </a:r>
            <a:r>
              <a:rPr lang="en-US" altLang="zh-CN" dirty="0">
                <a:solidFill>
                  <a:srgbClr val="FF0000"/>
                </a:solidFill>
              </a:rPr>
              <a:t>IP </a:t>
            </a:r>
            <a:r>
              <a:rPr lang="zh-CN" altLang="en-US" dirty="0">
                <a:solidFill>
                  <a:srgbClr val="FF0000"/>
                </a:solidFill>
              </a:rPr>
              <a:t>地址</a:t>
            </a:r>
            <a:r>
              <a:rPr lang="zh-CN" altLang="en-US" dirty="0"/>
              <a:t>）。 </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8274" name="Rectangle 2"/>
          <p:cNvSpPr>
            <a:spLocks noGrp="1" noChangeArrowheads="1"/>
          </p:cNvSpPr>
          <p:nvPr>
            <p:ph type="title"/>
          </p:nvPr>
        </p:nvSpPr>
        <p:spPr/>
        <p:txBody>
          <a:bodyPr/>
          <a:lstStyle/>
          <a:p>
            <a:pPr algn="ctr" eaLnBrk="1" hangingPunct="1">
              <a:defRPr/>
            </a:pPr>
            <a:r>
              <a:rPr lang="zh-CN" altLang="en-US" dirty="0">
                <a:highlight>
                  <a:srgbClr val="FFFF00"/>
                </a:highlight>
              </a:rPr>
              <a:t>权限</a:t>
            </a:r>
            <a:r>
              <a:rPr lang="zh-CN" altLang="en-US" dirty="0"/>
              <a:t>域名服务器 </a:t>
            </a:r>
          </a:p>
        </p:txBody>
      </p:sp>
      <p:sp>
        <p:nvSpPr>
          <p:cNvPr id="1078275" name="Rectangle 3"/>
          <p:cNvSpPr>
            <a:spLocks noGrp="1" noChangeArrowheads="1"/>
          </p:cNvSpPr>
          <p:nvPr>
            <p:ph idx="1"/>
          </p:nvPr>
        </p:nvSpPr>
        <p:spPr/>
        <p:txBody>
          <a:bodyPr/>
          <a:lstStyle/>
          <a:p>
            <a:pPr marL="316230" indent="-316230" eaLnBrk="1" hangingPunct="1">
              <a:spcBef>
                <a:spcPts val="555"/>
              </a:spcBef>
              <a:defRPr/>
            </a:pPr>
            <a:r>
              <a:rPr lang="zh-CN" altLang="en-US" dirty="0"/>
              <a:t>负责一个</a:t>
            </a:r>
            <a:r>
              <a:rPr lang="zh-CN" altLang="en-US" dirty="0">
                <a:solidFill>
                  <a:srgbClr val="FF0000"/>
                </a:solidFill>
              </a:rPr>
              <a:t>区</a:t>
            </a:r>
            <a:r>
              <a:rPr lang="zh-CN" altLang="en-US" dirty="0"/>
              <a:t>的</a:t>
            </a:r>
            <a:r>
              <a:rPr lang="zh-CN" altLang="en-US" dirty="0">
                <a:solidFill>
                  <a:srgbClr val="FF0000"/>
                </a:solidFill>
              </a:rPr>
              <a:t>域名服务器</a:t>
            </a:r>
            <a:r>
              <a:rPr lang="zh-CN" altLang="en-US" dirty="0"/>
              <a:t>。</a:t>
            </a:r>
          </a:p>
          <a:p>
            <a:pPr marL="316230" indent="-316230" eaLnBrk="1" hangingPunct="1">
              <a:spcBef>
                <a:spcPts val="555"/>
              </a:spcBef>
              <a:defRPr/>
            </a:pPr>
            <a:r>
              <a:rPr lang="zh-CN" altLang="en-US" dirty="0"/>
              <a:t>当一个权限域名服务器还不能给出最后的查询回答时，就会告诉发出查询请求的 </a:t>
            </a:r>
            <a:r>
              <a:rPr lang="en-US" altLang="zh-CN" dirty="0"/>
              <a:t>DNS </a:t>
            </a:r>
            <a:r>
              <a:rPr lang="zh-CN" altLang="en-US" dirty="0"/>
              <a:t>客户，</a:t>
            </a:r>
            <a:r>
              <a:rPr lang="zh-CN" altLang="en-US" dirty="0">
                <a:highlight>
                  <a:srgbClr val="FFFF00"/>
                </a:highlight>
              </a:rPr>
              <a:t>下一步</a:t>
            </a:r>
            <a:r>
              <a:rPr lang="zh-CN" altLang="en-US" dirty="0"/>
              <a:t>应当找哪一个</a:t>
            </a:r>
            <a:r>
              <a:rPr lang="zh-CN" altLang="en-US" dirty="0">
                <a:highlight>
                  <a:srgbClr val="FFFF00"/>
                </a:highlight>
              </a:rPr>
              <a:t>权限域名服务器</a:t>
            </a:r>
            <a:r>
              <a:rPr lang="zh-CN" altLang="en-US" dirty="0"/>
              <a:t>。 </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9298" name="Rectangle 2"/>
          <p:cNvSpPr>
            <a:spLocks noGrp="1" noChangeArrowheads="1"/>
          </p:cNvSpPr>
          <p:nvPr>
            <p:ph type="title"/>
          </p:nvPr>
        </p:nvSpPr>
        <p:spPr/>
        <p:txBody>
          <a:bodyPr/>
          <a:lstStyle/>
          <a:p>
            <a:pPr algn="ctr" eaLnBrk="1" hangingPunct="1">
              <a:defRPr/>
            </a:pPr>
            <a:r>
              <a:rPr lang="zh-CN" altLang="en-US" dirty="0">
                <a:highlight>
                  <a:srgbClr val="FFFF00"/>
                </a:highlight>
              </a:rPr>
              <a:t>本地</a:t>
            </a:r>
            <a:r>
              <a:rPr lang="zh-CN" altLang="en-US" dirty="0"/>
              <a:t>域名服务器 </a:t>
            </a:r>
          </a:p>
        </p:txBody>
      </p:sp>
      <p:sp>
        <p:nvSpPr>
          <p:cNvPr id="1079299" name="Rectangle 3"/>
          <p:cNvSpPr>
            <a:spLocks noGrp="1" noChangeArrowheads="1"/>
          </p:cNvSpPr>
          <p:nvPr>
            <p:ph idx="1"/>
          </p:nvPr>
        </p:nvSpPr>
        <p:spPr>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marL="316230" indent="-316230">
              <a:spcBef>
                <a:spcPts val="555"/>
              </a:spcBef>
            </a:pPr>
            <a:r>
              <a:rPr lang="zh-CN" altLang="en-US" dirty="0"/>
              <a:t>本地域名服务器对域名系统非常重要。</a:t>
            </a:r>
          </a:p>
          <a:p>
            <a:pPr marL="316230" indent="-316230">
              <a:spcBef>
                <a:spcPts val="555"/>
              </a:spcBef>
            </a:pPr>
            <a:r>
              <a:rPr lang="zh-CN" altLang="en-US" dirty="0"/>
              <a:t>当一个</a:t>
            </a:r>
            <a:r>
              <a:rPr lang="zh-CN" altLang="en-US" dirty="0">
                <a:solidFill>
                  <a:srgbClr val="FF0000"/>
                </a:solidFill>
              </a:rPr>
              <a:t>主机发出 </a:t>
            </a:r>
            <a:r>
              <a:rPr lang="en-US" altLang="zh-CN" dirty="0">
                <a:solidFill>
                  <a:srgbClr val="FF0000"/>
                </a:solidFill>
              </a:rPr>
              <a:t>DNS </a:t>
            </a:r>
            <a:r>
              <a:rPr lang="zh-CN" altLang="en-US" dirty="0">
                <a:solidFill>
                  <a:srgbClr val="FF0000"/>
                </a:solidFill>
              </a:rPr>
              <a:t>查询请求时</a:t>
            </a:r>
            <a:r>
              <a:rPr lang="zh-CN" altLang="en-US" dirty="0"/>
              <a:t>，这个查询请求报文就发送给</a:t>
            </a:r>
            <a:r>
              <a:rPr lang="zh-CN" altLang="en-US" dirty="0">
                <a:solidFill>
                  <a:srgbClr val="FF0000"/>
                </a:solidFill>
              </a:rPr>
              <a:t>本地域名服务器</a:t>
            </a:r>
            <a:r>
              <a:rPr lang="zh-CN" altLang="en-US" dirty="0"/>
              <a:t>。</a:t>
            </a:r>
          </a:p>
          <a:p>
            <a:pPr marL="316230" indent="-316230">
              <a:spcBef>
                <a:spcPts val="555"/>
              </a:spcBef>
            </a:pPr>
            <a:r>
              <a:rPr lang="zh-CN" altLang="en-US" dirty="0"/>
              <a:t>每一个互联网服务提供者 </a:t>
            </a:r>
            <a:r>
              <a:rPr lang="en-US" altLang="zh-CN" dirty="0"/>
              <a:t>ISP</a:t>
            </a:r>
            <a:r>
              <a:rPr lang="zh-CN" altLang="en-US" dirty="0"/>
              <a:t>，或一个大学，甚至一个大学里的系，都可以拥有一个本地域名服务器。</a:t>
            </a:r>
          </a:p>
          <a:p>
            <a:pPr marL="316230" indent="-316230">
              <a:spcBef>
                <a:spcPts val="555"/>
              </a:spcBef>
            </a:pPr>
            <a:r>
              <a:rPr lang="zh-CN" altLang="en-US" dirty="0"/>
              <a:t>这种域名服务器有时也称为</a:t>
            </a:r>
            <a:r>
              <a:rPr lang="zh-CN" altLang="en-US" u="sng" dirty="0">
                <a:solidFill>
                  <a:srgbClr val="FF0000"/>
                </a:solidFill>
              </a:rPr>
              <a:t>默认域名服务器</a:t>
            </a:r>
            <a:r>
              <a:rPr lang="zh-CN" altLang="en-US" dirty="0">
                <a:solidFill>
                  <a:srgbClr val="FF0000"/>
                </a:solidFill>
              </a:rPr>
              <a:t>。</a:t>
            </a:r>
            <a:r>
              <a:rPr lang="zh-CN" altLang="en-US" dirty="0"/>
              <a:t> </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0322" name="Rectangle 2"/>
          <p:cNvSpPr>
            <a:spLocks noGrp="1" noChangeArrowheads="1"/>
          </p:cNvSpPr>
          <p:nvPr>
            <p:ph type="title"/>
          </p:nvPr>
        </p:nvSpPr>
        <p:spPr/>
        <p:txBody>
          <a:bodyPr/>
          <a:lstStyle/>
          <a:p>
            <a:pPr algn="ctr" eaLnBrk="1" hangingPunct="1">
              <a:defRPr/>
            </a:pPr>
            <a:r>
              <a:rPr lang="zh-CN" altLang="en-US" dirty="0"/>
              <a:t>提高域名服务器可靠性的措施</a:t>
            </a:r>
          </a:p>
        </p:txBody>
      </p:sp>
      <p:sp>
        <p:nvSpPr>
          <p:cNvPr id="54275" name="Rectangle 3"/>
          <p:cNvSpPr>
            <a:spLocks noGrp="1" noChangeArrowheads="1"/>
          </p:cNvSpPr>
          <p:nvPr>
            <p:ph idx="1"/>
          </p:nvPr>
        </p:nvSpPr>
        <p:spPr/>
        <p:txBody>
          <a:bodyPr/>
          <a:lstStyle/>
          <a:p>
            <a:pPr eaLnBrk="1" hangingPunct="1"/>
            <a:r>
              <a:rPr lang="en-US" altLang="zh-CN" dirty="0">
                <a:ea typeface="黑体" panose="02010609060101010101" pitchFamily="2" charset="-122"/>
              </a:rPr>
              <a:t>DNS </a:t>
            </a:r>
            <a:r>
              <a:rPr lang="zh-CN" altLang="en-US" dirty="0">
                <a:ea typeface="黑体" panose="02010609060101010101" pitchFamily="2" charset="-122"/>
              </a:rPr>
              <a:t>域名服务器都把数据复制到几个域名服务器来保存，其中的一个是</a:t>
            </a:r>
            <a:r>
              <a:rPr lang="zh-CN" altLang="en-US" dirty="0">
                <a:solidFill>
                  <a:srgbClr val="FF0000"/>
                </a:solidFill>
                <a:ea typeface="黑体" panose="02010609060101010101" pitchFamily="2" charset="-122"/>
              </a:rPr>
              <a:t>主域名服务器</a:t>
            </a:r>
            <a:r>
              <a:rPr lang="zh-CN" altLang="en-US" dirty="0">
                <a:ea typeface="黑体" panose="02010609060101010101" pitchFamily="2" charset="-122"/>
              </a:rPr>
              <a:t>，其他的是</a:t>
            </a:r>
            <a:r>
              <a:rPr lang="zh-CN" altLang="en-US" dirty="0">
                <a:solidFill>
                  <a:srgbClr val="FF0000"/>
                </a:solidFill>
                <a:ea typeface="黑体" panose="02010609060101010101" pitchFamily="2" charset="-122"/>
              </a:rPr>
              <a:t>辅助域名服务器</a:t>
            </a:r>
            <a:r>
              <a:rPr lang="zh-CN" altLang="en-US" dirty="0">
                <a:ea typeface="黑体" panose="02010609060101010101" pitchFamily="2" charset="-122"/>
              </a:rPr>
              <a:t>。</a:t>
            </a:r>
          </a:p>
          <a:p>
            <a:pPr eaLnBrk="1" hangingPunct="1"/>
            <a:r>
              <a:rPr lang="zh-CN" altLang="en-US" dirty="0">
                <a:ea typeface="黑体" panose="02010609060101010101" pitchFamily="2" charset="-122"/>
              </a:rPr>
              <a:t>当主域名服务器出故障时，辅助域名服务器可以保证 </a:t>
            </a:r>
            <a:r>
              <a:rPr lang="en-US" altLang="zh-CN" dirty="0">
                <a:ea typeface="黑体" panose="02010609060101010101" pitchFamily="2" charset="-122"/>
              </a:rPr>
              <a:t>DNS </a:t>
            </a:r>
            <a:r>
              <a:rPr lang="zh-CN" altLang="en-US" dirty="0">
                <a:ea typeface="黑体" panose="02010609060101010101" pitchFamily="2" charset="-122"/>
              </a:rPr>
              <a:t>的查询工作不会中断。</a:t>
            </a:r>
          </a:p>
          <a:p>
            <a:pPr eaLnBrk="1" hangingPunct="1"/>
            <a:r>
              <a:rPr lang="zh-CN" altLang="en-US" dirty="0">
                <a:ea typeface="黑体" panose="02010609060101010101" pitchFamily="2" charset="-122"/>
              </a:rPr>
              <a:t>主域名服务器</a:t>
            </a:r>
            <a:r>
              <a:rPr lang="zh-CN" altLang="en-US" dirty="0">
                <a:solidFill>
                  <a:srgbClr val="FF0000"/>
                </a:solidFill>
                <a:ea typeface="黑体" panose="02010609060101010101" pitchFamily="2" charset="-122"/>
              </a:rPr>
              <a:t>定期</a:t>
            </a:r>
            <a:r>
              <a:rPr lang="zh-CN" altLang="en-US" dirty="0">
                <a:ea typeface="黑体" panose="02010609060101010101" pitchFamily="2" charset="-122"/>
              </a:rPr>
              <a:t>把数据</a:t>
            </a:r>
            <a:r>
              <a:rPr lang="zh-CN" altLang="en-US" dirty="0">
                <a:solidFill>
                  <a:srgbClr val="FF0000"/>
                </a:solidFill>
                <a:ea typeface="黑体" panose="02010609060101010101" pitchFamily="2" charset="-122"/>
              </a:rPr>
              <a:t>复制</a:t>
            </a:r>
            <a:r>
              <a:rPr lang="zh-CN" altLang="en-US" dirty="0">
                <a:ea typeface="黑体" panose="02010609060101010101" pitchFamily="2" charset="-122"/>
              </a:rPr>
              <a:t>到辅助域名服务器中，而</a:t>
            </a:r>
            <a:r>
              <a:rPr lang="zh-CN" altLang="en-US" dirty="0">
                <a:solidFill>
                  <a:srgbClr val="FF0000"/>
                </a:solidFill>
                <a:ea typeface="黑体" panose="02010609060101010101" pitchFamily="2" charset="-122"/>
              </a:rPr>
              <a:t>更改数据</a:t>
            </a:r>
            <a:r>
              <a:rPr lang="zh-CN" altLang="en-US" dirty="0">
                <a:ea typeface="黑体" panose="02010609060101010101" pitchFamily="2" charset="-122"/>
              </a:rPr>
              <a:t>只能在</a:t>
            </a:r>
            <a:r>
              <a:rPr lang="zh-CN" altLang="en-US" dirty="0">
                <a:solidFill>
                  <a:srgbClr val="FF0000"/>
                </a:solidFill>
                <a:ea typeface="黑体" panose="02010609060101010101" pitchFamily="2" charset="-122"/>
              </a:rPr>
              <a:t>主域名服务器</a:t>
            </a:r>
            <a:r>
              <a:rPr lang="zh-CN" altLang="en-US" dirty="0">
                <a:ea typeface="黑体" panose="02010609060101010101" pitchFamily="2" charset="-122"/>
              </a:rPr>
              <a:t>中进行。这样就保证了</a:t>
            </a:r>
            <a:r>
              <a:rPr lang="zh-CN" altLang="en-US" dirty="0">
                <a:solidFill>
                  <a:srgbClr val="FF0000"/>
                </a:solidFill>
                <a:ea typeface="黑体" panose="02010609060101010101" pitchFamily="2" charset="-122"/>
              </a:rPr>
              <a:t>数据的一致性</a:t>
            </a:r>
            <a:r>
              <a:rPr lang="zh-CN" altLang="en-US" dirty="0">
                <a:ea typeface="黑体" panose="02010609060101010101" pitchFamily="2" charset="-122"/>
              </a:rPr>
              <a:t>。 </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1346" name="Rectangle 2"/>
          <p:cNvSpPr>
            <a:spLocks noGrp="1" noChangeArrowheads="1"/>
          </p:cNvSpPr>
          <p:nvPr>
            <p:ph type="title"/>
          </p:nvPr>
        </p:nvSpPr>
        <p:spPr/>
        <p:txBody>
          <a:bodyPr/>
          <a:lstStyle/>
          <a:p>
            <a:pPr algn="ctr" eaLnBrk="1" hangingPunct="1">
              <a:defRPr/>
            </a:pPr>
            <a:r>
              <a:rPr lang="zh-CN" altLang="en-US" dirty="0"/>
              <a:t>域名的解析过程 </a:t>
            </a:r>
          </a:p>
        </p:txBody>
      </p:sp>
      <p:sp>
        <p:nvSpPr>
          <p:cNvPr id="55299" name="Rectangle 3"/>
          <p:cNvSpPr>
            <a:spLocks noGrp="1" noChangeArrowheads="1"/>
          </p:cNvSpPr>
          <p:nvPr>
            <p:ph idx="1"/>
          </p:nvPr>
        </p:nvSpPr>
        <p:spPr/>
        <p:txBody>
          <a:bodyPr/>
          <a:lstStyle/>
          <a:p>
            <a:pPr eaLnBrk="1" hangingPunct="1"/>
            <a:r>
              <a:rPr lang="zh-CN" altLang="en-US" sz="2800" dirty="0">
                <a:solidFill>
                  <a:schemeClr val="tx1"/>
                </a:solidFill>
                <a:ea typeface="黑体" panose="02010609060101010101" pitchFamily="2" charset="-122"/>
              </a:rPr>
              <a:t>主机向</a:t>
            </a:r>
            <a:r>
              <a:rPr lang="zh-CN" altLang="en-US" sz="2800" dirty="0">
                <a:solidFill>
                  <a:srgbClr val="FF0000"/>
                </a:solidFill>
                <a:ea typeface="黑体" panose="02010609060101010101" pitchFamily="2" charset="-122"/>
              </a:rPr>
              <a:t>本地域名服务器</a:t>
            </a:r>
            <a:r>
              <a:rPr lang="zh-CN" altLang="en-US" sz="2800" dirty="0">
                <a:solidFill>
                  <a:schemeClr val="tx1"/>
                </a:solidFill>
                <a:ea typeface="黑体" panose="02010609060101010101" pitchFamily="2" charset="-122"/>
              </a:rPr>
              <a:t>的查询一般都是采用</a:t>
            </a:r>
            <a:r>
              <a:rPr lang="zh-CN" altLang="en-US" sz="2800" dirty="0">
                <a:solidFill>
                  <a:srgbClr val="0000FF"/>
                </a:solidFill>
                <a:ea typeface="黑体" panose="02010609060101010101" pitchFamily="2" charset="-122"/>
              </a:rPr>
              <a:t>递归查询。</a:t>
            </a:r>
            <a:r>
              <a:rPr lang="zh-CN" altLang="en-US" sz="2800" dirty="0">
                <a:ea typeface="黑体" panose="02010609060101010101" pitchFamily="2" charset="-122"/>
              </a:rPr>
              <a:t>如果主机所询问的本地域名服务器不知道被查询域名的 </a:t>
            </a:r>
            <a:r>
              <a:rPr lang="en-US" altLang="zh-CN" sz="2800" dirty="0">
                <a:ea typeface="黑体" panose="02010609060101010101" pitchFamily="2" charset="-122"/>
              </a:rPr>
              <a:t>IP </a:t>
            </a:r>
            <a:r>
              <a:rPr lang="zh-CN" altLang="en-US" sz="2800" dirty="0">
                <a:ea typeface="黑体" panose="02010609060101010101" pitchFamily="2" charset="-122"/>
              </a:rPr>
              <a:t>地址，那么</a:t>
            </a:r>
            <a:r>
              <a:rPr lang="zh-CN" altLang="en-US" sz="2800" dirty="0">
                <a:solidFill>
                  <a:srgbClr val="FF0000"/>
                </a:solidFill>
                <a:ea typeface="黑体" panose="02010609060101010101" pitchFamily="2" charset="-122"/>
              </a:rPr>
              <a:t>本地域名服务器就</a:t>
            </a:r>
            <a:r>
              <a:rPr lang="zh-CN" altLang="en-US" sz="2800" dirty="0">
                <a:ea typeface="黑体" panose="02010609060101010101" pitchFamily="2" charset="-122"/>
              </a:rPr>
              <a:t>以 </a:t>
            </a:r>
            <a:r>
              <a:rPr lang="en-US" altLang="zh-CN" sz="2800" dirty="0">
                <a:solidFill>
                  <a:srgbClr val="FF0000"/>
                </a:solidFill>
                <a:ea typeface="黑体" panose="02010609060101010101" pitchFamily="2" charset="-122"/>
              </a:rPr>
              <a:t>DNS </a:t>
            </a:r>
            <a:r>
              <a:rPr lang="zh-CN" altLang="en-US" sz="2800" dirty="0">
                <a:solidFill>
                  <a:srgbClr val="FF0000"/>
                </a:solidFill>
                <a:ea typeface="黑体" panose="02010609060101010101" pitchFamily="2" charset="-122"/>
              </a:rPr>
              <a:t>客户的身份</a:t>
            </a:r>
            <a:r>
              <a:rPr lang="zh-CN" altLang="en-US" sz="2800" dirty="0">
                <a:ea typeface="黑体" panose="02010609060101010101" pitchFamily="2" charset="-122"/>
              </a:rPr>
              <a:t>，向其他根域名服务器继续发出查询请求报文。</a:t>
            </a:r>
          </a:p>
          <a:p>
            <a:pPr eaLnBrk="1" hangingPunct="1"/>
            <a:r>
              <a:rPr lang="zh-CN" altLang="en-US" sz="2800" dirty="0">
                <a:solidFill>
                  <a:srgbClr val="FF0000"/>
                </a:solidFill>
                <a:ea typeface="黑体" panose="02010609060101010101" pitchFamily="2" charset="-122"/>
              </a:rPr>
              <a:t>本地域名服务器</a:t>
            </a:r>
            <a:r>
              <a:rPr lang="zh-CN" altLang="en-US" sz="2800" dirty="0">
                <a:solidFill>
                  <a:schemeClr val="tx1"/>
                </a:solidFill>
                <a:ea typeface="黑体" panose="02010609060101010101" pitchFamily="2" charset="-122"/>
              </a:rPr>
              <a:t>向</a:t>
            </a:r>
            <a:r>
              <a:rPr lang="zh-CN" altLang="en-US" sz="2800" dirty="0">
                <a:solidFill>
                  <a:srgbClr val="FF0000"/>
                </a:solidFill>
                <a:ea typeface="黑体" panose="02010609060101010101" pitchFamily="2" charset="-122"/>
              </a:rPr>
              <a:t>根域名服务器</a:t>
            </a:r>
            <a:r>
              <a:rPr lang="zh-CN" altLang="en-US" sz="2800" dirty="0">
                <a:solidFill>
                  <a:schemeClr val="tx1"/>
                </a:solidFill>
                <a:ea typeface="黑体" panose="02010609060101010101" pitchFamily="2" charset="-122"/>
              </a:rPr>
              <a:t>的查询通常是采用</a:t>
            </a:r>
            <a:r>
              <a:rPr lang="zh-CN" altLang="en-US" sz="2800" dirty="0">
                <a:solidFill>
                  <a:srgbClr val="0000FF"/>
                </a:solidFill>
                <a:ea typeface="黑体" panose="02010609060101010101" pitchFamily="2" charset="-122"/>
              </a:rPr>
              <a:t>迭代查询。</a:t>
            </a:r>
            <a:r>
              <a:rPr lang="zh-CN" altLang="en-US" sz="2800" dirty="0">
                <a:ea typeface="黑体" panose="02010609060101010101" pitchFamily="2" charset="-122"/>
              </a:rPr>
              <a:t>当</a:t>
            </a:r>
            <a:r>
              <a:rPr lang="zh-CN" altLang="en-US" sz="2800" dirty="0">
                <a:solidFill>
                  <a:srgbClr val="FF0000"/>
                </a:solidFill>
                <a:ea typeface="黑体" panose="02010609060101010101" pitchFamily="2" charset="-122"/>
              </a:rPr>
              <a:t>根域名服务器</a:t>
            </a:r>
            <a:r>
              <a:rPr lang="zh-CN" altLang="en-US" sz="2800" dirty="0">
                <a:ea typeface="黑体" panose="02010609060101010101" pitchFamily="2" charset="-122"/>
              </a:rPr>
              <a:t>收到本地域名服务器的迭代查询请求报文时，要么给出所要查询的 </a:t>
            </a:r>
            <a:r>
              <a:rPr lang="en-US" altLang="zh-CN" sz="2800" dirty="0">
                <a:ea typeface="黑体" panose="02010609060101010101" pitchFamily="2" charset="-122"/>
              </a:rPr>
              <a:t>IP </a:t>
            </a:r>
            <a:r>
              <a:rPr lang="zh-CN" altLang="en-US" sz="2800" dirty="0">
                <a:ea typeface="黑体" panose="02010609060101010101" pitchFamily="2" charset="-122"/>
              </a:rPr>
              <a:t>地址，要么</a:t>
            </a:r>
            <a:r>
              <a:rPr lang="zh-CN" altLang="en-US" sz="2800" dirty="0">
                <a:solidFill>
                  <a:srgbClr val="FF0000"/>
                </a:solidFill>
                <a:ea typeface="黑体" panose="02010609060101010101" pitchFamily="2" charset="-122"/>
              </a:rPr>
              <a:t>告诉本地域名服务器</a:t>
            </a:r>
            <a:r>
              <a:rPr lang="zh-CN" altLang="en-US" sz="2800" dirty="0">
                <a:ea typeface="黑体" panose="02010609060101010101" pitchFamily="2" charset="-122"/>
              </a:rPr>
              <a:t>：“你下一步应当向哪一个域名服务器进行查询”。然后让本地域名服务器进行后续的查询。</a:t>
            </a:r>
          </a:p>
        </p:txBody>
      </p:sp>
      <p:sp>
        <p:nvSpPr>
          <p:cNvPr id="4" name="Text Box 6"/>
          <p:cNvSpPr txBox="1">
            <a:spLocks noChangeArrowheads="1"/>
          </p:cNvSpPr>
          <p:nvPr/>
        </p:nvSpPr>
        <p:spPr bwMode="auto">
          <a:xfrm>
            <a:off x="472458" y="5805264"/>
            <a:ext cx="8841944" cy="954107"/>
          </a:xfrm>
          <a:prstGeom prst="rect">
            <a:avLst/>
          </a:prstGeom>
          <a:solidFill>
            <a:srgbClr val="FFFF99"/>
          </a:solidFill>
          <a:ln w="9525">
            <a:solidFill>
              <a:schemeClr val="folHlink"/>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algn="just" eaLnBrk="1" hangingPunct="1"/>
            <a:r>
              <a:rPr lang="zh-CN" altLang="en-US" sz="2800" b="1" dirty="0">
                <a:solidFill>
                  <a:srgbClr val="000099"/>
                </a:solidFill>
                <a:latin typeface="Arial" panose="020B0604020202020204" pitchFamily="34" charset="0"/>
                <a:ea typeface="黑体" panose="02010609060101010101" pitchFamily="2" charset="-122"/>
              </a:rPr>
              <a:t>本地域名服务器也可以采用</a:t>
            </a:r>
            <a:r>
              <a:rPr lang="zh-CN" altLang="en-US" sz="2800" b="1" dirty="0">
                <a:solidFill>
                  <a:srgbClr val="FF0000"/>
                </a:solidFill>
                <a:latin typeface="Arial" panose="020B0604020202020204" pitchFamily="34" charset="0"/>
                <a:ea typeface="黑体" panose="02010609060101010101" pitchFamily="2" charset="-122"/>
              </a:rPr>
              <a:t>递归查询</a:t>
            </a:r>
            <a:r>
              <a:rPr lang="zh-CN" altLang="en-US" sz="2800" b="1" dirty="0">
                <a:solidFill>
                  <a:srgbClr val="000099"/>
                </a:solidFill>
                <a:latin typeface="Arial" panose="020B0604020202020204" pitchFamily="34" charset="0"/>
                <a:ea typeface="黑体" panose="02010609060101010101" pitchFamily="2" charset="-122"/>
              </a:rPr>
              <a:t>，这取决于最初的查询请求报文的设置是要求哪一种查询方式。</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2372" name="Rectangle 4"/>
          <p:cNvSpPr>
            <a:spLocks noGrp="1" noChangeArrowheads="1"/>
          </p:cNvSpPr>
          <p:nvPr>
            <p:ph type="title"/>
          </p:nvPr>
        </p:nvSpPr>
        <p:spPr/>
        <p:txBody>
          <a:bodyPr/>
          <a:lstStyle/>
          <a:p>
            <a:pPr algn="ctr" eaLnBrk="1" hangingPunct="1">
              <a:defRPr/>
            </a:pPr>
            <a:r>
              <a:rPr dirty="0"/>
              <a:t>本地域名服务器采用</a:t>
            </a:r>
            <a:r>
              <a:rPr dirty="0">
                <a:solidFill>
                  <a:srgbClr val="FF0000"/>
                </a:solidFill>
              </a:rPr>
              <a:t>迭代查询</a:t>
            </a:r>
            <a:r>
              <a:rPr dirty="0"/>
              <a:t> </a:t>
            </a:r>
          </a:p>
        </p:txBody>
      </p:sp>
      <p:sp>
        <p:nvSpPr>
          <p:cNvPr id="56323" name="Rectangle 5"/>
          <p:cNvSpPr>
            <a:spLocks noChangeArrowheads="1"/>
          </p:cNvSpPr>
          <p:nvPr/>
        </p:nvSpPr>
        <p:spPr bwMode="auto">
          <a:xfrm flipH="1">
            <a:off x="2997598" y="1519709"/>
            <a:ext cx="3326077" cy="3024188"/>
          </a:xfrm>
          <a:prstGeom prst="rect">
            <a:avLst/>
          </a:prstGeom>
          <a:solidFill>
            <a:srgbClr val="FFFF99"/>
          </a:solidFill>
          <a:ln>
            <a:noFill/>
          </a:ln>
          <a:effectLst/>
          <a:extLst>
            <a:ext uri="{91240B29-F687-4F45-9708-019B960494DF}">
              <a14:hiddenLine xmlns:a14="http://schemas.microsoft.com/office/drawing/2010/main" w="9525">
                <a:solidFill>
                  <a:schemeClr val="folHlink"/>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solidFill>
                <a:srgbClr val="000099"/>
              </a:solidFill>
            </a:endParaRPr>
          </a:p>
        </p:txBody>
      </p:sp>
      <p:sp>
        <p:nvSpPr>
          <p:cNvPr id="56324" name="Text Box 7"/>
          <p:cNvSpPr txBox="1">
            <a:spLocks noChangeArrowheads="1"/>
          </p:cNvSpPr>
          <p:nvPr/>
        </p:nvSpPr>
        <p:spPr bwMode="auto">
          <a:xfrm flipH="1">
            <a:off x="6422626" y="1634009"/>
            <a:ext cx="1800493" cy="563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algn="ctr" eaLnBrk="1" hangingPunct="1">
              <a:lnSpc>
                <a:spcPct val="85000"/>
              </a:lnSpc>
            </a:pPr>
            <a:r>
              <a:rPr kumimoji="1" lang="zh-CN" altLang="en-US" sz="1800" b="1">
                <a:solidFill>
                  <a:srgbClr val="000099"/>
                </a:solidFill>
                <a:latin typeface="Arial" panose="020B0604020202020204" pitchFamily="34" charset="0"/>
                <a:ea typeface="黑体" panose="02010609060101010101" pitchFamily="2" charset="-122"/>
              </a:rPr>
              <a:t>顶级域名服务器</a:t>
            </a:r>
          </a:p>
          <a:p>
            <a:pPr algn="ctr" eaLnBrk="1" hangingPunct="1">
              <a:lnSpc>
                <a:spcPct val="85000"/>
              </a:lnSpc>
            </a:pPr>
            <a:r>
              <a:rPr kumimoji="1" lang="en-US" altLang="zh-CN" sz="1800" b="1">
                <a:solidFill>
                  <a:srgbClr val="000099"/>
                </a:solidFill>
                <a:latin typeface="Arial" panose="020B0604020202020204" pitchFamily="34" charset="0"/>
                <a:ea typeface="黑体" panose="02010609060101010101" pitchFamily="2" charset="-122"/>
              </a:rPr>
              <a:t>dns.com</a:t>
            </a:r>
          </a:p>
        </p:txBody>
      </p:sp>
      <p:sp>
        <p:nvSpPr>
          <p:cNvPr id="56325" name="Text Box 8"/>
          <p:cNvSpPr txBox="1">
            <a:spLocks noChangeArrowheads="1"/>
          </p:cNvSpPr>
          <p:nvPr/>
        </p:nvSpPr>
        <p:spPr bwMode="auto">
          <a:xfrm flipH="1">
            <a:off x="6045069" y="3723160"/>
            <a:ext cx="2342356" cy="5355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algn="ctr" eaLnBrk="1" hangingPunct="1">
              <a:lnSpc>
                <a:spcPct val="80000"/>
              </a:lnSpc>
            </a:pPr>
            <a:r>
              <a:rPr kumimoji="1" lang="zh-CN" altLang="en-US" sz="1800" b="1">
                <a:solidFill>
                  <a:srgbClr val="000099"/>
                </a:solidFill>
                <a:latin typeface="Arial" panose="020B0604020202020204" pitchFamily="34" charset="0"/>
                <a:ea typeface="黑体" panose="02010609060101010101" pitchFamily="2" charset="-122"/>
              </a:rPr>
              <a:t>权限</a:t>
            </a:r>
            <a:r>
              <a:rPr kumimoji="1" lang="zh-CN" altLang="zh-CN" sz="1800" b="1">
                <a:solidFill>
                  <a:srgbClr val="000099"/>
                </a:solidFill>
                <a:latin typeface="Arial" panose="020B0604020202020204" pitchFamily="34" charset="0"/>
                <a:ea typeface="黑体" panose="02010609060101010101" pitchFamily="2" charset="-122"/>
              </a:rPr>
              <a:t>域名服务</a:t>
            </a:r>
            <a:r>
              <a:rPr kumimoji="1" lang="en-US" altLang="zh-CN" sz="1800" b="1">
                <a:solidFill>
                  <a:srgbClr val="000099"/>
                </a:solidFill>
                <a:latin typeface="Arial" panose="020B0604020202020204" pitchFamily="34" charset="0"/>
                <a:ea typeface="黑体" panose="02010609060101010101" pitchFamily="2" charset="-122"/>
              </a:rPr>
              <a:t>dns.abc.com</a:t>
            </a:r>
          </a:p>
        </p:txBody>
      </p:sp>
      <p:sp>
        <p:nvSpPr>
          <p:cNvPr id="56326" name="Text Box 9"/>
          <p:cNvSpPr txBox="1">
            <a:spLocks noChangeArrowheads="1"/>
          </p:cNvSpPr>
          <p:nvPr/>
        </p:nvSpPr>
        <p:spPr bwMode="auto">
          <a:xfrm flipH="1">
            <a:off x="1058596" y="3691409"/>
            <a:ext cx="1800493" cy="5355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algn="ctr" eaLnBrk="1" hangingPunct="1">
              <a:lnSpc>
                <a:spcPct val="80000"/>
              </a:lnSpc>
            </a:pPr>
            <a:r>
              <a:rPr kumimoji="1" lang="zh-CN" altLang="en-US" sz="1800" b="1" dirty="0">
                <a:solidFill>
                  <a:srgbClr val="FF0000"/>
                </a:solidFill>
                <a:latin typeface="Arial" panose="020B0604020202020204" pitchFamily="34" charset="0"/>
                <a:ea typeface="黑体" panose="02010609060101010101" pitchFamily="2" charset="-122"/>
              </a:rPr>
              <a:t>本地域名服务器</a:t>
            </a:r>
          </a:p>
          <a:p>
            <a:pPr algn="ctr" eaLnBrk="1" hangingPunct="1">
              <a:lnSpc>
                <a:spcPct val="80000"/>
              </a:lnSpc>
            </a:pPr>
            <a:r>
              <a:rPr kumimoji="1" lang="en-US" altLang="zh-CN" sz="1800" b="1" dirty="0">
                <a:solidFill>
                  <a:srgbClr val="FF0000"/>
                </a:solidFill>
                <a:latin typeface="Arial" panose="020B0604020202020204" pitchFamily="34" charset="0"/>
                <a:ea typeface="黑体" panose="02010609060101010101" pitchFamily="2" charset="-122"/>
              </a:rPr>
              <a:t>dns.xyz.com</a:t>
            </a:r>
          </a:p>
        </p:txBody>
      </p:sp>
      <p:sp>
        <p:nvSpPr>
          <p:cNvPr id="56327" name="Text Box 12"/>
          <p:cNvSpPr txBox="1">
            <a:spLocks noChangeArrowheads="1"/>
          </p:cNvSpPr>
          <p:nvPr/>
        </p:nvSpPr>
        <p:spPr bwMode="auto">
          <a:xfrm flipH="1">
            <a:off x="1375228" y="1646710"/>
            <a:ext cx="156966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algn="ctr" eaLnBrk="1" hangingPunct="1"/>
            <a:r>
              <a:rPr kumimoji="1" lang="zh-CN" altLang="en-US" sz="1800" b="1">
                <a:solidFill>
                  <a:srgbClr val="000099"/>
                </a:solidFill>
                <a:latin typeface="Arial" panose="020B0604020202020204" pitchFamily="34" charset="0"/>
                <a:ea typeface="黑体" panose="02010609060101010101" pitchFamily="2" charset="-122"/>
              </a:rPr>
              <a:t>根域名服务器</a:t>
            </a:r>
          </a:p>
        </p:txBody>
      </p:sp>
      <p:pic>
        <p:nvPicPr>
          <p:cNvPr id="56328" name="Picture 15"/>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3092185" y="3397723"/>
            <a:ext cx="736071" cy="1252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6329" name="Picture 16"/>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3092185" y="1484784"/>
            <a:ext cx="736071" cy="1252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6330" name="Picture 17"/>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5434542" y="1484784"/>
            <a:ext cx="737791" cy="1252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082408" name="Group 40"/>
          <p:cNvGrpSpPr/>
          <p:nvPr/>
        </p:nvGrpSpPr>
        <p:grpSpPr bwMode="auto">
          <a:xfrm>
            <a:off x="2976959" y="2645247"/>
            <a:ext cx="459184" cy="901700"/>
            <a:chOff x="1731" y="1927"/>
            <a:chExt cx="267" cy="568"/>
          </a:xfrm>
        </p:grpSpPr>
        <p:sp>
          <p:nvSpPr>
            <p:cNvPr id="56363" name="Text Box 18"/>
            <p:cNvSpPr txBox="1">
              <a:spLocks noChangeArrowheads="1"/>
            </p:cNvSpPr>
            <p:nvPr/>
          </p:nvSpPr>
          <p:spPr bwMode="auto">
            <a:xfrm flipH="1">
              <a:off x="1731" y="2190"/>
              <a:ext cx="26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400" b="1">
                  <a:solidFill>
                    <a:srgbClr val="000099"/>
                  </a:solidFill>
                  <a:latin typeface="Arial" panose="020B0604020202020204" pitchFamily="34" charset="0"/>
                  <a:ea typeface="黑体" panose="02010609060101010101" pitchFamily="2" charset="-122"/>
                  <a:sym typeface="Wingdings" panose="05000000000000000000" pitchFamily="2" charset="2"/>
                </a:rPr>
                <a:t></a:t>
              </a:r>
            </a:p>
          </p:txBody>
        </p:sp>
        <p:sp>
          <p:nvSpPr>
            <p:cNvPr id="56364" name="Line 20"/>
            <p:cNvSpPr>
              <a:spLocks noChangeShapeType="1"/>
            </p:cNvSpPr>
            <p:nvPr/>
          </p:nvSpPr>
          <p:spPr bwMode="auto">
            <a:xfrm rot="10800000" flipH="1">
              <a:off x="1996" y="1927"/>
              <a:ext cx="0" cy="568"/>
            </a:xfrm>
            <a:prstGeom prst="line">
              <a:avLst/>
            </a:prstGeom>
            <a:noFill/>
            <a:ln w="38100">
              <a:solidFill>
                <a:schemeClr val="folHlink"/>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grpSp>
      <p:grpSp>
        <p:nvGrpSpPr>
          <p:cNvPr id="1082409" name="Group 41"/>
          <p:cNvGrpSpPr/>
          <p:nvPr/>
        </p:nvGrpSpPr>
        <p:grpSpPr bwMode="auto">
          <a:xfrm>
            <a:off x="3499775" y="2492847"/>
            <a:ext cx="459184" cy="1054100"/>
            <a:chOff x="2035" y="1831"/>
            <a:chExt cx="267" cy="664"/>
          </a:xfrm>
        </p:grpSpPr>
        <p:sp>
          <p:nvSpPr>
            <p:cNvPr id="56361" name="Text Box 19"/>
            <p:cNvSpPr txBox="1">
              <a:spLocks noChangeArrowheads="1"/>
            </p:cNvSpPr>
            <p:nvPr/>
          </p:nvSpPr>
          <p:spPr bwMode="auto">
            <a:xfrm flipH="1">
              <a:off x="2035" y="1831"/>
              <a:ext cx="26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400" b="1">
                  <a:solidFill>
                    <a:srgbClr val="000099"/>
                  </a:solidFill>
                  <a:latin typeface="Arial" panose="020B0604020202020204" pitchFamily="34" charset="0"/>
                  <a:ea typeface="黑体" panose="02010609060101010101" pitchFamily="2" charset="-122"/>
                  <a:sym typeface="Wingdings" panose="05000000000000000000" pitchFamily="2" charset="2"/>
                </a:rPr>
                <a:t></a:t>
              </a:r>
            </a:p>
          </p:txBody>
        </p:sp>
        <p:sp>
          <p:nvSpPr>
            <p:cNvPr id="56362" name="Line 21"/>
            <p:cNvSpPr>
              <a:spLocks noChangeShapeType="1"/>
            </p:cNvSpPr>
            <p:nvPr/>
          </p:nvSpPr>
          <p:spPr bwMode="auto">
            <a:xfrm rot="10800000" flipH="1" flipV="1">
              <a:off x="2089" y="1927"/>
              <a:ext cx="0" cy="568"/>
            </a:xfrm>
            <a:prstGeom prst="line">
              <a:avLst/>
            </a:prstGeom>
            <a:noFill/>
            <a:ln w="38100">
              <a:solidFill>
                <a:schemeClr val="folHlink"/>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grpSp>
      <p:grpSp>
        <p:nvGrpSpPr>
          <p:cNvPr id="1082410" name="Group 42"/>
          <p:cNvGrpSpPr/>
          <p:nvPr/>
        </p:nvGrpSpPr>
        <p:grpSpPr bwMode="auto">
          <a:xfrm>
            <a:off x="3704432" y="2464273"/>
            <a:ext cx="1936485" cy="1112837"/>
            <a:chOff x="2154" y="1813"/>
            <a:chExt cx="1126" cy="701"/>
          </a:xfrm>
        </p:grpSpPr>
        <p:sp>
          <p:nvSpPr>
            <p:cNvPr id="56359" name="Text Box 14"/>
            <p:cNvSpPr txBox="1">
              <a:spLocks noChangeArrowheads="1"/>
            </p:cNvSpPr>
            <p:nvPr/>
          </p:nvSpPr>
          <p:spPr bwMode="auto">
            <a:xfrm flipH="1">
              <a:off x="2154" y="2205"/>
              <a:ext cx="26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400" b="1">
                  <a:solidFill>
                    <a:srgbClr val="000099"/>
                  </a:solidFill>
                  <a:latin typeface="Arial" panose="020B0604020202020204" pitchFamily="34" charset="0"/>
                  <a:ea typeface="黑体" panose="02010609060101010101" pitchFamily="2" charset="-122"/>
                  <a:sym typeface="Wingdings" panose="05000000000000000000" pitchFamily="2" charset="2"/>
                </a:rPr>
                <a:t></a:t>
              </a:r>
            </a:p>
          </p:txBody>
        </p:sp>
        <p:sp>
          <p:nvSpPr>
            <p:cNvPr id="56360" name="Line 22"/>
            <p:cNvSpPr>
              <a:spLocks noChangeShapeType="1"/>
            </p:cNvSpPr>
            <p:nvPr/>
          </p:nvSpPr>
          <p:spPr bwMode="auto">
            <a:xfrm rot="10800000" flipH="1">
              <a:off x="2245" y="1813"/>
              <a:ext cx="1035" cy="701"/>
            </a:xfrm>
            <a:prstGeom prst="line">
              <a:avLst/>
            </a:prstGeom>
            <a:noFill/>
            <a:ln w="38100">
              <a:solidFill>
                <a:schemeClr val="folHlink"/>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grpSp>
      <p:grpSp>
        <p:nvGrpSpPr>
          <p:cNvPr id="1082411" name="Group 43"/>
          <p:cNvGrpSpPr/>
          <p:nvPr/>
        </p:nvGrpSpPr>
        <p:grpSpPr bwMode="auto">
          <a:xfrm>
            <a:off x="3842015" y="2492847"/>
            <a:ext cx="2084387" cy="1268412"/>
            <a:chOff x="2234" y="1831"/>
            <a:chExt cx="1212" cy="799"/>
          </a:xfrm>
        </p:grpSpPr>
        <p:sp>
          <p:nvSpPr>
            <p:cNvPr id="56357" name="Text Box 13"/>
            <p:cNvSpPr txBox="1">
              <a:spLocks noChangeArrowheads="1"/>
            </p:cNvSpPr>
            <p:nvPr/>
          </p:nvSpPr>
          <p:spPr bwMode="auto">
            <a:xfrm flipH="1">
              <a:off x="3179" y="1831"/>
              <a:ext cx="26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400" b="1">
                  <a:solidFill>
                    <a:srgbClr val="000099"/>
                  </a:solidFill>
                  <a:latin typeface="Arial" panose="020B0604020202020204" pitchFamily="34" charset="0"/>
                  <a:ea typeface="黑体" panose="02010609060101010101" pitchFamily="2" charset="-122"/>
                  <a:sym typeface="Wingdings" panose="05000000000000000000" pitchFamily="2" charset="2"/>
                </a:rPr>
                <a:t></a:t>
              </a:r>
            </a:p>
          </p:txBody>
        </p:sp>
        <p:sp>
          <p:nvSpPr>
            <p:cNvPr id="56358" name="Line 23"/>
            <p:cNvSpPr>
              <a:spLocks noChangeShapeType="1"/>
            </p:cNvSpPr>
            <p:nvPr/>
          </p:nvSpPr>
          <p:spPr bwMode="auto">
            <a:xfrm flipH="1">
              <a:off x="2234" y="1870"/>
              <a:ext cx="1100" cy="760"/>
            </a:xfrm>
            <a:prstGeom prst="line">
              <a:avLst/>
            </a:prstGeom>
            <a:noFill/>
            <a:ln w="38100">
              <a:solidFill>
                <a:schemeClr val="folHlink"/>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grpSp>
      <p:pic>
        <p:nvPicPr>
          <p:cNvPr id="56335" name="Picture 24"/>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5527411" y="3397723"/>
            <a:ext cx="737791" cy="1252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082413" name="Group 45"/>
          <p:cNvGrpSpPr/>
          <p:nvPr/>
        </p:nvGrpSpPr>
        <p:grpSpPr bwMode="auto">
          <a:xfrm>
            <a:off x="3842015" y="3637438"/>
            <a:ext cx="1733550" cy="461963"/>
            <a:chOff x="2234" y="2552"/>
            <a:chExt cx="1008" cy="291"/>
          </a:xfrm>
        </p:grpSpPr>
        <p:sp>
          <p:nvSpPr>
            <p:cNvPr id="56355" name="Text Box 25"/>
            <p:cNvSpPr txBox="1">
              <a:spLocks noChangeArrowheads="1"/>
            </p:cNvSpPr>
            <p:nvPr/>
          </p:nvSpPr>
          <p:spPr bwMode="auto">
            <a:xfrm flipH="1">
              <a:off x="2275" y="2552"/>
              <a:ext cx="26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400" b="1">
                  <a:solidFill>
                    <a:srgbClr val="000099"/>
                  </a:solidFill>
                  <a:latin typeface="Arial" panose="020B0604020202020204" pitchFamily="34" charset="0"/>
                  <a:ea typeface="黑体" panose="02010609060101010101" pitchFamily="2" charset="-122"/>
                  <a:sym typeface="Wingdings" panose="05000000000000000000" pitchFamily="2" charset="2"/>
                </a:rPr>
                <a:t></a:t>
              </a:r>
            </a:p>
          </p:txBody>
        </p:sp>
        <p:sp>
          <p:nvSpPr>
            <p:cNvPr id="56356" name="Line 27"/>
            <p:cNvSpPr>
              <a:spLocks noChangeShapeType="1"/>
            </p:cNvSpPr>
            <p:nvPr/>
          </p:nvSpPr>
          <p:spPr bwMode="auto">
            <a:xfrm rot="16200000" flipH="1">
              <a:off x="2738" y="2283"/>
              <a:ext cx="0" cy="1008"/>
            </a:xfrm>
            <a:prstGeom prst="line">
              <a:avLst/>
            </a:prstGeom>
            <a:noFill/>
            <a:ln w="38100">
              <a:solidFill>
                <a:schemeClr val="folHlink"/>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grpSp>
      <p:grpSp>
        <p:nvGrpSpPr>
          <p:cNvPr id="1082414" name="Group 46"/>
          <p:cNvGrpSpPr/>
          <p:nvPr/>
        </p:nvGrpSpPr>
        <p:grpSpPr bwMode="auto">
          <a:xfrm>
            <a:off x="3842013" y="4094639"/>
            <a:ext cx="1733550" cy="461963"/>
            <a:chOff x="2234" y="2840"/>
            <a:chExt cx="1008" cy="291"/>
          </a:xfrm>
        </p:grpSpPr>
        <p:sp>
          <p:nvSpPr>
            <p:cNvPr id="56353" name="Line 28"/>
            <p:cNvSpPr>
              <a:spLocks noChangeShapeType="1"/>
            </p:cNvSpPr>
            <p:nvPr/>
          </p:nvSpPr>
          <p:spPr bwMode="auto">
            <a:xfrm rot="5400000">
              <a:off x="2738" y="2379"/>
              <a:ext cx="0" cy="1008"/>
            </a:xfrm>
            <a:prstGeom prst="line">
              <a:avLst/>
            </a:prstGeom>
            <a:noFill/>
            <a:ln w="38100">
              <a:solidFill>
                <a:schemeClr val="folHlink"/>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56354" name="Text Box 29"/>
            <p:cNvSpPr txBox="1">
              <a:spLocks noChangeArrowheads="1"/>
            </p:cNvSpPr>
            <p:nvPr/>
          </p:nvSpPr>
          <p:spPr bwMode="auto">
            <a:xfrm flipH="1">
              <a:off x="2971" y="2840"/>
              <a:ext cx="26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400" b="1">
                  <a:solidFill>
                    <a:srgbClr val="000099"/>
                  </a:solidFill>
                  <a:latin typeface="Arial" panose="020B0604020202020204" pitchFamily="34" charset="0"/>
                  <a:ea typeface="黑体" panose="02010609060101010101" pitchFamily="2" charset="-122"/>
                  <a:sym typeface="Wingdings" panose="05000000000000000000" pitchFamily="2" charset="2"/>
                </a:rPr>
                <a:t></a:t>
              </a:r>
            </a:p>
          </p:txBody>
        </p:sp>
      </p:grpSp>
      <p:sp>
        <p:nvSpPr>
          <p:cNvPr id="1082398" name="Text Box 30"/>
          <p:cNvSpPr txBox="1">
            <a:spLocks noChangeArrowheads="1"/>
          </p:cNvSpPr>
          <p:nvPr/>
        </p:nvSpPr>
        <p:spPr bwMode="auto">
          <a:xfrm flipH="1">
            <a:off x="4137594" y="1568922"/>
            <a:ext cx="1107996" cy="36933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algn="ctr" eaLnBrk="1" hangingPunct="1"/>
            <a:r>
              <a:rPr kumimoji="1" lang="zh-CN" altLang="en-US" sz="1800" b="1">
                <a:solidFill>
                  <a:srgbClr val="000099"/>
                </a:solidFill>
                <a:latin typeface="Arial" panose="020B0604020202020204" pitchFamily="34" charset="0"/>
                <a:ea typeface="黑体" panose="02010609060101010101" pitchFamily="2" charset="-122"/>
              </a:rPr>
              <a:t>迭代查询</a:t>
            </a:r>
          </a:p>
        </p:txBody>
      </p:sp>
      <p:grpSp>
        <p:nvGrpSpPr>
          <p:cNvPr id="1082417" name="Group 49"/>
          <p:cNvGrpSpPr/>
          <p:nvPr/>
        </p:nvGrpSpPr>
        <p:grpSpPr bwMode="auto">
          <a:xfrm>
            <a:off x="3530733" y="4502623"/>
            <a:ext cx="2748227" cy="1011237"/>
            <a:chOff x="2053" y="3097"/>
            <a:chExt cx="1598" cy="637"/>
          </a:xfrm>
        </p:grpSpPr>
        <p:grpSp>
          <p:nvGrpSpPr>
            <p:cNvPr id="56347" name="Group 48"/>
            <p:cNvGrpSpPr/>
            <p:nvPr/>
          </p:nvGrpSpPr>
          <p:grpSpPr bwMode="auto">
            <a:xfrm>
              <a:off x="2053" y="3097"/>
              <a:ext cx="1598" cy="637"/>
              <a:chOff x="2053" y="3097"/>
              <a:chExt cx="1598" cy="637"/>
            </a:xfrm>
          </p:grpSpPr>
          <p:sp>
            <p:nvSpPr>
              <p:cNvPr id="56349" name="Rectangle 36"/>
              <p:cNvSpPr>
                <a:spLocks noChangeArrowheads="1"/>
              </p:cNvSpPr>
              <p:nvPr/>
            </p:nvSpPr>
            <p:spPr bwMode="auto">
              <a:xfrm>
                <a:off x="2135" y="3356"/>
                <a:ext cx="1516" cy="263"/>
              </a:xfrm>
              <a:prstGeom prst="rect">
                <a:avLst/>
              </a:prstGeom>
              <a:solidFill>
                <a:srgbClr val="CCECFF"/>
              </a:solidFill>
              <a:ln w="9525">
                <a:solidFill>
                  <a:schemeClr val="folHlink"/>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solidFill>
                    <a:srgbClr val="000099"/>
                  </a:solidFill>
                </a:endParaRPr>
              </a:p>
            </p:txBody>
          </p:sp>
          <p:grpSp>
            <p:nvGrpSpPr>
              <p:cNvPr id="56350" name="Group 47"/>
              <p:cNvGrpSpPr/>
              <p:nvPr/>
            </p:nvGrpSpPr>
            <p:grpSpPr bwMode="auto">
              <a:xfrm>
                <a:off x="2053" y="3097"/>
                <a:ext cx="267" cy="637"/>
                <a:chOff x="2053" y="3097"/>
                <a:chExt cx="267" cy="637"/>
              </a:xfrm>
            </p:grpSpPr>
            <p:sp>
              <p:nvSpPr>
                <p:cNvPr id="56351" name="Text Box 33"/>
                <p:cNvSpPr txBox="1">
                  <a:spLocks noChangeArrowheads="1"/>
                </p:cNvSpPr>
                <p:nvPr/>
              </p:nvSpPr>
              <p:spPr bwMode="auto">
                <a:xfrm flipH="1">
                  <a:off x="2053" y="3097"/>
                  <a:ext cx="26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400" b="1">
                      <a:solidFill>
                        <a:srgbClr val="000099"/>
                      </a:solidFill>
                      <a:latin typeface="Arial" panose="020B0604020202020204" pitchFamily="34" charset="0"/>
                      <a:ea typeface="黑体" panose="02010609060101010101" pitchFamily="2" charset="-122"/>
                      <a:sym typeface="Wingdings" panose="05000000000000000000" pitchFamily="2" charset="2"/>
                    </a:rPr>
                    <a:t></a:t>
                  </a:r>
                </a:p>
              </p:txBody>
            </p:sp>
            <p:sp>
              <p:nvSpPr>
                <p:cNvPr id="56352" name="Line 35"/>
                <p:cNvSpPr>
                  <a:spLocks noChangeShapeType="1"/>
                </p:cNvSpPr>
                <p:nvPr/>
              </p:nvSpPr>
              <p:spPr bwMode="auto">
                <a:xfrm rot="10800000" flipH="1" flipV="1">
                  <a:off x="2089" y="3166"/>
                  <a:ext cx="0" cy="568"/>
                </a:xfrm>
                <a:prstGeom prst="line">
                  <a:avLst/>
                </a:prstGeom>
                <a:noFill/>
                <a:ln w="38100">
                  <a:solidFill>
                    <a:schemeClr val="folHlink"/>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grpSp>
        </p:grpSp>
        <p:sp>
          <p:nvSpPr>
            <p:cNvPr id="56348" name="Text Box 6"/>
            <p:cNvSpPr txBox="1">
              <a:spLocks noChangeArrowheads="1"/>
            </p:cNvSpPr>
            <p:nvPr/>
          </p:nvSpPr>
          <p:spPr bwMode="auto">
            <a:xfrm flipH="1">
              <a:off x="2104" y="3417"/>
              <a:ext cx="1437" cy="1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lnSpc>
                  <a:spcPct val="80000"/>
                </a:lnSpc>
              </a:pPr>
              <a:r>
                <a:rPr kumimoji="1" lang="en-US" altLang="zh-CN" sz="1800" b="1">
                  <a:solidFill>
                    <a:srgbClr val="000099"/>
                  </a:solidFill>
                  <a:latin typeface="Arial" panose="020B0604020202020204" pitchFamily="34" charset="0"/>
                  <a:ea typeface="黑体" panose="02010609060101010101" pitchFamily="2" charset="-122"/>
                </a:rPr>
                <a:t> y.abc.com</a:t>
              </a:r>
              <a:r>
                <a:rPr kumimoji="1" lang="en-US" altLang="zh-CN" sz="900" b="1">
                  <a:solidFill>
                    <a:srgbClr val="000099"/>
                  </a:solidFill>
                  <a:latin typeface="Arial" panose="020B0604020202020204" pitchFamily="34" charset="0"/>
                  <a:ea typeface="黑体" panose="02010609060101010101" pitchFamily="2" charset="-122"/>
                </a:rPr>
                <a:t> </a:t>
              </a:r>
              <a:r>
                <a:rPr kumimoji="1" lang="zh-CN" altLang="en-US" sz="1800" b="1">
                  <a:solidFill>
                    <a:srgbClr val="000099"/>
                  </a:solidFill>
                  <a:latin typeface="Arial" panose="020B0604020202020204" pitchFamily="34" charset="0"/>
                  <a:ea typeface="黑体" panose="02010609060101010101" pitchFamily="2" charset="-122"/>
                </a:rPr>
                <a:t>的</a:t>
              </a:r>
              <a:r>
                <a:rPr kumimoji="1" lang="zh-CN" altLang="en-US" sz="1400" b="1">
                  <a:solidFill>
                    <a:srgbClr val="000099"/>
                  </a:solidFill>
                  <a:latin typeface="Arial" panose="020B0604020202020204" pitchFamily="34" charset="0"/>
                  <a:ea typeface="黑体" panose="02010609060101010101" pitchFamily="2" charset="-122"/>
                </a:rPr>
                <a:t> </a:t>
              </a:r>
              <a:r>
                <a:rPr kumimoji="1" lang="en-US" altLang="zh-CN" sz="1800" b="1">
                  <a:solidFill>
                    <a:srgbClr val="000099"/>
                  </a:solidFill>
                  <a:latin typeface="Arial" panose="020B0604020202020204" pitchFamily="34" charset="0"/>
                  <a:ea typeface="黑体" panose="02010609060101010101" pitchFamily="2" charset="-122"/>
                </a:rPr>
                <a:t>IP</a:t>
              </a:r>
              <a:r>
                <a:rPr kumimoji="1" lang="en-US" altLang="zh-CN" sz="1400" b="1">
                  <a:solidFill>
                    <a:srgbClr val="000099"/>
                  </a:solidFill>
                  <a:latin typeface="Arial" panose="020B0604020202020204" pitchFamily="34" charset="0"/>
                  <a:ea typeface="黑体" panose="02010609060101010101" pitchFamily="2" charset="-122"/>
                </a:rPr>
                <a:t> </a:t>
              </a:r>
              <a:r>
                <a:rPr kumimoji="1" lang="zh-CN" altLang="en-US" sz="1800" b="1">
                  <a:solidFill>
                    <a:srgbClr val="000099"/>
                  </a:solidFill>
                  <a:latin typeface="Arial" panose="020B0604020202020204" pitchFamily="34" charset="0"/>
                  <a:ea typeface="黑体" panose="02010609060101010101" pitchFamily="2" charset="-122"/>
                </a:rPr>
                <a:t>地址 </a:t>
              </a:r>
            </a:p>
          </p:txBody>
        </p:sp>
      </p:grpSp>
      <p:pic>
        <p:nvPicPr>
          <p:cNvPr id="56340" name="Picture 10"/>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a:off x="3229769" y="5604347"/>
            <a:ext cx="517658" cy="546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6341" name="Text Box 11"/>
          <p:cNvSpPr txBox="1">
            <a:spLocks noChangeArrowheads="1"/>
          </p:cNvSpPr>
          <p:nvPr/>
        </p:nvSpPr>
        <p:spPr bwMode="auto">
          <a:xfrm flipH="1">
            <a:off x="2925366" y="6112347"/>
            <a:ext cx="1428596" cy="3139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lnSpc>
                <a:spcPct val="80000"/>
              </a:lnSpc>
            </a:pPr>
            <a:r>
              <a:rPr kumimoji="1" lang="en-US" altLang="zh-CN" sz="1800" b="1">
                <a:solidFill>
                  <a:srgbClr val="000099"/>
                </a:solidFill>
                <a:latin typeface="Arial" panose="020B0604020202020204" pitchFamily="34" charset="0"/>
                <a:ea typeface="黑体" panose="02010609060101010101" pitchFamily="2" charset="-122"/>
              </a:rPr>
              <a:t>m.xyz.com </a:t>
            </a:r>
          </a:p>
        </p:txBody>
      </p:sp>
      <p:sp>
        <p:nvSpPr>
          <p:cNvPr id="1082399" name="Text Box 31"/>
          <p:cNvSpPr txBox="1">
            <a:spLocks noChangeArrowheads="1"/>
          </p:cNvSpPr>
          <p:nvPr/>
        </p:nvSpPr>
        <p:spPr bwMode="auto">
          <a:xfrm flipH="1">
            <a:off x="2714846" y="4743923"/>
            <a:ext cx="646331" cy="6186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algn="ctr" eaLnBrk="1" hangingPunct="1"/>
            <a:r>
              <a:rPr kumimoji="1" lang="zh-CN" altLang="en-US" sz="1800" b="1">
                <a:solidFill>
                  <a:srgbClr val="000099"/>
                </a:solidFill>
                <a:latin typeface="Arial" panose="020B0604020202020204" pitchFamily="34" charset="0"/>
                <a:ea typeface="黑体" panose="02010609060101010101" pitchFamily="2" charset="-122"/>
              </a:rPr>
              <a:t>递归</a:t>
            </a:r>
          </a:p>
          <a:p>
            <a:pPr algn="ctr" eaLnBrk="1" hangingPunct="1">
              <a:lnSpc>
                <a:spcPct val="90000"/>
              </a:lnSpc>
            </a:pPr>
            <a:r>
              <a:rPr kumimoji="1" lang="zh-CN" altLang="en-US" sz="1800" b="1">
                <a:solidFill>
                  <a:srgbClr val="000099"/>
                </a:solidFill>
                <a:latin typeface="Arial" panose="020B0604020202020204" pitchFamily="34" charset="0"/>
                <a:ea typeface="黑体" panose="02010609060101010101" pitchFamily="2" charset="-122"/>
              </a:rPr>
              <a:t>查询</a:t>
            </a:r>
          </a:p>
        </p:txBody>
      </p:sp>
      <p:grpSp>
        <p:nvGrpSpPr>
          <p:cNvPr id="1082407" name="Group 39"/>
          <p:cNvGrpSpPr/>
          <p:nvPr/>
        </p:nvGrpSpPr>
        <p:grpSpPr bwMode="auto">
          <a:xfrm>
            <a:off x="3002756" y="4612161"/>
            <a:ext cx="459185" cy="1071563"/>
            <a:chOff x="1746" y="3166"/>
            <a:chExt cx="267" cy="675"/>
          </a:xfrm>
        </p:grpSpPr>
        <p:sp>
          <p:nvSpPr>
            <p:cNvPr id="56345" name="Text Box 32"/>
            <p:cNvSpPr txBox="1">
              <a:spLocks noChangeArrowheads="1"/>
            </p:cNvSpPr>
            <p:nvPr/>
          </p:nvSpPr>
          <p:spPr bwMode="auto">
            <a:xfrm flipH="1">
              <a:off x="1746" y="3550"/>
              <a:ext cx="26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400" b="1">
                  <a:solidFill>
                    <a:srgbClr val="000099"/>
                  </a:solidFill>
                  <a:latin typeface="Arial" panose="020B0604020202020204" pitchFamily="34" charset="0"/>
                  <a:ea typeface="黑体" panose="02010609060101010101" pitchFamily="2" charset="-122"/>
                  <a:sym typeface="Wingdings" panose="05000000000000000000" pitchFamily="2" charset="2"/>
                </a:rPr>
                <a:t></a:t>
              </a:r>
            </a:p>
          </p:txBody>
        </p:sp>
        <p:sp>
          <p:nvSpPr>
            <p:cNvPr id="56346" name="Line 34"/>
            <p:cNvSpPr>
              <a:spLocks noChangeShapeType="1"/>
            </p:cNvSpPr>
            <p:nvPr/>
          </p:nvSpPr>
          <p:spPr bwMode="auto">
            <a:xfrm rot="10800000" flipH="1">
              <a:off x="1996" y="3166"/>
              <a:ext cx="0" cy="568"/>
            </a:xfrm>
            <a:prstGeom prst="line">
              <a:avLst/>
            </a:prstGeom>
            <a:noFill/>
            <a:ln w="38100">
              <a:solidFill>
                <a:schemeClr val="folHlink"/>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grpSp>
      <p:sp>
        <p:nvSpPr>
          <p:cNvPr id="56344" name="Text Box 50"/>
          <p:cNvSpPr txBox="1">
            <a:spLocks noChangeArrowheads="1"/>
          </p:cNvSpPr>
          <p:nvPr/>
        </p:nvSpPr>
        <p:spPr bwMode="auto">
          <a:xfrm flipH="1">
            <a:off x="3549651" y="5751984"/>
            <a:ext cx="3821377" cy="311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algn="ctr" eaLnBrk="1" hangingPunct="1">
              <a:lnSpc>
                <a:spcPct val="80000"/>
              </a:lnSpc>
            </a:pPr>
            <a:r>
              <a:rPr kumimoji="1" lang="zh-CN" altLang="en-US" sz="1800" b="1">
                <a:solidFill>
                  <a:srgbClr val="000099"/>
                </a:solidFill>
                <a:latin typeface="Arial" panose="020B0604020202020204" pitchFamily="34" charset="0"/>
                <a:ea typeface="黑体" panose="02010609060101010101" pitchFamily="2" charset="-122"/>
              </a:rPr>
              <a:t>需要查找 </a:t>
            </a:r>
            <a:r>
              <a:rPr kumimoji="1" lang="en-US" altLang="zh-CN" sz="1800" b="1">
                <a:solidFill>
                  <a:srgbClr val="000099"/>
                </a:solidFill>
                <a:latin typeface="Arial" panose="020B0604020202020204" pitchFamily="34" charset="0"/>
                <a:ea typeface="黑体" panose="02010609060101010101" pitchFamily="2" charset="-122"/>
              </a:rPr>
              <a:t>y.abc.com </a:t>
            </a:r>
            <a:r>
              <a:rPr kumimoji="1" lang="zh-CN" altLang="en-US" sz="1800" b="1">
                <a:solidFill>
                  <a:srgbClr val="000099"/>
                </a:solidFill>
                <a:latin typeface="Arial" panose="020B0604020202020204" pitchFamily="34" charset="0"/>
                <a:ea typeface="黑体" panose="02010609060101010101" pitchFamily="2" charset="-122"/>
              </a:rPr>
              <a:t>的 </a:t>
            </a:r>
            <a:r>
              <a:rPr kumimoji="1" lang="en-US" altLang="zh-CN" sz="1800" b="1">
                <a:solidFill>
                  <a:srgbClr val="000099"/>
                </a:solidFill>
                <a:latin typeface="Arial" panose="020B0604020202020204" pitchFamily="34" charset="0"/>
                <a:ea typeface="黑体" panose="02010609060101010101" pitchFamily="2" charset="-122"/>
              </a:rPr>
              <a:t>IP </a:t>
            </a:r>
            <a:r>
              <a:rPr kumimoji="1" lang="zh-CN" altLang="en-US" sz="1800" b="1">
                <a:solidFill>
                  <a:srgbClr val="000099"/>
                </a:solidFill>
                <a:latin typeface="Arial" panose="020B0604020202020204" pitchFamily="34" charset="0"/>
                <a:ea typeface="黑体" panose="02010609060101010101" pitchFamily="2" charset="-122"/>
              </a:rPr>
              <a:t>地址</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082407"/>
                                        </p:tgtEl>
                                        <p:attrNameLst>
                                          <p:attrName>style.visibility</p:attrName>
                                        </p:attrNameLst>
                                      </p:cBhvr>
                                      <p:to>
                                        <p:strVal val="visible"/>
                                      </p:to>
                                    </p:set>
                                    <p:animEffect transition="in" filter="wipe(down)">
                                      <p:cBhvr>
                                        <p:cTn id="7" dur="1000"/>
                                        <p:tgtEl>
                                          <p:spTgt spid="1082407"/>
                                        </p:tgtEl>
                                      </p:cBhvr>
                                    </p:animEffect>
                                  </p:childTnLst>
                                </p:cTn>
                              </p:par>
                            </p:childTnLst>
                          </p:cTn>
                        </p:par>
                        <p:par>
                          <p:cTn id="8" fill="hold">
                            <p:stCondLst>
                              <p:cond delay="1000"/>
                            </p:stCondLst>
                            <p:childTnLst>
                              <p:par>
                                <p:cTn id="9" presetID="1" presetClass="entr" presetSubtype="0" fill="hold" grpId="0" nodeType="afterEffect">
                                  <p:stCondLst>
                                    <p:cond delay="0"/>
                                  </p:stCondLst>
                                  <p:childTnLst>
                                    <p:set>
                                      <p:cBhvr>
                                        <p:cTn id="10" dur="1" fill="hold">
                                          <p:stCondLst>
                                            <p:cond delay="0"/>
                                          </p:stCondLst>
                                        </p:cTn>
                                        <p:tgtEl>
                                          <p:spTgt spid="1082399"/>
                                        </p:tgtEl>
                                        <p:attrNameLst>
                                          <p:attrName>style.visibility</p:attrName>
                                        </p:attrNameLst>
                                      </p:cBhvr>
                                      <p:to>
                                        <p:strVal val="visible"/>
                                      </p:to>
                                    </p:set>
                                  </p:childTnLst>
                                </p:cTn>
                              </p:par>
                            </p:childTnLst>
                          </p:cTn>
                        </p:par>
                        <p:par>
                          <p:cTn id="11" fill="hold">
                            <p:stCondLst>
                              <p:cond delay="1000"/>
                            </p:stCondLst>
                            <p:childTnLst>
                              <p:par>
                                <p:cTn id="12" presetID="22" presetClass="entr" presetSubtype="4" fill="hold" nodeType="afterEffect">
                                  <p:stCondLst>
                                    <p:cond delay="500"/>
                                  </p:stCondLst>
                                  <p:childTnLst>
                                    <p:set>
                                      <p:cBhvr>
                                        <p:cTn id="13" dur="1" fill="hold">
                                          <p:stCondLst>
                                            <p:cond delay="0"/>
                                          </p:stCondLst>
                                        </p:cTn>
                                        <p:tgtEl>
                                          <p:spTgt spid="1082408"/>
                                        </p:tgtEl>
                                        <p:attrNameLst>
                                          <p:attrName>style.visibility</p:attrName>
                                        </p:attrNameLst>
                                      </p:cBhvr>
                                      <p:to>
                                        <p:strVal val="visible"/>
                                      </p:to>
                                    </p:set>
                                    <p:animEffect transition="in" filter="wipe(down)">
                                      <p:cBhvr>
                                        <p:cTn id="14" dur="1000"/>
                                        <p:tgtEl>
                                          <p:spTgt spid="1082408"/>
                                        </p:tgtEl>
                                      </p:cBhvr>
                                    </p:animEffect>
                                  </p:childTnLst>
                                </p:cTn>
                              </p:par>
                            </p:childTnLst>
                          </p:cTn>
                        </p:par>
                        <p:par>
                          <p:cTn id="15" fill="hold">
                            <p:stCondLst>
                              <p:cond delay="2500"/>
                            </p:stCondLst>
                            <p:childTnLst>
                              <p:par>
                                <p:cTn id="16" presetID="1" presetClass="entr" presetSubtype="0" fill="hold" grpId="0" nodeType="afterEffect">
                                  <p:stCondLst>
                                    <p:cond delay="0"/>
                                  </p:stCondLst>
                                  <p:childTnLst>
                                    <p:set>
                                      <p:cBhvr>
                                        <p:cTn id="17" dur="1" fill="hold">
                                          <p:stCondLst>
                                            <p:cond delay="0"/>
                                          </p:stCondLst>
                                        </p:cTn>
                                        <p:tgtEl>
                                          <p:spTgt spid="1082398"/>
                                        </p:tgtEl>
                                        <p:attrNameLst>
                                          <p:attrName>style.visibility</p:attrName>
                                        </p:attrNameLst>
                                      </p:cBhvr>
                                      <p:to>
                                        <p:strVal val="visible"/>
                                      </p:to>
                                    </p:set>
                                  </p:childTnLst>
                                </p:cTn>
                              </p:par>
                            </p:childTnLst>
                          </p:cTn>
                        </p:par>
                        <p:par>
                          <p:cTn id="18" fill="hold">
                            <p:stCondLst>
                              <p:cond delay="2500"/>
                            </p:stCondLst>
                            <p:childTnLst>
                              <p:par>
                                <p:cTn id="19" presetID="22" presetClass="entr" presetSubtype="1" fill="hold" nodeType="afterEffect">
                                  <p:stCondLst>
                                    <p:cond delay="500"/>
                                  </p:stCondLst>
                                  <p:childTnLst>
                                    <p:set>
                                      <p:cBhvr>
                                        <p:cTn id="20" dur="1" fill="hold">
                                          <p:stCondLst>
                                            <p:cond delay="0"/>
                                          </p:stCondLst>
                                        </p:cTn>
                                        <p:tgtEl>
                                          <p:spTgt spid="1082409"/>
                                        </p:tgtEl>
                                        <p:attrNameLst>
                                          <p:attrName>style.visibility</p:attrName>
                                        </p:attrNameLst>
                                      </p:cBhvr>
                                      <p:to>
                                        <p:strVal val="visible"/>
                                      </p:to>
                                    </p:set>
                                    <p:animEffect transition="in" filter="wipe(up)">
                                      <p:cBhvr>
                                        <p:cTn id="21" dur="500"/>
                                        <p:tgtEl>
                                          <p:spTgt spid="1082409"/>
                                        </p:tgtEl>
                                      </p:cBhvr>
                                    </p:animEffect>
                                  </p:childTnLst>
                                </p:cTn>
                              </p:par>
                            </p:childTnLst>
                          </p:cTn>
                        </p:par>
                        <p:par>
                          <p:cTn id="22" fill="hold">
                            <p:stCondLst>
                              <p:cond delay="3500"/>
                            </p:stCondLst>
                            <p:childTnLst>
                              <p:par>
                                <p:cTn id="23" presetID="22" presetClass="entr" presetSubtype="8" fill="hold" nodeType="afterEffect">
                                  <p:stCondLst>
                                    <p:cond delay="500"/>
                                  </p:stCondLst>
                                  <p:childTnLst>
                                    <p:set>
                                      <p:cBhvr>
                                        <p:cTn id="24" dur="1" fill="hold">
                                          <p:stCondLst>
                                            <p:cond delay="0"/>
                                          </p:stCondLst>
                                        </p:cTn>
                                        <p:tgtEl>
                                          <p:spTgt spid="1082410"/>
                                        </p:tgtEl>
                                        <p:attrNameLst>
                                          <p:attrName>style.visibility</p:attrName>
                                        </p:attrNameLst>
                                      </p:cBhvr>
                                      <p:to>
                                        <p:strVal val="visible"/>
                                      </p:to>
                                    </p:set>
                                    <p:animEffect transition="in" filter="wipe(left)">
                                      <p:cBhvr>
                                        <p:cTn id="25" dur="500"/>
                                        <p:tgtEl>
                                          <p:spTgt spid="1082410"/>
                                        </p:tgtEl>
                                      </p:cBhvr>
                                    </p:animEffect>
                                  </p:childTnLst>
                                </p:cTn>
                              </p:par>
                            </p:childTnLst>
                          </p:cTn>
                        </p:par>
                        <p:par>
                          <p:cTn id="26" fill="hold">
                            <p:stCondLst>
                              <p:cond delay="4500"/>
                            </p:stCondLst>
                            <p:childTnLst>
                              <p:par>
                                <p:cTn id="27" presetID="22" presetClass="entr" presetSubtype="2" fill="hold" nodeType="afterEffect">
                                  <p:stCondLst>
                                    <p:cond delay="500"/>
                                  </p:stCondLst>
                                  <p:childTnLst>
                                    <p:set>
                                      <p:cBhvr>
                                        <p:cTn id="28" dur="1" fill="hold">
                                          <p:stCondLst>
                                            <p:cond delay="0"/>
                                          </p:stCondLst>
                                        </p:cTn>
                                        <p:tgtEl>
                                          <p:spTgt spid="1082411"/>
                                        </p:tgtEl>
                                        <p:attrNameLst>
                                          <p:attrName>style.visibility</p:attrName>
                                        </p:attrNameLst>
                                      </p:cBhvr>
                                      <p:to>
                                        <p:strVal val="visible"/>
                                      </p:to>
                                    </p:set>
                                    <p:animEffect transition="in" filter="wipe(right)">
                                      <p:cBhvr>
                                        <p:cTn id="29" dur="1000"/>
                                        <p:tgtEl>
                                          <p:spTgt spid="1082411"/>
                                        </p:tgtEl>
                                      </p:cBhvr>
                                    </p:animEffect>
                                  </p:childTnLst>
                                </p:cTn>
                              </p:par>
                            </p:childTnLst>
                          </p:cTn>
                        </p:par>
                        <p:par>
                          <p:cTn id="30" fill="hold">
                            <p:stCondLst>
                              <p:cond delay="6000"/>
                            </p:stCondLst>
                            <p:childTnLst>
                              <p:par>
                                <p:cTn id="31" presetID="22" presetClass="entr" presetSubtype="8" fill="hold" nodeType="afterEffect">
                                  <p:stCondLst>
                                    <p:cond delay="500"/>
                                  </p:stCondLst>
                                  <p:childTnLst>
                                    <p:set>
                                      <p:cBhvr>
                                        <p:cTn id="32" dur="1" fill="hold">
                                          <p:stCondLst>
                                            <p:cond delay="0"/>
                                          </p:stCondLst>
                                        </p:cTn>
                                        <p:tgtEl>
                                          <p:spTgt spid="1082413"/>
                                        </p:tgtEl>
                                        <p:attrNameLst>
                                          <p:attrName>style.visibility</p:attrName>
                                        </p:attrNameLst>
                                      </p:cBhvr>
                                      <p:to>
                                        <p:strVal val="visible"/>
                                      </p:to>
                                    </p:set>
                                    <p:animEffect transition="in" filter="wipe(left)">
                                      <p:cBhvr>
                                        <p:cTn id="33" dur="500"/>
                                        <p:tgtEl>
                                          <p:spTgt spid="1082413"/>
                                        </p:tgtEl>
                                      </p:cBhvr>
                                    </p:animEffect>
                                  </p:childTnLst>
                                </p:cTn>
                              </p:par>
                            </p:childTnLst>
                          </p:cTn>
                        </p:par>
                        <p:par>
                          <p:cTn id="34" fill="hold">
                            <p:stCondLst>
                              <p:cond delay="7000"/>
                            </p:stCondLst>
                            <p:childTnLst>
                              <p:par>
                                <p:cTn id="35" presetID="22" presetClass="entr" presetSubtype="2" fill="hold" nodeType="afterEffect">
                                  <p:stCondLst>
                                    <p:cond delay="500"/>
                                  </p:stCondLst>
                                  <p:childTnLst>
                                    <p:set>
                                      <p:cBhvr>
                                        <p:cTn id="36" dur="1" fill="hold">
                                          <p:stCondLst>
                                            <p:cond delay="0"/>
                                          </p:stCondLst>
                                        </p:cTn>
                                        <p:tgtEl>
                                          <p:spTgt spid="1082414"/>
                                        </p:tgtEl>
                                        <p:attrNameLst>
                                          <p:attrName>style.visibility</p:attrName>
                                        </p:attrNameLst>
                                      </p:cBhvr>
                                      <p:to>
                                        <p:strVal val="visible"/>
                                      </p:to>
                                    </p:set>
                                    <p:animEffect transition="in" filter="wipe(right)">
                                      <p:cBhvr>
                                        <p:cTn id="37" dur="1000"/>
                                        <p:tgtEl>
                                          <p:spTgt spid="1082414"/>
                                        </p:tgtEl>
                                      </p:cBhvr>
                                    </p:animEffect>
                                  </p:childTnLst>
                                </p:cTn>
                              </p:par>
                            </p:childTnLst>
                          </p:cTn>
                        </p:par>
                        <p:par>
                          <p:cTn id="38" fill="hold">
                            <p:stCondLst>
                              <p:cond delay="8500"/>
                            </p:stCondLst>
                            <p:childTnLst>
                              <p:par>
                                <p:cTn id="39" presetID="22" presetClass="entr" presetSubtype="1" fill="hold" nodeType="afterEffect">
                                  <p:stCondLst>
                                    <p:cond delay="500"/>
                                  </p:stCondLst>
                                  <p:childTnLst>
                                    <p:set>
                                      <p:cBhvr>
                                        <p:cTn id="40" dur="1" fill="hold">
                                          <p:stCondLst>
                                            <p:cond delay="0"/>
                                          </p:stCondLst>
                                        </p:cTn>
                                        <p:tgtEl>
                                          <p:spTgt spid="1082417"/>
                                        </p:tgtEl>
                                        <p:attrNameLst>
                                          <p:attrName>style.visibility</p:attrName>
                                        </p:attrNameLst>
                                      </p:cBhvr>
                                      <p:to>
                                        <p:strVal val="visible"/>
                                      </p:to>
                                    </p:set>
                                    <p:animEffect transition="in" filter="wipe(up)">
                                      <p:cBhvr>
                                        <p:cTn id="41" dur="1000"/>
                                        <p:tgtEl>
                                          <p:spTgt spid="10824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2398" grpId="0" animBg="1"/>
      <p:bldP spid="1082399" grpId="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Rectangle 4"/>
          <p:cNvSpPr>
            <a:spLocks noChangeArrowheads="1"/>
          </p:cNvSpPr>
          <p:nvPr/>
        </p:nvSpPr>
        <p:spPr bwMode="auto">
          <a:xfrm flipH="1">
            <a:off x="3321569" y="1662137"/>
            <a:ext cx="3288242" cy="2865438"/>
          </a:xfrm>
          <a:prstGeom prst="rect">
            <a:avLst/>
          </a:prstGeom>
          <a:solidFill>
            <a:srgbClr val="FFFF99"/>
          </a:solidFill>
          <a:ln>
            <a:noFill/>
          </a:ln>
          <a:effectLst/>
          <a:extLst>
            <a:ext uri="{91240B29-F687-4F45-9708-019B960494DF}">
              <a14:hiddenLine xmlns:a14="http://schemas.microsoft.com/office/drawing/2010/main" w="9525">
                <a:solidFill>
                  <a:schemeClr val="folHlink"/>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57348" name="Text Box 6"/>
          <p:cNvSpPr txBox="1">
            <a:spLocks noChangeArrowheads="1"/>
          </p:cNvSpPr>
          <p:nvPr/>
        </p:nvSpPr>
        <p:spPr bwMode="auto">
          <a:xfrm flipH="1">
            <a:off x="6610735" y="1847875"/>
            <a:ext cx="1800493" cy="563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algn="ctr" eaLnBrk="1" hangingPunct="1">
              <a:lnSpc>
                <a:spcPct val="85000"/>
              </a:lnSpc>
            </a:pPr>
            <a:r>
              <a:rPr kumimoji="1" lang="zh-CN" altLang="en-US" sz="1800" b="1">
                <a:solidFill>
                  <a:schemeClr val="folHlink"/>
                </a:solidFill>
                <a:latin typeface="Arial" panose="020B0604020202020204" pitchFamily="34" charset="0"/>
                <a:ea typeface="黑体" panose="02010609060101010101" pitchFamily="2" charset="-122"/>
              </a:rPr>
              <a:t>顶级域名服务器</a:t>
            </a:r>
          </a:p>
          <a:p>
            <a:pPr algn="ctr" eaLnBrk="1" hangingPunct="1">
              <a:lnSpc>
                <a:spcPct val="85000"/>
              </a:lnSpc>
            </a:pPr>
            <a:r>
              <a:rPr kumimoji="1" lang="en-US" altLang="zh-CN" sz="1800" b="1">
                <a:solidFill>
                  <a:schemeClr val="folHlink"/>
                </a:solidFill>
                <a:latin typeface="Arial" panose="020B0604020202020204" pitchFamily="34" charset="0"/>
                <a:ea typeface="黑体" panose="02010609060101010101" pitchFamily="2" charset="-122"/>
              </a:rPr>
              <a:t>dns.com</a:t>
            </a:r>
          </a:p>
        </p:txBody>
      </p:sp>
      <p:sp>
        <p:nvSpPr>
          <p:cNvPr id="57349" name="Text Box 7"/>
          <p:cNvSpPr txBox="1">
            <a:spLocks noChangeArrowheads="1"/>
          </p:cNvSpPr>
          <p:nvPr/>
        </p:nvSpPr>
        <p:spPr bwMode="auto">
          <a:xfrm flipH="1">
            <a:off x="6308848" y="3719538"/>
            <a:ext cx="2316560" cy="5355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algn="ctr" eaLnBrk="1" hangingPunct="1">
              <a:lnSpc>
                <a:spcPct val="80000"/>
              </a:lnSpc>
            </a:pPr>
            <a:r>
              <a:rPr kumimoji="1" lang="zh-CN" altLang="en-US" sz="1800" b="1">
                <a:solidFill>
                  <a:schemeClr val="folHlink"/>
                </a:solidFill>
                <a:latin typeface="Arial" panose="020B0604020202020204" pitchFamily="34" charset="0"/>
                <a:ea typeface="黑体" panose="02010609060101010101" pitchFamily="2" charset="-122"/>
              </a:rPr>
              <a:t>权限</a:t>
            </a:r>
            <a:r>
              <a:rPr kumimoji="1" lang="zh-CN" altLang="zh-CN" sz="1800" b="1">
                <a:solidFill>
                  <a:schemeClr val="folHlink"/>
                </a:solidFill>
                <a:latin typeface="Arial" panose="020B0604020202020204" pitchFamily="34" charset="0"/>
                <a:ea typeface="黑体" panose="02010609060101010101" pitchFamily="2" charset="-122"/>
              </a:rPr>
              <a:t>域名服务</a:t>
            </a:r>
            <a:r>
              <a:rPr kumimoji="1" lang="en-US" altLang="zh-CN" sz="1800" b="1">
                <a:solidFill>
                  <a:schemeClr val="folHlink"/>
                </a:solidFill>
                <a:latin typeface="Arial" panose="020B0604020202020204" pitchFamily="34" charset="0"/>
                <a:ea typeface="黑体" panose="02010609060101010101" pitchFamily="2" charset="-122"/>
              </a:rPr>
              <a:t>dns.abc.com</a:t>
            </a:r>
          </a:p>
        </p:txBody>
      </p:sp>
      <p:sp>
        <p:nvSpPr>
          <p:cNvPr id="57350" name="Text Box 8"/>
          <p:cNvSpPr txBox="1">
            <a:spLocks noChangeArrowheads="1"/>
          </p:cNvSpPr>
          <p:nvPr/>
        </p:nvSpPr>
        <p:spPr bwMode="auto">
          <a:xfrm flipH="1">
            <a:off x="1556267" y="3648100"/>
            <a:ext cx="1800493" cy="5355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algn="ctr" eaLnBrk="1" hangingPunct="1">
              <a:lnSpc>
                <a:spcPct val="80000"/>
              </a:lnSpc>
            </a:pPr>
            <a:r>
              <a:rPr kumimoji="1" lang="zh-CN" altLang="en-US" sz="1800" b="1">
                <a:solidFill>
                  <a:schemeClr val="hlink"/>
                </a:solidFill>
                <a:latin typeface="Arial" panose="020B0604020202020204" pitchFamily="34" charset="0"/>
                <a:ea typeface="黑体" panose="02010609060101010101" pitchFamily="2" charset="-122"/>
              </a:rPr>
              <a:t>本地域名服务器</a:t>
            </a:r>
          </a:p>
          <a:p>
            <a:pPr algn="ctr" eaLnBrk="1" hangingPunct="1">
              <a:lnSpc>
                <a:spcPct val="80000"/>
              </a:lnSpc>
            </a:pPr>
            <a:r>
              <a:rPr kumimoji="1" lang="en-US" altLang="zh-CN" sz="1800" b="1">
                <a:solidFill>
                  <a:schemeClr val="hlink"/>
                </a:solidFill>
                <a:latin typeface="Arial" panose="020B0604020202020204" pitchFamily="34" charset="0"/>
                <a:ea typeface="黑体" panose="02010609060101010101" pitchFamily="2" charset="-122"/>
              </a:rPr>
              <a:t>dns.xyz.com</a:t>
            </a:r>
          </a:p>
        </p:txBody>
      </p:sp>
      <p:pic>
        <p:nvPicPr>
          <p:cNvPr id="57351" name="Picture 9"/>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3550302" y="5518176"/>
            <a:ext cx="512498"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7352" name="Text Box 10"/>
          <p:cNvSpPr txBox="1">
            <a:spLocks noChangeArrowheads="1"/>
          </p:cNvSpPr>
          <p:nvPr/>
        </p:nvSpPr>
        <p:spPr bwMode="auto">
          <a:xfrm flipH="1">
            <a:off x="3245899" y="6000775"/>
            <a:ext cx="1428596" cy="3139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lnSpc>
                <a:spcPct val="80000"/>
              </a:lnSpc>
            </a:pPr>
            <a:r>
              <a:rPr kumimoji="1" lang="en-US" altLang="zh-CN" sz="1800" b="1">
                <a:solidFill>
                  <a:schemeClr val="folHlink"/>
                </a:solidFill>
                <a:latin typeface="Arial" panose="020B0604020202020204" pitchFamily="34" charset="0"/>
                <a:ea typeface="黑体" panose="02010609060101010101" pitchFamily="2" charset="-122"/>
              </a:rPr>
              <a:t>m.xyz.com </a:t>
            </a:r>
          </a:p>
        </p:txBody>
      </p:sp>
      <p:sp>
        <p:nvSpPr>
          <p:cNvPr id="57353" name="Text Box 11"/>
          <p:cNvSpPr txBox="1">
            <a:spLocks noChangeArrowheads="1"/>
          </p:cNvSpPr>
          <p:nvPr/>
        </p:nvSpPr>
        <p:spPr bwMode="auto">
          <a:xfrm flipH="1">
            <a:off x="1795509" y="1847876"/>
            <a:ext cx="156966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algn="ctr" eaLnBrk="1" hangingPunct="1"/>
            <a:r>
              <a:rPr kumimoji="1" lang="zh-CN" altLang="en-US" sz="1800" b="1" dirty="0">
                <a:solidFill>
                  <a:schemeClr val="folHlink"/>
                </a:solidFill>
                <a:latin typeface="Arial" panose="020B0604020202020204" pitchFamily="34" charset="0"/>
                <a:ea typeface="黑体" panose="02010609060101010101" pitchFamily="2" charset="-122"/>
              </a:rPr>
              <a:t>根域名服务器</a:t>
            </a:r>
          </a:p>
        </p:txBody>
      </p:sp>
      <p:pic>
        <p:nvPicPr>
          <p:cNvPr id="57354" name="Picture 14"/>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3414438" y="3441725"/>
            <a:ext cx="727471"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7355" name="Picture 15"/>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3414438" y="1628800"/>
            <a:ext cx="727471"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7356" name="Picture 1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5730997" y="1628800"/>
            <a:ext cx="729192"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084453" name="Group 37"/>
          <p:cNvGrpSpPr/>
          <p:nvPr/>
        </p:nvGrpSpPr>
        <p:grpSpPr bwMode="auto">
          <a:xfrm>
            <a:off x="3319848" y="2728938"/>
            <a:ext cx="459185" cy="925513"/>
            <a:chOff x="1958" y="1944"/>
            <a:chExt cx="267" cy="583"/>
          </a:xfrm>
        </p:grpSpPr>
        <p:sp>
          <p:nvSpPr>
            <p:cNvPr id="57385" name="Text Box 17"/>
            <p:cNvSpPr txBox="1">
              <a:spLocks noChangeArrowheads="1"/>
            </p:cNvSpPr>
            <p:nvPr/>
          </p:nvSpPr>
          <p:spPr bwMode="auto">
            <a:xfrm flipH="1">
              <a:off x="1958" y="2236"/>
              <a:ext cx="26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400" b="1">
                  <a:solidFill>
                    <a:schemeClr val="folHlink"/>
                  </a:solidFill>
                  <a:latin typeface="Arial" panose="020B0604020202020204" pitchFamily="34" charset="0"/>
                  <a:ea typeface="黑体" panose="02010609060101010101" pitchFamily="2" charset="-122"/>
                  <a:sym typeface="Wingdings" panose="05000000000000000000" pitchFamily="2" charset="2"/>
                </a:rPr>
                <a:t></a:t>
              </a:r>
            </a:p>
          </p:txBody>
        </p:sp>
        <p:sp>
          <p:nvSpPr>
            <p:cNvPr id="57386" name="Line 19"/>
            <p:cNvSpPr>
              <a:spLocks noChangeShapeType="1"/>
            </p:cNvSpPr>
            <p:nvPr/>
          </p:nvSpPr>
          <p:spPr bwMode="auto">
            <a:xfrm rot="10800000" flipH="1">
              <a:off x="2209" y="1944"/>
              <a:ext cx="0" cy="539"/>
            </a:xfrm>
            <a:prstGeom prst="line">
              <a:avLst/>
            </a:prstGeom>
            <a:noFill/>
            <a:ln w="38100">
              <a:solidFill>
                <a:schemeClr val="folHlink"/>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grpSp>
      <p:grpSp>
        <p:nvGrpSpPr>
          <p:cNvPr id="1084458" name="Group 42"/>
          <p:cNvGrpSpPr/>
          <p:nvPr/>
        </p:nvGrpSpPr>
        <p:grpSpPr bwMode="auto">
          <a:xfrm>
            <a:off x="3818588" y="2614638"/>
            <a:ext cx="459185" cy="969963"/>
            <a:chOff x="2248" y="1872"/>
            <a:chExt cx="267" cy="611"/>
          </a:xfrm>
        </p:grpSpPr>
        <p:sp>
          <p:nvSpPr>
            <p:cNvPr id="57383" name="Text Box 18"/>
            <p:cNvSpPr txBox="1">
              <a:spLocks noChangeArrowheads="1"/>
            </p:cNvSpPr>
            <p:nvPr/>
          </p:nvSpPr>
          <p:spPr bwMode="auto">
            <a:xfrm flipH="1">
              <a:off x="2248" y="1872"/>
              <a:ext cx="26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400" b="1">
                  <a:solidFill>
                    <a:schemeClr val="folHlink"/>
                  </a:solidFill>
                  <a:latin typeface="Arial" panose="020B0604020202020204" pitchFamily="34" charset="0"/>
                  <a:ea typeface="黑体" panose="02010609060101010101" pitchFamily="2" charset="-122"/>
                  <a:sym typeface="Wingdings" panose="05000000000000000000" pitchFamily="2" charset="2"/>
                </a:rPr>
                <a:t></a:t>
              </a:r>
            </a:p>
          </p:txBody>
        </p:sp>
        <p:sp>
          <p:nvSpPr>
            <p:cNvPr id="57384" name="Line 20"/>
            <p:cNvSpPr>
              <a:spLocks noChangeShapeType="1"/>
            </p:cNvSpPr>
            <p:nvPr/>
          </p:nvSpPr>
          <p:spPr bwMode="auto">
            <a:xfrm rot="10800000" flipH="1" flipV="1">
              <a:off x="2301" y="1944"/>
              <a:ext cx="0" cy="539"/>
            </a:xfrm>
            <a:prstGeom prst="line">
              <a:avLst/>
            </a:prstGeom>
            <a:noFill/>
            <a:ln w="38100">
              <a:solidFill>
                <a:schemeClr val="folHlink"/>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grpSp>
      <p:grpSp>
        <p:nvGrpSpPr>
          <p:cNvPr id="1084454" name="Group 38"/>
          <p:cNvGrpSpPr/>
          <p:nvPr/>
        </p:nvGrpSpPr>
        <p:grpSpPr bwMode="auto">
          <a:xfrm>
            <a:off x="4000887" y="1968525"/>
            <a:ext cx="1821260" cy="461962"/>
            <a:chOff x="2354" y="1465"/>
            <a:chExt cx="1059" cy="291"/>
          </a:xfrm>
        </p:grpSpPr>
        <p:sp>
          <p:nvSpPr>
            <p:cNvPr id="57381" name="Text Box 13"/>
            <p:cNvSpPr txBox="1">
              <a:spLocks noChangeArrowheads="1"/>
            </p:cNvSpPr>
            <p:nvPr/>
          </p:nvSpPr>
          <p:spPr bwMode="auto">
            <a:xfrm flipH="1">
              <a:off x="2354" y="1465"/>
              <a:ext cx="26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400" b="1">
                  <a:solidFill>
                    <a:schemeClr val="folHlink"/>
                  </a:solidFill>
                  <a:latin typeface="Arial" panose="020B0604020202020204" pitchFamily="34" charset="0"/>
                  <a:ea typeface="黑体" panose="02010609060101010101" pitchFamily="2" charset="-122"/>
                  <a:sym typeface="Wingdings" panose="05000000000000000000" pitchFamily="2" charset="2"/>
                </a:rPr>
                <a:t></a:t>
              </a:r>
            </a:p>
          </p:txBody>
        </p:sp>
        <p:sp>
          <p:nvSpPr>
            <p:cNvPr id="57382" name="Line 21"/>
            <p:cNvSpPr>
              <a:spLocks noChangeShapeType="1"/>
            </p:cNvSpPr>
            <p:nvPr/>
          </p:nvSpPr>
          <p:spPr bwMode="auto">
            <a:xfrm rot="10800000" flipH="1">
              <a:off x="2444" y="1728"/>
              <a:ext cx="969" cy="0"/>
            </a:xfrm>
            <a:prstGeom prst="line">
              <a:avLst/>
            </a:prstGeom>
            <a:noFill/>
            <a:ln w="38100">
              <a:solidFill>
                <a:schemeClr val="folHlink"/>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grpSp>
      <p:pic>
        <p:nvPicPr>
          <p:cNvPr id="57360" name="Picture 22"/>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5822146" y="3441725"/>
            <a:ext cx="729192"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84439" name="Text Box 23"/>
          <p:cNvSpPr txBox="1">
            <a:spLocks noChangeArrowheads="1"/>
          </p:cNvSpPr>
          <p:nvPr/>
        </p:nvSpPr>
        <p:spPr bwMode="auto">
          <a:xfrm flipH="1">
            <a:off x="4458126" y="1697063"/>
            <a:ext cx="1107996" cy="36933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algn="ctr" eaLnBrk="1" hangingPunct="1"/>
            <a:r>
              <a:rPr kumimoji="1" lang="zh-CN" altLang="en-US" sz="1800" b="1">
                <a:solidFill>
                  <a:schemeClr val="folHlink"/>
                </a:solidFill>
                <a:latin typeface="Arial" panose="020B0604020202020204" pitchFamily="34" charset="0"/>
                <a:ea typeface="黑体" panose="02010609060101010101" pitchFamily="2" charset="-122"/>
              </a:rPr>
              <a:t>递归查询</a:t>
            </a:r>
          </a:p>
        </p:txBody>
      </p:sp>
      <p:sp>
        <p:nvSpPr>
          <p:cNvPr id="1084440" name="Text Box 24"/>
          <p:cNvSpPr txBox="1">
            <a:spLocks noChangeArrowheads="1"/>
          </p:cNvSpPr>
          <p:nvPr/>
        </p:nvSpPr>
        <p:spPr bwMode="auto">
          <a:xfrm flipH="1">
            <a:off x="3065475" y="4584725"/>
            <a:ext cx="646331" cy="6186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algn="ctr" eaLnBrk="1" hangingPunct="1"/>
            <a:r>
              <a:rPr kumimoji="1" lang="zh-CN" altLang="en-US" sz="1800" b="1">
                <a:solidFill>
                  <a:schemeClr val="folHlink"/>
                </a:solidFill>
                <a:latin typeface="Arial" panose="020B0604020202020204" pitchFamily="34" charset="0"/>
                <a:ea typeface="黑体" panose="02010609060101010101" pitchFamily="2" charset="-122"/>
              </a:rPr>
              <a:t>递归</a:t>
            </a:r>
          </a:p>
          <a:p>
            <a:pPr algn="ctr" eaLnBrk="1" hangingPunct="1">
              <a:lnSpc>
                <a:spcPct val="90000"/>
              </a:lnSpc>
            </a:pPr>
            <a:r>
              <a:rPr kumimoji="1" lang="zh-CN" altLang="en-US" sz="1800" b="1">
                <a:solidFill>
                  <a:schemeClr val="folHlink"/>
                </a:solidFill>
                <a:latin typeface="Arial" panose="020B0604020202020204" pitchFamily="34" charset="0"/>
                <a:ea typeface="黑体" panose="02010609060101010101" pitchFamily="2" charset="-122"/>
              </a:rPr>
              <a:t>查询</a:t>
            </a:r>
          </a:p>
        </p:txBody>
      </p:sp>
      <p:grpSp>
        <p:nvGrpSpPr>
          <p:cNvPr id="1084452" name="Group 36"/>
          <p:cNvGrpSpPr/>
          <p:nvPr/>
        </p:nvGrpSpPr>
        <p:grpSpPr bwMode="auto">
          <a:xfrm>
            <a:off x="3319848" y="4576790"/>
            <a:ext cx="459185" cy="957263"/>
            <a:chOff x="1958" y="3108"/>
            <a:chExt cx="267" cy="603"/>
          </a:xfrm>
        </p:grpSpPr>
        <p:sp>
          <p:nvSpPr>
            <p:cNvPr id="57379" name="Text Box 25"/>
            <p:cNvSpPr txBox="1">
              <a:spLocks noChangeArrowheads="1"/>
            </p:cNvSpPr>
            <p:nvPr/>
          </p:nvSpPr>
          <p:spPr bwMode="auto">
            <a:xfrm flipH="1">
              <a:off x="1958" y="3420"/>
              <a:ext cx="26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400" b="1">
                  <a:solidFill>
                    <a:schemeClr val="folHlink"/>
                  </a:solidFill>
                  <a:latin typeface="Arial" panose="020B0604020202020204" pitchFamily="34" charset="0"/>
                  <a:ea typeface="黑体" panose="02010609060101010101" pitchFamily="2" charset="-122"/>
                  <a:sym typeface="Wingdings" panose="05000000000000000000" pitchFamily="2" charset="2"/>
                </a:rPr>
                <a:t></a:t>
              </a:r>
            </a:p>
          </p:txBody>
        </p:sp>
        <p:sp>
          <p:nvSpPr>
            <p:cNvPr id="57380" name="Line 27"/>
            <p:cNvSpPr>
              <a:spLocks noChangeShapeType="1"/>
            </p:cNvSpPr>
            <p:nvPr/>
          </p:nvSpPr>
          <p:spPr bwMode="auto">
            <a:xfrm rot="10800000" flipH="1">
              <a:off x="2209" y="3108"/>
              <a:ext cx="0" cy="539"/>
            </a:xfrm>
            <a:prstGeom prst="line">
              <a:avLst/>
            </a:prstGeom>
            <a:noFill/>
            <a:ln w="38100">
              <a:solidFill>
                <a:schemeClr val="folHlink"/>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grpSp>
      <p:sp>
        <p:nvSpPr>
          <p:cNvPr id="57375" name="Text Box 5"/>
          <p:cNvSpPr txBox="1">
            <a:spLocks noChangeArrowheads="1"/>
          </p:cNvSpPr>
          <p:nvPr/>
        </p:nvSpPr>
        <p:spPr bwMode="auto">
          <a:xfrm flipH="1">
            <a:off x="3975090" y="4924451"/>
            <a:ext cx="2471341" cy="314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lnSpc>
                <a:spcPct val="80000"/>
              </a:lnSpc>
            </a:pPr>
            <a:r>
              <a:rPr kumimoji="1" lang="en-US" altLang="zh-CN" sz="1800" b="1" dirty="0">
                <a:solidFill>
                  <a:schemeClr val="folHlink"/>
                </a:solidFill>
                <a:latin typeface="Arial" panose="020B0604020202020204" pitchFamily="34" charset="0"/>
                <a:ea typeface="黑体" panose="02010609060101010101" pitchFamily="2" charset="-122"/>
              </a:rPr>
              <a:t> y.abc.com</a:t>
            </a:r>
            <a:r>
              <a:rPr kumimoji="1" lang="en-US" altLang="zh-CN" sz="900" b="1" dirty="0">
                <a:solidFill>
                  <a:schemeClr val="folHlink"/>
                </a:solidFill>
                <a:latin typeface="Arial" panose="020B0604020202020204" pitchFamily="34" charset="0"/>
                <a:ea typeface="黑体" panose="02010609060101010101" pitchFamily="2" charset="-122"/>
              </a:rPr>
              <a:t> </a:t>
            </a:r>
            <a:r>
              <a:rPr kumimoji="1" lang="zh-CN" altLang="en-US" sz="1800" b="1" dirty="0">
                <a:solidFill>
                  <a:schemeClr val="folHlink"/>
                </a:solidFill>
                <a:latin typeface="Arial" panose="020B0604020202020204" pitchFamily="34" charset="0"/>
                <a:ea typeface="黑体" panose="02010609060101010101" pitchFamily="2" charset="-122"/>
              </a:rPr>
              <a:t>的</a:t>
            </a:r>
            <a:r>
              <a:rPr kumimoji="1" lang="zh-CN" altLang="en-US" sz="1400" b="1" dirty="0">
                <a:solidFill>
                  <a:schemeClr val="folHlink"/>
                </a:solidFill>
                <a:latin typeface="Arial" panose="020B0604020202020204" pitchFamily="34" charset="0"/>
                <a:ea typeface="黑体" panose="02010609060101010101" pitchFamily="2" charset="-122"/>
              </a:rPr>
              <a:t> </a:t>
            </a:r>
            <a:r>
              <a:rPr kumimoji="1" lang="en-US" altLang="zh-CN" sz="1800" b="1" dirty="0">
                <a:solidFill>
                  <a:schemeClr val="folHlink"/>
                </a:solidFill>
                <a:latin typeface="Arial" panose="020B0604020202020204" pitchFamily="34" charset="0"/>
                <a:ea typeface="黑体" panose="02010609060101010101" pitchFamily="2" charset="-122"/>
              </a:rPr>
              <a:t>IP</a:t>
            </a:r>
            <a:r>
              <a:rPr kumimoji="1" lang="en-US" altLang="zh-CN" sz="1400" b="1" dirty="0">
                <a:solidFill>
                  <a:schemeClr val="folHlink"/>
                </a:solidFill>
                <a:latin typeface="Arial" panose="020B0604020202020204" pitchFamily="34" charset="0"/>
                <a:ea typeface="黑体" panose="02010609060101010101" pitchFamily="2" charset="-122"/>
              </a:rPr>
              <a:t> </a:t>
            </a:r>
            <a:r>
              <a:rPr kumimoji="1" lang="zh-CN" altLang="en-US" sz="1800" b="1" dirty="0">
                <a:solidFill>
                  <a:schemeClr val="folHlink"/>
                </a:solidFill>
                <a:latin typeface="Arial" panose="020B0604020202020204" pitchFamily="34" charset="0"/>
                <a:ea typeface="黑体" panose="02010609060101010101" pitchFamily="2" charset="-122"/>
              </a:rPr>
              <a:t>地址 </a:t>
            </a:r>
          </a:p>
        </p:txBody>
      </p:sp>
      <p:sp>
        <p:nvSpPr>
          <p:cNvPr id="57376" name="Text Box 26"/>
          <p:cNvSpPr txBox="1">
            <a:spLocks noChangeArrowheads="1"/>
          </p:cNvSpPr>
          <p:nvPr/>
        </p:nvSpPr>
        <p:spPr bwMode="auto">
          <a:xfrm flipH="1">
            <a:off x="3847825" y="4487888"/>
            <a:ext cx="459184"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400" b="1" dirty="0">
                <a:solidFill>
                  <a:schemeClr val="folHlink"/>
                </a:solidFill>
                <a:latin typeface="Arial" panose="020B0604020202020204" pitchFamily="34" charset="0"/>
                <a:ea typeface="黑体" panose="02010609060101010101" pitchFamily="2" charset="-122"/>
                <a:sym typeface="Wingdings" panose="05000000000000000000" pitchFamily="2" charset="2"/>
              </a:rPr>
              <a:t></a:t>
            </a:r>
          </a:p>
        </p:txBody>
      </p:sp>
      <p:sp>
        <p:nvSpPr>
          <p:cNvPr id="57377" name="Line 28"/>
          <p:cNvSpPr>
            <a:spLocks noChangeShapeType="1"/>
          </p:cNvSpPr>
          <p:nvPr/>
        </p:nvSpPr>
        <p:spPr bwMode="auto">
          <a:xfrm rot="10800000" flipH="1" flipV="1">
            <a:off x="3909737" y="4576788"/>
            <a:ext cx="0" cy="855663"/>
          </a:xfrm>
          <a:prstGeom prst="line">
            <a:avLst/>
          </a:prstGeom>
          <a:noFill/>
          <a:ln w="38100">
            <a:solidFill>
              <a:schemeClr val="folHlink"/>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57378" name="Rectangle 29"/>
          <p:cNvSpPr>
            <a:spLocks noChangeArrowheads="1"/>
          </p:cNvSpPr>
          <p:nvPr/>
        </p:nvSpPr>
        <p:spPr bwMode="auto">
          <a:xfrm>
            <a:off x="4067958" y="4914926"/>
            <a:ext cx="2404269" cy="395288"/>
          </a:xfrm>
          <a:prstGeom prst="rect">
            <a:avLst/>
          </a:prstGeom>
          <a:noFill/>
          <a:ln w="9525">
            <a:solidFill>
              <a:schemeClr val="bg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grpSp>
        <p:nvGrpSpPr>
          <p:cNvPr id="1084457" name="Group 41"/>
          <p:cNvGrpSpPr/>
          <p:nvPr/>
        </p:nvGrpSpPr>
        <p:grpSpPr bwMode="auto">
          <a:xfrm>
            <a:off x="4155668" y="2470178"/>
            <a:ext cx="1786864" cy="461963"/>
            <a:chOff x="2444" y="1781"/>
            <a:chExt cx="1039" cy="291"/>
          </a:xfrm>
        </p:grpSpPr>
        <p:sp>
          <p:nvSpPr>
            <p:cNvPr id="57373" name="Text Box 12"/>
            <p:cNvSpPr txBox="1">
              <a:spLocks noChangeArrowheads="1"/>
            </p:cNvSpPr>
            <p:nvPr/>
          </p:nvSpPr>
          <p:spPr bwMode="auto">
            <a:xfrm flipH="1">
              <a:off x="3216" y="1781"/>
              <a:ext cx="26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400" b="1">
                  <a:solidFill>
                    <a:schemeClr val="folHlink"/>
                  </a:solidFill>
                  <a:latin typeface="Arial" panose="020B0604020202020204" pitchFamily="34" charset="0"/>
                  <a:ea typeface="黑体" panose="02010609060101010101" pitchFamily="2" charset="-122"/>
                  <a:sym typeface="Wingdings" panose="05000000000000000000" pitchFamily="2" charset="2"/>
                </a:rPr>
                <a:t></a:t>
              </a:r>
            </a:p>
          </p:txBody>
        </p:sp>
        <p:sp>
          <p:nvSpPr>
            <p:cNvPr id="57374" name="Line 30"/>
            <p:cNvSpPr>
              <a:spLocks noChangeShapeType="1"/>
            </p:cNvSpPr>
            <p:nvPr/>
          </p:nvSpPr>
          <p:spPr bwMode="auto">
            <a:xfrm rot="10800000">
              <a:off x="2444" y="1836"/>
              <a:ext cx="969" cy="0"/>
            </a:xfrm>
            <a:prstGeom prst="line">
              <a:avLst/>
            </a:prstGeom>
            <a:noFill/>
            <a:ln w="38100">
              <a:solidFill>
                <a:schemeClr val="folHlink"/>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grpSp>
      <p:grpSp>
        <p:nvGrpSpPr>
          <p:cNvPr id="1084456" name="Group 40"/>
          <p:cNvGrpSpPr/>
          <p:nvPr/>
        </p:nvGrpSpPr>
        <p:grpSpPr bwMode="auto">
          <a:xfrm>
            <a:off x="5660484" y="2651151"/>
            <a:ext cx="459184" cy="954087"/>
            <a:chOff x="3319" y="1895"/>
            <a:chExt cx="267" cy="601"/>
          </a:xfrm>
        </p:grpSpPr>
        <p:sp>
          <p:nvSpPr>
            <p:cNvPr id="57371" name="Text Box 31"/>
            <p:cNvSpPr txBox="1">
              <a:spLocks noChangeArrowheads="1"/>
            </p:cNvSpPr>
            <p:nvPr/>
          </p:nvSpPr>
          <p:spPr bwMode="auto">
            <a:xfrm flipH="1">
              <a:off x="3319" y="2205"/>
              <a:ext cx="26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400" b="1">
                  <a:solidFill>
                    <a:schemeClr val="folHlink"/>
                  </a:solidFill>
                  <a:latin typeface="Arial" panose="020B0604020202020204" pitchFamily="34" charset="0"/>
                  <a:ea typeface="黑体" panose="02010609060101010101" pitchFamily="2" charset="-122"/>
                  <a:sym typeface="Wingdings" panose="05000000000000000000" pitchFamily="2" charset="2"/>
                </a:rPr>
                <a:t></a:t>
              </a:r>
            </a:p>
          </p:txBody>
        </p:sp>
        <p:sp>
          <p:nvSpPr>
            <p:cNvPr id="57372" name="Line 33"/>
            <p:cNvSpPr>
              <a:spLocks noChangeShapeType="1"/>
            </p:cNvSpPr>
            <p:nvPr/>
          </p:nvSpPr>
          <p:spPr bwMode="auto">
            <a:xfrm rot="10800000" flipH="1">
              <a:off x="3586" y="1895"/>
              <a:ext cx="0" cy="539"/>
            </a:xfrm>
            <a:prstGeom prst="line">
              <a:avLst/>
            </a:prstGeom>
            <a:noFill/>
            <a:ln w="38100">
              <a:solidFill>
                <a:schemeClr val="folHlink"/>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grpSp>
      <p:grpSp>
        <p:nvGrpSpPr>
          <p:cNvPr id="1084455" name="Group 39"/>
          <p:cNvGrpSpPr/>
          <p:nvPr/>
        </p:nvGrpSpPr>
        <p:grpSpPr bwMode="auto">
          <a:xfrm>
            <a:off x="6197059" y="2584476"/>
            <a:ext cx="459184" cy="922337"/>
            <a:chOff x="3631" y="1853"/>
            <a:chExt cx="267" cy="581"/>
          </a:xfrm>
        </p:grpSpPr>
        <p:sp>
          <p:nvSpPr>
            <p:cNvPr id="57369" name="Text Box 32"/>
            <p:cNvSpPr txBox="1">
              <a:spLocks noChangeArrowheads="1"/>
            </p:cNvSpPr>
            <p:nvPr/>
          </p:nvSpPr>
          <p:spPr bwMode="auto">
            <a:xfrm flipH="1">
              <a:off x="3631" y="1853"/>
              <a:ext cx="26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400" b="1">
                  <a:solidFill>
                    <a:schemeClr val="folHlink"/>
                  </a:solidFill>
                  <a:latin typeface="Arial" panose="020B0604020202020204" pitchFamily="34" charset="0"/>
                  <a:ea typeface="黑体" panose="02010609060101010101" pitchFamily="2" charset="-122"/>
                  <a:sym typeface="Wingdings" panose="05000000000000000000" pitchFamily="2" charset="2"/>
                </a:rPr>
                <a:t></a:t>
              </a:r>
            </a:p>
          </p:txBody>
        </p:sp>
        <p:sp>
          <p:nvSpPr>
            <p:cNvPr id="57370" name="Line 34"/>
            <p:cNvSpPr>
              <a:spLocks noChangeShapeType="1"/>
            </p:cNvSpPr>
            <p:nvPr/>
          </p:nvSpPr>
          <p:spPr bwMode="auto">
            <a:xfrm rot="10800000" flipH="1" flipV="1">
              <a:off x="3677" y="1895"/>
              <a:ext cx="0" cy="539"/>
            </a:xfrm>
            <a:prstGeom prst="line">
              <a:avLst/>
            </a:prstGeom>
            <a:noFill/>
            <a:ln w="38100">
              <a:solidFill>
                <a:schemeClr val="folHlink"/>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grpSp>
      <p:sp>
        <p:nvSpPr>
          <p:cNvPr id="57368" name="Text Box 44"/>
          <p:cNvSpPr txBox="1">
            <a:spLocks noChangeArrowheads="1"/>
          </p:cNvSpPr>
          <p:nvPr/>
        </p:nvSpPr>
        <p:spPr bwMode="auto">
          <a:xfrm flipH="1">
            <a:off x="3892541" y="5592787"/>
            <a:ext cx="3821377" cy="311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algn="ctr" eaLnBrk="1" hangingPunct="1">
              <a:lnSpc>
                <a:spcPct val="80000"/>
              </a:lnSpc>
            </a:pPr>
            <a:r>
              <a:rPr kumimoji="1" lang="zh-CN" altLang="en-US" sz="1800" b="1">
                <a:solidFill>
                  <a:schemeClr val="folHlink"/>
                </a:solidFill>
                <a:latin typeface="Arial" panose="020B0604020202020204" pitchFamily="34" charset="0"/>
                <a:ea typeface="黑体" panose="02010609060101010101" pitchFamily="2" charset="-122"/>
              </a:rPr>
              <a:t>需要查找 </a:t>
            </a:r>
            <a:r>
              <a:rPr kumimoji="1" lang="en-US" altLang="zh-CN" sz="1800" b="1">
                <a:solidFill>
                  <a:schemeClr val="folHlink"/>
                </a:solidFill>
                <a:latin typeface="Arial" panose="020B0604020202020204" pitchFamily="34" charset="0"/>
                <a:ea typeface="黑体" panose="02010609060101010101" pitchFamily="2" charset="-122"/>
              </a:rPr>
              <a:t>y.abc.com </a:t>
            </a:r>
            <a:r>
              <a:rPr kumimoji="1" lang="zh-CN" altLang="en-US" sz="1800" b="1">
                <a:solidFill>
                  <a:schemeClr val="folHlink"/>
                </a:solidFill>
                <a:latin typeface="Arial" panose="020B0604020202020204" pitchFamily="34" charset="0"/>
                <a:ea typeface="黑体" panose="02010609060101010101" pitchFamily="2" charset="-122"/>
              </a:rPr>
              <a:t>的 </a:t>
            </a:r>
            <a:r>
              <a:rPr kumimoji="1" lang="en-US" altLang="zh-CN" sz="1800" b="1">
                <a:solidFill>
                  <a:schemeClr val="folHlink"/>
                </a:solidFill>
                <a:latin typeface="Arial" panose="020B0604020202020204" pitchFamily="34" charset="0"/>
                <a:ea typeface="黑体" panose="02010609060101010101" pitchFamily="2" charset="-122"/>
              </a:rPr>
              <a:t>IP </a:t>
            </a:r>
            <a:r>
              <a:rPr kumimoji="1" lang="zh-CN" altLang="en-US" sz="1800" b="1">
                <a:solidFill>
                  <a:schemeClr val="folHlink"/>
                </a:solidFill>
                <a:latin typeface="Arial" panose="020B0604020202020204" pitchFamily="34" charset="0"/>
                <a:ea typeface="黑体" panose="02010609060101010101" pitchFamily="2" charset="-122"/>
              </a:rPr>
              <a:t>地址</a:t>
            </a:r>
          </a:p>
        </p:txBody>
      </p:sp>
      <p:sp>
        <p:nvSpPr>
          <p:cNvPr id="43" name="Rectangle 4"/>
          <p:cNvSpPr txBox="1">
            <a:spLocks noChangeArrowheads="1"/>
          </p:cNvSpPr>
          <p:nvPr/>
        </p:nvSpPr>
        <p:spPr bwMode="auto">
          <a:xfrm>
            <a:off x="506507" y="188640"/>
            <a:ext cx="9049005" cy="8124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l" rtl="0" eaLnBrk="1" fontAlgn="base" hangingPunct="1">
              <a:spcBef>
                <a:spcPct val="0"/>
              </a:spcBef>
              <a:spcAft>
                <a:spcPct val="0"/>
              </a:spcAft>
              <a:defRPr lang="zh-CN" altLang="en-US" sz="4400" b="1" smtClean="0">
                <a:solidFill>
                  <a:srgbClr val="333399"/>
                </a:solidFill>
                <a:latin typeface="+mj-lt"/>
                <a:ea typeface="+mj-ea"/>
                <a:cs typeface="+mj-cs"/>
              </a:defRPr>
            </a:lvl1pPr>
            <a:lvl2pPr algn="l" rtl="0" eaLnBrk="1" fontAlgn="base" hangingPunct="1">
              <a:spcBef>
                <a:spcPct val="0"/>
              </a:spcBef>
              <a:spcAft>
                <a:spcPct val="0"/>
              </a:spcAft>
              <a:defRPr sz="4400">
                <a:solidFill>
                  <a:srgbClr val="333399"/>
                </a:solidFill>
                <a:latin typeface="Arial" panose="020B0604020202020204" pitchFamily="34" charset="0"/>
                <a:ea typeface="黑体" panose="02010609060101010101" pitchFamily="2" charset="-122"/>
              </a:defRPr>
            </a:lvl2pPr>
            <a:lvl3pPr algn="l" rtl="0" eaLnBrk="1" fontAlgn="base" hangingPunct="1">
              <a:spcBef>
                <a:spcPct val="0"/>
              </a:spcBef>
              <a:spcAft>
                <a:spcPct val="0"/>
              </a:spcAft>
              <a:defRPr sz="4400">
                <a:solidFill>
                  <a:srgbClr val="333399"/>
                </a:solidFill>
                <a:latin typeface="Arial" panose="020B0604020202020204" pitchFamily="34" charset="0"/>
                <a:ea typeface="黑体" panose="02010609060101010101" pitchFamily="2" charset="-122"/>
              </a:defRPr>
            </a:lvl3pPr>
            <a:lvl4pPr algn="l" rtl="0" eaLnBrk="1" fontAlgn="base" hangingPunct="1">
              <a:spcBef>
                <a:spcPct val="0"/>
              </a:spcBef>
              <a:spcAft>
                <a:spcPct val="0"/>
              </a:spcAft>
              <a:defRPr sz="4400">
                <a:solidFill>
                  <a:srgbClr val="333399"/>
                </a:solidFill>
                <a:latin typeface="Arial" panose="020B0604020202020204" pitchFamily="34" charset="0"/>
                <a:ea typeface="黑体" panose="02010609060101010101" pitchFamily="2" charset="-122"/>
              </a:defRPr>
            </a:lvl4pPr>
            <a:lvl5pPr algn="l" rtl="0" eaLnBrk="1" fontAlgn="base" hangingPunct="1">
              <a:spcBef>
                <a:spcPct val="0"/>
              </a:spcBef>
              <a:spcAft>
                <a:spcPct val="0"/>
              </a:spcAft>
              <a:defRPr sz="4400">
                <a:solidFill>
                  <a:srgbClr val="333399"/>
                </a:solidFill>
                <a:latin typeface="Arial" panose="020B0604020202020204" pitchFamily="34" charset="0"/>
                <a:ea typeface="黑体" panose="02010609060101010101" pitchFamily="2" charset="-122"/>
              </a:defRPr>
            </a:lvl5pPr>
            <a:lvl6pPr marL="457200" algn="l" rtl="0" eaLnBrk="1" fontAlgn="base" hangingPunct="1">
              <a:spcBef>
                <a:spcPct val="0"/>
              </a:spcBef>
              <a:spcAft>
                <a:spcPct val="0"/>
              </a:spcAft>
              <a:defRPr sz="4400">
                <a:solidFill>
                  <a:srgbClr val="333399"/>
                </a:solidFill>
                <a:latin typeface="Arial" panose="020B0604020202020204" pitchFamily="34" charset="0"/>
                <a:ea typeface="黑体" panose="02010609060101010101" pitchFamily="2" charset="-122"/>
              </a:defRPr>
            </a:lvl6pPr>
            <a:lvl7pPr marL="914400" algn="l" rtl="0" eaLnBrk="1" fontAlgn="base" hangingPunct="1">
              <a:spcBef>
                <a:spcPct val="0"/>
              </a:spcBef>
              <a:spcAft>
                <a:spcPct val="0"/>
              </a:spcAft>
              <a:defRPr sz="4400">
                <a:solidFill>
                  <a:srgbClr val="333399"/>
                </a:solidFill>
                <a:latin typeface="Arial" panose="020B0604020202020204" pitchFamily="34" charset="0"/>
                <a:ea typeface="黑体" panose="02010609060101010101" pitchFamily="2" charset="-122"/>
              </a:defRPr>
            </a:lvl7pPr>
            <a:lvl8pPr marL="1371600" algn="l" rtl="0" eaLnBrk="1" fontAlgn="base" hangingPunct="1">
              <a:spcBef>
                <a:spcPct val="0"/>
              </a:spcBef>
              <a:spcAft>
                <a:spcPct val="0"/>
              </a:spcAft>
              <a:defRPr sz="4400">
                <a:solidFill>
                  <a:srgbClr val="333399"/>
                </a:solidFill>
                <a:latin typeface="Arial" panose="020B0604020202020204" pitchFamily="34" charset="0"/>
                <a:ea typeface="黑体" panose="02010609060101010101" pitchFamily="2" charset="-122"/>
              </a:defRPr>
            </a:lvl8pPr>
            <a:lvl9pPr marL="1828800" algn="l" rtl="0" eaLnBrk="1" fontAlgn="base" hangingPunct="1">
              <a:spcBef>
                <a:spcPct val="0"/>
              </a:spcBef>
              <a:spcAft>
                <a:spcPct val="0"/>
              </a:spcAft>
              <a:defRPr sz="4400">
                <a:solidFill>
                  <a:srgbClr val="333399"/>
                </a:solidFill>
                <a:latin typeface="Arial" panose="020B0604020202020204" pitchFamily="34" charset="0"/>
                <a:ea typeface="黑体" panose="02010609060101010101" pitchFamily="2" charset="-122"/>
              </a:defRPr>
            </a:lvl9pPr>
          </a:lstStyle>
          <a:p>
            <a:pPr algn="ctr">
              <a:defRPr/>
            </a:pPr>
            <a:r>
              <a:rPr lang="zh-CN" altLang="en-US" kern="0" dirty="0"/>
              <a:t>本地域名服务器采用</a:t>
            </a:r>
            <a:r>
              <a:rPr lang="zh-CN" altLang="en-US" kern="0" dirty="0">
                <a:solidFill>
                  <a:srgbClr val="FF0000"/>
                </a:solidFill>
              </a:rPr>
              <a:t>递归查询</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084452"/>
                                        </p:tgtEl>
                                        <p:attrNameLst>
                                          <p:attrName>style.visibility</p:attrName>
                                        </p:attrNameLst>
                                      </p:cBhvr>
                                      <p:to>
                                        <p:strVal val="visible"/>
                                      </p:to>
                                    </p:set>
                                    <p:animEffect transition="in" filter="wipe(down)">
                                      <p:cBhvr>
                                        <p:cTn id="7" dur="1000"/>
                                        <p:tgtEl>
                                          <p:spTgt spid="1084452"/>
                                        </p:tgtEl>
                                      </p:cBhvr>
                                    </p:animEffect>
                                  </p:childTnLst>
                                </p:cTn>
                              </p:par>
                            </p:childTnLst>
                          </p:cTn>
                        </p:par>
                        <p:par>
                          <p:cTn id="8" fill="hold">
                            <p:stCondLst>
                              <p:cond delay="1000"/>
                            </p:stCondLst>
                            <p:childTnLst>
                              <p:par>
                                <p:cTn id="9" presetID="1" presetClass="entr" presetSubtype="0" fill="hold" grpId="0" nodeType="afterEffect">
                                  <p:stCondLst>
                                    <p:cond delay="500"/>
                                  </p:stCondLst>
                                  <p:childTnLst>
                                    <p:set>
                                      <p:cBhvr>
                                        <p:cTn id="10" dur="1" fill="hold">
                                          <p:stCondLst>
                                            <p:cond delay="0"/>
                                          </p:stCondLst>
                                        </p:cTn>
                                        <p:tgtEl>
                                          <p:spTgt spid="1084440"/>
                                        </p:tgtEl>
                                        <p:attrNameLst>
                                          <p:attrName>style.visibility</p:attrName>
                                        </p:attrNameLst>
                                      </p:cBhvr>
                                      <p:to>
                                        <p:strVal val="visible"/>
                                      </p:to>
                                    </p:set>
                                  </p:childTnLst>
                                </p:cTn>
                              </p:par>
                            </p:childTnLst>
                          </p:cTn>
                        </p:par>
                        <p:par>
                          <p:cTn id="11" fill="hold">
                            <p:stCondLst>
                              <p:cond delay="1500"/>
                            </p:stCondLst>
                            <p:childTnLst>
                              <p:par>
                                <p:cTn id="12" presetID="22" presetClass="entr" presetSubtype="4" fill="hold" nodeType="afterEffect">
                                  <p:stCondLst>
                                    <p:cond delay="500"/>
                                  </p:stCondLst>
                                  <p:childTnLst>
                                    <p:set>
                                      <p:cBhvr>
                                        <p:cTn id="13" dur="1" fill="hold">
                                          <p:stCondLst>
                                            <p:cond delay="0"/>
                                          </p:stCondLst>
                                        </p:cTn>
                                        <p:tgtEl>
                                          <p:spTgt spid="1084453"/>
                                        </p:tgtEl>
                                        <p:attrNameLst>
                                          <p:attrName>style.visibility</p:attrName>
                                        </p:attrNameLst>
                                      </p:cBhvr>
                                      <p:to>
                                        <p:strVal val="visible"/>
                                      </p:to>
                                    </p:set>
                                    <p:animEffect transition="in" filter="wipe(down)">
                                      <p:cBhvr>
                                        <p:cTn id="14" dur="1000"/>
                                        <p:tgtEl>
                                          <p:spTgt spid="1084453"/>
                                        </p:tgtEl>
                                      </p:cBhvr>
                                    </p:animEffect>
                                  </p:childTnLst>
                                </p:cTn>
                              </p:par>
                            </p:childTnLst>
                          </p:cTn>
                        </p:par>
                        <p:par>
                          <p:cTn id="15" fill="hold">
                            <p:stCondLst>
                              <p:cond delay="3000"/>
                            </p:stCondLst>
                            <p:childTnLst>
                              <p:par>
                                <p:cTn id="16" presetID="1" presetClass="entr" presetSubtype="0" fill="hold" grpId="0" nodeType="afterEffect">
                                  <p:stCondLst>
                                    <p:cond delay="500"/>
                                  </p:stCondLst>
                                  <p:childTnLst>
                                    <p:set>
                                      <p:cBhvr>
                                        <p:cTn id="17" dur="1" fill="hold">
                                          <p:stCondLst>
                                            <p:cond delay="0"/>
                                          </p:stCondLst>
                                        </p:cTn>
                                        <p:tgtEl>
                                          <p:spTgt spid="1084439"/>
                                        </p:tgtEl>
                                        <p:attrNameLst>
                                          <p:attrName>style.visibility</p:attrName>
                                        </p:attrNameLst>
                                      </p:cBhvr>
                                      <p:to>
                                        <p:strVal val="visible"/>
                                      </p:to>
                                    </p:set>
                                  </p:childTnLst>
                                </p:cTn>
                              </p:par>
                            </p:childTnLst>
                          </p:cTn>
                        </p:par>
                        <p:par>
                          <p:cTn id="18" fill="hold">
                            <p:stCondLst>
                              <p:cond delay="3500"/>
                            </p:stCondLst>
                            <p:childTnLst>
                              <p:par>
                                <p:cTn id="19" presetID="22" presetClass="entr" presetSubtype="8" fill="hold" nodeType="afterEffect">
                                  <p:stCondLst>
                                    <p:cond delay="500"/>
                                  </p:stCondLst>
                                  <p:childTnLst>
                                    <p:set>
                                      <p:cBhvr>
                                        <p:cTn id="20" dur="1" fill="hold">
                                          <p:stCondLst>
                                            <p:cond delay="0"/>
                                          </p:stCondLst>
                                        </p:cTn>
                                        <p:tgtEl>
                                          <p:spTgt spid="1084454"/>
                                        </p:tgtEl>
                                        <p:attrNameLst>
                                          <p:attrName>style.visibility</p:attrName>
                                        </p:attrNameLst>
                                      </p:cBhvr>
                                      <p:to>
                                        <p:strVal val="visible"/>
                                      </p:to>
                                    </p:set>
                                    <p:animEffect transition="in" filter="wipe(left)">
                                      <p:cBhvr>
                                        <p:cTn id="21" dur="1000"/>
                                        <p:tgtEl>
                                          <p:spTgt spid="1084454"/>
                                        </p:tgtEl>
                                      </p:cBhvr>
                                    </p:animEffect>
                                  </p:childTnLst>
                                </p:cTn>
                              </p:par>
                            </p:childTnLst>
                          </p:cTn>
                        </p:par>
                        <p:par>
                          <p:cTn id="22" fill="hold">
                            <p:stCondLst>
                              <p:cond delay="5000"/>
                            </p:stCondLst>
                            <p:childTnLst>
                              <p:par>
                                <p:cTn id="23" presetID="22" presetClass="entr" presetSubtype="1" fill="hold" nodeType="afterEffect">
                                  <p:stCondLst>
                                    <p:cond delay="500"/>
                                  </p:stCondLst>
                                  <p:childTnLst>
                                    <p:set>
                                      <p:cBhvr>
                                        <p:cTn id="24" dur="1" fill="hold">
                                          <p:stCondLst>
                                            <p:cond delay="0"/>
                                          </p:stCondLst>
                                        </p:cTn>
                                        <p:tgtEl>
                                          <p:spTgt spid="1084455"/>
                                        </p:tgtEl>
                                        <p:attrNameLst>
                                          <p:attrName>style.visibility</p:attrName>
                                        </p:attrNameLst>
                                      </p:cBhvr>
                                      <p:to>
                                        <p:strVal val="visible"/>
                                      </p:to>
                                    </p:set>
                                    <p:animEffect transition="in" filter="wipe(up)">
                                      <p:cBhvr>
                                        <p:cTn id="25" dur="1000"/>
                                        <p:tgtEl>
                                          <p:spTgt spid="1084455"/>
                                        </p:tgtEl>
                                      </p:cBhvr>
                                    </p:animEffect>
                                  </p:childTnLst>
                                </p:cTn>
                              </p:par>
                            </p:childTnLst>
                          </p:cTn>
                        </p:par>
                        <p:par>
                          <p:cTn id="26" fill="hold">
                            <p:stCondLst>
                              <p:cond delay="6500"/>
                            </p:stCondLst>
                            <p:childTnLst>
                              <p:par>
                                <p:cTn id="27" presetID="22" presetClass="entr" presetSubtype="4" fill="hold" nodeType="afterEffect">
                                  <p:stCondLst>
                                    <p:cond delay="500"/>
                                  </p:stCondLst>
                                  <p:childTnLst>
                                    <p:set>
                                      <p:cBhvr>
                                        <p:cTn id="28" dur="1" fill="hold">
                                          <p:stCondLst>
                                            <p:cond delay="0"/>
                                          </p:stCondLst>
                                        </p:cTn>
                                        <p:tgtEl>
                                          <p:spTgt spid="1084456"/>
                                        </p:tgtEl>
                                        <p:attrNameLst>
                                          <p:attrName>style.visibility</p:attrName>
                                        </p:attrNameLst>
                                      </p:cBhvr>
                                      <p:to>
                                        <p:strVal val="visible"/>
                                      </p:to>
                                    </p:set>
                                    <p:animEffect transition="in" filter="wipe(down)">
                                      <p:cBhvr>
                                        <p:cTn id="29" dur="1000"/>
                                        <p:tgtEl>
                                          <p:spTgt spid="1084456"/>
                                        </p:tgtEl>
                                      </p:cBhvr>
                                    </p:animEffect>
                                  </p:childTnLst>
                                </p:cTn>
                              </p:par>
                            </p:childTnLst>
                          </p:cTn>
                        </p:par>
                        <p:par>
                          <p:cTn id="30" fill="hold">
                            <p:stCondLst>
                              <p:cond delay="8000"/>
                            </p:stCondLst>
                            <p:childTnLst>
                              <p:par>
                                <p:cTn id="31" presetID="22" presetClass="entr" presetSubtype="2" fill="hold" nodeType="afterEffect">
                                  <p:stCondLst>
                                    <p:cond delay="500"/>
                                  </p:stCondLst>
                                  <p:childTnLst>
                                    <p:set>
                                      <p:cBhvr>
                                        <p:cTn id="32" dur="1" fill="hold">
                                          <p:stCondLst>
                                            <p:cond delay="0"/>
                                          </p:stCondLst>
                                        </p:cTn>
                                        <p:tgtEl>
                                          <p:spTgt spid="1084457"/>
                                        </p:tgtEl>
                                        <p:attrNameLst>
                                          <p:attrName>style.visibility</p:attrName>
                                        </p:attrNameLst>
                                      </p:cBhvr>
                                      <p:to>
                                        <p:strVal val="visible"/>
                                      </p:to>
                                    </p:set>
                                    <p:animEffect transition="in" filter="wipe(right)">
                                      <p:cBhvr>
                                        <p:cTn id="33" dur="1000"/>
                                        <p:tgtEl>
                                          <p:spTgt spid="1084457"/>
                                        </p:tgtEl>
                                      </p:cBhvr>
                                    </p:animEffect>
                                  </p:childTnLst>
                                </p:cTn>
                              </p:par>
                            </p:childTnLst>
                          </p:cTn>
                        </p:par>
                        <p:par>
                          <p:cTn id="34" fill="hold">
                            <p:stCondLst>
                              <p:cond delay="9500"/>
                            </p:stCondLst>
                            <p:childTnLst>
                              <p:par>
                                <p:cTn id="35" presetID="22" presetClass="entr" presetSubtype="1" fill="hold" nodeType="afterEffect">
                                  <p:stCondLst>
                                    <p:cond delay="500"/>
                                  </p:stCondLst>
                                  <p:childTnLst>
                                    <p:set>
                                      <p:cBhvr>
                                        <p:cTn id="36" dur="1" fill="hold">
                                          <p:stCondLst>
                                            <p:cond delay="0"/>
                                          </p:stCondLst>
                                        </p:cTn>
                                        <p:tgtEl>
                                          <p:spTgt spid="1084458"/>
                                        </p:tgtEl>
                                        <p:attrNameLst>
                                          <p:attrName>style.visibility</p:attrName>
                                        </p:attrNameLst>
                                      </p:cBhvr>
                                      <p:to>
                                        <p:strVal val="visible"/>
                                      </p:to>
                                    </p:set>
                                    <p:animEffect transition="in" filter="wipe(up)">
                                      <p:cBhvr>
                                        <p:cTn id="37" dur="500"/>
                                        <p:tgtEl>
                                          <p:spTgt spid="1084458"/>
                                        </p:tgtEl>
                                      </p:cBhvr>
                                    </p:animEffect>
                                  </p:childTnLst>
                                </p:cTn>
                              </p:par>
                              <p:par>
                                <p:cTn id="38" presetID="10" presetClass="entr" presetSubtype="0" fill="hold" grpId="0" nodeType="withEffect">
                                  <p:stCondLst>
                                    <p:cond delay="500"/>
                                  </p:stCondLst>
                                  <p:childTnLst>
                                    <p:set>
                                      <p:cBhvr>
                                        <p:cTn id="39" dur="1" fill="hold">
                                          <p:stCondLst>
                                            <p:cond delay="0"/>
                                          </p:stCondLst>
                                        </p:cTn>
                                        <p:tgtEl>
                                          <p:spTgt spid="57375"/>
                                        </p:tgtEl>
                                        <p:attrNameLst>
                                          <p:attrName>style.visibility</p:attrName>
                                        </p:attrNameLst>
                                      </p:cBhvr>
                                      <p:to>
                                        <p:strVal val="visible"/>
                                      </p:to>
                                    </p:set>
                                    <p:animEffect transition="in" filter="fade">
                                      <p:cBhvr>
                                        <p:cTn id="40" dur="500"/>
                                        <p:tgtEl>
                                          <p:spTgt spid="57375"/>
                                        </p:tgtEl>
                                      </p:cBhvr>
                                    </p:animEffect>
                                  </p:childTnLst>
                                </p:cTn>
                              </p:par>
                              <p:par>
                                <p:cTn id="41" presetID="10" presetClass="entr" presetSubtype="0" fill="hold" grpId="0" nodeType="withEffect">
                                  <p:stCondLst>
                                    <p:cond delay="500"/>
                                  </p:stCondLst>
                                  <p:childTnLst>
                                    <p:set>
                                      <p:cBhvr>
                                        <p:cTn id="42" dur="1" fill="hold">
                                          <p:stCondLst>
                                            <p:cond delay="0"/>
                                          </p:stCondLst>
                                        </p:cTn>
                                        <p:tgtEl>
                                          <p:spTgt spid="57376"/>
                                        </p:tgtEl>
                                        <p:attrNameLst>
                                          <p:attrName>style.visibility</p:attrName>
                                        </p:attrNameLst>
                                      </p:cBhvr>
                                      <p:to>
                                        <p:strVal val="visible"/>
                                      </p:to>
                                    </p:set>
                                    <p:animEffect transition="in" filter="fade">
                                      <p:cBhvr>
                                        <p:cTn id="43" dur="500"/>
                                        <p:tgtEl>
                                          <p:spTgt spid="57376"/>
                                        </p:tgtEl>
                                      </p:cBhvr>
                                    </p:animEffect>
                                  </p:childTnLst>
                                </p:cTn>
                              </p:par>
                              <p:par>
                                <p:cTn id="44" presetID="10" presetClass="entr" presetSubtype="0" fill="hold" grpId="0" nodeType="withEffect">
                                  <p:stCondLst>
                                    <p:cond delay="500"/>
                                  </p:stCondLst>
                                  <p:childTnLst>
                                    <p:set>
                                      <p:cBhvr>
                                        <p:cTn id="45" dur="1" fill="hold">
                                          <p:stCondLst>
                                            <p:cond delay="0"/>
                                          </p:stCondLst>
                                        </p:cTn>
                                        <p:tgtEl>
                                          <p:spTgt spid="57377"/>
                                        </p:tgtEl>
                                        <p:attrNameLst>
                                          <p:attrName>style.visibility</p:attrName>
                                        </p:attrNameLst>
                                      </p:cBhvr>
                                      <p:to>
                                        <p:strVal val="visible"/>
                                      </p:to>
                                    </p:set>
                                    <p:animEffect transition="in" filter="fade">
                                      <p:cBhvr>
                                        <p:cTn id="46" dur="500"/>
                                        <p:tgtEl>
                                          <p:spTgt spid="573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4439" grpId="0" animBg="1"/>
      <p:bldP spid="1084440" grpId="0"/>
      <p:bldP spid="57375" grpId="0"/>
      <p:bldP spid="57376" grpId="0"/>
      <p:bldP spid="57377" grpId="0" animBg="1"/>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2658" name="Rectangle 2"/>
          <p:cNvSpPr>
            <a:spLocks noGrp="1" noChangeArrowheads="1"/>
          </p:cNvSpPr>
          <p:nvPr>
            <p:ph type="title"/>
          </p:nvPr>
        </p:nvSpPr>
        <p:spPr/>
        <p:txBody>
          <a:bodyPr/>
          <a:lstStyle/>
          <a:p>
            <a:pPr algn="ctr" eaLnBrk="1" hangingPunct="1">
              <a:defRPr/>
            </a:pPr>
            <a:r>
              <a:rPr lang="zh-CN" altLang="en-US" dirty="0"/>
              <a:t>名字的高速缓存 </a:t>
            </a:r>
          </a:p>
        </p:txBody>
      </p:sp>
      <p:sp>
        <p:nvSpPr>
          <p:cNvPr id="58371" name="Rectangle 3"/>
          <p:cNvSpPr>
            <a:spLocks noGrp="1" noChangeArrowheads="1"/>
          </p:cNvSpPr>
          <p:nvPr>
            <p:ph idx="1"/>
          </p:nvPr>
        </p:nvSpPr>
        <p:spPr/>
        <p:txBody>
          <a:bodyPr/>
          <a:lstStyle/>
          <a:p>
            <a:pPr eaLnBrk="1" hangingPunct="1"/>
            <a:r>
              <a:rPr lang="zh-CN" altLang="en-US" sz="2800" dirty="0">
                <a:solidFill>
                  <a:srgbClr val="FF0000"/>
                </a:solidFill>
                <a:ea typeface="黑体" panose="02010609060101010101" pitchFamily="2" charset="-122"/>
              </a:rPr>
              <a:t>每个域名服务器都维护一个高速缓存，</a:t>
            </a:r>
            <a:r>
              <a:rPr lang="zh-CN" altLang="en-US" sz="2800" dirty="0">
                <a:ea typeface="黑体" panose="02010609060101010101" pitchFamily="2" charset="-122"/>
              </a:rPr>
              <a:t>存放最近用过的名字以及从何处获得名字</a:t>
            </a:r>
            <a:r>
              <a:rPr lang="zh-CN" altLang="en-US" sz="2800" dirty="0">
                <a:solidFill>
                  <a:srgbClr val="FF0000"/>
                </a:solidFill>
                <a:ea typeface="黑体" panose="02010609060101010101" pitchFamily="2" charset="-122"/>
              </a:rPr>
              <a:t>映射信息</a:t>
            </a:r>
            <a:r>
              <a:rPr lang="zh-CN" altLang="en-US" sz="2800" dirty="0">
                <a:ea typeface="黑体" panose="02010609060101010101" pitchFamily="2" charset="-122"/>
              </a:rPr>
              <a:t>的</a:t>
            </a:r>
            <a:r>
              <a:rPr lang="zh-CN" altLang="en-US" sz="2800" dirty="0">
                <a:solidFill>
                  <a:srgbClr val="FF0000"/>
                </a:solidFill>
                <a:ea typeface="黑体" panose="02010609060101010101" pitchFamily="2" charset="-122"/>
              </a:rPr>
              <a:t>记录</a:t>
            </a:r>
            <a:r>
              <a:rPr lang="zh-CN" altLang="en-US" sz="2800" dirty="0">
                <a:ea typeface="黑体" panose="02010609060101010101" pitchFamily="2" charset="-122"/>
              </a:rPr>
              <a:t>。</a:t>
            </a:r>
          </a:p>
          <a:p>
            <a:pPr eaLnBrk="1" hangingPunct="1"/>
            <a:r>
              <a:rPr lang="zh-CN" altLang="en-US" sz="2800" dirty="0">
                <a:ea typeface="黑体" panose="02010609060101010101" pitchFamily="2" charset="-122"/>
              </a:rPr>
              <a:t>可大大减轻根域名服务器的负荷，使互联网上的 </a:t>
            </a:r>
            <a:r>
              <a:rPr lang="en-US" altLang="zh-CN" sz="2800" dirty="0">
                <a:ea typeface="黑体" panose="02010609060101010101" pitchFamily="2" charset="-122"/>
              </a:rPr>
              <a:t>DNS </a:t>
            </a:r>
            <a:r>
              <a:rPr lang="zh-CN" altLang="en-US" sz="2800" dirty="0">
                <a:ea typeface="黑体" panose="02010609060101010101" pitchFamily="2" charset="-122"/>
              </a:rPr>
              <a:t>查询请求和回答报文的数量大为减少。 </a:t>
            </a:r>
          </a:p>
          <a:p>
            <a:pPr eaLnBrk="1" hangingPunct="1"/>
            <a:r>
              <a:rPr lang="zh-CN" altLang="en-US" sz="2800" dirty="0">
                <a:ea typeface="黑体" panose="02010609060101010101" pitchFamily="2" charset="-122"/>
              </a:rPr>
              <a:t>为保持高速缓存中的内容正确，域名服务器应为每项内容设置</a:t>
            </a:r>
            <a:r>
              <a:rPr lang="zh-CN" altLang="en-US" sz="2800" dirty="0">
                <a:solidFill>
                  <a:srgbClr val="FF0000"/>
                </a:solidFill>
                <a:ea typeface="黑体" panose="02010609060101010101" pitchFamily="2" charset="-122"/>
              </a:rPr>
              <a:t>计时器</a:t>
            </a:r>
            <a:r>
              <a:rPr lang="zh-CN" altLang="en-US" sz="2800" dirty="0">
                <a:ea typeface="黑体" panose="02010609060101010101" pitchFamily="2" charset="-122"/>
              </a:rPr>
              <a:t>，并处理超过合理时间的项（例如，每个项目只存放两天）。</a:t>
            </a:r>
          </a:p>
          <a:p>
            <a:pPr eaLnBrk="1" hangingPunct="1"/>
            <a:r>
              <a:rPr lang="zh-CN" altLang="en-US" sz="2800" dirty="0">
                <a:ea typeface="黑体" panose="02010609060101010101" pitchFamily="2" charset="-122"/>
              </a:rPr>
              <a:t>当权限域名服务器回答一个查询请求时，在响应中都指明绑定有效存在的时间值。增加此时间值可减少网络开销，而减少此时间值可提高域名转换的准确性。 </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2658" name="Rectangle 2"/>
          <p:cNvSpPr>
            <a:spLocks noGrp="1" noChangeArrowheads="1"/>
          </p:cNvSpPr>
          <p:nvPr>
            <p:ph type="title"/>
          </p:nvPr>
        </p:nvSpPr>
        <p:spPr/>
        <p:txBody>
          <a:bodyPr/>
          <a:lstStyle/>
          <a:p>
            <a:pPr eaLnBrk="1" hangingPunct="1">
              <a:defRPr/>
            </a:pPr>
            <a:r>
              <a:rPr lang="zh-CN" altLang="en-US" dirty="0"/>
              <a:t>习题</a:t>
            </a:r>
          </a:p>
        </p:txBody>
      </p:sp>
      <p:sp>
        <p:nvSpPr>
          <p:cNvPr id="6" name="文本框 5"/>
          <p:cNvSpPr txBox="1"/>
          <p:nvPr/>
        </p:nvSpPr>
        <p:spPr>
          <a:xfrm>
            <a:off x="568720" y="1243852"/>
            <a:ext cx="9064800" cy="1107996"/>
          </a:xfrm>
          <a:prstGeom prst="rect">
            <a:avLst/>
          </a:prstGeom>
          <a:noFill/>
        </p:spPr>
        <p:txBody>
          <a:bodyPr wrap="square" lIns="0" tIns="0" rIns="0" bIns="0" rtlCol="0">
            <a:spAutoFit/>
          </a:bodyPr>
          <a:lstStyle/>
          <a:p>
            <a:r>
              <a:rPr lang="en-US" altLang="zh-CN" b="1" dirty="0"/>
              <a:t>【2010</a:t>
            </a:r>
            <a:r>
              <a:rPr lang="zh-CN" altLang="en-US" b="1" dirty="0"/>
              <a:t>年 题</a:t>
            </a:r>
            <a:r>
              <a:rPr lang="en-US" altLang="zh-CN" b="1" dirty="0"/>
              <a:t>40】</a:t>
            </a:r>
            <a:r>
              <a:rPr lang="zh-CN" altLang="en-US" b="1" dirty="0"/>
              <a:t>如果本地域名服务器无缓存，当采用递归方法解析另一网络某主机域名时，用户主机、本地域名服务器发送的域名请求消息数分别为（      ）。</a:t>
            </a:r>
          </a:p>
        </p:txBody>
      </p:sp>
      <p:sp>
        <p:nvSpPr>
          <p:cNvPr id="7" name="文本框 6"/>
          <p:cNvSpPr txBox="1"/>
          <p:nvPr/>
        </p:nvSpPr>
        <p:spPr>
          <a:xfrm>
            <a:off x="488504" y="2555612"/>
            <a:ext cx="2033985" cy="369332"/>
          </a:xfrm>
          <a:prstGeom prst="rect">
            <a:avLst/>
          </a:prstGeom>
          <a:noFill/>
        </p:spPr>
        <p:txBody>
          <a:bodyPr wrap="square" lIns="0" tIns="0" rIns="0" bIns="0" rtlCol="0">
            <a:spAutoFit/>
          </a:bodyPr>
          <a:lstStyle/>
          <a:p>
            <a:r>
              <a:rPr lang="en-US" altLang="zh-CN" b="1" dirty="0"/>
              <a:t>A. </a:t>
            </a:r>
            <a:r>
              <a:rPr lang="zh-CN" altLang="en-US" b="1" dirty="0"/>
              <a:t>一条、一条</a:t>
            </a:r>
          </a:p>
        </p:txBody>
      </p:sp>
      <p:sp>
        <p:nvSpPr>
          <p:cNvPr id="8" name="文本框 7"/>
          <p:cNvSpPr txBox="1"/>
          <p:nvPr/>
        </p:nvSpPr>
        <p:spPr>
          <a:xfrm>
            <a:off x="2954471" y="2555612"/>
            <a:ext cx="1926455" cy="369332"/>
          </a:xfrm>
          <a:prstGeom prst="rect">
            <a:avLst/>
          </a:prstGeom>
          <a:noFill/>
        </p:spPr>
        <p:txBody>
          <a:bodyPr wrap="square" lIns="0" tIns="0" rIns="0" bIns="0" rtlCol="0">
            <a:spAutoFit/>
          </a:bodyPr>
          <a:lstStyle/>
          <a:p>
            <a:r>
              <a:rPr lang="en-US" altLang="zh-CN" b="1" dirty="0"/>
              <a:t>B. </a:t>
            </a:r>
            <a:r>
              <a:rPr lang="zh-CN" altLang="en-US" b="1" dirty="0"/>
              <a:t>一条、多条</a:t>
            </a:r>
          </a:p>
        </p:txBody>
      </p:sp>
      <p:sp>
        <p:nvSpPr>
          <p:cNvPr id="9" name="文本框 8"/>
          <p:cNvSpPr txBox="1"/>
          <p:nvPr/>
        </p:nvSpPr>
        <p:spPr>
          <a:xfrm>
            <a:off x="5312908" y="2555612"/>
            <a:ext cx="2016224" cy="369332"/>
          </a:xfrm>
          <a:prstGeom prst="rect">
            <a:avLst/>
          </a:prstGeom>
          <a:noFill/>
        </p:spPr>
        <p:txBody>
          <a:bodyPr wrap="square" lIns="0" tIns="0" rIns="0" bIns="0" rtlCol="0">
            <a:spAutoFit/>
          </a:bodyPr>
          <a:lstStyle/>
          <a:p>
            <a:r>
              <a:rPr lang="en-US" altLang="zh-CN" b="1" dirty="0"/>
              <a:t>C. </a:t>
            </a:r>
            <a:r>
              <a:rPr lang="zh-CN" altLang="en-US" b="1" dirty="0"/>
              <a:t>多条、一条</a:t>
            </a:r>
          </a:p>
        </p:txBody>
      </p:sp>
      <p:sp>
        <p:nvSpPr>
          <p:cNvPr id="10" name="文本框 9"/>
          <p:cNvSpPr txBox="1"/>
          <p:nvPr/>
        </p:nvSpPr>
        <p:spPr>
          <a:xfrm>
            <a:off x="7761115" y="2555612"/>
            <a:ext cx="1980613" cy="369332"/>
          </a:xfrm>
          <a:prstGeom prst="rect">
            <a:avLst/>
          </a:prstGeom>
          <a:noFill/>
        </p:spPr>
        <p:txBody>
          <a:bodyPr wrap="square" lIns="0" tIns="0" rIns="0" bIns="0" rtlCol="0">
            <a:spAutoFit/>
          </a:bodyPr>
          <a:lstStyle/>
          <a:p>
            <a:r>
              <a:rPr lang="en-US" altLang="zh-CN" b="1" dirty="0"/>
              <a:t>D. </a:t>
            </a:r>
            <a:r>
              <a:rPr lang="zh-CN" altLang="en-US" b="1" dirty="0"/>
              <a:t>多条、多条</a:t>
            </a:r>
          </a:p>
        </p:txBody>
      </p:sp>
      <p:pic>
        <p:nvPicPr>
          <p:cNvPr id="3" name="图片 2"/>
          <p:cNvPicPr>
            <a:picLocks noChangeAspect="1"/>
          </p:cNvPicPr>
          <p:nvPr/>
        </p:nvPicPr>
        <p:blipFill>
          <a:blip r:embed="rId3"/>
          <a:stretch>
            <a:fillRect/>
          </a:stretch>
        </p:blipFill>
        <p:spPr>
          <a:xfrm>
            <a:off x="723104" y="3128708"/>
            <a:ext cx="8612191" cy="3604752"/>
          </a:xfrm>
          <a:prstGeom prst="rect">
            <a:avLst/>
          </a:prstGeom>
        </p:spPr>
      </p:pic>
      <p:sp>
        <p:nvSpPr>
          <p:cNvPr id="16" name="文本框 15"/>
          <p:cNvSpPr txBox="1"/>
          <p:nvPr/>
        </p:nvSpPr>
        <p:spPr>
          <a:xfrm>
            <a:off x="3469425" y="1977445"/>
            <a:ext cx="331447" cy="443443"/>
          </a:xfrm>
          <a:prstGeom prst="rect">
            <a:avLst/>
          </a:prstGeom>
          <a:noFill/>
        </p:spPr>
        <p:txBody>
          <a:bodyPr wrap="square" lIns="0" tIns="0" rIns="0" bIns="0" rtlCol="0">
            <a:spAutoFit/>
          </a:bodyPr>
          <a:lstStyle/>
          <a:p>
            <a:r>
              <a:rPr lang="en-US" altLang="zh-CN" sz="2800" b="1" dirty="0">
                <a:solidFill>
                  <a:srgbClr val="FF0000"/>
                </a:solidFill>
              </a:rPr>
              <a:t>A</a:t>
            </a:r>
            <a:endParaRPr lang="zh-CN" altLang="en-US" sz="2800" b="1"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2658" name="Rectangle 2"/>
          <p:cNvSpPr>
            <a:spLocks noGrp="1" noChangeArrowheads="1"/>
          </p:cNvSpPr>
          <p:nvPr>
            <p:ph type="title"/>
          </p:nvPr>
        </p:nvSpPr>
        <p:spPr/>
        <p:txBody>
          <a:bodyPr/>
          <a:lstStyle/>
          <a:p>
            <a:pPr eaLnBrk="1" hangingPunct="1">
              <a:defRPr/>
            </a:pPr>
            <a:r>
              <a:rPr lang="zh-CN" altLang="en-US" dirty="0"/>
              <a:t>习题</a:t>
            </a:r>
          </a:p>
        </p:txBody>
      </p:sp>
      <p:pic>
        <p:nvPicPr>
          <p:cNvPr id="2" name="图片 1"/>
          <p:cNvPicPr>
            <a:picLocks noChangeAspect="1"/>
          </p:cNvPicPr>
          <p:nvPr/>
        </p:nvPicPr>
        <p:blipFill>
          <a:blip r:embed="rId3"/>
          <a:stretch>
            <a:fillRect/>
          </a:stretch>
        </p:blipFill>
        <p:spPr>
          <a:xfrm>
            <a:off x="776536" y="1166877"/>
            <a:ext cx="7056784" cy="2265409"/>
          </a:xfrm>
          <a:prstGeom prst="rect">
            <a:avLst/>
          </a:prstGeom>
        </p:spPr>
      </p:pic>
      <p:sp>
        <p:nvSpPr>
          <p:cNvPr id="11" name="文本框 10"/>
          <p:cNvSpPr txBox="1"/>
          <p:nvPr/>
        </p:nvSpPr>
        <p:spPr>
          <a:xfrm>
            <a:off x="7141833" y="1185357"/>
            <a:ext cx="331447" cy="443443"/>
          </a:xfrm>
          <a:prstGeom prst="rect">
            <a:avLst/>
          </a:prstGeom>
          <a:noFill/>
        </p:spPr>
        <p:txBody>
          <a:bodyPr wrap="square" lIns="0" tIns="0" rIns="0" bIns="0" rtlCol="0">
            <a:spAutoFit/>
          </a:bodyPr>
          <a:lstStyle/>
          <a:p>
            <a:r>
              <a:rPr lang="en-US" altLang="zh-CN" sz="2800" b="1" dirty="0">
                <a:solidFill>
                  <a:srgbClr val="FF0000"/>
                </a:solidFill>
              </a:rPr>
              <a:t>A</a:t>
            </a:r>
            <a:endParaRPr lang="zh-CN" altLang="en-US" sz="2800" b="1" dirty="0">
              <a:solidFill>
                <a:srgbClr val="FF0000"/>
              </a:solidFill>
            </a:endParaRPr>
          </a:p>
        </p:txBody>
      </p:sp>
      <p:pic>
        <p:nvPicPr>
          <p:cNvPr id="4" name="图片 3"/>
          <p:cNvPicPr>
            <a:picLocks noChangeAspect="1"/>
          </p:cNvPicPr>
          <p:nvPr/>
        </p:nvPicPr>
        <p:blipFill>
          <a:blip r:embed="rId4"/>
          <a:stretch>
            <a:fillRect/>
          </a:stretch>
        </p:blipFill>
        <p:spPr>
          <a:xfrm>
            <a:off x="1928664" y="3546515"/>
            <a:ext cx="6337968" cy="312284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标题 1"/>
          <p:cNvSpPr>
            <a:spLocks noGrp="1"/>
          </p:cNvSpPr>
          <p:nvPr>
            <p:ph type="title"/>
          </p:nvPr>
        </p:nvSpPr>
        <p:spPr/>
        <p:txBody>
          <a:bodyPr/>
          <a:lstStyle/>
          <a:p>
            <a:pPr eaLnBrk="1" hangingPunct="1"/>
            <a:r>
              <a:rPr lang="en-US" altLang="zh-CN" dirty="0">
                <a:ea typeface="黑体" panose="02010609060101010101" pitchFamily="2" charset="-122"/>
              </a:rPr>
              <a:t>6.2  </a:t>
            </a:r>
            <a:r>
              <a:rPr lang="zh-CN" altLang="en-US" dirty="0">
                <a:ea typeface="黑体" panose="02010609060101010101" pitchFamily="2" charset="-122"/>
              </a:rPr>
              <a:t>文件传送协议</a:t>
            </a:r>
          </a:p>
        </p:txBody>
      </p:sp>
      <p:sp>
        <p:nvSpPr>
          <p:cNvPr id="7" name="内容占位符 2"/>
          <p:cNvSpPr>
            <a:spLocks noGrp="1"/>
          </p:cNvSpPr>
          <p:nvPr>
            <p:ph idx="1"/>
          </p:nvPr>
        </p:nvSpPr>
        <p:spPr>
          <a:xfrm>
            <a:off x="496800" y="1195200"/>
            <a:ext cx="9064800" cy="4935600"/>
          </a:xfrm>
        </p:spPr>
        <p:txBody>
          <a:bodyPr/>
          <a:lstStyle/>
          <a:p>
            <a:pPr eaLnBrk="1" hangingPunct="1">
              <a:defRPr/>
            </a:pPr>
            <a:r>
              <a:rPr lang="en-US" altLang="zh-CN" sz="3200" dirty="0">
                <a:ea typeface="黑体" panose="02010609060101010101" pitchFamily="2" charset="-122"/>
              </a:rPr>
              <a:t>6.2.1  </a:t>
            </a:r>
            <a:r>
              <a:rPr lang="zh-CN" altLang="en-US" sz="3200" dirty="0">
                <a:ea typeface="黑体" panose="02010609060101010101" pitchFamily="2" charset="-122"/>
              </a:rPr>
              <a:t>文件传送协议的作用</a:t>
            </a:r>
            <a:endParaRPr lang="en-US" altLang="zh-CN" sz="3200" dirty="0">
              <a:ea typeface="黑体" panose="02010609060101010101" pitchFamily="2" charset="-122"/>
            </a:endParaRPr>
          </a:p>
          <a:p>
            <a:pPr eaLnBrk="1" hangingPunct="1">
              <a:defRPr/>
            </a:pPr>
            <a:r>
              <a:rPr lang="en-US" altLang="zh-CN" sz="3200" dirty="0">
                <a:ea typeface="黑体" panose="02010609060101010101" pitchFamily="2" charset="-122"/>
              </a:rPr>
              <a:t>6.2.2  </a:t>
            </a:r>
            <a:r>
              <a:rPr lang="zh-CN" altLang="en-US" sz="3200" dirty="0">
                <a:ea typeface="黑体" panose="02010609060101010101" pitchFamily="2" charset="-122"/>
              </a:rPr>
              <a:t>文件传送协议</a:t>
            </a:r>
            <a:r>
              <a:rPr lang="en-US" altLang="zh-CN" sz="3200" dirty="0">
                <a:ea typeface="黑体" panose="02010609060101010101" pitchFamily="2" charset="-122"/>
              </a:rPr>
              <a:t>FTP</a:t>
            </a:r>
            <a:r>
              <a:rPr lang="zh-CN" altLang="en-US" sz="3200" dirty="0">
                <a:ea typeface="黑体" panose="02010609060101010101" pitchFamily="2" charset="-122"/>
              </a:rPr>
              <a:t>的基本工作原理</a:t>
            </a:r>
          </a:p>
          <a:p>
            <a:pPr eaLnBrk="1" hangingPunct="1">
              <a:defRPr/>
            </a:pPr>
            <a:endParaRPr lang="en-US" altLang="zh-CN" sz="3200" dirty="0">
              <a:ea typeface="黑体" panose="02010609060101010101" pitchFamily="2" charset="-122"/>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标题 1"/>
          <p:cNvSpPr>
            <a:spLocks noGrp="1"/>
          </p:cNvSpPr>
          <p:nvPr>
            <p:ph type="title"/>
          </p:nvPr>
        </p:nvSpPr>
        <p:spPr/>
        <p:txBody>
          <a:bodyPr/>
          <a:lstStyle/>
          <a:p>
            <a:pPr eaLnBrk="1" hangingPunct="1"/>
            <a:r>
              <a:rPr lang="en-US" altLang="zh-CN" dirty="0">
                <a:ea typeface="黑体" panose="02010609060101010101" pitchFamily="2" charset="-122"/>
              </a:rPr>
              <a:t>6.2.1  </a:t>
            </a:r>
            <a:r>
              <a:rPr lang="zh-CN" altLang="en-US" dirty="0">
                <a:ea typeface="黑体" panose="02010609060101010101" pitchFamily="2" charset="-122"/>
              </a:rPr>
              <a:t>文件传送协议的作用</a:t>
            </a:r>
          </a:p>
        </p:txBody>
      </p:sp>
      <p:sp>
        <p:nvSpPr>
          <p:cNvPr id="5" name="Rectangle 3"/>
          <p:cNvSpPr>
            <a:spLocks noGrp="1" noChangeArrowheads="1"/>
          </p:cNvSpPr>
          <p:nvPr>
            <p:ph idx="1"/>
          </p:nvPr>
        </p:nvSpPr>
        <p:spPr>
          <a:xfrm>
            <a:off x="496800" y="1195200"/>
            <a:ext cx="9064800" cy="4935600"/>
          </a:xfrm>
        </p:spPr>
        <p:txBody>
          <a:bodyPr/>
          <a:lstStyle/>
          <a:p>
            <a:pPr eaLnBrk="1" hangingPunct="1"/>
            <a:r>
              <a:rPr lang="zh-CN" altLang="en-US" sz="2800" dirty="0">
                <a:solidFill>
                  <a:srgbClr val="FF0000"/>
                </a:solidFill>
                <a:ea typeface="黑体" panose="02010609060101010101" pitchFamily="2" charset="-122"/>
              </a:rPr>
              <a:t>文件传送</a:t>
            </a:r>
            <a:r>
              <a:rPr lang="zh-CN" altLang="en-US" sz="2800" dirty="0">
                <a:solidFill>
                  <a:schemeClr val="tx1"/>
                </a:solidFill>
                <a:ea typeface="黑体" panose="02010609060101010101" pitchFamily="2" charset="-122"/>
              </a:rPr>
              <a:t>，是</a:t>
            </a:r>
            <a:r>
              <a:rPr lang="zh-CN" altLang="en-US" sz="2800" dirty="0">
                <a:solidFill>
                  <a:srgbClr val="FF0000"/>
                </a:solidFill>
                <a:ea typeface="黑体" panose="02010609060101010101" pitchFamily="2" charset="-122"/>
              </a:rPr>
              <a:t>将</a:t>
            </a:r>
            <a:r>
              <a:rPr lang="zh-CN" altLang="en-US" sz="2800" dirty="0">
                <a:ea typeface="黑体" panose="02010609060101010101" pitchFamily="2" charset="-122"/>
              </a:rPr>
              <a:t>某台计算机中的</a:t>
            </a:r>
            <a:r>
              <a:rPr lang="zh-CN" altLang="en-US" sz="2800" dirty="0">
                <a:solidFill>
                  <a:srgbClr val="FF0000"/>
                </a:solidFill>
                <a:ea typeface="黑体" panose="02010609060101010101" pitchFamily="2" charset="-122"/>
              </a:rPr>
              <a:t>文件</a:t>
            </a:r>
            <a:r>
              <a:rPr lang="zh-CN" altLang="en-US" sz="2800" dirty="0">
                <a:ea typeface="黑体" panose="02010609060101010101" pitchFamily="2" charset="-122"/>
              </a:rPr>
              <a:t>通过</a:t>
            </a:r>
            <a:r>
              <a:rPr lang="zh-CN" altLang="en-US" sz="2800" dirty="0">
                <a:solidFill>
                  <a:srgbClr val="FF0000"/>
                </a:solidFill>
                <a:ea typeface="黑体" panose="02010609060101010101" pitchFamily="2" charset="-122"/>
              </a:rPr>
              <a:t>网络</a:t>
            </a:r>
            <a:r>
              <a:rPr lang="zh-CN" altLang="en-US" sz="2800" dirty="0">
                <a:ea typeface="黑体" panose="02010609060101010101" pitchFamily="2" charset="-122"/>
              </a:rPr>
              <a:t>传送到可能相距很远的</a:t>
            </a:r>
            <a:r>
              <a:rPr lang="zh-CN" altLang="en-US" sz="2800" dirty="0">
                <a:solidFill>
                  <a:srgbClr val="FF0000"/>
                </a:solidFill>
                <a:ea typeface="黑体" panose="02010609060101010101" pitchFamily="2" charset="-122"/>
              </a:rPr>
              <a:t>另一台计算机</a:t>
            </a:r>
            <a:r>
              <a:rPr lang="zh-CN" altLang="en-US" sz="2800" dirty="0">
                <a:ea typeface="黑体" panose="02010609060101010101" pitchFamily="2" charset="-122"/>
              </a:rPr>
              <a:t>中，是一项基本的网络应用。</a:t>
            </a:r>
            <a:endParaRPr lang="en-US" altLang="zh-CN" sz="2800" dirty="0">
              <a:ea typeface="黑体" panose="02010609060101010101" pitchFamily="2" charset="-122"/>
            </a:endParaRPr>
          </a:p>
          <a:p>
            <a:pPr eaLnBrk="1" hangingPunct="1"/>
            <a:r>
              <a:rPr lang="zh-CN" altLang="en-US" sz="2800" dirty="0">
                <a:ea typeface="黑体" panose="02010609060101010101" pitchFamily="2" charset="-122"/>
              </a:rPr>
              <a:t>文件传送协议（</a:t>
            </a:r>
            <a:r>
              <a:rPr lang="en-US" altLang="zh-CN" sz="2800" dirty="0">
                <a:solidFill>
                  <a:srgbClr val="FF0000"/>
                </a:solidFill>
                <a:ea typeface="黑体" panose="02010609060101010101" pitchFamily="2" charset="-122"/>
              </a:rPr>
              <a:t>F</a:t>
            </a:r>
            <a:r>
              <a:rPr lang="en-US" altLang="zh-CN" sz="2800" dirty="0">
                <a:ea typeface="黑体" panose="02010609060101010101" pitchFamily="2" charset="-122"/>
              </a:rPr>
              <a:t>ile </a:t>
            </a:r>
            <a:r>
              <a:rPr lang="en-US" altLang="zh-CN" sz="2800" dirty="0">
                <a:solidFill>
                  <a:srgbClr val="FF0000"/>
                </a:solidFill>
                <a:ea typeface="黑体" panose="02010609060101010101" pitchFamily="2" charset="-122"/>
              </a:rPr>
              <a:t>T</a:t>
            </a:r>
            <a:r>
              <a:rPr lang="en-US" altLang="zh-CN" sz="2800" dirty="0">
                <a:ea typeface="黑体" panose="02010609060101010101" pitchFamily="2" charset="-122"/>
              </a:rPr>
              <a:t>ransfer </a:t>
            </a:r>
            <a:r>
              <a:rPr lang="en-US" altLang="zh-CN" sz="2800" dirty="0">
                <a:solidFill>
                  <a:srgbClr val="FF0000"/>
                </a:solidFill>
                <a:ea typeface="黑体" panose="02010609060101010101" pitchFamily="2" charset="-122"/>
              </a:rPr>
              <a:t>P</a:t>
            </a:r>
            <a:r>
              <a:rPr lang="en-US" altLang="zh-CN" sz="2800" dirty="0">
                <a:ea typeface="黑体" panose="02010609060101010101" pitchFamily="2" charset="-122"/>
              </a:rPr>
              <a:t>rotocol</a:t>
            </a:r>
            <a:r>
              <a:rPr lang="zh-CN" altLang="en-US" sz="2800" dirty="0">
                <a:ea typeface="黑体" panose="02010609060101010101" pitchFamily="2" charset="-122"/>
              </a:rPr>
              <a:t>，</a:t>
            </a:r>
            <a:r>
              <a:rPr lang="en-US" altLang="zh-CN" sz="2800" dirty="0">
                <a:solidFill>
                  <a:srgbClr val="FF0000"/>
                </a:solidFill>
                <a:ea typeface="黑体" panose="02010609060101010101" pitchFamily="2" charset="-122"/>
              </a:rPr>
              <a:t>FTP</a:t>
            </a:r>
            <a:r>
              <a:rPr lang="zh-CN" altLang="en-US" sz="2800" dirty="0">
                <a:ea typeface="黑体" panose="02010609060101010101" pitchFamily="2" charset="-122"/>
              </a:rPr>
              <a:t>）是因特网上使用得</a:t>
            </a:r>
            <a:r>
              <a:rPr lang="zh-CN" altLang="en-US" sz="2800" dirty="0">
                <a:solidFill>
                  <a:srgbClr val="FF0000"/>
                </a:solidFill>
                <a:ea typeface="黑体" panose="02010609060101010101" pitchFamily="2" charset="-122"/>
              </a:rPr>
              <a:t>最广泛</a:t>
            </a:r>
            <a:r>
              <a:rPr lang="zh-CN" altLang="en-US" sz="2800" dirty="0">
                <a:ea typeface="黑体" panose="02010609060101010101" pitchFamily="2" charset="-122"/>
              </a:rPr>
              <a:t>的</a:t>
            </a:r>
            <a:r>
              <a:rPr lang="zh-CN" altLang="en-US" sz="2800" dirty="0">
                <a:solidFill>
                  <a:srgbClr val="FF0000"/>
                </a:solidFill>
                <a:ea typeface="黑体" panose="02010609060101010101" pitchFamily="2" charset="-122"/>
              </a:rPr>
              <a:t>文件传送协议</a:t>
            </a:r>
            <a:r>
              <a:rPr lang="zh-CN" altLang="en-US" sz="2800" dirty="0">
                <a:ea typeface="黑体" panose="02010609060101010101" pitchFamily="2" charset="-122"/>
              </a:rPr>
              <a:t>。</a:t>
            </a:r>
          </a:p>
          <a:p>
            <a:pPr marL="0" indent="0" eaLnBrk="1" hangingPunct="1">
              <a:buNone/>
            </a:pPr>
            <a:endParaRPr lang="zh-CN" altLang="en-US" sz="2800" dirty="0">
              <a:ea typeface="黑体" panose="02010609060101010101" pitchFamily="2" charset="-122"/>
            </a:endParaRPr>
          </a:p>
        </p:txBody>
      </p:sp>
      <p:sp>
        <p:nvSpPr>
          <p:cNvPr id="4" name="Rectangle 3"/>
          <p:cNvSpPr txBox="1">
            <a:spLocks noChangeArrowheads="1"/>
          </p:cNvSpPr>
          <p:nvPr/>
        </p:nvSpPr>
        <p:spPr bwMode="auto">
          <a:xfrm>
            <a:off x="496570" y="3717032"/>
            <a:ext cx="9064625" cy="29711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342900" indent="-342900" algn="l" rtl="0" eaLnBrk="1" fontAlgn="base" hangingPunct="1">
              <a:lnSpc>
                <a:spcPct val="110000"/>
              </a:lnSpc>
              <a:spcBef>
                <a:spcPts val="600"/>
              </a:spcBef>
              <a:spcAft>
                <a:spcPct val="0"/>
              </a:spcAft>
              <a:buClr>
                <a:srgbClr val="333399"/>
              </a:buClr>
              <a:buSzPct val="75000"/>
              <a:buFont typeface="Wingdings" panose="05000000000000000000" pitchFamily="2" charset="2"/>
              <a:buChar char="n"/>
              <a:defRPr sz="3200" b="1">
                <a:solidFill>
                  <a:srgbClr val="000000"/>
                </a:solidFill>
                <a:latin typeface="+mn-lt"/>
                <a:ea typeface="+mn-ea"/>
                <a:cs typeface="+mn-cs"/>
              </a:defRPr>
            </a:lvl1pPr>
            <a:lvl2pPr marL="742950" indent="-285750" algn="l" rtl="0" eaLnBrk="1" fontAlgn="base" hangingPunct="1">
              <a:lnSpc>
                <a:spcPct val="110000"/>
              </a:lnSpc>
              <a:spcBef>
                <a:spcPts val="600"/>
              </a:spcBef>
              <a:spcAft>
                <a:spcPct val="0"/>
              </a:spcAft>
              <a:buClr>
                <a:srgbClr val="FF9933"/>
              </a:buClr>
              <a:buSzPct val="70000"/>
              <a:buFont typeface="Wingdings" panose="05000000000000000000" pitchFamily="2" charset="2"/>
              <a:buChar char="n"/>
              <a:defRPr sz="2800" b="1">
                <a:solidFill>
                  <a:srgbClr val="000000"/>
                </a:solidFill>
                <a:latin typeface="+mn-lt"/>
                <a:ea typeface="黑体" panose="02010609060101010101" pitchFamily="2" charset="-122"/>
              </a:defRPr>
            </a:lvl2pPr>
            <a:lvl3pPr marL="1143000" indent="-228600" algn="l" rtl="0" eaLnBrk="1" fontAlgn="base" hangingPunct="1">
              <a:lnSpc>
                <a:spcPct val="110000"/>
              </a:lnSpc>
              <a:spcBef>
                <a:spcPts val="600"/>
              </a:spcBef>
              <a:spcAft>
                <a:spcPct val="0"/>
              </a:spcAft>
              <a:buClr>
                <a:srgbClr val="333399"/>
              </a:buClr>
              <a:buSzPct val="65000"/>
              <a:buFont typeface="Wingdings" panose="05000000000000000000" pitchFamily="2" charset="2"/>
              <a:buChar char="p"/>
              <a:defRPr sz="2400" b="1">
                <a:solidFill>
                  <a:srgbClr val="000000"/>
                </a:solidFill>
                <a:latin typeface="+mn-lt"/>
                <a:ea typeface="黑体" panose="02010609060101010101" pitchFamily="2" charset="-122"/>
              </a:defRPr>
            </a:lvl3pPr>
            <a:lvl4pPr marL="1600200" indent="-228600" algn="l" rtl="0" eaLnBrk="1" fontAlgn="base" hangingPunct="1">
              <a:lnSpc>
                <a:spcPct val="110000"/>
              </a:lnSpc>
              <a:spcBef>
                <a:spcPts val="600"/>
              </a:spcBef>
              <a:spcAft>
                <a:spcPct val="0"/>
              </a:spcAft>
              <a:buClr>
                <a:schemeClr val="accent2"/>
              </a:buClr>
              <a:buSzPct val="65000"/>
              <a:buFont typeface="Wingdings" panose="05000000000000000000" pitchFamily="2" charset="2"/>
              <a:buChar char="n"/>
              <a:defRPr sz="2000" b="1">
                <a:solidFill>
                  <a:srgbClr val="000000"/>
                </a:solidFill>
                <a:latin typeface="+mn-lt"/>
                <a:ea typeface="黑体" panose="02010609060101010101" pitchFamily="2" charset="-122"/>
              </a:defRPr>
            </a:lvl4pPr>
            <a:lvl5pPr marL="2057400" indent="-228600" algn="l" rtl="0" eaLnBrk="1" fontAlgn="base" hangingPunct="1">
              <a:lnSpc>
                <a:spcPct val="110000"/>
              </a:lnSpc>
              <a:spcBef>
                <a:spcPts val="600"/>
              </a:spcBef>
              <a:spcAft>
                <a:spcPct val="0"/>
              </a:spcAft>
              <a:buClr>
                <a:srgbClr val="333399"/>
              </a:buClr>
              <a:buSzPct val="60000"/>
              <a:buFont typeface="Wingdings" panose="05000000000000000000" pitchFamily="2" charset="2"/>
              <a:buChar char="n"/>
              <a:defRPr sz="2000" b="1">
                <a:solidFill>
                  <a:srgbClr val="000000"/>
                </a:solidFill>
                <a:latin typeface="+mn-lt"/>
                <a:ea typeface="黑体" panose="02010609060101010101" pitchFamily="2" charset="-122"/>
              </a:defRPr>
            </a:lvl5pPr>
            <a:lvl6pPr marL="2514600" indent="-228600" algn="l" rtl="0" eaLnBrk="1" fontAlgn="base" hangingPunct="1">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algn="l" rtl="0" eaLnBrk="1" fontAlgn="base" hangingPunct="1">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algn="l" rtl="0" eaLnBrk="1" fontAlgn="base" hangingPunct="1">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algn="l" rtl="0" eaLnBrk="1" fontAlgn="base" hangingPunct="1">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lvl="1"/>
            <a:r>
              <a:rPr lang="en-US" altLang="zh-CN" kern="0" dirty="0">
                <a:solidFill>
                  <a:srgbClr val="FF0000"/>
                </a:solidFill>
              </a:rPr>
              <a:t>FTP</a:t>
            </a:r>
            <a:r>
              <a:rPr lang="zh-CN" altLang="en-US" kern="0" dirty="0">
                <a:solidFill>
                  <a:srgbClr val="0000FF"/>
                </a:solidFill>
              </a:rPr>
              <a:t>提供</a:t>
            </a:r>
            <a:r>
              <a:rPr lang="zh-CN" altLang="en-US" kern="0" dirty="0">
                <a:solidFill>
                  <a:srgbClr val="FF0000"/>
                </a:solidFill>
                <a:highlight>
                  <a:srgbClr val="FFFF00"/>
                </a:highlight>
              </a:rPr>
              <a:t>交互式的访问</a:t>
            </a:r>
            <a:r>
              <a:rPr lang="zh-CN" altLang="en-US" kern="0" dirty="0">
                <a:solidFill>
                  <a:srgbClr val="0000FF"/>
                </a:solidFill>
              </a:rPr>
              <a:t>，允许客户</a:t>
            </a:r>
            <a:r>
              <a:rPr lang="zh-CN" altLang="en-US" kern="0" dirty="0">
                <a:solidFill>
                  <a:srgbClr val="FF0000"/>
                </a:solidFill>
              </a:rPr>
              <a:t>指明</a:t>
            </a:r>
            <a:r>
              <a:rPr lang="zh-CN" altLang="en-US" kern="0" dirty="0">
                <a:solidFill>
                  <a:srgbClr val="0000FF"/>
                </a:solidFill>
              </a:rPr>
              <a:t>文件的</a:t>
            </a:r>
            <a:r>
              <a:rPr lang="zh-CN" altLang="en-US" kern="0" dirty="0">
                <a:solidFill>
                  <a:srgbClr val="FF0000"/>
                </a:solidFill>
              </a:rPr>
              <a:t>类型与格式</a:t>
            </a:r>
            <a:r>
              <a:rPr lang="zh-CN" altLang="en-US" kern="0" dirty="0">
                <a:solidFill>
                  <a:srgbClr val="0000FF"/>
                </a:solidFill>
              </a:rPr>
              <a:t>（如指明是否使用</a:t>
            </a:r>
            <a:r>
              <a:rPr lang="en-US" altLang="zh-CN" kern="0" dirty="0">
                <a:solidFill>
                  <a:srgbClr val="0000FF"/>
                </a:solidFill>
              </a:rPr>
              <a:t>ASCII</a:t>
            </a:r>
            <a:r>
              <a:rPr lang="zh-CN" altLang="en-US" kern="0" dirty="0">
                <a:solidFill>
                  <a:srgbClr val="0000FF"/>
                </a:solidFill>
              </a:rPr>
              <a:t>码），并</a:t>
            </a:r>
            <a:r>
              <a:rPr lang="zh-CN" altLang="en-US" kern="0" dirty="0">
                <a:solidFill>
                  <a:srgbClr val="FF0000"/>
                </a:solidFill>
              </a:rPr>
              <a:t>允许文件具有存取权限</a:t>
            </a:r>
            <a:r>
              <a:rPr lang="zh-CN" altLang="en-US" kern="0" dirty="0">
                <a:solidFill>
                  <a:srgbClr val="0000FF"/>
                </a:solidFill>
              </a:rPr>
              <a:t>（如访问文件的用户必须经过授权，并输入有效的口令）。</a:t>
            </a:r>
            <a:r>
              <a:rPr lang="en-US" altLang="zh-CN" kern="0" dirty="0">
                <a:solidFill>
                  <a:srgbClr val="0000FF"/>
                </a:solidFill>
              </a:rPr>
              <a:t> </a:t>
            </a:r>
          </a:p>
          <a:p>
            <a:pPr lvl="1"/>
            <a:r>
              <a:rPr lang="en-US" altLang="zh-CN" kern="0" dirty="0">
                <a:solidFill>
                  <a:srgbClr val="FF0000"/>
                </a:solidFill>
              </a:rPr>
              <a:t>FTP</a:t>
            </a:r>
            <a:r>
              <a:rPr lang="zh-CN" altLang="en-US" kern="0" dirty="0">
                <a:solidFill>
                  <a:srgbClr val="FF0000"/>
                </a:solidFill>
                <a:highlight>
                  <a:srgbClr val="FFFF00"/>
                </a:highlight>
              </a:rPr>
              <a:t>屏蔽</a:t>
            </a:r>
            <a:r>
              <a:rPr lang="zh-CN" altLang="en-US" kern="0" dirty="0">
                <a:solidFill>
                  <a:srgbClr val="FF0000"/>
                </a:solidFill>
              </a:rPr>
              <a:t>了各计算机</a:t>
            </a:r>
            <a:r>
              <a:rPr lang="zh-CN" altLang="en-US" kern="0" dirty="0">
                <a:solidFill>
                  <a:srgbClr val="FF0000"/>
                </a:solidFill>
                <a:highlight>
                  <a:srgbClr val="FFFF00"/>
                </a:highlight>
              </a:rPr>
              <a:t>系统</a:t>
            </a:r>
            <a:r>
              <a:rPr lang="zh-CN" altLang="en-US" kern="0" dirty="0">
                <a:solidFill>
                  <a:srgbClr val="FF0000"/>
                </a:solidFill>
              </a:rPr>
              <a:t>的</a:t>
            </a:r>
            <a:r>
              <a:rPr lang="zh-CN" altLang="en-US" kern="0" dirty="0">
                <a:solidFill>
                  <a:srgbClr val="FF0000"/>
                </a:solidFill>
                <a:highlight>
                  <a:srgbClr val="FFFF00"/>
                </a:highlight>
              </a:rPr>
              <a:t>细节</a:t>
            </a:r>
            <a:r>
              <a:rPr lang="zh-CN" altLang="en-US" kern="0" dirty="0">
                <a:solidFill>
                  <a:srgbClr val="0000FF"/>
                </a:solidFill>
              </a:rPr>
              <a:t>，因而适合于在异构网络中任意计算机之间传送文件。</a:t>
            </a:r>
          </a:p>
          <a:p>
            <a:pPr lvl="1"/>
            <a:endParaRPr lang="en-US" altLang="zh-CN" kern="0" dirty="0">
              <a:solidFill>
                <a:srgbClr val="0000FF"/>
              </a:solidFill>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标题 1"/>
          <p:cNvSpPr>
            <a:spLocks noGrp="1"/>
          </p:cNvSpPr>
          <p:nvPr>
            <p:ph type="title"/>
          </p:nvPr>
        </p:nvSpPr>
        <p:spPr/>
        <p:txBody>
          <a:bodyPr/>
          <a:lstStyle/>
          <a:p>
            <a:pPr eaLnBrk="1" hangingPunct="1"/>
            <a:r>
              <a:rPr lang="en-US" altLang="zh-CN" dirty="0">
                <a:ea typeface="黑体" panose="02010609060101010101" pitchFamily="2" charset="-122"/>
              </a:rPr>
              <a:t>6.2.2  FTP</a:t>
            </a:r>
            <a:r>
              <a:rPr lang="zh-CN" altLang="en-US" dirty="0">
                <a:ea typeface="黑体" panose="02010609060101010101" pitchFamily="2" charset="-122"/>
              </a:rPr>
              <a:t>的基本工作原理</a:t>
            </a:r>
          </a:p>
        </p:txBody>
      </p:sp>
      <p:sp>
        <p:nvSpPr>
          <p:cNvPr id="37" name="Rectangle 3"/>
          <p:cNvSpPr>
            <a:spLocks noGrp="1" noChangeArrowheads="1"/>
          </p:cNvSpPr>
          <p:nvPr>
            <p:ph idx="1"/>
          </p:nvPr>
        </p:nvSpPr>
        <p:spPr>
          <a:xfrm>
            <a:off x="496800" y="1195200"/>
            <a:ext cx="9064800" cy="792000"/>
          </a:xfrm>
        </p:spPr>
        <p:txBody>
          <a:bodyPr/>
          <a:lstStyle/>
          <a:p>
            <a:pPr eaLnBrk="1" hangingPunct="1"/>
            <a:r>
              <a:rPr lang="zh-CN" altLang="en-US" sz="2800" dirty="0">
                <a:ea typeface="黑体" panose="02010609060101010101" pitchFamily="2" charset="-122"/>
              </a:rPr>
              <a:t>主动模式</a:t>
            </a:r>
            <a:r>
              <a:rPr lang="zh-CN" altLang="en-US" sz="2400" dirty="0">
                <a:ea typeface="黑体" panose="02010609060101010101" pitchFamily="2" charset="-122"/>
              </a:rPr>
              <a:t>（建立数据通道时，</a:t>
            </a:r>
            <a:r>
              <a:rPr lang="en-US" altLang="zh-CN" sz="2400" dirty="0">
                <a:ea typeface="黑体" panose="02010609060101010101" pitchFamily="2" charset="-122"/>
              </a:rPr>
              <a:t>FTP</a:t>
            </a:r>
            <a:r>
              <a:rPr lang="zh-CN" altLang="en-US" sz="2400" dirty="0">
                <a:ea typeface="黑体" panose="02010609060101010101" pitchFamily="2" charset="-122"/>
              </a:rPr>
              <a:t>服务器主动连接</a:t>
            </a:r>
            <a:r>
              <a:rPr lang="en-US" altLang="zh-CN" sz="2400" dirty="0">
                <a:ea typeface="黑体" panose="02010609060101010101" pitchFamily="2" charset="-122"/>
              </a:rPr>
              <a:t>FTP</a:t>
            </a:r>
            <a:r>
              <a:rPr lang="zh-CN" altLang="en-US" sz="2400" dirty="0">
                <a:ea typeface="黑体" panose="02010609060101010101" pitchFamily="2" charset="-122"/>
              </a:rPr>
              <a:t>客户）</a:t>
            </a:r>
            <a:endParaRPr lang="zh-CN" altLang="en-US" sz="2800" dirty="0">
              <a:ea typeface="黑体" panose="02010609060101010101" pitchFamily="2" charset="-122"/>
            </a:endParaRPr>
          </a:p>
        </p:txBody>
      </p:sp>
      <p:grpSp>
        <p:nvGrpSpPr>
          <p:cNvPr id="38" name="组合 37"/>
          <p:cNvGrpSpPr/>
          <p:nvPr/>
        </p:nvGrpSpPr>
        <p:grpSpPr>
          <a:xfrm>
            <a:off x="1472887" y="3000616"/>
            <a:ext cx="6403152" cy="1107629"/>
            <a:chOff x="2617902" y="2077660"/>
            <a:chExt cx="6403152" cy="1107629"/>
          </a:xfrm>
        </p:grpSpPr>
        <p:pic>
          <p:nvPicPr>
            <p:cNvPr id="39" name="图形 38"/>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830104" y="2446992"/>
              <a:ext cx="763324" cy="738297"/>
            </a:xfrm>
            <a:prstGeom prst="rect">
              <a:avLst/>
            </a:prstGeom>
          </p:spPr>
        </p:pic>
        <p:pic>
          <p:nvPicPr>
            <p:cNvPr id="40" name="图形 39"/>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979943" y="2446992"/>
              <a:ext cx="644545" cy="738297"/>
            </a:xfrm>
            <a:prstGeom prst="rect">
              <a:avLst/>
            </a:prstGeom>
          </p:spPr>
        </p:pic>
        <p:sp>
          <p:nvSpPr>
            <p:cNvPr id="41" name="文本框 40"/>
            <p:cNvSpPr txBox="1"/>
            <p:nvPr/>
          </p:nvSpPr>
          <p:spPr>
            <a:xfrm>
              <a:off x="2617902" y="2077660"/>
              <a:ext cx="1188834" cy="369332"/>
            </a:xfrm>
            <a:prstGeom prst="rect">
              <a:avLst/>
            </a:prstGeom>
            <a:noFill/>
          </p:spPr>
          <p:txBody>
            <a:bodyPr wrap="square" rtlCol="0">
              <a:spAutoFit/>
            </a:bodyPr>
            <a:lstStyle/>
            <a:p>
              <a:pPr algn="ctr" fontAlgn="auto">
                <a:spcBef>
                  <a:spcPts val="0"/>
                </a:spcBef>
                <a:spcAft>
                  <a:spcPts val="0"/>
                </a:spcAft>
              </a:pPr>
              <a:r>
                <a:rPr lang="en-US" altLang="zh-CN" sz="1800" b="1" dirty="0">
                  <a:solidFill>
                    <a:srgbClr val="000000"/>
                  </a:solidFill>
                  <a:latin typeface="Arial Narrow" panose="020B0606020202030204"/>
                  <a:ea typeface="微软雅黑" panose="020B0503020204020204" charset="-122"/>
                </a:rPr>
                <a:t>FTP</a:t>
              </a:r>
              <a:r>
                <a:rPr lang="zh-CN" altLang="en-US" sz="1800" b="1" dirty="0">
                  <a:solidFill>
                    <a:srgbClr val="000000"/>
                  </a:solidFill>
                  <a:latin typeface="Arial Narrow" panose="020B0606020202030204"/>
                  <a:ea typeface="微软雅黑" panose="020B0503020204020204" charset="-122"/>
                </a:rPr>
                <a:t>客户</a:t>
              </a:r>
            </a:p>
          </p:txBody>
        </p:sp>
        <p:sp>
          <p:nvSpPr>
            <p:cNvPr id="42" name="文本框 41"/>
            <p:cNvSpPr txBox="1"/>
            <p:nvPr/>
          </p:nvSpPr>
          <p:spPr>
            <a:xfrm>
              <a:off x="7598045" y="2077660"/>
              <a:ext cx="1423009" cy="369332"/>
            </a:xfrm>
            <a:prstGeom prst="rect">
              <a:avLst/>
            </a:prstGeom>
            <a:noFill/>
          </p:spPr>
          <p:txBody>
            <a:bodyPr wrap="square" rtlCol="0">
              <a:spAutoFit/>
            </a:bodyPr>
            <a:lstStyle/>
            <a:p>
              <a:pPr algn="ctr" fontAlgn="auto">
                <a:spcBef>
                  <a:spcPts val="0"/>
                </a:spcBef>
                <a:spcAft>
                  <a:spcPts val="0"/>
                </a:spcAft>
              </a:pPr>
              <a:r>
                <a:rPr lang="en-US" altLang="zh-CN" sz="1800" b="1" dirty="0">
                  <a:solidFill>
                    <a:srgbClr val="000000"/>
                  </a:solidFill>
                  <a:latin typeface="Arial Narrow" panose="020B0606020202030204"/>
                  <a:ea typeface="微软雅黑" panose="020B0503020204020204" charset="-122"/>
                </a:rPr>
                <a:t>FTP</a:t>
              </a:r>
              <a:r>
                <a:rPr lang="zh-CN" altLang="en-US" sz="1800" b="1" dirty="0">
                  <a:solidFill>
                    <a:srgbClr val="000000"/>
                  </a:solidFill>
                  <a:latin typeface="Arial Narrow" panose="020B0606020202030204"/>
                  <a:ea typeface="微软雅黑" panose="020B0503020204020204" charset="-122"/>
                </a:rPr>
                <a:t>服务器</a:t>
              </a:r>
            </a:p>
          </p:txBody>
        </p:sp>
      </p:grpSp>
      <p:sp>
        <p:nvSpPr>
          <p:cNvPr id="43" name="矩形 42"/>
          <p:cNvSpPr/>
          <p:nvPr/>
        </p:nvSpPr>
        <p:spPr>
          <a:xfrm>
            <a:off x="1111595" y="4857183"/>
            <a:ext cx="1550125" cy="801189"/>
          </a:xfrm>
          <a:prstGeom prst="rect">
            <a:avLst/>
          </a:prstGeom>
          <a:solidFill>
            <a:srgbClr val="FFC000"/>
          </a:solidFill>
          <a:ln w="12700" cap="flat" cmpd="sng" algn="ctr">
            <a:solidFill>
              <a:srgbClr val="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800" b="1" i="0" u="none" strike="noStrike" kern="0" cap="none" spc="0" normalizeH="0" baseline="0" noProof="0" dirty="0">
                <a:ln>
                  <a:noFill/>
                </a:ln>
                <a:solidFill>
                  <a:srgbClr val="000000"/>
                </a:solidFill>
                <a:effectLst/>
                <a:uLnTx/>
                <a:uFillTx/>
                <a:latin typeface="Arial Narrow" panose="020B0606020202030204"/>
                <a:ea typeface="微软雅黑" panose="020B0503020204020204" charset="-122"/>
                <a:cs typeface="+mn-cs"/>
              </a:rPr>
              <a:t>随机选择的</a:t>
            </a:r>
            <a:endParaRPr kumimoji="0" lang="en-US" altLang="zh-CN" sz="1800" b="1" i="0" u="none" strike="noStrike" kern="0" cap="none" spc="0" normalizeH="0" baseline="0" noProof="0" dirty="0">
              <a:ln>
                <a:noFill/>
              </a:ln>
              <a:solidFill>
                <a:srgbClr val="000000"/>
              </a:solidFill>
              <a:effectLst/>
              <a:uLnTx/>
              <a:uFillTx/>
              <a:latin typeface="Arial Narrow" panose="020B0606020202030204"/>
              <a:ea typeface="微软雅黑" panose="020B050302020402020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800" b="1" i="0" u="none" strike="noStrike" kern="0" cap="none" spc="0" normalizeH="0" baseline="0" noProof="0" dirty="0">
                <a:ln>
                  <a:noFill/>
                </a:ln>
                <a:solidFill>
                  <a:srgbClr val="000000"/>
                </a:solidFill>
                <a:effectLst/>
                <a:uLnTx/>
                <a:uFillTx/>
                <a:latin typeface="Arial Narrow" panose="020B0606020202030204"/>
                <a:ea typeface="微软雅黑" panose="020B0503020204020204" charset="-122"/>
                <a:cs typeface="+mn-cs"/>
              </a:rPr>
              <a:t>临时端口号</a:t>
            </a:r>
          </a:p>
        </p:txBody>
      </p:sp>
      <p:sp>
        <p:nvSpPr>
          <p:cNvPr id="44" name="矩形 43"/>
          <p:cNvSpPr/>
          <p:nvPr/>
        </p:nvSpPr>
        <p:spPr>
          <a:xfrm>
            <a:off x="6453031" y="4857183"/>
            <a:ext cx="1550125" cy="801189"/>
          </a:xfrm>
          <a:prstGeom prst="rect">
            <a:avLst/>
          </a:prstGeom>
          <a:solidFill>
            <a:srgbClr val="FFC000"/>
          </a:solidFill>
          <a:ln w="12700" cap="flat" cmpd="sng" algn="ctr">
            <a:solidFill>
              <a:srgbClr val="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800" b="1" i="0" u="none" strike="noStrike" kern="0" cap="none" spc="0" normalizeH="0" baseline="0" noProof="0" dirty="0">
                <a:ln>
                  <a:noFill/>
                </a:ln>
                <a:solidFill>
                  <a:srgbClr val="000000"/>
                </a:solidFill>
                <a:effectLst/>
                <a:uLnTx/>
                <a:uFillTx/>
                <a:latin typeface="Arial Narrow" panose="020B0606020202030204"/>
                <a:ea typeface="微软雅黑" panose="020B0503020204020204" charset="-122"/>
                <a:cs typeface="+mn-cs"/>
              </a:rPr>
              <a:t>熟知端口号</a:t>
            </a:r>
            <a:endParaRPr kumimoji="0" lang="en-US" altLang="zh-CN" sz="1800" b="1" i="0" u="none" strike="noStrike" kern="0" cap="none" spc="0" normalizeH="0" baseline="0" noProof="0" dirty="0">
              <a:ln>
                <a:noFill/>
              </a:ln>
              <a:solidFill>
                <a:srgbClr val="000000"/>
              </a:solidFill>
              <a:effectLst/>
              <a:uLnTx/>
              <a:uFillTx/>
              <a:latin typeface="Arial Narrow" panose="020B0606020202030204"/>
              <a:ea typeface="微软雅黑" panose="020B050302020402020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srgbClr val="000000"/>
                </a:solidFill>
                <a:effectLst/>
                <a:uLnTx/>
                <a:uFillTx/>
                <a:latin typeface="Arial Narrow" panose="020B0606020202030204"/>
                <a:ea typeface="微软雅黑" panose="020B0503020204020204" charset="-122"/>
                <a:cs typeface="+mn-cs"/>
              </a:rPr>
              <a:t>21</a:t>
            </a:r>
            <a:endParaRPr kumimoji="0" lang="zh-CN" altLang="en-US" sz="1800" b="1" i="0" u="none" strike="noStrike" kern="0" cap="none" spc="0" normalizeH="0" baseline="0" noProof="0" dirty="0">
              <a:ln>
                <a:noFill/>
              </a:ln>
              <a:solidFill>
                <a:srgbClr val="000000"/>
              </a:solidFill>
              <a:effectLst/>
              <a:uLnTx/>
              <a:uFillTx/>
              <a:latin typeface="Arial Narrow" panose="020B0606020202030204"/>
              <a:ea typeface="微软雅黑" panose="020B0503020204020204" charset="-122"/>
              <a:cs typeface="+mn-cs"/>
            </a:endParaRPr>
          </a:p>
        </p:txBody>
      </p:sp>
      <p:sp>
        <p:nvSpPr>
          <p:cNvPr id="45" name="矩形 44"/>
          <p:cNvSpPr/>
          <p:nvPr/>
        </p:nvSpPr>
        <p:spPr>
          <a:xfrm>
            <a:off x="1111595" y="5940179"/>
            <a:ext cx="1550125" cy="801189"/>
          </a:xfrm>
          <a:prstGeom prst="rect">
            <a:avLst/>
          </a:prstGeom>
          <a:solidFill>
            <a:srgbClr val="5BA3EB"/>
          </a:solidFill>
          <a:ln w="12700" cap="flat" cmpd="sng" algn="ctr">
            <a:solidFill>
              <a:srgbClr val="5BA3EB">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800" b="1" i="0" u="none" strike="noStrike" kern="0" cap="none" spc="0" normalizeH="0" baseline="0" noProof="0" dirty="0">
                <a:ln>
                  <a:noFill/>
                </a:ln>
                <a:solidFill>
                  <a:srgbClr val="FFFFFF"/>
                </a:solidFill>
                <a:effectLst/>
                <a:uLnTx/>
                <a:uFillTx/>
                <a:latin typeface="Arial Narrow" panose="020B0606020202030204"/>
                <a:ea typeface="微软雅黑" panose="020B0503020204020204" charset="-122"/>
                <a:cs typeface="+mn-cs"/>
              </a:rPr>
              <a:t>另一个</a:t>
            </a:r>
            <a:endParaRPr kumimoji="0" lang="en-US" altLang="zh-CN" sz="1800" b="1" i="0" u="none" strike="noStrike" kern="0" cap="none" spc="0" normalizeH="0" baseline="0" noProof="0" dirty="0">
              <a:ln>
                <a:noFill/>
              </a:ln>
              <a:solidFill>
                <a:srgbClr val="FFFFFF"/>
              </a:solidFill>
              <a:effectLst/>
              <a:uLnTx/>
              <a:uFillTx/>
              <a:latin typeface="Arial Narrow" panose="020B0606020202030204"/>
              <a:ea typeface="微软雅黑" panose="020B050302020402020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800" b="1" i="0" u="none" strike="noStrike" kern="0" cap="none" spc="0" normalizeH="0" baseline="0" noProof="0" dirty="0">
                <a:ln>
                  <a:noFill/>
                </a:ln>
                <a:solidFill>
                  <a:srgbClr val="FFFFFF"/>
                </a:solidFill>
                <a:effectLst/>
                <a:uLnTx/>
                <a:uFillTx/>
                <a:latin typeface="Arial Narrow" panose="020B0606020202030204"/>
                <a:ea typeface="微软雅黑" panose="020B0503020204020204" charset="-122"/>
                <a:cs typeface="+mn-cs"/>
              </a:rPr>
              <a:t>临时端口号</a:t>
            </a:r>
          </a:p>
        </p:txBody>
      </p:sp>
      <p:sp>
        <p:nvSpPr>
          <p:cNvPr id="46" name="矩形 45"/>
          <p:cNvSpPr/>
          <p:nvPr/>
        </p:nvSpPr>
        <p:spPr>
          <a:xfrm>
            <a:off x="6453031" y="5940179"/>
            <a:ext cx="1550125" cy="801189"/>
          </a:xfrm>
          <a:prstGeom prst="rect">
            <a:avLst/>
          </a:prstGeom>
          <a:solidFill>
            <a:srgbClr val="5BA3EB"/>
          </a:solidFill>
          <a:ln w="12700" cap="flat" cmpd="sng" algn="ctr">
            <a:solidFill>
              <a:srgbClr val="5BA3EB">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800" b="1" i="0" u="none" strike="noStrike" kern="0" cap="none" spc="0" normalizeH="0" baseline="0" noProof="0" dirty="0">
                <a:ln>
                  <a:noFill/>
                </a:ln>
                <a:solidFill>
                  <a:srgbClr val="FFFFFF"/>
                </a:solidFill>
                <a:effectLst/>
                <a:uLnTx/>
                <a:uFillTx/>
                <a:latin typeface="Arial Narrow" panose="020B0606020202030204"/>
                <a:ea typeface="微软雅黑" panose="020B0503020204020204" charset="-122"/>
                <a:cs typeface="+mn-cs"/>
              </a:rPr>
              <a:t>熟知端口号</a:t>
            </a:r>
            <a:endParaRPr kumimoji="0" lang="en-US" altLang="zh-CN" sz="1800" b="1" i="0" u="none" strike="noStrike" kern="0" cap="none" spc="0" normalizeH="0" baseline="0" noProof="0" dirty="0">
              <a:ln>
                <a:noFill/>
              </a:ln>
              <a:solidFill>
                <a:srgbClr val="FFFFFF"/>
              </a:solidFill>
              <a:effectLst/>
              <a:uLnTx/>
              <a:uFillTx/>
              <a:latin typeface="Arial Narrow" panose="020B0606020202030204"/>
              <a:ea typeface="微软雅黑" panose="020B050302020402020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srgbClr val="FFFFFF"/>
                </a:solidFill>
                <a:effectLst/>
                <a:uLnTx/>
                <a:uFillTx/>
                <a:latin typeface="Arial Narrow" panose="020B0606020202030204"/>
                <a:ea typeface="微软雅黑" panose="020B0503020204020204" charset="-122"/>
                <a:cs typeface="+mn-cs"/>
              </a:rPr>
              <a:t>20</a:t>
            </a:r>
            <a:endParaRPr kumimoji="0" lang="zh-CN" altLang="en-US" sz="1800" b="1" i="0" u="none" strike="noStrike" kern="0" cap="none" spc="0" normalizeH="0" baseline="0" noProof="0" dirty="0">
              <a:ln>
                <a:noFill/>
              </a:ln>
              <a:solidFill>
                <a:srgbClr val="FFFFFF"/>
              </a:solidFill>
              <a:effectLst/>
              <a:uLnTx/>
              <a:uFillTx/>
              <a:latin typeface="Arial Narrow" panose="020B0606020202030204"/>
              <a:ea typeface="微软雅黑" panose="020B0503020204020204" charset="-122"/>
              <a:cs typeface="+mn-cs"/>
            </a:endParaRPr>
          </a:p>
        </p:txBody>
      </p:sp>
      <p:grpSp>
        <p:nvGrpSpPr>
          <p:cNvPr id="47" name="组合 46"/>
          <p:cNvGrpSpPr/>
          <p:nvPr/>
        </p:nvGrpSpPr>
        <p:grpSpPr>
          <a:xfrm>
            <a:off x="2727903" y="4728410"/>
            <a:ext cx="3658944" cy="897910"/>
            <a:chOff x="3872918" y="4066710"/>
            <a:chExt cx="3658944" cy="897910"/>
          </a:xfrm>
        </p:grpSpPr>
        <p:sp>
          <p:nvSpPr>
            <p:cNvPr id="48" name="箭头: 右 47"/>
            <p:cNvSpPr/>
            <p:nvPr/>
          </p:nvSpPr>
          <p:spPr>
            <a:xfrm>
              <a:off x="3872918" y="4272289"/>
              <a:ext cx="3658944" cy="692331"/>
            </a:xfrm>
            <a:prstGeom prst="rightArrow">
              <a:avLst/>
            </a:prstGeom>
            <a:solidFill>
              <a:srgbClr val="FFC000"/>
            </a:solidFill>
            <a:ln w="12700" cap="flat" cmpd="sng" algn="ctr">
              <a:solidFill>
                <a:srgbClr val="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srgbClr val="000000"/>
                  </a:solidFill>
                  <a:effectLst/>
                  <a:uLnTx/>
                  <a:uFillTx/>
                  <a:latin typeface="Arial Narrow" panose="020B0606020202030204"/>
                  <a:ea typeface="微软雅黑" panose="020B0503020204020204" charset="-122"/>
                  <a:cs typeface="+mn-cs"/>
                </a:rPr>
                <a:t>FTP</a:t>
              </a:r>
              <a:r>
                <a:rPr kumimoji="0" lang="zh-CN" altLang="en-US" sz="1800" b="1" i="0" u="none" strike="noStrike" kern="0" cap="none" spc="0" normalizeH="0" baseline="0" noProof="0" dirty="0">
                  <a:ln>
                    <a:noFill/>
                  </a:ln>
                  <a:solidFill>
                    <a:srgbClr val="000000"/>
                  </a:solidFill>
                  <a:effectLst/>
                  <a:uLnTx/>
                  <a:uFillTx/>
                  <a:latin typeface="Arial Narrow" panose="020B0606020202030204"/>
                  <a:ea typeface="微软雅黑" panose="020B0503020204020204" charset="-122"/>
                  <a:cs typeface="+mn-cs"/>
                </a:rPr>
                <a:t>客户发起的</a:t>
              </a:r>
              <a:r>
                <a:rPr kumimoji="0" lang="en-US" altLang="zh-CN" sz="1800" b="1" i="0" u="none" strike="noStrike" kern="0" cap="none" spc="0" normalizeH="0" baseline="0" noProof="0" dirty="0">
                  <a:ln>
                    <a:noFill/>
                  </a:ln>
                  <a:solidFill>
                    <a:srgbClr val="000000"/>
                  </a:solidFill>
                  <a:effectLst/>
                  <a:uLnTx/>
                  <a:uFillTx/>
                  <a:latin typeface="Arial Narrow" panose="020B0606020202030204"/>
                  <a:ea typeface="微软雅黑" panose="020B0503020204020204" charset="-122"/>
                  <a:cs typeface="+mn-cs"/>
                </a:rPr>
                <a:t>TCP</a:t>
              </a:r>
              <a:r>
                <a:rPr kumimoji="0" lang="zh-CN" altLang="en-US" sz="1800" b="1" i="0" u="none" strike="noStrike" kern="0" cap="none" spc="0" normalizeH="0" baseline="0" noProof="0" dirty="0">
                  <a:ln>
                    <a:noFill/>
                  </a:ln>
                  <a:solidFill>
                    <a:srgbClr val="000000"/>
                  </a:solidFill>
                  <a:effectLst/>
                  <a:uLnTx/>
                  <a:uFillTx/>
                  <a:latin typeface="Arial Narrow" panose="020B0606020202030204"/>
                  <a:ea typeface="微软雅黑" panose="020B0503020204020204" charset="-122"/>
                  <a:cs typeface="+mn-cs"/>
                </a:rPr>
                <a:t>连接</a:t>
              </a:r>
            </a:p>
          </p:txBody>
        </p:sp>
        <p:sp>
          <p:nvSpPr>
            <p:cNvPr id="49" name="文本框 48"/>
            <p:cNvSpPr txBox="1"/>
            <p:nvPr/>
          </p:nvSpPr>
          <p:spPr>
            <a:xfrm>
              <a:off x="5225440" y="4066710"/>
              <a:ext cx="1018903" cy="369332"/>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srgbClr val="000000"/>
                  </a:solidFill>
                  <a:effectLst/>
                  <a:uLnTx/>
                  <a:uFillTx/>
                  <a:latin typeface="Arial Narrow" panose="020B0606020202030204"/>
                  <a:ea typeface="微软雅黑" panose="020B0503020204020204" charset="-122"/>
                </a:rPr>
                <a:t>❶</a:t>
              </a:r>
              <a:endParaRPr kumimoji="0" lang="zh-CN" altLang="en-US" sz="1800" b="1" i="0" u="none" strike="noStrike" kern="0" cap="none" spc="0" normalizeH="0" baseline="0" noProof="0" dirty="0">
                <a:ln>
                  <a:noFill/>
                </a:ln>
                <a:solidFill>
                  <a:srgbClr val="000000"/>
                </a:solidFill>
                <a:effectLst/>
                <a:uLnTx/>
                <a:uFillTx/>
                <a:latin typeface="Arial Narrow" panose="020B0606020202030204"/>
                <a:ea typeface="微软雅黑" panose="020B0503020204020204" charset="-122"/>
              </a:endParaRPr>
            </a:p>
          </p:txBody>
        </p:sp>
      </p:grpSp>
      <p:grpSp>
        <p:nvGrpSpPr>
          <p:cNvPr id="50" name="组合 49"/>
          <p:cNvGrpSpPr/>
          <p:nvPr/>
        </p:nvGrpSpPr>
        <p:grpSpPr>
          <a:xfrm>
            <a:off x="2727903" y="5788276"/>
            <a:ext cx="3658944" cy="888988"/>
            <a:chOff x="3872918" y="5418568"/>
            <a:chExt cx="3658944" cy="888988"/>
          </a:xfrm>
        </p:grpSpPr>
        <p:sp>
          <p:nvSpPr>
            <p:cNvPr id="51" name="箭头: 右 50"/>
            <p:cNvSpPr/>
            <p:nvPr/>
          </p:nvSpPr>
          <p:spPr>
            <a:xfrm rot="10800000">
              <a:off x="3872918" y="5615225"/>
              <a:ext cx="3658944" cy="692331"/>
            </a:xfrm>
            <a:prstGeom prst="rightArrow">
              <a:avLst/>
            </a:prstGeom>
            <a:solidFill>
              <a:srgbClr val="5BA3EB"/>
            </a:solidFill>
            <a:ln w="12700" cap="flat" cmpd="sng" algn="ctr">
              <a:solidFill>
                <a:srgbClr val="5BA3EB">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dirty="0">
                <a:ln>
                  <a:noFill/>
                </a:ln>
                <a:solidFill>
                  <a:srgbClr val="FFFFFF"/>
                </a:solidFill>
                <a:effectLst/>
                <a:uLnTx/>
                <a:uFillTx/>
                <a:latin typeface="Arial Narrow" panose="020B0606020202030204"/>
                <a:ea typeface="微软雅黑" panose="020B0503020204020204" charset="-122"/>
                <a:cs typeface="+mn-cs"/>
              </a:endParaRPr>
            </a:p>
          </p:txBody>
        </p:sp>
        <p:sp>
          <p:nvSpPr>
            <p:cNvPr id="52" name="文本框 51"/>
            <p:cNvSpPr txBox="1"/>
            <p:nvPr/>
          </p:nvSpPr>
          <p:spPr>
            <a:xfrm>
              <a:off x="4265474" y="5786399"/>
              <a:ext cx="2980570" cy="369332"/>
            </a:xfrm>
            <a:prstGeom prst="rect">
              <a:avLst/>
            </a:prstGeom>
            <a:noFill/>
            <a:ln w="12700" cap="flat" cmpd="sng" algn="ctr">
              <a:noFill/>
              <a:prstDash val="solid"/>
              <a:miter lim="800000"/>
            </a:ln>
            <a:effectLst/>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srgbClr val="FFFFFF"/>
                  </a:solidFill>
                  <a:effectLst/>
                  <a:uLnTx/>
                  <a:uFillTx/>
                  <a:latin typeface="Arial Narrow" panose="020B0606020202030204"/>
                  <a:ea typeface="微软雅黑" panose="020B0503020204020204" charset="-122"/>
                  <a:cs typeface="+mn-cs"/>
                </a:rPr>
                <a:t>FTP</a:t>
              </a:r>
              <a:r>
                <a:rPr kumimoji="0" lang="zh-CN" altLang="en-US" sz="1800" b="1" i="0" u="none" strike="noStrike" kern="0" cap="none" spc="0" normalizeH="0" baseline="0" noProof="0" dirty="0">
                  <a:ln>
                    <a:noFill/>
                  </a:ln>
                  <a:solidFill>
                    <a:srgbClr val="FFFFFF"/>
                  </a:solidFill>
                  <a:effectLst/>
                  <a:uLnTx/>
                  <a:uFillTx/>
                  <a:latin typeface="Arial Narrow" panose="020B0606020202030204"/>
                  <a:ea typeface="微软雅黑" panose="020B0503020204020204" charset="-122"/>
                  <a:cs typeface="+mn-cs"/>
                </a:rPr>
                <a:t>服务器发起的</a:t>
              </a:r>
              <a:r>
                <a:rPr kumimoji="0" lang="en-US" altLang="zh-CN" sz="1800" b="1" i="0" u="none" strike="noStrike" kern="0" cap="none" spc="0" normalizeH="0" baseline="0" noProof="0" dirty="0">
                  <a:ln>
                    <a:noFill/>
                  </a:ln>
                  <a:solidFill>
                    <a:srgbClr val="FFFFFF"/>
                  </a:solidFill>
                  <a:effectLst/>
                  <a:uLnTx/>
                  <a:uFillTx/>
                  <a:latin typeface="Arial Narrow" panose="020B0606020202030204"/>
                  <a:ea typeface="微软雅黑" panose="020B0503020204020204" charset="-122"/>
                  <a:cs typeface="+mn-cs"/>
                </a:rPr>
                <a:t>TCP</a:t>
              </a:r>
              <a:r>
                <a:rPr kumimoji="0" lang="zh-CN" altLang="en-US" sz="1800" b="1" i="0" u="none" strike="noStrike" kern="0" cap="none" spc="0" normalizeH="0" baseline="0" noProof="0" dirty="0">
                  <a:ln>
                    <a:noFill/>
                  </a:ln>
                  <a:solidFill>
                    <a:srgbClr val="FFFFFF"/>
                  </a:solidFill>
                  <a:effectLst/>
                  <a:uLnTx/>
                  <a:uFillTx/>
                  <a:latin typeface="Arial Narrow" panose="020B0606020202030204"/>
                  <a:ea typeface="微软雅黑" panose="020B0503020204020204" charset="-122"/>
                  <a:cs typeface="+mn-cs"/>
                </a:rPr>
                <a:t>连接</a:t>
              </a:r>
            </a:p>
          </p:txBody>
        </p:sp>
        <p:sp>
          <p:nvSpPr>
            <p:cNvPr id="53" name="文本框 52"/>
            <p:cNvSpPr txBox="1"/>
            <p:nvPr/>
          </p:nvSpPr>
          <p:spPr>
            <a:xfrm>
              <a:off x="5225440" y="5418568"/>
              <a:ext cx="1018903" cy="369332"/>
            </a:xfrm>
            <a:prstGeom prst="rect">
              <a:avLst/>
            </a:prstGeom>
            <a:noFill/>
            <a:ln w="12700" cap="flat" cmpd="sng" algn="ctr">
              <a:noFill/>
              <a:prstDash val="solid"/>
              <a:miter lim="800000"/>
            </a:ln>
            <a:effectLst/>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srgbClr val="000000"/>
                  </a:solidFill>
                  <a:effectLst/>
                  <a:uLnTx/>
                  <a:uFillTx/>
                  <a:latin typeface="Arial Narrow" panose="020B0606020202030204"/>
                  <a:ea typeface="微软雅黑" panose="020B0503020204020204" charset="-122"/>
                  <a:cs typeface="+mn-cs"/>
                </a:rPr>
                <a:t>❹</a:t>
              </a:r>
              <a:endParaRPr kumimoji="0" lang="zh-CN" altLang="en-US" sz="1800" b="1" i="0" u="none" strike="noStrike" kern="0" cap="none" spc="0" normalizeH="0" baseline="0" noProof="0" dirty="0">
                <a:ln>
                  <a:noFill/>
                </a:ln>
                <a:solidFill>
                  <a:srgbClr val="000000"/>
                </a:solidFill>
                <a:effectLst/>
                <a:uLnTx/>
                <a:uFillTx/>
                <a:latin typeface="Arial Narrow" panose="020B0606020202030204"/>
                <a:ea typeface="微软雅黑" panose="020B0503020204020204" charset="-122"/>
                <a:cs typeface="+mn-cs"/>
              </a:endParaRPr>
            </a:p>
          </p:txBody>
        </p:sp>
      </p:grpSp>
      <p:grpSp>
        <p:nvGrpSpPr>
          <p:cNvPr id="54" name="组合 53"/>
          <p:cNvGrpSpPr/>
          <p:nvPr/>
        </p:nvGrpSpPr>
        <p:grpSpPr>
          <a:xfrm>
            <a:off x="2826589" y="2932888"/>
            <a:ext cx="3526575" cy="806208"/>
            <a:chOff x="3971604" y="2009932"/>
            <a:chExt cx="3526575" cy="806208"/>
          </a:xfrm>
        </p:grpSpPr>
        <p:grpSp>
          <p:nvGrpSpPr>
            <p:cNvPr id="55" name="组合 54"/>
            <p:cNvGrpSpPr/>
            <p:nvPr/>
          </p:nvGrpSpPr>
          <p:grpSpPr>
            <a:xfrm>
              <a:off x="3971604" y="2378780"/>
              <a:ext cx="3526575" cy="437360"/>
              <a:chOff x="3505600" y="2668210"/>
              <a:chExt cx="3526575" cy="437360"/>
            </a:xfrm>
          </p:grpSpPr>
          <p:sp>
            <p:nvSpPr>
              <p:cNvPr id="57" name="圆柱体 56"/>
              <p:cNvSpPr/>
              <p:nvPr/>
            </p:nvSpPr>
            <p:spPr>
              <a:xfrm rot="16200000">
                <a:off x="5050208" y="1123602"/>
                <a:ext cx="437360" cy="3526575"/>
              </a:xfrm>
              <a:prstGeom prst="can">
                <a:avLst/>
              </a:prstGeom>
              <a:solidFill>
                <a:srgbClr val="FFC000"/>
              </a:solidFill>
              <a:ln w="12700" cap="flat" cmpd="sng" algn="ctr">
                <a:solidFill>
                  <a:srgbClr val="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a:ln>
                    <a:noFill/>
                  </a:ln>
                  <a:solidFill>
                    <a:srgbClr val="FFFFFF"/>
                  </a:solidFill>
                  <a:effectLst/>
                  <a:uLnTx/>
                  <a:uFillTx/>
                  <a:latin typeface="Arial Narrow" panose="020B0606020202030204"/>
                  <a:ea typeface="微软雅黑" panose="020B0503020204020204" charset="-122"/>
                  <a:cs typeface="+mn-cs"/>
                </a:endParaRPr>
              </a:p>
            </p:txBody>
          </p:sp>
          <p:sp>
            <p:nvSpPr>
              <p:cNvPr id="58" name="文本框 57"/>
              <p:cNvSpPr txBox="1"/>
              <p:nvPr/>
            </p:nvSpPr>
            <p:spPr>
              <a:xfrm>
                <a:off x="3722128" y="2702223"/>
                <a:ext cx="3180855" cy="369332"/>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800" b="1" i="0" u="none" strike="noStrike" kern="0" cap="none" spc="0" normalizeH="0" baseline="0" noProof="0" dirty="0">
                    <a:ln>
                      <a:noFill/>
                    </a:ln>
                    <a:solidFill>
                      <a:srgbClr val="000000"/>
                    </a:solidFill>
                    <a:effectLst/>
                    <a:uLnTx/>
                    <a:uFillTx/>
                    <a:latin typeface="Arial Narrow" panose="020B0606020202030204"/>
                    <a:ea typeface="微软雅黑" panose="020B0503020204020204" charset="-122"/>
                  </a:rPr>
                  <a:t>用于传送控制命令的</a:t>
                </a:r>
                <a:r>
                  <a:rPr kumimoji="0" lang="en-US" altLang="zh-CN" sz="1800" b="1" i="0" u="none" strike="noStrike" kern="0" cap="none" spc="0" normalizeH="0" baseline="0" noProof="0" dirty="0">
                    <a:ln>
                      <a:noFill/>
                    </a:ln>
                    <a:solidFill>
                      <a:srgbClr val="000000"/>
                    </a:solidFill>
                    <a:effectLst/>
                    <a:uLnTx/>
                    <a:uFillTx/>
                    <a:latin typeface="Arial Narrow" panose="020B0606020202030204"/>
                    <a:ea typeface="微软雅黑" panose="020B0503020204020204" charset="-122"/>
                  </a:rPr>
                  <a:t>TCP</a:t>
                </a:r>
                <a:r>
                  <a:rPr kumimoji="0" lang="zh-CN" altLang="en-US" sz="1800" b="1" i="0" u="none" strike="noStrike" kern="0" cap="none" spc="0" normalizeH="0" baseline="0" noProof="0" dirty="0">
                    <a:ln>
                      <a:noFill/>
                    </a:ln>
                    <a:solidFill>
                      <a:srgbClr val="000000"/>
                    </a:solidFill>
                    <a:effectLst/>
                    <a:uLnTx/>
                    <a:uFillTx/>
                    <a:latin typeface="Arial Narrow" panose="020B0606020202030204"/>
                    <a:ea typeface="微软雅黑" panose="020B0503020204020204" charset="-122"/>
                  </a:rPr>
                  <a:t>连接</a:t>
                </a:r>
              </a:p>
            </p:txBody>
          </p:sp>
        </p:grpSp>
        <p:sp>
          <p:nvSpPr>
            <p:cNvPr id="56" name="文本框 55"/>
            <p:cNvSpPr txBox="1"/>
            <p:nvPr/>
          </p:nvSpPr>
          <p:spPr>
            <a:xfrm>
              <a:off x="5225440" y="2009932"/>
              <a:ext cx="1018903" cy="369332"/>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srgbClr val="000000"/>
                  </a:solidFill>
                  <a:effectLst/>
                  <a:uLnTx/>
                  <a:uFillTx/>
                  <a:latin typeface="Arial Narrow" panose="020B0606020202030204"/>
                  <a:ea typeface="微软雅黑" panose="020B0503020204020204" charset="-122"/>
                </a:rPr>
                <a:t>❷</a:t>
              </a:r>
              <a:endParaRPr kumimoji="0" lang="zh-CN" altLang="en-US" sz="1800" b="1" i="0" u="none" strike="noStrike" kern="0" cap="none" spc="0" normalizeH="0" baseline="0" noProof="0" dirty="0">
                <a:ln>
                  <a:noFill/>
                </a:ln>
                <a:solidFill>
                  <a:srgbClr val="000000"/>
                </a:solidFill>
                <a:effectLst/>
                <a:uLnTx/>
                <a:uFillTx/>
                <a:latin typeface="Arial Narrow" panose="020B0606020202030204"/>
                <a:ea typeface="微软雅黑" panose="020B0503020204020204" charset="-122"/>
              </a:endParaRPr>
            </a:p>
          </p:txBody>
        </p:sp>
      </p:grpSp>
      <p:grpSp>
        <p:nvGrpSpPr>
          <p:cNvPr id="59" name="组合 58"/>
          <p:cNvGrpSpPr/>
          <p:nvPr/>
        </p:nvGrpSpPr>
        <p:grpSpPr>
          <a:xfrm>
            <a:off x="1685089" y="1646511"/>
            <a:ext cx="5371491" cy="1321602"/>
            <a:chOff x="4079475" y="862719"/>
            <a:chExt cx="4122120" cy="1182438"/>
          </a:xfrm>
        </p:grpSpPr>
        <p:sp>
          <p:nvSpPr>
            <p:cNvPr id="60" name="对话气泡: 圆角矩形 59"/>
            <p:cNvSpPr/>
            <p:nvPr/>
          </p:nvSpPr>
          <p:spPr>
            <a:xfrm>
              <a:off x="4079475" y="862719"/>
              <a:ext cx="3398168" cy="1182438"/>
            </a:xfrm>
            <a:prstGeom prst="wedgeRoundRectCallout">
              <a:avLst>
                <a:gd name="adj1" fmla="val -15805"/>
                <a:gd name="adj2" fmla="val 67859"/>
                <a:gd name="adj3" fmla="val 16667"/>
              </a:avLst>
            </a:prstGeom>
            <a:solidFill>
              <a:srgbClr val="F84D4D"/>
            </a:solidFill>
            <a:ln w="12700" cap="flat" cmpd="sng" algn="ctr">
              <a:solidFill>
                <a:srgbClr val="F84D4D">
                  <a:shade val="50000"/>
                </a:srgb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800" b="1" i="0" u="none" strike="noStrike" kern="0" cap="none" spc="0" normalizeH="0" baseline="0" noProof="0" dirty="0">
                  <a:ln>
                    <a:noFill/>
                  </a:ln>
                  <a:solidFill>
                    <a:srgbClr val="FFFFFF"/>
                  </a:solidFill>
                  <a:effectLst/>
                  <a:uLnTx/>
                  <a:uFillTx/>
                  <a:latin typeface="Arial Narrow" panose="020B0606020202030204"/>
                  <a:ea typeface="微软雅黑" panose="020B0503020204020204" charset="-122"/>
                  <a:cs typeface="+mn-cs"/>
                </a:rPr>
                <a:t>有数据传送时，</a:t>
              </a:r>
              <a:r>
                <a:rPr kumimoji="0" lang="en-US" altLang="zh-CN" sz="1800" b="1" i="0" u="none" strike="noStrike" kern="0" cap="none" spc="0" normalizeH="0" baseline="0" noProof="0" dirty="0">
                  <a:ln>
                    <a:noFill/>
                  </a:ln>
                  <a:solidFill>
                    <a:srgbClr val="FFFFFF"/>
                  </a:solidFill>
                  <a:effectLst/>
                  <a:uLnTx/>
                  <a:uFillTx/>
                  <a:latin typeface="Arial Narrow" panose="020B0606020202030204"/>
                  <a:ea typeface="微软雅黑" panose="020B0503020204020204" charset="-122"/>
                  <a:cs typeface="+mn-cs"/>
                </a:rPr>
                <a:t>FTP</a:t>
              </a:r>
              <a:r>
                <a:rPr kumimoji="0" lang="zh-CN" altLang="en-US" sz="1800" b="1" i="0" u="none" strike="noStrike" kern="0" cap="none" spc="0" normalizeH="0" baseline="0" noProof="0" dirty="0">
                  <a:ln>
                    <a:noFill/>
                  </a:ln>
                  <a:solidFill>
                    <a:srgbClr val="FFFFFF"/>
                  </a:solidFill>
                  <a:effectLst/>
                  <a:uLnTx/>
                  <a:uFillTx/>
                  <a:latin typeface="Arial Narrow" panose="020B0606020202030204"/>
                  <a:ea typeface="微软雅黑" panose="020B0503020204020204" charset="-122"/>
                  <a:cs typeface="+mn-cs"/>
                </a:rPr>
                <a:t>客户通过</a:t>
              </a:r>
              <a:r>
                <a:rPr kumimoji="0" lang="zh-CN" altLang="en-US" sz="1800" b="1" i="0" u="none" strike="noStrike" kern="0" cap="none" spc="0" normalizeH="0" baseline="0" noProof="0" dirty="0">
                  <a:ln>
                    <a:noFill/>
                  </a:ln>
                  <a:effectLst/>
                  <a:highlight>
                    <a:srgbClr val="FFFF00"/>
                  </a:highlight>
                  <a:uLnTx/>
                  <a:uFillTx/>
                  <a:latin typeface="Arial Narrow" panose="020B0606020202030204"/>
                  <a:ea typeface="微软雅黑" panose="020B0503020204020204" charset="-122"/>
                  <a:cs typeface="+mn-cs"/>
                </a:rPr>
                <a:t>命令通道</a:t>
              </a:r>
              <a:r>
                <a:rPr kumimoji="0" lang="zh-CN" altLang="en-US" sz="1800" b="1" i="0" u="none" strike="noStrike" kern="0" cap="none" spc="0" normalizeH="0" baseline="0" noProof="0" dirty="0">
                  <a:ln>
                    <a:noFill/>
                  </a:ln>
                  <a:solidFill>
                    <a:srgbClr val="FFFFFF"/>
                  </a:solidFill>
                  <a:effectLst/>
                  <a:uLnTx/>
                  <a:uFillTx/>
                  <a:latin typeface="Arial Narrow" panose="020B0606020202030204"/>
                  <a:ea typeface="微软雅黑" panose="020B0503020204020204" charset="-122"/>
                  <a:cs typeface="+mn-cs"/>
                </a:rPr>
                <a:t>告知</a:t>
              </a:r>
              <a:r>
                <a:rPr kumimoji="0" lang="en-US" altLang="zh-CN" sz="1800" b="1" i="0" u="none" strike="noStrike" kern="0" cap="none" spc="0" normalizeH="0" baseline="0" noProof="0" dirty="0">
                  <a:ln>
                    <a:noFill/>
                  </a:ln>
                  <a:solidFill>
                    <a:srgbClr val="FFFFFF"/>
                  </a:solidFill>
                  <a:effectLst/>
                  <a:uLnTx/>
                  <a:uFillTx/>
                  <a:latin typeface="Arial Narrow" panose="020B0606020202030204"/>
                  <a:ea typeface="微软雅黑" panose="020B0503020204020204" charset="-122"/>
                  <a:cs typeface="+mn-cs"/>
                </a:rPr>
                <a:t>FTP</a:t>
              </a:r>
              <a:r>
                <a:rPr kumimoji="0" lang="zh-CN" altLang="en-US" sz="1800" b="1" i="0" u="none" strike="noStrike" kern="0" cap="none" spc="0" normalizeH="0" baseline="0" noProof="0" dirty="0">
                  <a:ln>
                    <a:noFill/>
                  </a:ln>
                  <a:solidFill>
                    <a:srgbClr val="FFFFFF"/>
                  </a:solidFill>
                  <a:effectLst/>
                  <a:uLnTx/>
                  <a:uFillTx/>
                  <a:latin typeface="Arial Narrow" panose="020B0606020202030204"/>
                  <a:ea typeface="微软雅黑" panose="020B0503020204020204" charset="-122"/>
                  <a:cs typeface="+mn-cs"/>
                </a:rPr>
                <a:t>服务器来与自己的</a:t>
              </a:r>
              <a:r>
                <a:rPr kumimoji="0" lang="zh-CN" altLang="en-US" sz="1800" b="1" i="0" u="none" strike="noStrike" kern="0" cap="none" spc="0" normalizeH="0" baseline="0" noProof="0" dirty="0">
                  <a:ln>
                    <a:noFill/>
                  </a:ln>
                  <a:effectLst/>
                  <a:highlight>
                    <a:srgbClr val="FFFF00"/>
                  </a:highlight>
                  <a:uLnTx/>
                  <a:uFillTx/>
                  <a:latin typeface="Arial Narrow" panose="020B0606020202030204"/>
                  <a:ea typeface="微软雅黑" panose="020B0503020204020204" charset="-122"/>
                  <a:cs typeface="+mn-cs"/>
                </a:rPr>
                <a:t>另一个临时端口</a:t>
              </a:r>
              <a:r>
                <a:rPr kumimoji="0" lang="zh-CN" altLang="en-US" sz="1800" b="1" i="0" u="none" strike="noStrike" kern="0" cap="none" spc="0" normalizeH="0" baseline="0" noProof="0" dirty="0">
                  <a:ln>
                    <a:noFill/>
                  </a:ln>
                  <a:solidFill>
                    <a:srgbClr val="FFFFFF"/>
                  </a:solidFill>
                  <a:effectLst/>
                  <a:uLnTx/>
                  <a:uFillTx/>
                  <a:latin typeface="Arial Narrow" panose="020B0606020202030204"/>
                  <a:ea typeface="微软雅黑" panose="020B0503020204020204" charset="-122"/>
                  <a:cs typeface="+mn-cs"/>
                </a:rPr>
                <a:t>号建立</a:t>
              </a:r>
              <a:r>
                <a:rPr kumimoji="0" lang="en-US" altLang="zh-CN" sz="1800" b="1" i="0" u="none" strike="noStrike" kern="0" cap="none" spc="0" normalizeH="0" baseline="0" noProof="0" dirty="0">
                  <a:ln>
                    <a:noFill/>
                  </a:ln>
                  <a:solidFill>
                    <a:srgbClr val="FFFFFF"/>
                  </a:solidFill>
                  <a:effectLst/>
                  <a:uLnTx/>
                  <a:uFillTx/>
                  <a:latin typeface="Arial Narrow" panose="020B0606020202030204"/>
                  <a:ea typeface="微软雅黑" panose="020B0503020204020204" charset="-122"/>
                  <a:cs typeface="+mn-cs"/>
                </a:rPr>
                <a:t>TCP</a:t>
              </a:r>
              <a:r>
                <a:rPr kumimoji="0" lang="zh-CN" altLang="en-US" sz="1800" b="1" i="0" u="none" strike="noStrike" kern="0" cap="none" spc="0" normalizeH="0" baseline="0" noProof="0" dirty="0">
                  <a:ln>
                    <a:noFill/>
                  </a:ln>
                  <a:solidFill>
                    <a:srgbClr val="FFFFFF"/>
                  </a:solidFill>
                  <a:effectLst/>
                  <a:uLnTx/>
                  <a:uFillTx/>
                  <a:latin typeface="Arial Narrow" panose="020B0606020202030204"/>
                  <a:ea typeface="微软雅黑" panose="020B0503020204020204" charset="-122"/>
                  <a:cs typeface="+mn-cs"/>
                </a:rPr>
                <a:t>连接，以</a:t>
              </a:r>
              <a:r>
                <a:rPr kumimoji="0" lang="zh-CN" altLang="en-US" sz="1800" b="1" i="0" u="none" strike="noStrike" kern="0" cap="none" spc="0" normalizeH="0" baseline="0" noProof="0" dirty="0">
                  <a:ln>
                    <a:noFill/>
                  </a:ln>
                  <a:effectLst/>
                  <a:highlight>
                    <a:srgbClr val="FFFF00"/>
                  </a:highlight>
                  <a:uLnTx/>
                  <a:uFillTx/>
                  <a:latin typeface="Arial Narrow" panose="020B0606020202030204"/>
                  <a:ea typeface="微软雅黑" panose="020B0503020204020204" charset="-122"/>
                  <a:cs typeface="+mn-cs"/>
                </a:rPr>
                <a:t>建立数据通道</a:t>
              </a:r>
              <a:r>
                <a:rPr kumimoji="0" lang="zh-CN" altLang="en-US" sz="1800" b="1" i="0" u="none" strike="noStrike" kern="0" cap="none" spc="0" normalizeH="0" baseline="0" noProof="0" dirty="0">
                  <a:ln>
                    <a:noFill/>
                  </a:ln>
                  <a:solidFill>
                    <a:srgbClr val="FFFFFF"/>
                  </a:solidFill>
                  <a:effectLst/>
                  <a:uLnTx/>
                  <a:uFillTx/>
                  <a:latin typeface="Arial Narrow" panose="020B0606020202030204"/>
                  <a:ea typeface="微软雅黑" panose="020B0503020204020204" charset="-122"/>
                  <a:cs typeface="+mn-cs"/>
                </a:rPr>
                <a:t>。</a:t>
              </a:r>
              <a:r>
                <a:rPr kumimoji="0" lang="en-US" altLang="zh-CN" sz="1800" b="1" i="0" u="none" strike="noStrike" kern="0" cap="none" spc="0" normalizeH="0" baseline="0" noProof="0" dirty="0">
                  <a:ln>
                    <a:noFill/>
                  </a:ln>
                  <a:solidFill>
                    <a:srgbClr val="FFFFFF"/>
                  </a:solidFill>
                  <a:effectLst/>
                  <a:uLnTx/>
                  <a:uFillTx/>
                  <a:latin typeface="Arial Narrow" panose="020B0606020202030204"/>
                  <a:ea typeface="微软雅黑" panose="020B0503020204020204" charset="-122"/>
                  <a:cs typeface="+mn-cs"/>
                </a:rPr>
                <a:t>FTP</a:t>
              </a:r>
              <a:r>
                <a:rPr kumimoji="0" lang="zh-CN" altLang="en-US" sz="1800" b="1" i="0" u="none" strike="noStrike" kern="0" cap="none" spc="0" normalizeH="0" baseline="0" noProof="0" dirty="0">
                  <a:ln>
                    <a:noFill/>
                  </a:ln>
                  <a:effectLst/>
                  <a:highlight>
                    <a:srgbClr val="FFFF00"/>
                  </a:highlight>
                  <a:uLnTx/>
                  <a:uFillTx/>
                  <a:latin typeface="Arial Narrow" panose="020B0606020202030204"/>
                  <a:ea typeface="微软雅黑" panose="020B0503020204020204" charset="-122"/>
                  <a:cs typeface="+mn-cs"/>
                </a:rPr>
                <a:t>服务器</a:t>
              </a:r>
              <a:r>
                <a:rPr kumimoji="0" lang="zh-CN" altLang="en-US" sz="1800" b="1" i="0" u="none" strike="noStrike" kern="0" cap="none" spc="0" normalizeH="0" baseline="0" noProof="0" dirty="0">
                  <a:ln>
                    <a:noFill/>
                  </a:ln>
                  <a:solidFill>
                    <a:srgbClr val="FFFFFF"/>
                  </a:solidFill>
                  <a:effectLst/>
                  <a:uLnTx/>
                  <a:uFillTx/>
                  <a:latin typeface="Arial Narrow" panose="020B0606020202030204"/>
                  <a:ea typeface="微软雅黑" panose="020B0503020204020204" charset="-122"/>
                  <a:cs typeface="+mn-cs"/>
                </a:rPr>
                <a:t>随后</a:t>
              </a:r>
              <a:r>
                <a:rPr kumimoji="0" lang="zh-CN" altLang="en-US" sz="1800" b="1" i="0" u="none" strike="noStrike" kern="0" cap="none" spc="0" normalizeH="0" baseline="0" noProof="0" dirty="0">
                  <a:ln>
                    <a:noFill/>
                  </a:ln>
                  <a:effectLst/>
                  <a:highlight>
                    <a:srgbClr val="FFFF00"/>
                  </a:highlight>
                  <a:uLnTx/>
                  <a:uFillTx/>
                  <a:latin typeface="Arial Narrow" panose="020B0606020202030204"/>
                  <a:ea typeface="微软雅黑" panose="020B0503020204020204" charset="-122"/>
                  <a:cs typeface="+mn-cs"/>
                </a:rPr>
                <a:t>主动</a:t>
              </a:r>
              <a:r>
                <a:rPr kumimoji="0" lang="zh-CN" altLang="en-US" sz="1800" b="1" i="0" u="none" strike="noStrike" kern="0" cap="none" spc="0" normalizeH="0" baseline="0" noProof="0" dirty="0">
                  <a:ln>
                    <a:noFill/>
                  </a:ln>
                  <a:solidFill>
                    <a:srgbClr val="FFFFFF"/>
                  </a:solidFill>
                  <a:effectLst/>
                  <a:uLnTx/>
                  <a:uFillTx/>
                  <a:latin typeface="Arial Narrow" panose="020B0606020202030204"/>
                  <a:ea typeface="微软雅黑" panose="020B0503020204020204" charset="-122"/>
                  <a:cs typeface="+mn-cs"/>
                </a:rPr>
                <a:t>与</a:t>
              </a:r>
              <a:r>
                <a:rPr kumimoji="0" lang="en-US" altLang="zh-CN" sz="1800" b="1" i="0" u="none" strike="noStrike" kern="0" cap="none" spc="0" normalizeH="0" baseline="0" noProof="0" dirty="0">
                  <a:ln>
                    <a:noFill/>
                  </a:ln>
                  <a:solidFill>
                    <a:srgbClr val="FFFFFF"/>
                  </a:solidFill>
                  <a:effectLst/>
                  <a:uLnTx/>
                  <a:uFillTx/>
                  <a:latin typeface="Arial Narrow" panose="020B0606020202030204"/>
                  <a:ea typeface="微软雅黑" panose="020B0503020204020204" charset="-122"/>
                  <a:cs typeface="+mn-cs"/>
                </a:rPr>
                <a:t>FTP</a:t>
              </a:r>
              <a:r>
                <a:rPr kumimoji="0" lang="zh-CN" altLang="en-US" sz="1800" b="1" i="0" u="none" strike="noStrike" kern="0" cap="none" spc="0" normalizeH="0" baseline="0" noProof="0" dirty="0">
                  <a:ln>
                    <a:noFill/>
                  </a:ln>
                  <a:solidFill>
                    <a:srgbClr val="FFFFFF"/>
                  </a:solidFill>
                  <a:effectLst/>
                  <a:uLnTx/>
                  <a:uFillTx/>
                  <a:latin typeface="Arial Narrow" panose="020B0606020202030204"/>
                  <a:ea typeface="微软雅黑" panose="020B0503020204020204" charset="-122"/>
                  <a:cs typeface="+mn-cs"/>
                </a:rPr>
                <a:t>客户建立连接。</a:t>
              </a:r>
            </a:p>
          </p:txBody>
        </p:sp>
        <p:sp>
          <p:nvSpPr>
            <p:cNvPr id="61" name="文本框 60"/>
            <p:cNvSpPr txBox="1"/>
            <p:nvPr/>
          </p:nvSpPr>
          <p:spPr>
            <a:xfrm>
              <a:off x="7182692" y="927380"/>
              <a:ext cx="1018903" cy="369332"/>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srgbClr val="000000"/>
                  </a:solidFill>
                  <a:effectLst/>
                  <a:uLnTx/>
                  <a:uFillTx/>
                  <a:latin typeface="Arial Narrow" panose="020B0606020202030204"/>
                  <a:ea typeface="微软雅黑" panose="020B0503020204020204" charset="-122"/>
                </a:rPr>
                <a:t>❸</a:t>
              </a:r>
              <a:endParaRPr kumimoji="0" lang="zh-CN" altLang="en-US" sz="1800" b="1" i="0" u="none" strike="noStrike" kern="0" cap="none" spc="0" normalizeH="0" baseline="0" noProof="0" dirty="0">
                <a:ln>
                  <a:noFill/>
                </a:ln>
                <a:solidFill>
                  <a:srgbClr val="000000"/>
                </a:solidFill>
                <a:effectLst/>
                <a:uLnTx/>
                <a:uFillTx/>
                <a:latin typeface="Arial Narrow" panose="020B0606020202030204"/>
                <a:ea typeface="微软雅黑" panose="020B0503020204020204" charset="-122"/>
              </a:endParaRPr>
            </a:p>
          </p:txBody>
        </p:sp>
      </p:grpSp>
      <p:grpSp>
        <p:nvGrpSpPr>
          <p:cNvPr id="62" name="组合 61"/>
          <p:cNvGrpSpPr/>
          <p:nvPr/>
        </p:nvGrpSpPr>
        <p:grpSpPr>
          <a:xfrm>
            <a:off x="2826589" y="3830758"/>
            <a:ext cx="3526575" cy="807967"/>
            <a:chOff x="3971604" y="2907802"/>
            <a:chExt cx="3526575" cy="807967"/>
          </a:xfrm>
        </p:grpSpPr>
        <p:grpSp>
          <p:nvGrpSpPr>
            <p:cNvPr id="63" name="组合 62"/>
            <p:cNvGrpSpPr/>
            <p:nvPr/>
          </p:nvGrpSpPr>
          <p:grpSpPr>
            <a:xfrm>
              <a:off x="3971604" y="2907802"/>
              <a:ext cx="3526575" cy="437360"/>
              <a:chOff x="3971508" y="1366279"/>
              <a:chExt cx="3526575" cy="437360"/>
            </a:xfrm>
          </p:grpSpPr>
          <p:sp>
            <p:nvSpPr>
              <p:cNvPr id="65" name="圆柱体 64"/>
              <p:cNvSpPr/>
              <p:nvPr/>
            </p:nvSpPr>
            <p:spPr>
              <a:xfrm rot="16200000">
                <a:off x="5516116" y="-178329"/>
                <a:ext cx="437360" cy="3526575"/>
              </a:xfrm>
              <a:prstGeom prst="can">
                <a:avLst/>
              </a:prstGeom>
              <a:solidFill>
                <a:srgbClr val="5BA3EB"/>
              </a:solidFill>
              <a:ln w="12700" cap="flat" cmpd="sng" algn="ctr">
                <a:solidFill>
                  <a:srgbClr val="5BA3EB">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a:ln>
                    <a:noFill/>
                  </a:ln>
                  <a:solidFill>
                    <a:srgbClr val="FFFFFF"/>
                  </a:solidFill>
                  <a:effectLst/>
                  <a:uLnTx/>
                  <a:uFillTx/>
                  <a:latin typeface="Arial Narrow" panose="020B0606020202030204"/>
                  <a:ea typeface="微软雅黑" panose="020B0503020204020204" charset="-122"/>
                  <a:cs typeface="+mn-cs"/>
                </a:endParaRPr>
              </a:p>
            </p:txBody>
          </p:sp>
          <p:sp>
            <p:nvSpPr>
              <p:cNvPr id="66" name="文本框 65"/>
              <p:cNvSpPr txBox="1"/>
              <p:nvPr/>
            </p:nvSpPr>
            <p:spPr>
              <a:xfrm>
                <a:off x="4286996" y="1413394"/>
                <a:ext cx="2895600" cy="369332"/>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800" b="1" i="0" u="none" strike="noStrike" kern="0" cap="none" spc="0" normalizeH="0" baseline="0" noProof="0" dirty="0">
                    <a:ln>
                      <a:noFill/>
                    </a:ln>
                    <a:solidFill>
                      <a:srgbClr val="FFFFFF"/>
                    </a:solidFill>
                    <a:effectLst/>
                    <a:uLnTx/>
                    <a:uFillTx/>
                    <a:latin typeface="Arial Narrow" panose="020B0606020202030204"/>
                    <a:ea typeface="微软雅黑" panose="020B0503020204020204" charset="-122"/>
                  </a:rPr>
                  <a:t>用于传送数据的</a:t>
                </a:r>
                <a:r>
                  <a:rPr kumimoji="0" lang="en-US" altLang="zh-CN" sz="1800" b="1" i="0" u="none" strike="noStrike" kern="0" cap="none" spc="0" normalizeH="0" baseline="0" noProof="0" dirty="0">
                    <a:ln>
                      <a:noFill/>
                    </a:ln>
                    <a:solidFill>
                      <a:srgbClr val="FFFFFF"/>
                    </a:solidFill>
                    <a:effectLst/>
                    <a:uLnTx/>
                    <a:uFillTx/>
                    <a:latin typeface="Arial Narrow" panose="020B0606020202030204"/>
                    <a:ea typeface="微软雅黑" panose="020B0503020204020204" charset="-122"/>
                  </a:rPr>
                  <a:t>TCP</a:t>
                </a:r>
                <a:r>
                  <a:rPr kumimoji="0" lang="zh-CN" altLang="en-US" sz="1800" b="1" i="0" u="none" strike="noStrike" kern="0" cap="none" spc="0" normalizeH="0" baseline="0" noProof="0" dirty="0">
                    <a:ln>
                      <a:noFill/>
                    </a:ln>
                    <a:solidFill>
                      <a:srgbClr val="FFFFFF"/>
                    </a:solidFill>
                    <a:effectLst/>
                    <a:uLnTx/>
                    <a:uFillTx/>
                    <a:latin typeface="Arial Narrow" panose="020B0606020202030204"/>
                    <a:ea typeface="微软雅黑" panose="020B0503020204020204" charset="-122"/>
                  </a:rPr>
                  <a:t>连接</a:t>
                </a:r>
              </a:p>
            </p:txBody>
          </p:sp>
        </p:grpSp>
        <p:sp>
          <p:nvSpPr>
            <p:cNvPr id="64" name="文本框 63"/>
            <p:cNvSpPr txBox="1"/>
            <p:nvPr/>
          </p:nvSpPr>
          <p:spPr>
            <a:xfrm>
              <a:off x="5225440" y="3346437"/>
              <a:ext cx="1018903" cy="369332"/>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srgbClr val="000000"/>
                  </a:solidFill>
                  <a:effectLst/>
                  <a:uLnTx/>
                  <a:uFillTx/>
                  <a:latin typeface="Arial Narrow" panose="020B0606020202030204"/>
                  <a:ea typeface="微软雅黑" panose="020B0503020204020204" charset="-122"/>
                </a:rPr>
                <a:t>❺</a:t>
              </a:r>
              <a:endParaRPr kumimoji="0" lang="zh-CN" altLang="en-US" sz="1800" b="1" i="0" u="none" strike="noStrike" kern="0" cap="none" spc="0" normalizeH="0" baseline="0" noProof="0" dirty="0">
                <a:ln>
                  <a:noFill/>
                </a:ln>
                <a:solidFill>
                  <a:srgbClr val="000000"/>
                </a:solidFill>
                <a:effectLst/>
                <a:uLnTx/>
                <a:uFillTx/>
                <a:latin typeface="Arial Narrow" panose="020B0606020202030204"/>
                <a:ea typeface="微软雅黑" panose="020B0503020204020204" charset="-122"/>
              </a:endParaRPr>
            </a:p>
          </p:txBody>
        </p:sp>
      </p:grpSp>
      <p:sp>
        <p:nvSpPr>
          <p:cNvPr id="67" name="文本框 66"/>
          <p:cNvSpPr txBox="1"/>
          <p:nvPr/>
        </p:nvSpPr>
        <p:spPr>
          <a:xfrm>
            <a:off x="8020055" y="2276872"/>
            <a:ext cx="1901497" cy="1477328"/>
          </a:xfrm>
          <a:prstGeom prst="rect">
            <a:avLst/>
          </a:prstGeom>
          <a:noFill/>
        </p:spPr>
        <p:txBody>
          <a:bodyPr wrap="square" rtlCol="0">
            <a:spAutoFit/>
          </a:bodyPr>
          <a:lstStyle/>
          <a:p>
            <a:pPr fontAlgn="auto">
              <a:spcBef>
                <a:spcPts val="0"/>
              </a:spcBef>
              <a:spcAft>
                <a:spcPts val="0"/>
              </a:spcAft>
            </a:pPr>
            <a:r>
              <a:rPr lang="zh-CN" altLang="en-US" sz="1800" b="1" dirty="0">
                <a:solidFill>
                  <a:srgbClr val="FF0000"/>
                </a:solidFill>
                <a:latin typeface="Arial Narrow" panose="020B0606020202030204"/>
                <a:ea typeface="微软雅黑" panose="020B0503020204020204" charset="-122"/>
              </a:rPr>
              <a:t>控制连接</a:t>
            </a:r>
            <a:r>
              <a:rPr lang="zh-CN" altLang="en-US" sz="1800" b="1" dirty="0">
                <a:solidFill>
                  <a:srgbClr val="F5811E"/>
                </a:solidFill>
                <a:latin typeface="Arial Narrow" panose="020B0606020202030204"/>
                <a:ea typeface="微软雅黑" panose="020B0503020204020204" charset="-122"/>
              </a:rPr>
              <a:t>在整个会话期间一直保持打开，用于传送</a:t>
            </a:r>
            <a:r>
              <a:rPr lang="en-US" altLang="zh-CN" sz="1800" b="1" dirty="0">
                <a:solidFill>
                  <a:srgbClr val="F5811E"/>
                </a:solidFill>
                <a:latin typeface="Arial Narrow" panose="020B0606020202030204"/>
                <a:ea typeface="微软雅黑" panose="020B0503020204020204" charset="-122"/>
              </a:rPr>
              <a:t>FTP</a:t>
            </a:r>
            <a:r>
              <a:rPr lang="zh-CN" altLang="en-US" sz="1800" b="1" dirty="0">
                <a:solidFill>
                  <a:srgbClr val="F5811E"/>
                </a:solidFill>
                <a:latin typeface="Arial Narrow" panose="020B0606020202030204"/>
                <a:ea typeface="微软雅黑" panose="020B0503020204020204" charset="-122"/>
              </a:rPr>
              <a:t>相关控制命令。</a:t>
            </a:r>
          </a:p>
        </p:txBody>
      </p:sp>
      <p:sp>
        <p:nvSpPr>
          <p:cNvPr id="68" name="文本框 67"/>
          <p:cNvSpPr txBox="1"/>
          <p:nvPr/>
        </p:nvSpPr>
        <p:spPr>
          <a:xfrm>
            <a:off x="7980343" y="3763400"/>
            <a:ext cx="1901497" cy="1477328"/>
          </a:xfrm>
          <a:prstGeom prst="rect">
            <a:avLst/>
          </a:prstGeom>
          <a:noFill/>
        </p:spPr>
        <p:txBody>
          <a:bodyPr wrap="square" rtlCol="0">
            <a:spAutoFit/>
          </a:bodyPr>
          <a:lstStyle/>
          <a:p>
            <a:pPr fontAlgn="auto">
              <a:spcBef>
                <a:spcPts val="0"/>
              </a:spcBef>
              <a:spcAft>
                <a:spcPts val="0"/>
              </a:spcAft>
            </a:pPr>
            <a:r>
              <a:rPr lang="zh-CN" altLang="en-US" sz="1800" b="1" dirty="0">
                <a:solidFill>
                  <a:srgbClr val="FF0000"/>
                </a:solidFill>
                <a:latin typeface="Arial Narrow" panose="020B0606020202030204"/>
                <a:ea typeface="微软雅黑" panose="020B0503020204020204" charset="-122"/>
              </a:rPr>
              <a:t>数据连接</a:t>
            </a:r>
            <a:r>
              <a:rPr lang="zh-CN" altLang="en-US" sz="1800" b="1" dirty="0">
                <a:solidFill>
                  <a:srgbClr val="5BA3EB"/>
                </a:solidFill>
                <a:latin typeface="Arial Narrow" panose="020B0606020202030204"/>
                <a:ea typeface="微软雅黑" panose="020B0503020204020204" charset="-122"/>
              </a:rPr>
              <a:t>用于文件传输，在每次文件传输时才建立，传输结束就关闭。</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8"/>
                                        </p:tgtEl>
                                        <p:attrNameLst>
                                          <p:attrName>style.visibility</p:attrName>
                                        </p:attrNameLst>
                                      </p:cBhvr>
                                      <p:to>
                                        <p:strVal val="visible"/>
                                      </p:to>
                                    </p:set>
                                    <p:anim calcmode="lin" valueType="num">
                                      <p:cBhvr additive="base">
                                        <p:cTn id="7" dur="500" fill="hold"/>
                                        <p:tgtEl>
                                          <p:spTgt spid="38"/>
                                        </p:tgtEl>
                                        <p:attrNameLst>
                                          <p:attrName>ppt_x</p:attrName>
                                        </p:attrNameLst>
                                      </p:cBhvr>
                                      <p:tavLst>
                                        <p:tav tm="0">
                                          <p:val>
                                            <p:strVal val="#ppt_x"/>
                                          </p:val>
                                        </p:tav>
                                        <p:tav tm="100000">
                                          <p:val>
                                            <p:strVal val="#ppt_x"/>
                                          </p:val>
                                        </p:tav>
                                      </p:tavLst>
                                    </p:anim>
                                    <p:anim calcmode="lin" valueType="num">
                                      <p:cBhvr additive="base">
                                        <p:cTn id="8" dur="500" fill="hold"/>
                                        <p:tgtEl>
                                          <p:spTgt spid="3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7" presetClass="entr" presetSubtype="0" fill="hold" grpId="0" nodeType="clickEffect">
                                  <p:stCondLst>
                                    <p:cond delay="0"/>
                                  </p:stCondLst>
                                  <p:childTnLst>
                                    <p:set>
                                      <p:cBhvr>
                                        <p:cTn id="12" dur="1" fill="hold">
                                          <p:stCondLst>
                                            <p:cond delay="0"/>
                                          </p:stCondLst>
                                        </p:cTn>
                                        <p:tgtEl>
                                          <p:spTgt spid="44"/>
                                        </p:tgtEl>
                                        <p:attrNameLst>
                                          <p:attrName>style.visibility</p:attrName>
                                        </p:attrNameLst>
                                      </p:cBhvr>
                                      <p:to>
                                        <p:strVal val="visible"/>
                                      </p:to>
                                    </p:set>
                                    <p:animEffect transition="in" filter="fade">
                                      <p:cBhvr>
                                        <p:cTn id="13" dur="1000"/>
                                        <p:tgtEl>
                                          <p:spTgt spid="44"/>
                                        </p:tgtEl>
                                      </p:cBhvr>
                                    </p:animEffect>
                                    <p:anim calcmode="lin" valueType="num">
                                      <p:cBhvr>
                                        <p:cTn id="14" dur="1000" fill="hold"/>
                                        <p:tgtEl>
                                          <p:spTgt spid="44"/>
                                        </p:tgtEl>
                                        <p:attrNameLst>
                                          <p:attrName>ppt_x</p:attrName>
                                        </p:attrNameLst>
                                      </p:cBhvr>
                                      <p:tavLst>
                                        <p:tav tm="0">
                                          <p:val>
                                            <p:strVal val="#ppt_x"/>
                                          </p:val>
                                        </p:tav>
                                        <p:tav tm="100000">
                                          <p:val>
                                            <p:strVal val="#ppt_x"/>
                                          </p:val>
                                        </p:tav>
                                      </p:tavLst>
                                    </p:anim>
                                    <p:anim calcmode="lin" valueType="num">
                                      <p:cBhvr>
                                        <p:cTn id="15" dur="1000" fill="hold"/>
                                        <p:tgtEl>
                                          <p:spTgt spid="44"/>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7" presetClass="entr" presetSubtype="0" fill="hold" grpId="0" nodeType="clickEffect">
                                  <p:stCondLst>
                                    <p:cond delay="0"/>
                                  </p:stCondLst>
                                  <p:childTnLst>
                                    <p:set>
                                      <p:cBhvr>
                                        <p:cTn id="19" dur="1" fill="hold">
                                          <p:stCondLst>
                                            <p:cond delay="0"/>
                                          </p:stCondLst>
                                        </p:cTn>
                                        <p:tgtEl>
                                          <p:spTgt spid="43"/>
                                        </p:tgtEl>
                                        <p:attrNameLst>
                                          <p:attrName>style.visibility</p:attrName>
                                        </p:attrNameLst>
                                      </p:cBhvr>
                                      <p:to>
                                        <p:strVal val="visible"/>
                                      </p:to>
                                    </p:set>
                                    <p:animEffect transition="in" filter="fade">
                                      <p:cBhvr>
                                        <p:cTn id="20" dur="1000"/>
                                        <p:tgtEl>
                                          <p:spTgt spid="43"/>
                                        </p:tgtEl>
                                      </p:cBhvr>
                                    </p:animEffect>
                                    <p:anim calcmode="lin" valueType="num">
                                      <p:cBhvr>
                                        <p:cTn id="21" dur="1000" fill="hold"/>
                                        <p:tgtEl>
                                          <p:spTgt spid="43"/>
                                        </p:tgtEl>
                                        <p:attrNameLst>
                                          <p:attrName>ppt_x</p:attrName>
                                        </p:attrNameLst>
                                      </p:cBhvr>
                                      <p:tavLst>
                                        <p:tav tm="0">
                                          <p:val>
                                            <p:strVal val="#ppt_x"/>
                                          </p:val>
                                        </p:tav>
                                        <p:tav tm="100000">
                                          <p:val>
                                            <p:strVal val="#ppt_x"/>
                                          </p:val>
                                        </p:tav>
                                      </p:tavLst>
                                    </p:anim>
                                    <p:anim calcmode="lin" valueType="num">
                                      <p:cBhvr>
                                        <p:cTn id="22" dur="1000" fill="hold"/>
                                        <p:tgtEl>
                                          <p:spTgt spid="43"/>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47"/>
                                        </p:tgtEl>
                                        <p:attrNameLst>
                                          <p:attrName>style.visibility</p:attrName>
                                        </p:attrNameLst>
                                      </p:cBhvr>
                                      <p:to>
                                        <p:strVal val="visible"/>
                                      </p:to>
                                    </p:set>
                                    <p:animEffect transition="in" filter="wipe(left)">
                                      <p:cBhvr>
                                        <p:cTn id="27" dur="500"/>
                                        <p:tgtEl>
                                          <p:spTgt spid="47"/>
                                        </p:tgtEl>
                                      </p:cBhvr>
                                    </p:animEffect>
                                  </p:childTnLst>
                                </p:cTn>
                              </p:par>
                            </p:childTnLst>
                          </p:cTn>
                        </p:par>
                      </p:childTnLst>
                    </p:cTn>
                  </p:par>
                  <p:par>
                    <p:cTn id="28" fill="hold">
                      <p:stCondLst>
                        <p:cond delay="indefinite"/>
                      </p:stCondLst>
                      <p:childTnLst>
                        <p:par>
                          <p:cTn id="29" fill="hold">
                            <p:stCondLst>
                              <p:cond delay="0"/>
                            </p:stCondLst>
                            <p:childTnLst>
                              <p:par>
                                <p:cTn id="30" presetID="53" presetClass="entr" presetSubtype="16" fill="hold" nodeType="clickEffect">
                                  <p:stCondLst>
                                    <p:cond delay="0"/>
                                  </p:stCondLst>
                                  <p:childTnLst>
                                    <p:set>
                                      <p:cBhvr>
                                        <p:cTn id="31" dur="1" fill="hold">
                                          <p:stCondLst>
                                            <p:cond delay="0"/>
                                          </p:stCondLst>
                                        </p:cTn>
                                        <p:tgtEl>
                                          <p:spTgt spid="54"/>
                                        </p:tgtEl>
                                        <p:attrNameLst>
                                          <p:attrName>style.visibility</p:attrName>
                                        </p:attrNameLst>
                                      </p:cBhvr>
                                      <p:to>
                                        <p:strVal val="visible"/>
                                      </p:to>
                                    </p:set>
                                    <p:anim calcmode="lin" valueType="num">
                                      <p:cBhvr>
                                        <p:cTn id="32" dur="500" fill="hold"/>
                                        <p:tgtEl>
                                          <p:spTgt spid="54"/>
                                        </p:tgtEl>
                                        <p:attrNameLst>
                                          <p:attrName>ppt_w</p:attrName>
                                        </p:attrNameLst>
                                      </p:cBhvr>
                                      <p:tavLst>
                                        <p:tav tm="0">
                                          <p:val>
                                            <p:fltVal val="0"/>
                                          </p:val>
                                        </p:tav>
                                        <p:tav tm="100000">
                                          <p:val>
                                            <p:strVal val="#ppt_w"/>
                                          </p:val>
                                        </p:tav>
                                      </p:tavLst>
                                    </p:anim>
                                    <p:anim calcmode="lin" valueType="num">
                                      <p:cBhvr>
                                        <p:cTn id="33" dur="500" fill="hold"/>
                                        <p:tgtEl>
                                          <p:spTgt spid="54"/>
                                        </p:tgtEl>
                                        <p:attrNameLst>
                                          <p:attrName>ppt_h</p:attrName>
                                        </p:attrNameLst>
                                      </p:cBhvr>
                                      <p:tavLst>
                                        <p:tav tm="0">
                                          <p:val>
                                            <p:fltVal val="0"/>
                                          </p:val>
                                        </p:tav>
                                        <p:tav tm="100000">
                                          <p:val>
                                            <p:strVal val="#ppt_h"/>
                                          </p:val>
                                        </p:tav>
                                      </p:tavLst>
                                    </p:anim>
                                    <p:animEffect transition="in" filter="fade">
                                      <p:cBhvr>
                                        <p:cTn id="34" dur="500"/>
                                        <p:tgtEl>
                                          <p:spTgt spid="54"/>
                                        </p:tgtEl>
                                      </p:cBhvr>
                                    </p:animEffect>
                                  </p:childTnLst>
                                </p:cTn>
                              </p:par>
                            </p:childTnLst>
                          </p:cTn>
                        </p:par>
                      </p:childTnLst>
                    </p:cTn>
                  </p:par>
                  <p:par>
                    <p:cTn id="35" fill="hold">
                      <p:stCondLst>
                        <p:cond delay="indefinite"/>
                      </p:stCondLst>
                      <p:childTnLst>
                        <p:par>
                          <p:cTn id="36" fill="hold">
                            <p:stCondLst>
                              <p:cond delay="0"/>
                            </p:stCondLst>
                            <p:childTnLst>
                              <p:par>
                                <p:cTn id="37" presetID="23" presetClass="entr" presetSubtype="16" fill="hold" nodeType="clickEffect">
                                  <p:stCondLst>
                                    <p:cond delay="0"/>
                                  </p:stCondLst>
                                  <p:childTnLst>
                                    <p:set>
                                      <p:cBhvr>
                                        <p:cTn id="38" dur="1" fill="hold">
                                          <p:stCondLst>
                                            <p:cond delay="0"/>
                                          </p:stCondLst>
                                        </p:cTn>
                                        <p:tgtEl>
                                          <p:spTgt spid="59"/>
                                        </p:tgtEl>
                                        <p:attrNameLst>
                                          <p:attrName>style.visibility</p:attrName>
                                        </p:attrNameLst>
                                      </p:cBhvr>
                                      <p:to>
                                        <p:strVal val="visible"/>
                                      </p:to>
                                    </p:set>
                                    <p:anim calcmode="lin" valueType="num">
                                      <p:cBhvr>
                                        <p:cTn id="39" dur="500" fill="hold"/>
                                        <p:tgtEl>
                                          <p:spTgt spid="59"/>
                                        </p:tgtEl>
                                        <p:attrNameLst>
                                          <p:attrName>ppt_w</p:attrName>
                                        </p:attrNameLst>
                                      </p:cBhvr>
                                      <p:tavLst>
                                        <p:tav tm="0">
                                          <p:val>
                                            <p:fltVal val="0"/>
                                          </p:val>
                                        </p:tav>
                                        <p:tav tm="100000">
                                          <p:val>
                                            <p:strVal val="#ppt_w"/>
                                          </p:val>
                                        </p:tav>
                                      </p:tavLst>
                                    </p:anim>
                                    <p:anim calcmode="lin" valueType="num">
                                      <p:cBhvr>
                                        <p:cTn id="40" dur="500" fill="hold"/>
                                        <p:tgtEl>
                                          <p:spTgt spid="59"/>
                                        </p:tgtEl>
                                        <p:attrNameLst>
                                          <p:attrName>ppt_h</p:attrName>
                                        </p:attrNameLst>
                                      </p:cBhvr>
                                      <p:tavLst>
                                        <p:tav tm="0">
                                          <p:val>
                                            <p:fltVal val="0"/>
                                          </p:val>
                                        </p:tav>
                                        <p:tav tm="100000">
                                          <p:val>
                                            <p:strVal val="#ppt_h"/>
                                          </p:val>
                                        </p:tav>
                                      </p:tavLst>
                                    </p:anim>
                                  </p:childTnLst>
                                </p:cTn>
                              </p:par>
                            </p:childTnLst>
                          </p:cTn>
                        </p:par>
                      </p:childTnLst>
                    </p:cTn>
                  </p:par>
                  <p:par>
                    <p:cTn id="41" fill="hold">
                      <p:stCondLst>
                        <p:cond delay="indefinite"/>
                      </p:stCondLst>
                      <p:childTnLst>
                        <p:par>
                          <p:cTn id="42" fill="hold">
                            <p:stCondLst>
                              <p:cond delay="0"/>
                            </p:stCondLst>
                            <p:childTnLst>
                              <p:par>
                                <p:cTn id="43" presetID="47" presetClass="entr" presetSubtype="0" fill="hold" grpId="0" nodeType="clickEffect">
                                  <p:stCondLst>
                                    <p:cond delay="0"/>
                                  </p:stCondLst>
                                  <p:childTnLst>
                                    <p:set>
                                      <p:cBhvr>
                                        <p:cTn id="44" dur="1" fill="hold">
                                          <p:stCondLst>
                                            <p:cond delay="0"/>
                                          </p:stCondLst>
                                        </p:cTn>
                                        <p:tgtEl>
                                          <p:spTgt spid="45"/>
                                        </p:tgtEl>
                                        <p:attrNameLst>
                                          <p:attrName>style.visibility</p:attrName>
                                        </p:attrNameLst>
                                      </p:cBhvr>
                                      <p:to>
                                        <p:strVal val="visible"/>
                                      </p:to>
                                    </p:set>
                                    <p:animEffect transition="in" filter="fade">
                                      <p:cBhvr>
                                        <p:cTn id="45" dur="1000"/>
                                        <p:tgtEl>
                                          <p:spTgt spid="45"/>
                                        </p:tgtEl>
                                      </p:cBhvr>
                                    </p:animEffect>
                                    <p:anim calcmode="lin" valueType="num">
                                      <p:cBhvr>
                                        <p:cTn id="46" dur="1000" fill="hold"/>
                                        <p:tgtEl>
                                          <p:spTgt spid="45"/>
                                        </p:tgtEl>
                                        <p:attrNameLst>
                                          <p:attrName>ppt_x</p:attrName>
                                        </p:attrNameLst>
                                      </p:cBhvr>
                                      <p:tavLst>
                                        <p:tav tm="0">
                                          <p:val>
                                            <p:strVal val="#ppt_x"/>
                                          </p:val>
                                        </p:tav>
                                        <p:tav tm="100000">
                                          <p:val>
                                            <p:strVal val="#ppt_x"/>
                                          </p:val>
                                        </p:tav>
                                      </p:tavLst>
                                    </p:anim>
                                    <p:anim calcmode="lin" valueType="num">
                                      <p:cBhvr>
                                        <p:cTn id="47" dur="1000" fill="hold"/>
                                        <p:tgtEl>
                                          <p:spTgt spid="45"/>
                                        </p:tgtEl>
                                        <p:attrNameLst>
                                          <p:attrName>ppt_y</p:attrName>
                                        </p:attrNameLst>
                                      </p:cBhvr>
                                      <p:tavLst>
                                        <p:tav tm="0">
                                          <p:val>
                                            <p:strVal val="#ppt_y-.1"/>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47" presetClass="entr" presetSubtype="0" fill="hold" grpId="0" nodeType="clickEffect">
                                  <p:stCondLst>
                                    <p:cond delay="0"/>
                                  </p:stCondLst>
                                  <p:childTnLst>
                                    <p:set>
                                      <p:cBhvr>
                                        <p:cTn id="51" dur="1" fill="hold">
                                          <p:stCondLst>
                                            <p:cond delay="0"/>
                                          </p:stCondLst>
                                        </p:cTn>
                                        <p:tgtEl>
                                          <p:spTgt spid="46"/>
                                        </p:tgtEl>
                                        <p:attrNameLst>
                                          <p:attrName>style.visibility</p:attrName>
                                        </p:attrNameLst>
                                      </p:cBhvr>
                                      <p:to>
                                        <p:strVal val="visible"/>
                                      </p:to>
                                    </p:set>
                                    <p:animEffect transition="in" filter="fade">
                                      <p:cBhvr>
                                        <p:cTn id="52" dur="1000"/>
                                        <p:tgtEl>
                                          <p:spTgt spid="46"/>
                                        </p:tgtEl>
                                      </p:cBhvr>
                                    </p:animEffect>
                                    <p:anim calcmode="lin" valueType="num">
                                      <p:cBhvr>
                                        <p:cTn id="53" dur="1000" fill="hold"/>
                                        <p:tgtEl>
                                          <p:spTgt spid="46"/>
                                        </p:tgtEl>
                                        <p:attrNameLst>
                                          <p:attrName>ppt_x</p:attrName>
                                        </p:attrNameLst>
                                      </p:cBhvr>
                                      <p:tavLst>
                                        <p:tav tm="0">
                                          <p:val>
                                            <p:strVal val="#ppt_x"/>
                                          </p:val>
                                        </p:tav>
                                        <p:tav tm="100000">
                                          <p:val>
                                            <p:strVal val="#ppt_x"/>
                                          </p:val>
                                        </p:tav>
                                      </p:tavLst>
                                    </p:anim>
                                    <p:anim calcmode="lin" valueType="num">
                                      <p:cBhvr>
                                        <p:cTn id="54" dur="1000" fill="hold"/>
                                        <p:tgtEl>
                                          <p:spTgt spid="46"/>
                                        </p:tgtEl>
                                        <p:attrNameLst>
                                          <p:attrName>ppt_y</p:attrName>
                                        </p:attrNameLst>
                                      </p:cBhvr>
                                      <p:tavLst>
                                        <p:tav tm="0">
                                          <p:val>
                                            <p:strVal val="#ppt_y-.1"/>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2" presetClass="entr" presetSubtype="2" fill="hold" nodeType="clickEffect">
                                  <p:stCondLst>
                                    <p:cond delay="0"/>
                                  </p:stCondLst>
                                  <p:childTnLst>
                                    <p:set>
                                      <p:cBhvr>
                                        <p:cTn id="58" dur="1" fill="hold">
                                          <p:stCondLst>
                                            <p:cond delay="0"/>
                                          </p:stCondLst>
                                        </p:cTn>
                                        <p:tgtEl>
                                          <p:spTgt spid="50"/>
                                        </p:tgtEl>
                                        <p:attrNameLst>
                                          <p:attrName>style.visibility</p:attrName>
                                        </p:attrNameLst>
                                      </p:cBhvr>
                                      <p:to>
                                        <p:strVal val="visible"/>
                                      </p:to>
                                    </p:set>
                                    <p:animEffect transition="in" filter="wipe(right)">
                                      <p:cBhvr>
                                        <p:cTn id="59" dur="500"/>
                                        <p:tgtEl>
                                          <p:spTgt spid="50"/>
                                        </p:tgtEl>
                                      </p:cBhvr>
                                    </p:animEffect>
                                  </p:childTnLst>
                                </p:cTn>
                              </p:par>
                            </p:childTnLst>
                          </p:cTn>
                        </p:par>
                      </p:childTnLst>
                    </p:cTn>
                  </p:par>
                  <p:par>
                    <p:cTn id="60" fill="hold">
                      <p:stCondLst>
                        <p:cond delay="indefinite"/>
                      </p:stCondLst>
                      <p:childTnLst>
                        <p:par>
                          <p:cTn id="61" fill="hold">
                            <p:stCondLst>
                              <p:cond delay="0"/>
                            </p:stCondLst>
                            <p:childTnLst>
                              <p:par>
                                <p:cTn id="62" presetID="53" presetClass="entr" presetSubtype="16" fill="hold" nodeType="clickEffect">
                                  <p:stCondLst>
                                    <p:cond delay="0"/>
                                  </p:stCondLst>
                                  <p:childTnLst>
                                    <p:set>
                                      <p:cBhvr>
                                        <p:cTn id="63" dur="1" fill="hold">
                                          <p:stCondLst>
                                            <p:cond delay="0"/>
                                          </p:stCondLst>
                                        </p:cTn>
                                        <p:tgtEl>
                                          <p:spTgt spid="62"/>
                                        </p:tgtEl>
                                        <p:attrNameLst>
                                          <p:attrName>style.visibility</p:attrName>
                                        </p:attrNameLst>
                                      </p:cBhvr>
                                      <p:to>
                                        <p:strVal val="visible"/>
                                      </p:to>
                                    </p:set>
                                    <p:anim calcmode="lin" valueType="num">
                                      <p:cBhvr>
                                        <p:cTn id="64" dur="500" fill="hold"/>
                                        <p:tgtEl>
                                          <p:spTgt spid="62"/>
                                        </p:tgtEl>
                                        <p:attrNameLst>
                                          <p:attrName>ppt_w</p:attrName>
                                        </p:attrNameLst>
                                      </p:cBhvr>
                                      <p:tavLst>
                                        <p:tav tm="0">
                                          <p:val>
                                            <p:fltVal val="0"/>
                                          </p:val>
                                        </p:tav>
                                        <p:tav tm="100000">
                                          <p:val>
                                            <p:strVal val="#ppt_w"/>
                                          </p:val>
                                        </p:tav>
                                      </p:tavLst>
                                    </p:anim>
                                    <p:anim calcmode="lin" valueType="num">
                                      <p:cBhvr>
                                        <p:cTn id="65" dur="500" fill="hold"/>
                                        <p:tgtEl>
                                          <p:spTgt spid="62"/>
                                        </p:tgtEl>
                                        <p:attrNameLst>
                                          <p:attrName>ppt_h</p:attrName>
                                        </p:attrNameLst>
                                      </p:cBhvr>
                                      <p:tavLst>
                                        <p:tav tm="0">
                                          <p:val>
                                            <p:fltVal val="0"/>
                                          </p:val>
                                        </p:tav>
                                        <p:tav tm="100000">
                                          <p:val>
                                            <p:strVal val="#ppt_h"/>
                                          </p:val>
                                        </p:tav>
                                      </p:tavLst>
                                    </p:anim>
                                    <p:animEffect transition="in" filter="fade">
                                      <p:cBhvr>
                                        <p:cTn id="66" dur="500"/>
                                        <p:tgtEl>
                                          <p:spTgt spid="62"/>
                                        </p:tgtEl>
                                      </p:cBhvr>
                                    </p:animEffect>
                                  </p:childTnLst>
                                </p:cTn>
                              </p:par>
                            </p:childTnLst>
                          </p:cTn>
                        </p:par>
                      </p:childTnLst>
                    </p:cTn>
                  </p:par>
                  <p:par>
                    <p:cTn id="67" fill="hold">
                      <p:stCondLst>
                        <p:cond delay="indefinite"/>
                      </p:stCondLst>
                      <p:childTnLst>
                        <p:par>
                          <p:cTn id="68" fill="hold">
                            <p:stCondLst>
                              <p:cond delay="0"/>
                            </p:stCondLst>
                            <p:childTnLst>
                              <p:par>
                                <p:cTn id="69" presetID="2" presetClass="entr" presetSubtype="2" fill="hold" grpId="0" nodeType="clickEffect">
                                  <p:stCondLst>
                                    <p:cond delay="0"/>
                                  </p:stCondLst>
                                  <p:childTnLst>
                                    <p:set>
                                      <p:cBhvr>
                                        <p:cTn id="70" dur="1" fill="hold">
                                          <p:stCondLst>
                                            <p:cond delay="0"/>
                                          </p:stCondLst>
                                        </p:cTn>
                                        <p:tgtEl>
                                          <p:spTgt spid="67"/>
                                        </p:tgtEl>
                                        <p:attrNameLst>
                                          <p:attrName>style.visibility</p:attrName>
                                        </p:attrNameLst>
                                      </p:cBhvr>
                                      <p:to>
                                        <p:strVal val="visible"/>
                                      </p:to>
                                    </p:set>
                                    <p:anim calcmode="lin" valueType="num">
                                      <p:cBhvr additive="base">
                                        <p:cTn id="71" dur="500" fill="hold"/>
                                        <p:tgtEl>
                                          <p:spTgt spid="67"/>
                                        </p:tgtEl>
                                        <p:attrNameLst>
                                          <p:attrName>ppt_x</p:attrName>
                                        </p:attrNameLst>
                                      </p:cBhvr>
                                      <p:tavLst>
                                        <p:tav tm="0">
                                          <p:val>
                                            <p:strVal val="1+#ppt_w/2"/>
                                          </p:val>
                                        </p:tav>
                                        <p:tav tm="100000">
                                          <p:val>
                                            <p:strVal val="#ppt_x"/>
                                          </p:val>
                                        </p:tav>
                                      </p:tavLst>
                                    </p:anim>
                                    <p:anim calcmode="lin" valueType="num">
                                      <p:cBhvr additive="base">
                                        <p:cTn id="72" dur="500" fill="hold"/>
                                        <p:tgtEl>
                                          <p:spTgt spid="67"/>
                                        </p:tgtEl>
                                        <p:attrNameLst>
                                          <p:attrName>ppt_y</p:attrName>
                                        </p:attrNameLst>
                                      </p:cBhvr>
                                      <p:tavLst>
                                        <p:tav tm="0">
                                          <p:val>
                                            <p:strVal val="#ppt_y"/>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2" presetClass="entr" presetSubtype="2" fill="hold" grpId="0" nodeType="clickEffect">
                                  <p:stCondLst>
                                    <p:cond delay="0"/>
                                  </p:stCondLst>
                                  <p:childTnLst>
                                    <p:set>
                                      <p:cBhvr>
                                        <p:cTn id="76" dur="1" fill="hold">
                                          <p:stCondLst>
                                            <p:cond delay="0"/>
                                          </p:stCondLst>
                                        </p:cTn>
                                        <p:tgtEl>
                                          <p:spTgt spid="68"/>
                                        </p:tgtEl>
                                        <p:attrNameLst>
                                          <p:attrName>style.visibility</p:attrName>
                                        </p:attrNameLst>
                                      </p:cBhvr>
                                      <p:to>
                                        <p:strVal val="visible"/>
                                      </p:to>
                                    </p:set>
                                    <p:anim calcmode="lin" valueType="num">
                                      <p:cBhvr additive="base">
                                        <p:cTn id="77" dur="500" fill="hold"/>
                                        <p:tgtEl>
                                          <p:spTgt spid="68"/>
                                        </p:tgtEl>
                                        <p:attrNameLst>
                                          <p:attrName>ppt_x</p:attrName>
                                        </p:attrNameLst>
                                      </p:cBhvr>
                                      <p:tavLst>
                                        <p:tav tm="0">
                                          <p:val>
                                            <p:strVal val="1+#ppt_w/2"/>
                                          </p:val>
                                        </p:tav>
                                        <p:tav tm="100000">
                                          <p:val>
                                            <p:strVal val="#ppt_x"/>
                                          </p:val>
                                        </p:tav>
                                      </p:tavLst>
                                    </p:anim>
                                    <p:anim calcmode="lin" valueType="num">
                                      <p:cBhvr additive="base">
                                        <p:cTn id="78" dur="500" fill="hold"/>
                                        <p:tgtEl>
                                          <p:spTgt spid="6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animBg="1"/>
      <p:bldP spid="44" grpId="0" animBg="1"/>
      <p:bldP spid="45" grpId="0" animBg="1"/>
      <p:bldP spid="46" grpId="0" animBg="1"/>
      <p:bldP spid="67" grpId="0"/>
      <p:bldP spid="68" grpId="0"/>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标题 1"/>
          <p:cNvSpPr>
            <a:spLocks noGrp="1"/>
          </p:cNvSpPr>
          <p:nvPr>
            <p:ph type="title"/>
          </p:nvPr>
        </p:nvSpPr>
        <p:spPr/>
        <p:txBody>
          <a:bodyPr/>
          <a:lstStyle/>
          <a:p>
            <a:pPr eaLnBrk="1" hangingPunct="1"/>
            <a:r>
              <a:rPr lang="en-US" altLang="zh-CN" dirty="0">
                <a:ea typeface="黑体" panose="02010609060101010101" pitchFamily="2" charset="-122"/>
              </a:rPr>
              <a:t>6.2.2  FTP</a:t>
            </a:r>
            <a:r>
              <a:rPr lang="zh-CN" altLang="en-US" dirty="0">
                <a:ea typeface="黑体" panose="02010609060101010101" pitchFamily="2" charset="-122"/>
              </a:rPr>
              <a:t>的基本工作原理</a:t>
            </a:r>
          </a:p>
        </p:txBody>
      </p:sp>
      <p:sp>
        <p:nvSpPr>
          <p:cNvPr id="37" name="Rectangle 3"/>
          <p:cNvSpPr>
            <a:spLocks noGrp="1" noChangeArrowheads="1"/>
          </p:cNvSpPr>
          <p:nvPr>
            <p:ph idx="1"/>
          </p:nvPr>
        </p:nvSpPr>
        <p:spPr>
          <a:xfrm>
            <a:off x="496800" y="1195200"/>
            <a:ext cx="9568768" cy="792000"/>
          </a:xfrm>
        </p:spPr>
        <p:txBody>
          <a:bodyPr/>
          <a:lstStyle/>
          <a:p>
            <a:pPr eaLnBrk="1" hangingPunct="1"/>
            <a:r>
              <a:rPr lang="zh-CN" altLang="en-US" sz="2800" dirty="0">
                <a:ea typeface="黑体" panose="02010609060101010101" pitchFamily="2" charset="-122"/>
              </a:rPr>
              <a:t>被动模式</a:t>
            </a:r>
            <a:r>
              <a:rPr lang="zh-CN" altLang="en-US" sz="2400" dirty="0">
                <a:ea typeface="黑体" panose="02010609060101010101" pitchFamily="2" charset="-122"/>
              </a:rPr>
              <a:t>（建立数据通道时，</a:t>
            </a:r>
            <a:r>
              <a:rPr lang="en-US" altLang="zh-CN" sz="2400" dirty="0">
                <a:ea typeface="黑体" panose="02010609060101010101" pitchFamily="2" charset="-122"/>
              </a:rPr>
              <a:t>FTP</a:t>
            </a:r>
            <a:r>
              <a:rPr lang="zh-CN" altLang="en-US" sz="2400" dirty="0">
                <a:ea typeface="黑体" panose="02010609060101010101" pitchFamily="2" charset="-122"/>
              </a:rPr>
              <a:t>服务器被动等待客户的连接）</a:t>
            </a:r>
            <a:endParaRPr lang="zh-CN" altLang="en-US" sz="2800" dirty="0">
              <a:ea typeface="黑体" panose="02010609060101010101" pitchFamily="2" charset="-122"/>
            </a:endParaRPr>
          </a:p>
        </p:txBody>
      </p:sp>
      <p:sp>
        <p:nvSpPr>
          <p:cNvPr id="38" name="矩形 37"/>
          <p:cNvSpPr/>
          <p:nvPr/>
        </p:nvSpPr>
        <p:spPr>
          <a:xfrm>
            <a:off x="1136576" y="5940179"/>
            <a:ext cx="1550125" cy="801189"/>
          </a:xfrm>
          <a:prstGeom prst="rect">
            <a:avLst/>
          </a:prstGeom>
          <a:solidFill>
            <a:srgbClr val="5BA3EB"/>
          </a:solidFill>
          <a:ln w="12700" cap="flat" cmpd="sng" algn="ctr">
            <a:solidFill>
              <a:srgbClr val="5BA3EB">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800" b="1"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rPr>
              <a:t>另一个</a:t>
            </a:r>
            <a:endParaRPr kumimoji="0" lang="en-US" altLang="zh-CN" sz="1800" b="1"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800" b="1"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rPr>
              <a:t>临时端口号</a:t>
            </a:r>
          </a:p>
        </p:txBody>
      </p:sp>
      <p:sp>
        <p:nvSpPr>
          <p:cNvPr id="39" name="矩形 38"/>
          <p:cNvSpPr/>
          <p:nvPr/>
        </p:nvSpPr>
        <p:spPr>
          <a:xfrm>
            <a:off x="6478012" y="5940179"/>
            <a:ext cx="1550125" cy="801189"/>
          </a:xfrm>
          <a:prstGeom prst="rect">
            <a:avLst/>
          </a:prstGeom>
          <a:solidFill>
            <a:srgbClr val="5BA3EB"/>
          </a:solidFill>
          <a:ln w="12700" cap="flat" cmpd="sng" algn="ctr">
            <a:solidFill>
              <a:srgbClr val="5BA3EB">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800" b="1"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rPr>
              <a:t>客户告知的</a:t>
            </a:r>
            <a:endParaRPr kumimoji="0" lang="en-US" altLang="zh-CN" sz="1800" b="1"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800" b="1"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rPr>
              <a:t>临时端口号</a:t>
            </a:r>
          </a:p>
        </p:txBody>
      </p:sp>
      <p:grpSp>
        <p:nvGrpSpPr>
          <p:cNvPr id="40" name="组合 39"/>
          <p:cNvGrpSpPr/>
          <p:nvPr/>
        </p:nvGrpSpPr>
        <p:grpSpPr>
          <a:xfrm>
            <a:off x="2752884" y="5788276"/>
            <a:ext cx="3658944" cy="888988"/>
            <a:chOff x="3872918" y="5418568"/>
            <a:chExt cx="3658944" cy="888988"/>
          </a:xfrm>
        </p:grpSpPr>
        <p:sp>
          <p:nvSpPr>
            <p:cNvPr id="41" name="箭头: 右 40"/>
            <p:cNvSpPr/>
            <p:nvPr/>
          </p:nvSpPr>
          <p:spPr>
            <a:xfrm rot="10800000" flipH="1">
              <a:off x="3872918" y="5615225"/>
              <a:ext cx="3658944" cy="692331"/>
            </a:xfrm>
            <a:prstGeom prst="rightArrow">
              <a:avLst/>
            </a:prstGeom>
            <a:solidFill>
              <a:srgbClr val="5BA3EB"/>
            </a:solidFill>
            <a:ln w="12700" cap="flat" cmpd="sng" algn="ctr">
              <a:solidFill>
                <a:srgbClr val="5BA3EB">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endParaRPr>
            </a:p>
          </p:txBody>
        </p:sp>
        <p:sp>
          <p:nvSpPr>
            <p:cNvPr id="42" name="文本框 41"/>
            <p:cNvSpPr txBox="1"/>
            <p:nvPr/>
          </p:nvSpPr>
          <p:spPr>
            <a:xfrm>
              <a:off x="4265474" y="5786399"/>
              <a:ext cx="2980570" cy="369332"/>
            </a:xfrm>
            <a:prstGeom prst="rect">
              <a:avLst/>
            </a:prstGeom>
            <a:noFill/>
            <a:ln w="12700" cap="flat" cmpd="sng" algn="ctr">
              <a:noFill/>
              <a:prstDash val="solid"/>
              <a:miter lim="800000"/>
            </a:ln>
            <a:effectLst/>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rPr>
                <a:t>FTP</a:t>
              </a:r>
              <a:r>
                <a:rPr kumimoji="0" lang="zh-CN" altLang="en-US" sz="1800" b="1"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rPr>
                <a:t>客户发起的</a:t>
              </a:r>
              <a:r>
                <a:rPr kumimoji="0" lang="en-US" altLang="zh-CN" sz="1800" b="1"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rPr>
                <a:t>TCP</a:t>
              </a:r>
              <a:r>
                <a:rPr kumimoji="0" lang="zh-CN" altLang="en-US" sz="1800" b="1"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rPr>
                <a:t>连接</a:t>
              </a:r>
            </a:p>
          </p:txBody>
        </p:sp>
        <p:sp>
          <p:nvSpPr>
            <p:cNvPr id="43" name="文本框 42"/>
            <p:cNvSpPr txBox="1"/>
            <p:nvPr/>
          </p:nvSpPr>
          <p:spPr>
            <a:xfrm>
              <a:off x="5225440" y="5418568"/>
              <a:ext cx="1018903" cy="369332"/>
            </a:xfrm>
            <a:prstGeom prst="rect">
              <a:avLst/>
            </a:prstGeom>
            <a:noFill/>
            <a:ln w="12700" cap="flat" cmpd="sng" algn="ctr">
              <a:noFill/>
              <a:prstDash val="solid"/>
              <a:miter lim="800000"/>
            </a:ln>
            <a:effectLst/>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❹</a:t>
              </a:r>
              <a:endParaRPr kumimoji="0" lang="zh-CN" altLang="en-US" sz="1800" b="1"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endParaRPr>
            </a:p>
          </p:txBody>
        </p:sp>
      </p:grpSp>
      <p:grpSp>
        <p:nvGrpSpPr>
          <p:cNvPr id="44" name="组合 43"/>
          <p:cNvGrpSpPr/>
          <p:nvPr/>
        </p:nvGrpSpPr>
        <p:grpSpPr>
          <a:xfrm>
            <a:off x="1136576" y="2932888"/>
            <a:ext cx="6891561" cy="2725484"/>
            <a:chOff x="1979986" y="2009932"/>
            <a:chExt cx="6891561" cy="2725484"/>
          </a:xfrm>
        </p:grpSpPr>
        <p:grpSp>
          <p:nvGrpSpPr>
            <p:cNvPr id="45" name="组合 44"/>
            <p:cNvGrpSpPr/>
            <p:nvPr/>
          </p:nvGrpSpPr>
          <p:grpSpPr>
            <a:xfrm>
              <a:off x="2341278" y="2077660"/>
              <a:ext cx="6403152" cy="1107629"/>
              <a:chOff x="2617902" y="2077660"/>
              <a:chExt cx="6403152" cy="1107629"/>
            </a:xfrm>
          </p:grpSpPr>
          <p:pic>
            <p:nvPicPr>
              <p:cNvPr id="56" name="图形 55"/>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830104" y="2446992"/>
                <a:ext cx="763324" cy="738297"/>
              </a:xfrm>
              <a:prstGeom prst="rect">
                <a:avLst/>
              </a:prstGeom>
            </p:spPr>
          </p:pic>
          <p:pic>
            <p:nvPicPr>
              <p:cNvPr id="57" name="图形 5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979943" y="2446992"/>
                <a:ext cx="644545" cy="738297"/>
              </a:xfrm>
              <a:prstGeom prst="rect">
                <a:avLst/>
              </a:prstGeom>
            </p:spPr>
          </p:pic>
          <p:sp>
            <p:nvSpPr>
              <p:cNvPr id="58" name="文本框 57"/>
              <p:cNvSpPr txBox="1"/>
              <p:nvPr/>
            </p:nvSpPr>
            <p:spPr>
              <a:xfrm>
                <a:off x="2617902" y="2077660"/>
                <a:ext cx="1188834" cy="369332"/>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rPr>
                  <a:t>FTP</a:t>
                </a:r>
                <a:r>
                  <a:rPr kumimoji="0" lang="zh-CN" altLang="en-US" sz="1800" b="1"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rPr>
                  <a:t>客户</a:t>
                </a:r>
              </a:p>
            </p:txBody>
          </p:sp>
          <p:sp>
            <p:nvSpPr>
              <p:cNvPr id="59" name="文本框 58"/>
              <p:cNvSpPr txBox="1"/>
              <p:nvPr/>
            </p:nvSpPr>
            <p:spPr>
              <a:xfrm>
                <a:off x="7598045" y="2077660"/>
                <a:ext cx="1423009" cy="369332"/>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rPr>
                  <a:t>FTP</a:t>
                </a:r>
                <a:r>
                  <a:rPr kumimoji="0" lang="zh-CN" altLang="en-US" sz="1800" b="1"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rPr>
                  <a:t>服务器</a:t>
                </a:r>
              </a:p>
            </p:txBody>
          </p:sp>
        </p:grpSp>
        <p:sp>
          <p:nvSpPr>
            <p:cNvPr id="46" name="矩形 45"/>
            <p:cNvSpPr/>
            <p:nvPr/>
          </p:nvSpPr>
          <p:spPr>
            <a:xfrm>
              <a:off x="1979986" y="3934227"/>
              <a:ext cx="1550125" cy="801189"/>
            </a:xfrm>
            <a:prstGeom prst="rect">
              <a:avLst/>
            </a:prstGeom>
            <a:solidFill>
              <a:srgbClr val="FFC000"/>
            </a:solidFill>
            <a:ln w="12700" cap="flat" cmpd="sng" algn="ctr">
              <a:solidFill>
                <a:srgbClr val="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800" b="1"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随机选择的</a:t>
              </a:r>
              <a:endParaRPr kumimoji="0" lang="en-US" altLang="zh-CN" sz="1800" b="1"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800" b="1"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临时端口号</a:t>
              </a:r>
            </a:p>
          </p:txBody>
        </p:sp>
        <p:sp>
          <p:nvSpPr>
            <p:cNvPr id="47" name="矩形 46"/>
            <p:cNvSpPr/>
            <p:nvPr/>
          </p:nvSpPr>
          <p:spPr>
            <a:xfrm>
              <a:off x="7321422" y="3934227"/>
              <a:ext cx="1550125" cy="801189"/>
            </a:xfrm>
            <a:prstGeom prst="rect">
              <a:avLst/>
            </a:prstGeom>
            <a:solidFill>
              <a:srgbClr val="FFC000"/>
            </a:solidFill>
            <a:ln w="12700" cap="flat" cmpd="sng" algn="ctr">
              <a:solidFill>
                <a:srgbClr val="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800" b="1"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熟知端口号</a:t>
              </a:r>
              <a:endParaRPr kumimoji="0" lang="en-US" altLang="zh-CN" sz="1800" b="1"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21</a:t>
              </a:r>
              <a:endParaRPr kumimoji="0" lang="zh-CN" altLang="en-US" sz="1800" b="1"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endParaRPr>
            </a:p>
          </p:txBody>
        </p:sp>
        <p:grpSp>
          <p:nvGrpSpPr>
            <p:cNvPr id="48" name="组合 47"/>
            <p:cNvGrpSpPr/>
            <p:nvPr/>
          </p:nvGrpSpPr>
          <p:grpSpPr>
            <a:xfrm>
              <a:off x="3596294" y="3805454"/>
              <a:ext cx="3658944" cy="897910"/>
              <a:chOff x="3872918" y="4066710"/>
              <a:chExt cx="3658944" cy="897910"/>
            </a:xfrm>
          </p:grpSpPr>
          <p:sp>
            <p:nvSpPr>
              <p:cNvPr id="54" name="箭头: 右 53"/>
              <p:cNvSpPr/>
              <p:nvPr/>
            </p:nvSpPr>
            <p:spPr>
              <a:xfrm>
                <a:off x="3872918" y="4272289"/>
                <a:ext cx="3658944" cy="692331"/>
              </a:xfrm>
              <a:prstGeom prst="rightArrow">
                <a:avLst/>
              </a:prstGeom>
              <a:solidFill>
                <a:srgbClr val="FFC000"/>
              </a:solidFill>
              <a:ln w="12700" cap="flat" cmpd="sng" algn="ctr">
                <a:solidFill>
                  <a:srgbClr val="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FTP</a:t>
                </a:r>
                <a:r>
                  <a:rPr kumimoji="0" lang="zh-CN" altLang="en-US" sz="1800" b="1"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客户发起的</a:t>
                </a:r>
                <a:r>
                  <a:rPr kumimoji="0" lang="en-US" altLang="zh-CN" sz="1800" b="1"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TCP</a:t>
                </a:r>
                <a:r>
                  <a:rPr kumimoji="0" lang="zh-CN" altLang="en-US" sz="1800" b="1"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连接</a:t>
                </a:r>
              </a:p>
            </p:txBody>
          </p:sp>
          <p:sp>
            <p:nvSpPr>
              <p:cNvPr id="55" name="文本框 54"/>
              <p:cNvSpPr txBox="1"/>
              <p:nvPr/>
            </p:nvSpPr>
            <p:spPr>
              <a:xfrm>
                <a:off x="5225440" y="4066710"/>
                <a:ext cx="1018903" cy="369332"/>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rPr>
                  <a:t>❶</a:t>
                </a:r>
                <a:endParaRPr kumimoji="0" lang="zh-CN" altLang="en-US" sz="1800" b="1"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endParaRPr>
              </a:p>
            </p:txBody>
          </p:sp>
        </p:grpSp>
        <p:grpSp>
          <p:nvGrpSpPr>
            <p:cNvPr id="49" name="组合 48"/>
            <p:cNvGrpSpPr/>
            <p:nvPr/>
          </p:nvGrpSpPr>
          <p:grpSpPr>
            <a:xfrm>
              <a:off x="3694980" y="2009932"/>
              <a:ext cx="3526575" cy="806208"/>
              <a:chOff x="3971604" y="2009932"/>
              <a:chExt cx="3526575" cy="806208"/>
            </a:xfrm>
          </p:grpSpPr>
          <p:grpSp>
            <p:nvGrpSpPr>
              <p:cNvPr id="50" name="组合 49"/>
              <p:cNvGrpSpPr/>
              <p:nvPr/>
            </p:nvGrpSpPr>
            <p:grpSpPr>
              <a:xfrm>
                <a:off x="3971604" y="2378780"/>
                <a:ext cx="3526575" cy="437360"/>
                <a:chOff x="3505600" y="2668210"/>
                <a:chExt cx="3526575" cy="437360"/>
              </a:xfrm>
            </p:grpSpPr>
            <p:sp>
              <p:nvSpPr>
                <p:cNvPr id="52" name="圆柱体 51"/>
                <p:cNvSpPr/>
                <p:nvPr/>
              </p:nvSpPr>
              <p:spPr>
                <a:xfrm rot="16200000">
                  <a:off x="5050208" y="1123602"/>
                  <a:ext cx="437360" cy="3526575"/>
                </a:xfrm>
                <a:prstGeom prst="can">
                  <a:avLst/>
                </a:prstGeom>
                <a:solidFill>
                  <a:srgbClr val="FFC000"/>
                </a:solidFill>
                <a:ln w="12700" cap="flat" cmpd="sng" algn="ctr">
                  <a:solidFill>
                    <a:srgbClr val="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53" name="文本框 52"/>
                <p:cNvSpPr txBox="1"/>
                <p:nvPr/>
              </p:nvSpPr>
              <p:spPr>
                <a:xfrm>
                  <a:off x="3722128" y="2702223"/>
                  <a:ext cx="3180855" cy="369332"/>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800" b="1"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rPr>
                    <a:t>用于传送控制命令的</a:t>
                  </a:r>
                  <a:r>
                    <a:rPr kumimoji="0" lang="en-US" altLang="zh-CN" sz="1800" b="1"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rPr>
                    <a:t>TCP</a:t>
                  </a:r>
                  <a:r>
                    <a:rPr kumimoji="0" lang="zh-CN" altLang="en-US" sz="1800" b="1"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rPr>
                    <a:t>连接</a:t>
                  </a:r>
                </a:p>
              </p:txBody>
            </p:sp>
          </p:grpSp>
          <p:sp>
            <p:nvSpPr>
              <p:cNvPr id="51" name="文本框 50"/>
              <p:cNvSpPr txBox="1"/>
              <p:nvPr/>
            </p:nvSpPr>
            <p:spPr>
              <a:xfrm>
                <a:off x="5225440" y="2009932"/>
                <a:ext cx="1018903" cy="369332"/>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rPr>
                  <a:t>❷</a:t>
                </a:r>
                <a:endParaRPr kumimoji="0" lang="zh-CN" altLang="en-US" sz="1800" b="1"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endParaRPr>
              </a:p>
            </p:txBody>
          </p:sp>
        </p:grpSp>
      </p:grpSp>
      <p:grpSp>
        <p:nvGrpSpPr>
          <p:cNvPr id="60" name="组合 59"/>
          <p:cNvGrpSpPr/>
          <p:nvPr/>
        </p:nvGrpSpPr>
        <p:grpSpPr>
          <a:xfrm>
            <a:off x="2959441" y="1785675"/>
            <a:ext cx="4122120" cy="1182438"/>
            <a:chOff x="4079475" y="862719"/>
            <a:chExt cx="4122120" cy="1182438"/>
          </a:xfrm>
        </p:grpSpPr>
        <p:sp>
          <p:nvSpPr>
            <p:cNvPr id="61" name="对话气泡: 圆角矩形 60"/>
            <p:cNvSpPr/>
            <p:nvPr/>
          </p:nvSpPr>
          <p:spPr>
            <a:xfrm>
              <a:off x="4079475" y="862719"/>
              <a:ext cx="3398168" cy="1182438"/>
            </a:xfrm>
            <a:prstGeom prst="wedgeRoundRectCallout">
              <a:avLst>
                <a:gd name="adj1" fmla="val -24360"/>
                <a:gd name="adj2" fmla="val 70824"/>
                <a:gd name="adj3" fmla="val 16667"/>
              </a:avLst>
            </a:prstGeom>
            <a:solidFill>
              <a:srgbClr val="F84D4D"/>
            </a:solidFill>
            <a:ln w="12700" cap="flat" cmpd="sng" algn="ctr">
              <a:solidFill>
                <a:srgbClr val="F84D4D">
                  <a:shade val="50000"/>
                </a:srgb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800" b="1"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rPr>
                <a:t>有数据传送时，</a:t>
              </a:r>
              <a:r>
                <a:rPr kumimoji="0" lang="en-US" altLang="zh-CN" sz="1800" b="1"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rPr>
                <a:t>FTP</a:t>
              </a:r>
              <a:r>
                <a:rPr kumimoji="0" lang="zh-CN" altLang="en-US" sz="1800" b="1"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rPr>
                <a:t>客户通过命令通道告知</a:t>
              </a:r>
              <a:r>
                <a:rPr kumimoji="0" lang="en-US" altLang="zh-CN" sz="1800" b="1"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rPr>
                <a:t>FTP</a:t>
              </a:r>
              <a:r>
                <a:rPr kumimoji="0" lang="zh-CN" altLang="en-US" sz="1800" b="1" i="0" u="none" strike="noStrike" kern="0" cap="none" spc="0" normalizeH="0" baseline="0" noProof="0" dirty="0">
                  <a:ln>
                    <a:noFill/>
                  </a:ln>
                  <a:effectLst/>
                  <a:highlight>
                    <a:srgbClr val="FFFF00"/>
                  </a:highlight>
                  <a:uLnTx/>
                  <a:uFillTx/>
                  <a:latin typeface="微软雅黑" panose="020B0503020204020204" charset="-122"/>
                  <a:ea typeface="微软雅黑" panose="020B0503020204020204" charset="-122"/>
                  <a:cs typeface="+mn-cs"/>
                </a:rPr>
                <a:t>服务器</a:t>
              </a:r>
              <a:r>
                <a:rPr kumimoji="0" lang="zh-CN" altLang="en-US" sz="1800" b="1"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rPr>
                <a:t>开启某个临时端口</a:t>
              </a:r>
              <a:r>
                <a:rPr kumimoji="0" lang="zh-CN" altLang="en-US" sz="1800" b="1" i="0" u="none" strike="noStrike" kern="0" cap="none" spc="0" normalizeH="0" baseline="0" noProof="0" dirty="0">
                  <a:ln>
                    <a:noFill/>
                  </a:ln>
                  <a:solidFill>
                    <a:srgbClr val="000000"/>
                  </a:solidFill>
                  <a:effectLst/>
                  <a:highlight>
                    <a:srgbClr val="FFFF00"/>
                  </a:highlight>
                  <a:uLnTx/>
                  <a:uFillTx/>
                  <a:latin typeface="微软雅黑" panose="020B0503020204020204" charset="-122"/>
                  <a:ea typeface="微软雅黑" panose="020B0503020204020204" charset="-122"/>
                  <a:cs typeface="+mn-cs"/>
                </a:rPr>
                <a:t>被动等待</a:t>
              </a:r>
              <a:r>
                <a:rPr kumimoji="0" lang="en-US" altLang="zh-CN" sz="1800" b="1"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rPr>
                <a:t>TCP</a:t>
              </a:r>
              <a:r>
                <a:rPr kumimoji="0" lang="zh-CN" altLang="en-US" sz="1800" b="1"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rPr>
                <a:t>连接，以建立数据通道。</a:t>
              </a:r>
            </a:p>
          </p:txBody>
        </p:sp>
        <p:sp>
          <p:nvSpPr>
            <p:cNvPr id="62" name="文本框 61"/>
            <p:cNvSpPr txBox="1"/>
            <p:nvPr/>
          </p:nvSpPr>
          <p:spPr>
            <a:xfrm>
              <a:off x="7182692" y="927380"/>
              <a:ext cx="1018903" cy="369332"/>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rPr>
                <a:t>❸</a:t>
              </a:r>
              <a:endParaRPr kumimoji="0" lang="zh-CN" altLang="en-US" sz="1800" b="1"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endParaRPr>
            </a:p>
          </p:txBody>
        </p:sp>
      </p:grpSp>
      <p:grpSp>
        <p:nvGrpSpPr>
          <p:cNvPr id="63" name="组合 62"/>
          <p:cNvGrpSpPr/>
          <p:nvPr/>
        </p:nvGrpSpPr>
        <p:grpSpPr>
          <a:xfrm>
            <a:off x="2851570" y="3830758"/>
            <a:ext cx="3526575" cy="807967"/>
            <a:chOff x="3971604" y="2907802"/>
            <a:chExt cx="3526575" cy="807967"/>
          </a:xfrm>
        </p:grpSpPr>
        <p:grpSp>
          <p:nvGrpSpPr>
            <p:cNvPr id="64" name="组合 63"/>
            <p:cNvGrpSpPr/>
            <p:nvPr/>
          </p:nvGrpSpPr>
          <p:grpSpPr>
            <a:xfrm>
              <a:off x="3971604" y="2907802"/>
              <a:ext cx="3526575" cy="437360"/>
              <a:chOff x="3971508" y="1366279"/>
              <a:chExt cx="3526575" cy="437360"/>
            </a:xfrm>
          </p:grpSpPr>
          <p:sp>
            <p:nvSpPr>
              <p:cNvPr id="66" name="圆柱体 65"/>
              <p:cNvSpPr/>
              <p:nvPr/>
            </p:nvSpPr>
            <p:spPr>
              <a:xfrm rot="16200000">
                <a:off x="5516116" y="-178329"/>
                <a:ext cx="437360" cy="3526575"/>
              </a:xfrm>
              <a:prstGeom prst="can">
                <a:avLst/>
              </a:prstGeom>
              <a:solidFill>
                <a:srgbClr val="5BA3EB"/>
              </a:solidFill>
              <a:ln w="12700" cap="flat" cmpd="sng" algn="ctr">
                <a:solidFill>
                  <a:srgbClr val="5BA3EB">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67" name="文本框 66"/>
              <p:cNvSpPr txBox="1"/>
              <p:nvPr/>
            </p:nvSpPr>
            <p:spPr>
              <a:xfrm>
                <a:off x="4286996" y="1413394"/>
                <a:ext cx="2895600" cy="369332"/>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800" b="1"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rPr>
                  <a:t>用于传送数据的</a:t>
                </a:r>
                <a:r>
                  <a:rPr kumimoji="0" lang="en-US" altLang="zh-CN" sz="1800" b="1"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rPr>
                  <a:t>TCP</a:t>
                </a:r>
                <a:r>
                  <a:rPr kumimoji="0" lang="zh-CN" altLang="en-US" sz="1800" b="1"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rPr>
                  <a:t>连接</a:t>
                </a:r>
              </a:p>
            </p:txBody>
          </p:sp>
        </p:grpSp>
        <p:sp>
          <p:nvSpPr>
            <p:cNvPr id="65" name="文本框 64"/>
            <p:cNvSpPr txBox="1"/>
            <p:nvPr/>
          </p:nvSpPr>
          <p:spPr>
            <a:xfrm>
              <a:off x="5225440" y="3346437"/>
              <a:ext cx="1018903" cy="369332"/>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rPr>
                <a:t>❺</a:t>
              </a:r>
              <a:endParaRPr kumimoji="0" lang="zh-CN" altLang="en-US" sz="1800" b="1"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fade">
                                      <p:cBhvr>
                                        <p:cTn id="7" dur="1000"/>
                                        <p:tgtEl>
                                          <p:spTgt spid="44"/>
                                        </p:tgtEl>
                                      </p:cBhvr>
                                    </p:animEffect>
                                    <p:anim calcmode="lin" valueType="num">
                                      <p:cBhvr>
                                        <p:cTn id="8" dur="1000" fill="hold"/>
                                        <p:tgtEl>
                                          <p:spTgt spid="44"/>
                                        </p:tgtEl>
                                        <p:attrNameLst>
                                          <p:attrName>ppt_x</p:attrName>
                                        </p:attrNameLst>
                                      </p:cBhvr>
                                      <p:tavLst>
                                        <p:tav tm="0">
                                          <p:val>
                                            <p:strVal val="#ppt_x"/>
                                          </p:val>
                                        </p:tav>
                                        <p:tav tm="100000">
                                          <p:val>
                                            <p:strVal val="#ppt_x"/>
                                          </p:val>
                                        </p:tav>
                                      </p:tavLst>
                                    </p:anim>
                                    <p:anim calcmode="lin" valueType="num">
                                      <p:cBhvr>
                                        <p:cTn id="9" dur="1000" fill="hold"/>
                                        <p:tgtEl>
                                          <p:spTgt spid="4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3" presetClass="entr" presetSubtype="16" fill="hold" nodeType="clickEffect">
                                  <p:stCondLst>
                                    <p:cond delay="0"/>
                                  </p:stCondLst>
                                  <p:childTnLst>
                                    <p:set>
                                      <p:cBhvr>
                                        <p:cTn id="13" dur="1" fill="hold">
                                          <p:stCondLst>
                                            <p:cond delay="0"/>
                                          </p:stCondLst>
                                        </p:cTn>
                                        <p:tgtEl>
                                          <p:spTgt spid="60"/>
                                        </p:tgtEl>
                                        <p:attrNameLst>
                                          <p:attrName>style.visibility</p:attrName>
                                        </p:attrNameLst>
                                      </p:cBhvr>
                                      <p:to>
                                        <p:strVal val="visible"/>
                                      </p:to>
                                    </p:set>
                                    <p:anim calcmode="lin" valueType="num">
                                      <p:cBhvr>
                                        <p:cTn id="14" dur="500" fill="hold"/>
                                        <p:tgtEl>
                                          <p:spTgt spid="60"/>
                                        </p:tgtEl>
                                        <p:attrNameLst>
                                          <p:attrName>ppt_w</p:attrName>
                                        </p:attrNameLst>
                                      </p:cBhvr>
                                      <p:tavLst>
                                        <p:tav tm="0">
                                          <p:val>
                                            <p:fltVal val="0"/>
                                          </p:val>
                                        </p:tav>
                                        <p:tav tm="100000">
                                          <p:val>
                                            <p:strVal val="#ppt_w"/>
                                          </p:val>
                                        </p:tav>
                                      </p:tavLst>
                                    </p:anim>
                                    <p:anim calcmode="lin" valueType="num">
                                      <p:cBhvr>
                                        <p:cTn id="15" dur="500" fill="hold"/>
                                        <p:tgtEl>
                                          <p:spTgt spid="60"/>
                                        </p:tgtEl>
                                        <p:attrNameLst>
                                          <p:attrName>ppt_h</p:attrName>
                                        </p:attrNameLst>
                                      </p:cBhvr>
                                      <p:tavLst>
                                        <p:tav tm="0">
                                          <p:val>
                                            <p:fltVal val="0"/>
                                          </p:val>
                                        </p:tav>
                                        <p:tav tm="100000">
                                          <p:val>
                                            <p:strVal val="#ppt_h"/>
                                          </p:val>
                                        </p:tav>
                                      </p:tavLst>
                                    </p:anim>
                                  </p:childTnLst>
                                </p:cTn>
                              </p:par>
                            </p:childTnLst>
                          </p:cTn>
                        </p:par>
                      </p:childTnLst>
                    </p:cTn>
                  </p:par>
                  <p:par>
                    <p:cTn id="16" fill="hold">
                      <p:stCondLst>
                        <p:cond delay="indefinite"/>
                      </p:stCondLst>
                      <p:childTnLst>
                        <p:par>
                          <p:cTn id="17" fill="hold">
                            <p:stCondLst>
                              <p:cond delay="0"/>
                            </p:stCondLst>
                            <p:childTnLst>
                              <p:par>
                                <p:cTn id="18" presetID="47" presetClass="entr" presetSubtype="0" fill="hold" grpId="0" nodeType="clickEffect">
                                  <p:stCondLst>
                                    <p:cond delay="0"/>
                                  </p:stCondLst>
                                  <p:childTnLst>
                                    <p:set>
                                      <p:cBhvr>
                                        <p:cTn id="19" dur="1" fill="hold">
                                          <p:stCondLst>
                                            <p:cond delay="0"/>
                                          </p:stCondLst>
                                        </p:cTn>
                                        <p:tgtEl>
                                          <p:spTgt spid="38"/>
                                        </p:tgtEl>
                                        <p:attrNameLst>
                                          <p:attrName>style.visibility</p:attrName>
                                        </p:attrNameLst>
                                      </p:cBhvr>
                                      <p:to>
                                        <p:strVal val="visible"/>
                                      </p:to>
                                    </p:set>
                                    <p:animEffect transition="in" filter="fade">
                                      <p:cBhvr>
                                        <p:cTn id="20" dur="1000"/>
                                        <p:tgtEl>
                                          <p:spTgt spid="38"/>
                                        </p:tgtEl>
                                      </p:cBhvr>
                                    </p:animEffect>
                                    <p:anim calcmode="lin" valueType="num">
                                      <p:cBhvr>
                                        <p:cTn id="21" dur="1000" fill="hold"/>
                                        <p:tgtEl>
                                          <p:spTgt spid="38"/>
                                        </p:tgtEl>
                                        <p:attrNameLst>
                                          <p:attrName>ppt_x</p:attrName>
                                        </p:attrNameLst>
                                      </p:cBhvr>
                                      <p:tavLst>
                                        <p:tav tm="0">
                                          <p:val>
                                            <p:strVal val="#ppt_x"/>
                                          </p:val>
                                        </p:tav>
                                        <p:tav tm="100000">
                                          <p:val>
                                            <p:strVal val="#ppt_x"/>
                                          </p:val>
                                        </p:tav>
                                      </p:tavLst>
                                    </p:anim>
                                    <p:anim calcmode="lin" valueType="num">
                                      <p:cBhvr>
                                        <p:cTn id="22" dur="1000" fill="hold"/>
                                        <p:tgtEl>
                                          <p:spTgt spid="38"/>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7" presetClass="entr" presetSubtype="0" fill="hold" grpId="0" nodeType="clickEffect">
                                  <p:stCondLst>
                                    <p:cond delay="0"/>
                                  </p:stCondLst>
                                  <p:childTnLst>
                                    <p:set>
                                      <p:cBhvr>
                                        <p:cTn id="26" dur="1" fill="hold">
                                          <p:stCondLst>
                                            <p:cond delay="0"/>
                                          </p:stCondLst>
                                        </p:cTn>
                                        <p:tgtEl>
                                          <p:spTgt spid="39"/>
                                        </p:tgtEl>
                                        <p:attrNameLst>
                                          <p:attrName>style.visibility</p:attrName>
                                        </p:attrNameLst>
                                      </p:cBhvr>
                                      <p:to>
                                        <p:strVal val="visible"/>
                                      </p:to>
                                    </p:set>
                                    <p:animEffect transition="in" filter="fade">
                                      <p:cBhvr>
                                        <p:cTn id="27" dur="1000"/>
                                        <p:tgtEl>
                                          <p:spTgt spid="39"/>
                                        </p:tgtEl>
                                      </p:cBhvr>
                                    </p:animEffect>
                                    <p:anim calcmode="lin" valueType="num">
                                      <p:cBhvr>
                                        <p:cTn id="28" dur="1000" fill="hold"/>
                                        <p:tgtEl>
                                          <p:spTgt spid="39"/>
                                        </p:tgtEl>
                                        <p:attrNameLst>
                                          <p:attrName>ppt_x</p:attrName>
                                        </p:attrNameLst>
                                      </p:cBhvr>
                                      <p:tavLst>
                                        <p:tav tm="0">
                                          <p:val>
                                            <p:strVal val="#ppt_x"/>
                                          </p:val>
                                        </p:tav>
                                        <p:tav tm="100000">
                                          <p:val>
                                            <p:strVal val="#ppt_x"/>
                                          </p:val>
                                        </p:tav>
                                      </p:tavLst>
                                    </p:anim>
                                    <p:anim calcmode="lin" valueType="num">
                                      <p:cBhvr>
                                        <p:cTn id="29" dur="1000" fill="hold"/>
                                        <p:tgtEl>
                                          <p:spTgt spid="39"/>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nodeType="clickEffect">
                                  <p:stCondLst>
                                    <p:cond delay="0"/>
                                  </p:stCondLst>
                                  <p:childTnLst>
                                    <p:set>
                                      <p:cBhvr>
                                        <p:cTn id="33" dur="1" fill="hold">
                                          <p:stCondLst>
                                            <p:cond delay="0"/>
                                          </p:stCondLst>
                                        </p:cTn>
                                        <p:tgtEl>
                                          <p:spTgt spid="40"/>
                                        </p:tgtEl>
                                        <p:attrNameLst>
                                          <p:attrName>style.visibility</p:attrName>
                                        </p:attrNameLst>
                                      </p:cBhvr>
                                      <p:to>
                                        <p:strVal val="visible"/>
                                      </p:to>
                                    </p:set>
                                    <p:animEffect transition="in" filter="wipe(left)">
                                      <p:cBhvr>
                                        <p:cTn id="34" dur="500"/>
                                        <p:tgtEl>
                                          <p:spTgt spid="40"/>
                                        </p:tgtEl>
                                      </p:cBhvr>
                                    </p:animEffect>
                                  </p:childTnLst>
                                </p:cTn>
                              </p:par>
                            </p:childTnLst>
                          </p:cTn>
                        </p:par>
                      </p:childTnLst>
                    </p:cTn>
                  </p:par>
                  <p:par>
                    <p:cTn id="35" fill="hold">
                      <p:stCondLst>
                        <p:cond delay="indefinite"/>
                      </p:stCondLst>
                      <p:childTnLst>
                        <p:par>
                          <p:cTn id="36" fill="hold">
                            <p:stCondLst>
                              <p:cond delay="0"/>
                            </p:stCondLst>
                            <p:childTnLst>
                              <p:par>
                                <p:cTn id="37" presetID="53" presetClass="entr" presetSubtype="16" fill="hold" nodeType="clickEffect">
                                  <p:stCondLst>
                                    <p:cond delay="0"/>
                                  </p:stCondLst>
                                  <p:childTnLst>
                                    <p:set>
                                      <p:cBhvr>
                                        <p:cTn id="38" dur="1" fill="hold">
                                          <p:stCondLst>
                                            <p:cond delay="0"/>
                                          </p:stCondLst>
                                        </p:cTn>
                                        <p:tgtEl>
                                          <p:spTgt spid="63"/>
                                        </p:tgtEl>
                                        <p:attrNameLst>
                                          <p:attrName>style.visibility</p:attrName>
                                        </p:attrNameLst>
                                      </p:cBhvr>
                                      <p:to>
                                        <p:strVal val="visible"/>
                                      </p:to>
                                    </p:set>
                                    <p:anim calcmode="lin" valueType="num">
                                      <p:cBhvr>
                                        <p:cTn id="39" dur="500" fill="hold"/>
                                        <p:tgtEl>
                                          <p:spTgt spid="63"/>
                                        </p:tgtEl>
                                        <p:attrNameLst>
                                          <p:attrName>ppt_w</p:attrName>
                                        </p:attrNameLst>
                                      </p:cBhvr>
                                      <p:tavLst>
                                        <p:tav tm="0">
                                          <p:val>
                                            <p:fltVal val="0"/>
                                          </p:val>
                                        </p:tav>
                                        <p:tav tm="100000">
                                          <p:val>
                                            <p:strVal val="#ppt_w"/>
                                          </p:val>
                                        </p:tav>
                                      </p:tavLst>
                                    </p:anim>
                                    <p:anim calcmode="lin" valueType="num">
                                      <p:cBhvr>
                                        <p:cTn id="40" dur="500" fill="hold"/>
                                        <p:tgtEl>
                                          <p:spTgt spid="63"/>
                                        </p:tgtEl>
                                        <p:attrNameLst>
                                          <p:attrName>ppt_h</p:attrName>
                                        </p:attrNameLst>
                                      </p:cBhvr>
                                      <p:tavLst>
                                        <p:tav tm="0">
                                          <p:val>
                                            <p:fltVal val="0"/>
                                          </p:val>
                                        </p:tav>
                                        <p:tav tm="100000">
                                          <p:val>
                                            <p:strVal val="#ppt_h"/>
                                          </p:val>
                                        </p:tav>
                                      </p:tavLst>
                                    </p:anim>
                                    <p:animEffect transition="in" filter="fade">
                                      <p:cBhvr>
                                        <p:cTn id="41" dur="5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P spid="39" grpId="0" animBg="1"/>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标题 1"/>
          <p:cNvSpPr>
            <a:spLocks noGrp="1"/>
          </p:cNvSpPr>
          <p:nvPr>
            <p:ph type="title"/>
          </p:nvPr>
        </p:nvSpPr>
        <p:spPr/>
        <p:txBody>
          <a:bodyPr/>
          <a:lstStyle/>
          <a:p>
            <a:pPr eaLnBrk="1" hangingPunct="1"/>
            <a:r>
              <a:rPr lang="en-US" altLang="zh-CN" dirty="0">
                <a:ea typeface="黑体" panose="02010609060101010101" pitchFamily="2" charset="-122"/>
              </a:rPr>
              <a:t>6.3  </a:t>
            </a:r>
            <a:r>
              <a:rPr lang="zh-CN" altLang="en-US" dirty="0">
                <a:ea typeface="黑体" panose="02010609060101010101" pitchFamily="2" charset="-122"/>
              </a:rPr>
              <a:t>远程终端</a:t>
            </a:r>
            <a:r>
              <a:rPr lang="en-US" altLang="zh-CN" dirty="0">
                <a:ea typeface="黑体" panose="02010609060101010101" pitchFamily="2" charset="-122"/>
              </a:rPr>
              <a:t>TELNET</a:t>
            </a:r>
            <a:endParaRPr lang="zh-CN" altLang="en-US" dirty="0">
              <a:ea typeface="黑体" panose="02010609060101010101" pitchFamily="2" charset="-122"/>
            </a:endParaRPr>
          </a:p>
        </p:txBody>
      </p:sp>
      <p:sp>
        <p:nvSpPr>
          <p:cNvPr id="5" name="Rectangle 3"/>
          <p:cNvSpPr>
            <a:spLocks noGrp="1" noChangeArrowheads="1"/>
          </p:cNvSpPr>
          <p:nvPr>
            <p:ph idx="1"/>
          </p:nvPr>
        </p:nvSpPr>
        <p:spPr>
          <a:xfrm>
            <a:off x="496800" y="1195200"/>
            <a:ext cx="9064800" cy="4935600"/>
          </a:xfrm>
        </p:spPr>
        <p:txBody>
          <a:bodyPr/>
          <a:lstStyle/>
          <a:p>
            <a:pPr marL="316230" indent="-316230" algn="just" eaLnBrk="1" hangingPunct="1">
              <a:spcBef>
                <a:spcPts val="555"/>
              </a:spcBef>
              <a:defRPr/>
            </a:pPr>
            <a:r>
              <a:rPr lang="en-US" altLang="zh-CN" sz="2800" dirty="0">
                <a:solidFill>
                  <a:srgbClr val="FF0000"/>
                </a:solidFill>
                <a:highlight>
                  <a:srgbClr val="FFFF00"/>
                </a:highlight>
              </a:rPr>
              <a:t>TELNET</a:t>
            </a:r>
            <a:r>
              <a:rPr lang="zh-CN" altLang="en-US" sz="2800" dirty="0"/>
              <a:t>是一个简单的</a:t>
            </a:r>
            <a:r>
              <a:rPr lang="zh-CN" altLang="en-US" sz="2800" dirty="0">
                <a:solidFill>
                  <a:srgbClr val="FF0000"/>
                </a:solidFill>
                <a:highlight>
                  <a:srgbClr val="FFFF00"/>
                </a:highlight>
              </a:rPr>
              <a:t>远程终端协议</a:t>
            </a:r>
            <a:r>
              <a:rPr lang="zh-CN" altLang="en-US" sz="2800" dirty="0"/>
              <a:t>。用户通过</a:t>
            </a:r>
            <a:r>
              <a:rPr lang="en-US" altLang="zh-CN" sz="2800" dirty="0"/>
              <a:t>TELNET</a:t>
            </a:r>
            <a:r>
              <a:rPr lang="zh-CN" altLang="en-US" sz="2800" dirty="0"/>
              <a:t>可以在所在地通过</a:t>
            </a:r>
            <a:r>
              <a:rPr lang="en-US" altLang="zh-CN" sz="2800" dirty="0">
                <a:solidFill>
                  <a:srgbClr val="FF0000"/>
                </a:solidFill>
              </a:rPr>
              <a:t>TCP</a:t>
            </a:r>
            <a:r>
              <a:rPr lang="zh-CN" altLang="en-US" sz="2800" dirty="0">
                <a:solidFill>
                  <a:srgbClr val="FF0000"/>
                </a:solidFill>
              </a:rPr>
              <a:t>连接</a:t>
            </a:r>
            <a:r>
              <a:rPr lang="zh-CN" altLang="en-US" sz="2800" dirty="0"/>
              <a:t>（</a:t>
            </a:r>
            <a:r>
              <a:rPr lang="zh-CN" altLang="en-US" sz="2800" dirty="0">
                <a:solidFill>
                  <a:srgbClr val="FF0000"/>
                </a:solidFill>
              </a:rPr>
              <a:t>登录</a:t>
            </a:r>
            <a:r>
              <a:rPr lang="zh-CN" altLang="en-US" sz="2800" dirty="0"/>
              <a:t>）到</a:t>
            </a:r>
            <a:r>
              <a:rPr lang="zh-CN" altLang="en-US" sz="2800" dirty="0">
                <a:solidFill>
                  <a:srgbClr val="FF0000"/>
                </a:solidFill>
              </a:rPr>
              <a:t>远地的</a:t>
            </a:r>
            <a:r>
              <a:rPr lang="zh-CN" altLang="en-US" sz="2800" dirty="0"/>
              <a:t>另一台</a:t>
            </a:r>
            <a:r>
              <a:rPr lang="zh-CN" altLang="en-US" sz="2800" dirty="0">
                <a:solidFill>
                  <a:srgbClr val="FF0000"/>
                </a:solidFill>
              </a:rPr>
              <a:t>主机</a:t>
            </a:r>
            <a:r>
              <a:rPr lang="zh-CN" altLang="en-US" sz="2800" dirty="0"/>
              <a:t>上。</a:t>
            </a:r>
            <a:endParaRPr lang="en-US" altLang="zh-CN" sz="2800" dirty="0"/>
          </a:p>
          <a:p>
            <a:pPr marL="316230" indent="-316230" algn="just" eaLnBrk="1" hangingPunct="1">
              <a:spcBef>
                <a:spcPts val="555"/>
              </a:spcBef>
              <a:defRPr/>
            </a:pPr>
            <a:r>
              <a:rPr lang="en-US" altLang="zh-CN" sz="2800" dirty="0"/>
              <a:t>TELNET</a:t>
            </a:r>
            <a:r>
              <a:rPr lang="zh-CN" altLang="en-US" sz="2800" dirty="0"/>
              <a:t>能将</a:t>
            </a:r>
            <a:r>
              <a:rPr lang="zh-CN" altLang="en-US" sz="2800" dirty="0">
                <a:solidFill>
                  <a:srgbClr val="FF0000"/>
                </a:solidFill>
              </a:rPr>
              <a:t>用户的击键</a:t>
            </a:r>
            <a:r>
              <a:rPr lang="zh-CN" altLang="en-US" sz="2800" dirty="0"/>
              <a:t>传送到</a:t>
            </a:r>
            <a:r>
              <a:rPr lang="zh-CN" altLang="en-US" sz="2800" dirty="0">
                <a:solidFill>
                  <a:srgbClr val="FF0000"/>
                </a:solidFill>
                <a:highlight>
                  <a:srgbClr val="FFFF00"/>
                </a:highlight>
              </a:rPr>
              <a:t>远地主机</a:t>
            </a:r>
            <a:r>
              <a:rPr lang="zh-CN" altLang="en-US" sz="2800" dirty="0"/>
              <a:t>，同时也能通过</a:t>
            </a:r>
            <a:r>
              <a:rPr lang="en-US" altLang="zh-CN" sz="2800" dirty="0"/>
              <a:t>TCP</a:t>
            </a:r>
            <a:r>
              <a:rPr lang="zh-CN" altLang="en-US" sz="2800" dirty="0"/>
              <a:t>将</a:t>
            </a:r>
            <a:r>
              <a:rPr lang="zh-CN" altLang="en-US" sz="2800" dirty="0">
                <a:solidFill>
                  <a:srgbClr val="FF0000"/>
                </a:solidFill>
              </a:rPr>
              <a:t>远地</a:t>
            </a:r>
            <a:r>
              <a:rPr lang="zh-CN" altLang="en-US" sz="2800" dirty="0">
                <a:solidFill>
                  <a:srgbClr val="FF0000"/>
                </a:solidFill>
                <a:highlight>
                  <a:srgbClr val="FFFF00"/>
                </a:highlight>
              </a:rPr>
              <a:t>主机的输出</a:t>
            </a:r>
            <a:r>
              <a:rPr lang="zh-CN" altLang="en-US" sz="2800" dirty="0"/>
              <a:t>传送回本地主机。最终，使用户感觉到好像</a:t>
            </a:r>
            <a:r>
              <a:rPr lang="zh-CN" altLang="en-US" sz="2800" dirty="0">
                <a:solidFill>
                  <a:srgbClr val="FF0000"/>
                </a:solidFill>
              </a:rPr>
              <a:t>键盘</a:t>
            </a:r>
            <a:r>
              <a:rPr lang="zh-CN" altLang="en-US" sz="2800" dirty="0"/>
              <a:t>和</a:t>
            </a:r>
            <a:r>
              <a:rPr lang="zh-CN" altLang="en-US" sz="2800" dirty="0">
                <a:solidFill>
                  <a:srgbClr val="FF0000"/>
                </a:solidFill>
              </a:rPr>
              <a:t>显示器</a:t>
            </a:r>
            <a:r>
              <a:rPr lang="zh-CN" altLang="en-US" sz="2800" dirty="0"/>
              <a:t>是</a:t>
            </a:r>
            <a:r>
              <a:rPr lang="zh-CN" altLang="en-US" sz="2800" dirty="0">
                <a:solidFill>
                  <a:srgbClr val="FF0000"/>
                </a:solidFill>
              </a:rPr>
              <a:t>直接连接</a:t>
            </a:r>
            <a:r>
              <a:rPr lang="zh-CN" altLang="en-US" sz="2800" dirty="0"/>
              <a:t>在</a:t>
            </a:r>
            <a:r>
              <a:rPr lang="zh-CN" altLang="en-US" sz="2800" dirty="0">
                <a:solidFill>
                  <a:srgbClr val="FF0000"/>
                </a:solidFill>
              </a:rPr>
              <a:t>远地主机</a:t>
            </a:r>
            <a:r>
              <a:rPr lang="zh-CN" altLang="en-US" sz="2800" dirty="0"/>
              <a:t>上。因此，</a:t>
            </a:r>
            <a:r>
              <a:rPr lang="en-US" altLang="zh-CN" sz="2800" dirty="0">
                <a:solidFill>
                  <a:srgbClr val="FF0000"/>
                </a:solidFill>
              </a:rPr>
              <a:t>TELNET</a:t>
            </a:r>
            <a:r>
              <a:rPr lang="zh-CN" altLang="en-US" sz="2800" dirty="0"/>
              <a:t>又成为</a:t>
            </a:r>
            <a:r>
              <a:rPr lang="zh-CN" altLang="en-US" sz="2800" dirty="0">
                <a:solidFill>
                  <a:srgbClr val="FF0000"/>
                </a:solidFill>
              </a:rPr>
              <a:t>终端仿真协议</a:t>
            </a:r>
            <a:r>
              <a:rPr lang="zh-CN" altLang="en-US" sz="2800" dirty="0"/>
              <a:t>。</a:t>
            </a:r>
          </a:p>
        </p:txBody>
      </p:sp>
      <p:pic>
        <p:nvPicPr>
          <p:cNvPr id="3" name="图片 2"/>
          <p:cNvPicPr>
            <a:picLocks noChangeAspect="1"/>
          </p:cNvPicPr>
          <p:nvPr/>
        </p:nvPicPr>
        <p:blipFill>
          <a:blip r:embed="rId2"/>
          <a:stretch>
            <a:fillRect/>
          </a:stretch>
        </p:blipFill>
        <p:spPr>
          <a:xfrm>
            <a:off x="1136576" y="4760925"/>
            <a:ext cx="7632848" cy="1980443"/>
          </a:xfrm>
          <a:prstGeom prst="rect">
            <a:avLst/>
          </a:prstGeom>
        </p:spPr>
      </p:pic>
      <p:sp>
        <p:nvSpPr>
          <p:cNvPr id="4" name="矩形 3"/>
          <p:cNvSpPr/>
          <p:nvPr/>
        </p:nvSpPr>
        <p:spPr>
          <a:xfrm>
            <a:off x="4232920" y="4904941"/>
            <a:ext cx="1440160" cy="136815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箭头: 左右 5"/>
          <p:cNvSpPr/>
          <p:nvPr/>
        </p:nvSpPr>
        <p:spPr>
          <a:xfrm>
            <a:off x="4376936" y="5408997"/>
            <a:ext cx="1152128" cy="360040"/>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4286948" y="5769037"/>
            <a:ext cx="1332104" cy="400110"/>
          </a:xfrm>
          <a:prstGeom prst="rect">
            <a:avLst/>
          </a:prstGeom>
          <a:noFill/>
        </p:spPr>
        <p:txBody>
          <a:bodyPr wrap="square" rtlCol="0">
            <a:spAutoFit/>
          </a:bodyPr>
          <a:lstStyle/>
          <a:p>
            <a:pPr algn="ctr"/>
            <a:r>
              <a:rPr lang="en-US" altLang="zh-CN" sz="2000" b="1" dirty="0">
                <a:latin typeface="+mj-ea"/>
                <a:ea typeface="+mj-ea"/>
              </a:rPr>
              <a:t>TCP</a:t>
            </a:r>
            <a:r>
              <a:rPr lang="zh-CN" altLang="en-US" sz="2000" b="1" dirty="0">
                <a:latin typeface="+mj-ea"/>
                <a:ea typeface="+mj-ea"/>
              </a:rPr>
              <a:t>连接</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标题 1"/>
          <p:cNvSpPr>
            <a:spLocks noGrp="1"/>
          </p:cNvSpPr>
          <p:nvPr>
            <p:ph type="title"/>
          </p:nvPr>
        </p:nvSpPr>
        <p:spPr/>
        <p:txBody>
          <a:bodyPr/>
          <a:lstStyle/>
          <a:p>
            <a:pPr eaLnBrk="1" hangingPunct="1"/>
            <a:r>
              <a:rPr lang="en-US" altLang="zh-CN" dirty="0">
                <a:ea typeface="黑体" panose="02010609060101010101" pitchFamily="2" charset="-122"/>
              </a:rPr>
              <a:t>6.3  </a:t>
            </a:r>
            <a:r>
              <a:rPr lang="zh-CN" altLang="en-US" dirty="0">
                <a:ea typeface="黑体" panose="02010609060101010101" pitchFamily="2" charset="-122"/>
              </a:rPr>
              <a:t>远程终端</a:t>
            </a:r>
            <a:r>
              <a:rPr lang="en-US" altLang="zh-CN" dirty="0">
                <a:ea typeface="黑体" panose="02010609060101010101" pitchFamily="2" charset="-122"/>
              </a:rPr>
              <a:t>TELNET</a:t>
            </a:r>
            <a:endParaRPr lang="zh-CN" altLang="en-US" dirty="0">
              <a:ea typeface="黑体" panose="02010609060101010101" pitchFamily="2" charset="-122"/>
            </a:endParaRPr>
          </a:p>
        </p:txBody>
      </p:sp>
      <p:sp>
        <p:nvSpPr>
          <p:cNvPr id="5" name="Rectangle 3"/>
          <p:cNvSpPr>
            <a:spLocks noGrp="1" noChangeArrowheads="1"/>
          </p:cNvSpPr>
          <p:nvPr>
            <p:ph idx="1"/>
          </p:nvPr>
        </p:nvSpPr>
        <p:spPr>
          <a:xfrm>
            <a:off x="496800" y="1195200"/>
            <a:ext cx="9064800" cy="4935600"/>
          </a:xfrm>
        </p:spPr>
        <p:txBody>
          <a:bodyPr/>
          <a:lstStyle/>
          <a:p>
            <a:pPr marL="316230" indent="-316230" algn="just" eaLnBrk="1" hangingPunct="1">
              <a:spcBef>
                <a:spcPts val="555"/>
              </a:spcBef>
              <a:defRPr/>
            </a:pPr>
            <a:r>
              <a:rPr lang="en-US" altLang="zh-CN" sz="2800" dirty="0">
                <a:solidFill>
                  <a:srgbClr val="FF0000"/>
                </a:solidFill>
              </a:rPr>
              <a:t>TELNET</a:t>
            </a:r>
            <a:r>
              <a:rPr lang="zh-CN" altLang="en-US" sz="2800" dirty="0"/>
              <a:t>采用</a:t>
            </a:r>
            <a:r>
              <a:rPr lang="zh-CN" altLang="en-US" sz="2800" dirty="0">
                <a:solidFill>
                  <a:srgbClr val="FF0000"/>
                </a:solidFill>
              </a:rPr>
              <a:t>客户服务器方式</a:t>
            </a:r>
            <a:r>
              <a:rPr lang="zh-CN" altLang="en-US" sz="2800" dirty="0"/>
              <a:t>。本地主机运行</a:t>
            </a:r>
            <a:r>
              <a:rPr lang="en-US" altLang="zh-CN" sz="2800" dirty="0"/>
              <a:t>TELNET</a:t>
            </a:r>
            <a:r>
              <a:rPr lang="zh-CN" altLang="en-US" sz="2800" dirty="0"/>
              <a:t>客户进程，远地主机运行</a:t>
            </a:r>
            <a:r>
              <a:rPr lang="en-US" altLang="zh-CN" sz="2800" dirty="0"/>
              <a:t>TELNET</a:t>
            </a:r>
            <a:r>
              <a:rPr lang="zh-CN" altLang="en-US" sz="2800" dirty="0"/>
              <a:t>服务器进程。</a:t>
            </a:r>
            <a:endParaRPr lang="en-US" altLang="zh-CN" sz="2800" dirty="0"/>
          </a:p>
          <a:p>
            <a:pPr marL="316230" indent="-316230" algn="just" eaLnBrk="1" hangingPunct="1">
              <a:spcBef>
                <a:spcPts val="555"/>
              </a:spcBef>
              <a:defRPr/>
            </a:pPr>
            <a:r>
              <a:rPr lang="en-US" altLang="zh-CN" sz="2800" dirty="0"/>
              <a:t>TELNET</a:t>
            </a:r>
            <a:r>
              <a:rPr lang="zh-CN" altLang="en-US" sz="2800" dirty="0"/>
              <a:t>为了能够适应许多计算机和</a:t>
            </a:r>
            <a:r>
              <a:rPr lang="zh-CN" altLang="en-US" sz="2800" dirty="0">
                <a:solidFill>
                  <a:srgbClr val="FF0000"/>
                </a:solidFill>
              </a:rPr>
              <a:t>操作系统的差异</a:t>
            </a:r>
            <a:r>
              <a:rPr lang="zh-CN" altLang="en-US" sz="2800" dirty="0"/>
              <a:t>，定义了数据和命令应怎样通过互联网。这些定义就是</a:t>
            </a:r>
            <a:r>
              <a:rPr lang="zh-CN" altLang="en-US" sz="2800" dirty="0">
                <a:solidFill>
                  <a:srgbClr val="FF0000"/>
                </a:solidFill>
              </a:rPr>
              <a:t>网络虚拟终端</a:t>
            </a:r>
            <a:r>
              <a:rPr lang="en-US" altLang="zh-CN" sz="2800" dirty="0">
                <a:solidFill>
                  <a:srgbClr val="FF0000"/>
                </a:solidFill>
              </a:rPr>
              <a:t>NVT</a:t>
            </a:r>
            <a:r>
              <a:rPr lang="en-US" altLang="zh-CN" sz="2800" dirty="0"/>
              <a:t>(Network Virtual Terminal)</a:t>
            </a:r>
            <a:r>
              <a:rPr lang="zh-CN" altLang="en-US" sz="2800" dirty="0"/>
              <a:t>。客户软件把用户击键和命令转换成</a:t>
            </a:r>
            <a:r>
              <a:rPr lang="en-US" altLang="zh-CN" sz="2800" dirty="0"/>
              <a:t>NVT</a:t>
            </a:r>
            <a:r>
              <a:rPr lang="zh-CN" altLang="en-US" sz="2800" dirty="0"/>
              <a:t>格式。</a:t>
            </a:r>
          </a:p>
        </p:txBody>
      </p:sp>
      <p:sp>
        <p:nvSpPr>
          <p:cNvPr id="4" name="矩形 3"/>
          <p:cNvSpPr/>
          <p:nvPr/>
        </p:nvSpPr>
        <p:spPr>
          <a:xfrm>
            <a:off x="2863038" y="4941168"/>
            <a:ext cx="1550125" cy="801189"/>
          </a:xfrm>
          <a:prstGeom prst="rect">
            <a:avLst/>
          </a:prstGeom>
          <a:solidFill>
            <a:srgbClr val="FFC000"/>
          </a:solidFill>
          <a:ln w="12700" cap="flat" cmpd="sng" algn="ctr">
            <a:solidFill>
              <a:srgbClr val="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err="1">
                <a:ln>
                  <a:noFill/>
                </a:ln>
                <a:solidFill>
                  <a:srgbClr val="000000"/>
                </a:solidFill>
                <a:effectLst/>
                <a:uLnTx/>
                <a:uFillTx/>
                <a:latin typeface="Arial Narrow" panose="020B0606020202030204"/>
                <a:ea typeface="微软雅黑" panose="020B0503020204020204" charset="-122"/>
                <a:cs typeface="+mn-cs"/>
              </a:rPr>
              <a:t>Control+C</a:t>
            </a:r>
            <a:endParaRPr kumimoji="0" lang="zh-CN" altLang="en-US" sz="1800" b="1" i="0" u="none" strike="noStrike" kern="0" cap="none" spc="0" normalizeH="0" baseline="0" noProof="0" dirty="0">
              <a:ln>
                <a:noFill/>
              </a:ln>
              <a:solidFill>
                <a:srgbClr val="000000"/>
              </a:solidFill>
              <a:effectLst/>
              <a:uLnTx/>
              <a:uFillTx/>
              <a:latin typeface="Arial Narrow" panose="020B0606020202030204"/>
              <a:ea typeface="微软雅黑" panose="020B0503020204020204" charset="-122"/>
              <a:cs typeface="+mn-cs"/>
            </a:endParaRPr>
          </a:p>
        </p:txBody>
      </p:sp>
      <p:sp>
        <p:nvSpPr>
          <p:cNvPr id="6" name="矩形 5"/>
          <p:cNvSpPr/>
          <p:nvPr/>
        </p:nvSpPr>
        <p:spPr>
          <a:xfrm>
            <a:off x="2863038" y="5940179"/>
            <a:ext cx="1550125" cy="801189"/>
          </a:xfrm>
          <a:prstGeom prst="rect">
            <a:avLst/>
          </a:prstGeom>
          <a:solidFill>
            <a:srgbClr val="5BA3EB"/>
          </a:solidFill>
          <a:ln w="12700" cap="flat" cmpd="sng" algn="ctr">
            <a:solidFill>
              <a:srgbClr val="5BA3EB">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srgbClr val="FFFFFF"/>
                </a:solidFill>
                <a:effectLst/>
                <a:uLnTx/>
                <a:uFillTx/>
                <a:latin typeface="Arial Narrow" panose="020B0606020202030204"/>
                <a:ea typeface="微软雅黑" panose="020B0503020204020204" charset="-122"/>
                <a:cs typeface="+mn-cs"/>
              </a:rPr>
              <a:t>ESC</a:t>
            </a:r>
            <a:endParaRPr kumimoji="0" lang="zh-CN" altLang="en-US" sz="1800" b="1" i="0" u="none" strike="noStrike" kern="0" cap="none" spc="0" normalizeH="0" baseline="0" noProof="0" dirty="0">
              <a:ln>
                <a:noFill/>
              </a:ln>
              <a:solidFill>
                <a:srgbClr val="FFFFFF"/>
              </a:solidFill>
              <a:effectLst/>
              <a:uLnTx/>
              <a:uFillTx/>
              <a:latin typeface="Arial Narrow" panose="020B0606020202030204"/>
              <a:ea typeface="微软雅黑" panose="020B0503020204020204" charset="-122"/>
              <a:cs typeface="+mn-cs"/>
            </a:endParaRPr>
          </a:p>
        </p:txBody>
      </p:sp>
      <p:sp>
        <p:nvSpPr>
          <p:cNvPr id="8" name="箭头: 右 7"/>
          <p:cNvSpPr/>
          <p:nvPr/>
        </p:nvSpPr>
        <p:spPr>
          <a:xfrm>
            <a:off x="4663238" y="5438713"/>
            <a:ext cx="648072" cy="692331"/>
          </a:xfrm>
          <a:prstGeom prst="rightArrow">
            <a:avLst/>
          </a:prstGeom>
          <a:solidFill>
            <a:schemeClr val="bg2">
              <a:lumMod val="10000"/>
              <a:lumOff val="90000"/>
            </a:schemeClr>
          </a:solidFill>
          <a:ln w="12700" cap="flat" cmpd="sng" algn="ctr">
            <a:solidFill>
              <a:srgbClr val="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dirty="0">
              <a:ln>
                <a:noFill/>
              </a:ln>
              <a:solidFill>
                <a:srgbClr val="000000"/>
              </a:solidFill>
              <a:effectLst/>
              <a:uLnTx/>
              <a:uFillTx/>
              <a:latin typeface="Arial Narrow" panose="020B0606020202030204"/>
              <a:ea typeface="微软雅黑" panose="020B0503020204020204" charset="-122"/>
              <a:cs typeface="+mn-cs"/>
            </a:endParaRPr>
          </a:p>
        </p:txBody>
      </p:sp>
      <p:sp>
        <p:nvSpPr>
          <p:cNvPr id="10" name="矩形 9"/>
          <p:cNvSpPr/>
          <p:nvPr/>
        </p:nvSpPr>
        <p:spPr>
          <a:xfrm>
            <a:off x="5563115" y="5384283"/>
            <a:ext cx="1550125" cy="801189"/>
          </a:xfrm>
          <a:prstGeom prst="rect">
            <a:avLst/>
          </a:prstGeom>
          <a:solidFill>
            <a:srgbClr val="92D050"/>
          </a:solidFill>
          <a:ln w="12700" cap="flat" cmpd="sng" algn="ctr">
            <a:solidFill>
              <a:srgbClr val="5BA3EB">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srgbClr val="FFFFFF"/>
                </a:solidFill>
                <a:effectLst/>
                <a:uLnTx/>
                <a:uFillTx/>
                <a:latin typeface="Arial Narrow" panose="020B0606020202030204"/>
                <a:ea typeface="微软雅黑" panose="020B0503020204020204" charset="-122"/>
                <a:cs typeface="+mn-cs"/>
              </a:rPr>
              <a:t>NVT</a:t>
            </a:r>
            <a:r>
              <a:rPr kumimoji="0" lang="zh-CN" altLang="en-US" sz="1800" b="1" i="0" u="none" strike="noStrike" kern="0" cap="none" spc="0" normalizeH="0" baseline="0" noProof="0" dirty="0">
                <a:ln>
                  <a:noFill/>
                </a:ln>
                <a:solidFill>
                  <a:srgbClr val="FFFFFF"/>
                </a:solidFill>
                <a:effectLst/>
                <a:uLnTx/>
                <a:uFillTx/>
                <a:latin typeface="Arial Narrow" panose="020B0606020202030204"/>
                <a:ea typeface="微软雅黑" panose="020B0503020204020204" charset="-122"/>
                <a:cs typeface="+mn-cs"/>
              </a:rPr>
              <a:t>格式</a:t>
            </a:r>
          </a:p>
        </p:txBody>
      </p:sp>
      <p:sp>
        <p:nvSpPr>
          <p:cNvPr id="11" name="Text Box 11"/>
          <p:cNvSpPr txBox="1">
            <a:spLocks noChangeArrowheads="1"/>
          </p:cNvSpPr>
          <p:nvPr/>
        </p:nvSpPr>
        <p:spPr bwMode="auto">
          <a:xfrm flipH="1">
            <a:off x="3029599" y="4488820"/>
            <a:ext cx="121700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algn="ctr" eaLnBrk="1" hangingPunct="1"/>
            <a:r>
              <a:rPr kumimoji="1" lang="zh-CN" altLang="en-US" sz="2000" b="1" dirty="0">
                <a:solidFill>
                  <a:schemeClr val="folHlink"/>
                </a:solidFill>
                <a:latin typeface="Arial" panose="020B0604020202020204" pitchFamily="34" charset="0"/>
                <a:ea typeface="黑体" panose="02010609060101010101" pitchFamily="2" charset="-122"/>
              </a:rPr>
              <a:t>结束进程</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2658" name="Rectangle 2"/>
          <p:cNvSpPr>
            <a:spLocks noGrp="1" noChangeArrowheads="1"/>
          </p:cNvSpPr>
          <p:nvPr>
            <p:ph type="title"/>
          </p:nvPr>
        </p:nvSpPr>
        <p:spPr/>
        <p:txBody>
          <a:bodyPr/>
          <a:lstStyle/>
          <a:p>
            <a:pPr eaLnBrk="1" hangingPunct="1">
              <a:defRPr/>
            </a:pPr>
            <a:r>
              <a:rPr lang="zh-CN" altLang="en-US" dirty="0"/>
              <a:t>习题</a:t>
            </a:r>
          </a:p>
        </p:txBody>
      </p:sp>
      <p:grpSp>
        <p:nvGrpSpPr>
          <p:cNvPr id="14" name="组合 13"/>
          <p:cNvGrpSpPr/>
          <p:nvPr/>
        </p:nvGrpSpPr>
        <p:grpSpPr>
          <a:xfrm>
            <a:off x="344488" y="1340768"/>
            <a:ext cx="9843247" cy="1296144"/>
            <a:chOff x="921123" y="1352307"/>
            <a:chExt cx="9843247" cy="1296144"/>
          </a:xfrm>
        </p:grpSpPr>
        <p:sp>
          <p:nvSpPr>
            <p:cNvPr id="15" name="文本框 14"/>
            <p:cNvSpPr txBox="1"/>
            <p:nvPr/>
          </p:nvSpPr>
          <p:spPr>
            <a:xfrm>
              <a:off x="921123" y="1352307"/>
              <a:ext cx="9843247" cy="400110"/>
            </a:xfrm>
            <a:prstGeom prst="rect">
              <a:avLst/>
            </a:prstGeom>
            <a:noFill/>
          </p:spPr>
          <p:txBody>
            <a:bodyPr wrap="square" rtlCol="0">
              <a:spAutoFit/>
            </a:bodyPr>
            <a:lstStyle/>
            <a:p>
              <a:pPr fontAlgn="auto">
                <a:spcBef>
                  <a:spcPts val="0"/>
                </a:spcBef>
                <a:spcAft>
                  <a:spcPts val="0"/>
                </a:spcAft>
              </a:pPr>
              <a:r>
                <a:rPr lang="en-US" altLang="zh-CN" sz="2000" b="1" dirty="0">
                  <a:solidFill>
                    <a:srgbClr val="000000"/>
                  </a:solidFill>
                  <a:latin typeface="微软雅黑" panose="020B0503020204020204" charset="-122"/>
                  <a:ea typeface="微软雅黑" panose="020B0503020204020204" charset="-122"/>
                </a:rPr>
                <a:t>【2009</a:t>
              </a:r>
              <a:r>
                <a:rPr lang="zh-CN" altLang="en-US" sz="2000" b="1" dirty="0">
                  <a:solidFill>
                    <a:srgbClr val="000000"/>
                  </a:solidFill>
                  <a:latin typeface="微软雅黑" panose="020B0503020204020204" charset="-122"/>
                  <a:ea typeface="微软雅黑" panose="020B0503020204020204" charset="-122"/>
                </a:rPr>
                <a:t>年 题</a:t>
              </a:r>
              <a:r>
                <a:rPr lang="en-US" altLang="zh-CN" sz="2000" b="1" dirty="0">
                  <a:solidFill>
                    <a:srgbClr val="000000"/>
                  </a:solidFill>
                  <a:latin typeface="微软雅黑" panose="020B0503020204020204" charset="-122"/>
                  <a:ea typeface="微软雅黑" panose="020B0503020204020204" charset="-122"/>
                </a:rPr>
                <a:t>40】FTP</a:t>
              </a:r>
              <a:r>
                <a:rPr lang="zh-CN" altLang="en-US" sz="2000" b="1" dirty="0">
                  <a:solidFill>
                    <a:srgbClr val="000000"/>
                  </a:solidFill>
                  <a:latin typeface="微软雅黑" panose="020B0503020204020204" charset="-122"/>
                  <a:ea typeface="微软雅黑" panose="020B0503020204020204" charset="-122"/>
                </a:rPr>
                <a:t>客户和服务器间传递</a:t>
              </a:r>
              <a:r>
                <a:rPr lang="en-US" altLang="zh-CN" sz="2000" b="1" dirty="0">
                  <a:solidFill>
                    <a:srgbClr val="000000"/>
                  </a:solidFill>
                  <a:latin typeface="微软雅黑" panose="020B0503020204020204" charset="-122"/>
                  <a:ea typeface="微软雅黑" panose="020B0503020204020204" charset="-122"/>
                </a:rPr>
                <a:t>FTP</a:t>
              </a:r>
              <a:r>
                <a:rPr lang="zh-CN" altLang="en-US" sz="2000" b="1" dirty="0">
                  <a:solidFill>
                    <a:srgbClr val="000000"/>
                  </a:solidFill>
                  <a:latin typeface="微软雅黑" panose="020B0503020204020204" charset="-122"/>
                  <a:ea typeface="微软雅黑" panose="020B0503020204020204" charset="-122"/>
                </a:rPr>
                <a:t>命令时，使用的连接是（      ）。</a:t>
              </a:r>
            </a:p>
          </p:txBody>
        </p:sp>
        <p:sp>
          <p:nvSpPr>
            <p:cNvPr id="17" name="文本框 16"/>
            <p:cNvSpPr txBox="1"/>
            <p:nvPr/>
          </p:nvSpPr>
          <p:spPr>
            <a:xfrm>
              <a:off x="1079033" y="1687162"/>
              <a:ext cx="9366838" cy="961289"/>
            </a:xfrm>
            <a:prstGeom prst="rect">
              <a:avLst/>
            </a:prstGeom>
            <a:noFill/>
          </p:spPr>
          <p:txBody>
            <a:bodyPr wrap="square" rtlCol="0">
              <a:spAutoFit/>
            </a:bodyPr>
            <a:lstStyle/>
            <a:p>
              <a:pPr fontAlgn="auto">
                <a:lnSpc>
                  <a:spcPct val="150000"/>
                </a:lnSpc>
                <a:spcBef>
                  <a:spcPts val="0"/>
                </a:spcBef>
                <a:spcAft>
                  <a:spcPts val="0"/>
                </a:spcAft>
              </a:pPr>
              <a:r>
                <a:rPr lang="en-US" altLang="zh-CN" sz="2000" b="1" dirty="0">
                  <a:solidFill>
                    <a:srgbClr val="000000"/>
                  </a:solidFill>
                  <a:latin typeface="微软雅黑" panose="020B0503020204020204" charset="-122"/>
                  <a:ea typeface="微软雅黑" panose="020B0503020204020204" charset="-122"/>
                </a:rPr>
                <a:t>A. </a:t>
              </a:r>
              <a:r>
                <a:rPr lang="zh-CN" altLang="en-US" sz="2000" b="1" dirty="0">
                  <a:solidFill>
                    <a:srgbClr val="000000"/>
                  </a:solidFill>
                  <a:latin typeface="微软雅黑" panose="020B0503020204020204" charset="-122"/>
                  <a:ea typeface="微软雅黑" panose="020B0503020204020204" charset="-122"/>
                </a:rPr>
                <a:t>建立在</a:t>
              </a:r>
              <a:r>
                <a:rPr lang="en-US" altLang="zh-CN" sz="2000" b="1" dirty="0">
                  <a:solidFill>
                    <a:srgbClr val="000000"/>
                  </a:solidFill>
                  <a:latin typeface="微软雅黑" panose="020B0503020204020204" charset="-122"/>
                  <a:ea typeface="微软雅黑" panose="020B0503020204020204" charset="-122"/>
                </a:rPr>
                <a:t>TCP</a:t>
              </a:r>
              <a:r>
                <a:rPr lang="zh-CN" altLang="en-US" sz="2000" b="1" dirty="0">
                  <a:solidFill>
                    <a:srgbClr val="000000"/>
                  </a:solidFill>
                  <a:latin typeface="微软雅黑" panose="020B0503020204020204" charset="-122"/>
                  <a:ea typeface="微软雅黑" panose="020B0503020204020204" charset="-122"/>
                </a:rPr>
                <a:t>之上的控制连接                            </a:t>
              </a:r>
              <a:r>
                <a:rPr lang="en-US" altLang="zh-CN" sz="2000" b="1" dirty="0">
                  <a:solidFill>
                    <a:srgbClr val="000000"/>
                  </a:solidFill>
                  <a:latin typeface="微软雅黑" panose="020B0503020204020204" charset="-122"/>
                  <a:ea typeface="微软雅黑" panose="020B0503020204020204" charset="-122"/>
                </a:rPr>
                <a:t>B. </a:t>
              </a:r>
              <a:r>
                <a:rPr lang="zh-CN" altLang="en-US" sz="2000" b="1" dirty="0">
                  <a:solidFill>
                    <a:srgbClr val="000000"/>
                  </a:solidFill>
                  <a:latin typeface="微软雅黑" panose="020B0503020204020204" charset="-122"/>
                  <a:ea typeface="微软雅黑" panose="020B0503020204020204" charset="-122"/>
                </a:rPr>
                <a:t>建立在</a:t>
              </a:r>
              <a:r>
                <a:rPr lang="en-US" altLang="zh-CN" sz="2000" b="1" dirty="0">
                  <a:solidFill>
                    <a:srgbClr val="000000"/>
                  </a:solidFill>
                  <a:latin typeface="微软雅黑" panose="020B0503020204020204" charset="-122"/>
                  <a:ea typeface="微软雅黑" panose="020B0503020204020204" charset="-122"/>
                </a:rPr>
                <a:t>TCP</a:t>
              </a:r>
              <a:r>
                <a:rPr lang="zh-CN" altLang="en-US" sz="2000" b="1" dirty="0">
                  <a:solidFill>
                    <a:srgbClr val="000000"/>
                  </a:solidFill>
                  <a:latin typeface="微软雅黑" panose="020B0503020204020204" charset="-122"/>
                  <a:ea typeface="微软雅黑" panose="020B0503020204020204" charset="-122"/>
                </a:rPr>
                <a:t>之上的数据连接</a:t>
              </a:r>
              <a:endParaRPr lang="en-US" altLang="zh-CN" sz="2000" b="1" dirty="0">
                <a:solidFill>
                  <a:srgbClr val="000000"/>
                </a:solidFill>
                <a:latin typeface="微软雅黑" panose="020B0503020204020204" charset="-122"/>
                <a:ea typeface="微软雅黑" panose="020B0503020204020204" charset="-122"/>
              </a:endParaRPr>
            </a:p>
            <a:p>
              <a:pPr fontAlgn="auto">
                <a:lnSpc>
                  <a:spcPct val="150000"/>
                </a:lnSpc>
                <a:spcBef>
                  <a:spcPts val="0"/>
                </a:spcBef>
                <a:spcAft>
                  <a:spcPts val="0"/>
                </a:spcAft>
              </a:pPr>
              <a:r>
                <a:rPr lang="en-US" altLang="zh-CN" sz="2000" b="1" dirty="0">
                  <a:solidFill>
                    <a:srgbClr val="000000"/>
                  </a:solidFill>
                  <a:latin typeface="微软雅黑" panose="020B0503020204020204" charset="-122"/>
                  <a:ea typeface="微软雅黑" panose="020B0503020204020204" charset="-122"/>
                </a:rPr>
                <a:t>C. </a:t>
              </a:r>
              <a:r>
                <a:rPr lang="zh-CN" altLang="en-US" sz="2000" b="1" dirty="0">
                  <a:solidFill>
                    <a:srgbClr val="000000"/>
                  </a:solidFill>
                  <a:latin typeface="微软雅黑" panose="020B0503020204020204" charset="-122"/>
                  <a:ea typeface="微软雅黑" panose="020B0503020204020204" charset="-122"/>
                </a:rPr>
                <a:t>建立在</a:t>
              </a:r>
              <a:r>
                <a:rPr lang="en-US" altLang="zh-CN" sz="2000" b="1" dirty="0">
                  <a:solidFill>
                    <a:srgbClr val="000000"/>
                  </a:solidFill>
                  <a:latin typeface="微软雅黑" panose="020B0503020204020204" charset="-122"/>
                  <a:ea typeface="微软雅黑" panose="020B0503020204020204" charset="-122"/>
                </a:rPr>
                <a:t>UDP</a:t>
              </a:r>
              <a:r>
                <a:rPr lang="zh-CN" altLang="en-US" sz="2000" b="1" dirty="0">
                  <a:solidFill>
                    <a:srgbClr val="000000"/>
                  </a:solidFill>
                  <a:latin typeface="微软雅黑" panose="020B0503020204020204" charset="-122"/>
                  <a:ea typeface="微软雅黑" panose="020B0503020204020204" charset="-122"/>
                </a:rPr>
                <a:t>之上的控制连接                           </a:t>
              </a:r>
              <a:r>
                <a:rPr lang="en-US" altLang="zh-CN" sz="2000" b="1" dirty="0">
                  <a:solidFill>
                    <a:srgbClr val="000000"/>
                  </a:solidFill>
                  <a:latin typeface="微软雅黑" panose="020B0503020204020204" charset="-122"/>
                  <a:ea typeface="微软雅黑" panose="020B0503020204020204" charset="-122"/>
                </a:rPr>
                <a:t>D. </a:t>
              </a:r>
              <a:r>
                <a:rPr lang="zh-CN" altLang="en-US" sz="2000" b="1" dirty="0">
                  <a:solidFill>
                    <a:srgbClr val="000000"/>
                  </a:solidFill>
                  <a:latin typeface="微软雅黑" panose="020B0503020204020204" charset="-122"/>
                  <a:ea typeface="微软雅黑" panose="020B0503020204020204" charset="-122"/>
                </a:rPr>
                <a:t>建立在</a:t>
              </a:r>
              <a:r>
                <a:rPr lang="en-US" altLang="zh-CN" sz="2000" b="1" dirty="0">
                  <a:solidFill>
                    <a:srgbClr val="000000"/>
                  </a:solidFill>
                  <a:latin typeface="微软雅黑" panose="020B0503020204020204" charset="-122"/>
                  <a:ea typeface="微软雅黑" panose="020B0503020204020204" charset="-122"/>
                </a:rPr>
                <a:t>UDP</a:t>
              </a:r>
              <a:r>
                <a:rPr lang="zh-CN" altLang="en-US" sz="2000" b="1" dirty="0">
                  <a:solidFill>
                    <a:srgbClr val="000000"/>
                  </a:solidFill>
                  <a:latin typeface="微软雅黑" panose="020B0503020204020204" charset="-122"/>
                  <a:ea typeface="微软雅黑" panose="020B0503020204020204" charset="-122"/>
                </a:rPr>
                <a:t>之上的数据连接</a:t>
              </a:r>
            </a:p>
          </p:txBody>
        </p:sp>
      </p:grpSp>
      <p:sp>
        <p:nvSpPr>
          <p:cNvPr id="20" name="文本框 19"/>
          <p:cNvSpPr txBox="1"/>
          <p:nvPr/>
        </p:nvSpPr>
        <p:spPr>
          <a:xfrm>
            <a:off x="344488" y="3082096"/>
            <a:ext cx="9843247" cy="400110"/>
          </a:xfrm>
          <a:prstGeom prst="rect">
            <a:avLst/>
          </a:prstGeom>
          <a:noFill/>
        </p:spPr>
        <p:txBody>
          <a:bodyPr wrap="square" rtlCol="0">
            <a:spAutoFit/>
          </a:bodyPr>
          <a:lstStyle/>
          <a:p>
            <a:pPr fontAlgn="auto">
              <a:spcBef>
                <a:spcPts val="0"/>
              </a:spcBef>
              <a:spcAft>
                <a:spcPts val="0"/>
              </a:spcAft>
            </a:pPr>
            <a:r>
              <a:rPr lang="en-US" altLang="zh-CN" sz="2000" b="1" dirty="0">
                <a:solidFill>
                  <a:srgbClr val="000000"/>
                </a:solidFill>
                <a:latin typeface="微软雅黑" panose="020B0503020204020204" charset="-122"/>
                <a:ea typeface="微软雅黑" panose="020B0503020204020204" charset="-122"/>
              </a:rPr>
              <a:t>【2017</a:t>
            </a:r>
            <a:r>
              <a:rPr lang="zh-CN" altLang="en-US" sz="2000" b="1" dirty="0">
                <a:solidFill>
                  <a:srgbClr val="000000"/>
                </a:solidFill>
                <a:latin typeface="微软雅黑" panose="020B0503020204020204" charset="-122"/>
                <a:ea typeface="微软雅黑" panose="020B0503020204020204" charset="-122"/>
              </a:rPr>
              <a:t>年 题</a:t>
            </a:r>
            <a:r>
              <a:rPr lang="en-US" altLang="zh-CN" sz="2000" b="1" dirty="0">
                <a:solidFill>
                  <a:srgbClr val="000000"/>
                </a:solidFill>
                <a:latin typeface="微软雅黑" panose="020B0503020204020204" charset="-122"/>
                <a:ea typeface="微软雅黑" panose="020B0503020204020204" charset="-122"/>
              </a:rPr>
              <a:t>40】</a:t>
            </a:r>
            <a:r>
              <a:rPr lang="zh-CN" altLang="en-US" sz="2000" b="1" dirty="0">
                <a:solidFill>
                  <a:srgbClr val="000000"/>
                </a:solidFill>
                <a:latin typeface="微软雅黑" panose="020B0503020204020204" charset="-122"/>
                <a:ea typeface="微软雅黑" panose="020B0503020204020204" charset="-122"/>
              </a:rPr>
              <a:t>下列关于</a:t>
            </a:r>
            <a:r>
              <a:rPr lang="en-US" altLang="zh-CN" sz="2000" b="1" dirty="0">
                <a:solidFill>
                  <a:srgbClr val="000000"/>
                </a:solidFill>
                <a:latin typeface="微软雅黑" panose="020B0503020204020204" charset="-122"/>
                <a:ea typeface="微软雅黑" panose="020B0503020204020204" charset="-122"/>
              </a:rPr>
              <a:t>FTP</a:t>
            </a:r>
            <a:r>
              <a:rPr lang="zh-CN" altLang="en-US" sz="2000" b="1" dirty="0">
                <a:solidFill>
                  <a:srgbClr val="000000"/>
                </a:solidFill>
                <a:latin typeface="微软雅黑" panose="020B0503020204020204" charset="-122"/>
                <a:ea typeface="微软雅黑" panose="020B0503020204020204" charset="-122"/>
              </a:rPr>
              <a:t>协议的叙述中，错误的是（      ）。</a:t>
            </a:r>
          </a:p>
        </p:txBody>
      </p:sp>
      <p:sp>
        <p:nvSpPr>
          <p:cNvPr id="21" name="文本框 20"/>
          <p:cNvSpPr txBox="1"/>
          <p:nvPr/>
        </p:nvSpPr>
        <p:spPr>
          <a:xfrm>
            <a:off x="518449" y="3609295"/>
            <a:ext cx="5405638" cy="399735"/>
          </a:xfrm>
          <a:prstGeom prst="rect">
            <a:avLst/>
          </a:prstGeom>
          <a:noFill/>
        </p:spPr>
        <p:txBody>
          <a:bodyPr wrap="square" rtlCol="0">
            <a:spAutoFit/>
          </a:bodyPr>
          <a:lstStyle/>
          <a:p>
            <a:pPr fontAlgn="auto">
              <a:spcBef>
                <a:spcPts val="0"/>
              </a:spcBef>
              <a:spcAft>
                <a:spcPts val="0"/>
              </a:spcAft>
            </a:pPr>
            <a:r>
              <a:rPr lang="en-US" altLang="zh-CN" sz="2000" b="1" dirty="0">
                <a:solidFill>
                  <a:srgbClr val="000000"/>
                </a:solidFill>
                <a:latin typeface="Arial Narrow" panose="020B0606020202030204"/>
                <a:ea typeface="微软雅黑" panose="020B0503020204020204" charset="-122"/>
              </a:rPr>
              <a:t>A. </a:t>
            </a:r>
            <a:r>
              <a:rPr lang="zh-CN" altLang="en-US" sz="2000" b="1" dirty="0">
                <a:solidFill>
                  <a:srgbClr val="000000"/>
                </a:solidFill>
                <a:latin typeface="Arial Narrow" panose="020B0606020202030204"/>
                <a:ea typeface="微软雅黑" panose="020B0503020204020204" charset="-122"/>
              </a:rPr>
              <a:t>数据连接在每次数据传输完毕后就关闭</a:t>
            </a:r>
          </a:p>
        </p:txBody>
      </p:sp>
      <p:sp>
        <p:nvSpPr>
          <p:cNvPr id="22" name="文本框 21"/>
          <p:cNvSpPr txBox="1"/>
          <p:nvPr/>
        </p:nvSpPr>
        <p:spPr>
          <a:xfrm>
            <a:off x="518449" y="3989784"/>
            <a:ext cx="5405638" cy="399735"/>
          </a:xfrm>
          <a:prstGeom prst="rect">
            <a:avLst/>
          </a:prstGeom>
          <a:noFill/>
        </p:spPr>
        <p:txBody>
          <a:bodyPr wrap="square" rtlCol="0">
            <a:spAutoFit/>
          </a:bodyPr>
          <a:lstStyle/>
          <a:p>
            <a:pPr fontAlgn="auto">
              <a:spcBef>
                <a:spcPts val="0"/>
              </a:spcBef>
              <a:spcAft>
                <a:spcPts val="0"/>
              </a:spcAft>
            </a:pPr>
            <a:r>
              <a:rPr lang="en-US" altLang="zh-CN" sz="2000" b="1" dirty="0">
                <a:solidFill>
                  <a:srgbClr val="000000"/>
                </a:solidFill>
                <a:latin typeface="Arial Narrow" panose="020B0606020202030204"/>
                <a:ea typeface="微软雅黑" panose="020B0503020204020204" charset="-122"/>
              </a:rPr>
              <a:t>B. </a:t>
            </a:r>
            <a:r>
              <a:rPr lang="zh-CN" altLang="en-US" sz="2000" b="1" dirty="0">
                <a:solidFill>
                  <a:srgbClr val="000000"/>
                </a:solidFill>
                <a:latin typeface="微软雅黑" panose="020B0503020204020204" charset="-122"/>
                <a:ea typeface="微软雅黑" panose="020B0503020204020204" charset="-122"/>
              </a:rPr>
              <a:t>控制连接在整个会话期间保持打开状态</a:t>
            </a:r>
            <a:endParaRPr lang="zh-CN" altLang="en-US" sz="2000" b="1" dirty="0">
              <a:solidFill>
                <a:srgbClr val="000000"/>
              </a:solidFill>
              <a:latin typeface="Arial Narrow" panose="020B0606020202030204"/>
              <a:ea typeface="微软雅黑" panose="020B0503020204020204" charset="-122"/>
            </a:endParaRPr>
          </a:p>
        </p:txBody>
      </p:sp>
      <p:sp>
        <p:nvSpPr>
          <p:cNvPr id="23" name="文本框 22"/>
          <p:cNvSpPr txBox="1"/>
          <p:nvPr/>
        </p:nvSpPr>
        <p:spPr>
          <a:xfrm>
            <a:off x="518449" y="4370273"/>
            <a:ext cx="5586679" cy="400110"/>
          </a:xfrm>
          <a:prstGeom prst="rect">
            <a:avLst/>
          </a:prstGeom>
          <a:noFill/>
        </p:spPr>
        <p:txBody>
          <a:bodyPr wrap="square" rtlCol="0">
            <a:spAutoFit/>
          </a:bodyPr>
          <a:lstStyle/>
          <a:p>
            <a:pPr fontAlgn="auto">
              <a:spcBef>
                <a:spcPts val="0"/>
              </a:spcBef>
              <a:spcAft>
                <a:spcPts val="0"/>
              </a:spcAft>
            </a:pPr>
            <a:r>
              <a:rPr lang="en-US" altLang="zh-CN" sz="2000" b="1" dirty="0">
                <a:solidFill>
                  <a:srgbClr val="000000"/>
                </a:solidFill>
                <a:latin typeface="Arial Narrow" panose="020B0606020202030204"/>
                <a:ea typeface="微软雅黑" panose="020B0503020204020204" charset="-122"/>
              </a:rPr>
              <a:t>C. </a:t>
            </a:r>
            <a:r>
              <a:rPr lang="zh-CN" altLang="en-US" sz="2000" b="1" dirty="0">
                <a:solidFill>
                  <a:srgbClr val="000000"/>
                </a:solidFill>
                <a:latin typeface="微软雅黑" panose="020B0503020204020204" charset="-122"/>
                <a:ea typeface="微软雅黑" panose="020B0503020204020204" charset="-122"/>
              </a:rPr>
              <a:t>服务器与客户端的</a:t>
            </a:r>
            <a:r>
              <a:rPr lang="en-US" altLang="zh-CN" sz="2000" b="1" dirty="0">
                <a:solidFill>
                  <a:srgbClr val="000000"/>
                </a:solidFill>
                <a:latin typeface="微软雅黑" panose="020B0503020204020204" charset="-122"/>
                <a:ea typeface="微软雅黑" panose="020B0503020204020204" charset="-122"/>
              </a:rPr>
              <a:t>TCP 20</a:t>
            </a:r>
            <a:r>
              <a:rPr lang="zh-CN" altLang="en-US" sz="2000" b="1" dirty="0">
                <a:solidFill>
                  <a:srgbClr val="000000"/>
                </a:solidFill>
                <a:latin typeface="微软雅黑" panose="020B0503020204020204" charset="-122"/>
                <a:ea typeface="微软雅黑" panose="020B0503020204020204" charset="-122"/>
              </a:rPr>
              <a:t>端口建立数据连接</a:t>
            </a:r>
            <a:endParaRPr lang="zh-CN" altLang="en-US" sz="2000" b="1" dirty="0">
              <a:solidFill>
                <a:srgbClr val="000000"/>
              </a:solidFill>
              <a:latin typeface="Arial Narrow" panose="020B0606020202030204"/>
              <a:ea typeface="微软雅黑" panose="020B0503020204020204" charset="-122"/>
            </a:endParaRPr>
          </a:p>
        </p:txBody>
      </p:sp>
      <p:sp>
        <p:nvSpPr>
          <p:cNvPr id="24" name="文本框 23"/>
          <p:cNvSpPr txBox="1"/>
          <p:nvPr/>
        </p:nvSpPr>
        <p:spPr>
          <a:xfrm>
            <a:off x="518449" y="4751137"/>
            <a:ext cx="5586679" cy="400110"/>
          </a:xfrm>
          <a:prstGeom prst="rect">
            <a:avLst/>
          </a:prstGeom>
          <a:noFill/>
        </p:spPr>
        <p:txBody>
          <a:bodyPr wrap="square" rtlCol="0">
            <a:spAutoFit/>
          </a:bodyPr>
          <a:lstStyle/>
          <a:p>
            <a:pPr fontAlgn="auto">
              <a:spcBef>
                <a:spcPts val="0"/>
              </a:spcBef>
              <a:spcAft>
                <a:spcPts val="0"/>
              </a:spcAft>
            </a:pPr>
            <a:r>
              <a:rPr lang="en-US" altLang="zh-CN" sz="2000" b="1" dirty="0">
                <a:solidFill>
                  <a:srgbClr val="000000"/>
                </a:solidFill>
                <a:latin typeface="Arial Narrow" panose="020B0606020202030204"/>
                <a:ea typeface="微软雅黑" panose="020B0503020204020204" charset="-122"/>
              </a:rPr>
              <a:t>D.</a:t>
            </a:r>
            <a:r>
              <a:rPr lang="zh-CN" altLang="en-US" sz="2000" b="1" dirty="0">
                <a:solidFill>
                  <a:srgbClr val="000000"/>
                </a:solidFill>
                <a:latin typeface="微软雅黑" panose="020B0503020204020204" charset="-122"/>
                <a:ea typeface="微软雅黑" panose="020B0503020204020204" charset="-122"/>
              </a:rPr>
              <a:t>客户端与服务器的</a:t>
            </a:r>
            <a:r>
              <a:rPr lang="en-US" altLang="zh-CN" sz="2000" b="1" dirty="0">
                <a:solidFill>
                  <a:srgbClr val="000000"/>
                </a:solidFill>
                <a:latin typeface="微软雅黑" panose="020B0503020204020204" charset="-122"/>
                <a:ea typeface="微软雅黑" panose="020B0503020204020204" charset="-122"/>
              </a:rPr>
              <a:t>TCP 21</a:t>
            </a:r>
            <a:r>
              <a:rPr lang="zh-CN" altLang="en-US" sz="2000" b="1" dirty="0">
                <a:solidFill>
                  <a:srgbClr val="000000"/>
                </a:solidFill>
                <a:latin typeface="微软雅黑" panose="020B0503020204020204" charset="-122"/>
                <a:ea typeface="微软雅黑" panose="020B0503020204020204" charset="-122"/>
              </a:rPr>
              <a:t>端口建立控制连接</a:t>
            </a:r>
            <a:endParaRPr lang="zh-CN" altLang="en-US" sz="2000" b="1" dirty="0">
              <a:solidFill>
                <a:srgbClr val="000000"/>
              </a:solidFill>
              <a:latin typeface="Arial Narrow" panose="020B0606020202030204"/>
              <a:ea typeface="微软雅黑" panose="020B0503020204020204" charset="-122"/>
            </a:endParaRPr>
          </a:p>
        </p:txBody>
      </p:sp>
      <p:sp>
        <p:nvSpPr>
          <p:cNvPr id="25" name="文本框 24"/>
          <p:cNvSpPr txBox="1"/>
          <p:nvPr/>
        </p:nvSpPr>
        <p:spPr>
          <a:xfrm>
            <a:off x="8581993" y="1329373"/>
            <a:ext cx="331447" cy="443443"/>
          </a:xfrm>
          <a:prstGeom prst="rect">
            <a:avLst/>
          </a:prstGeom>
          <a:noFill/>
        </p:spPr>
        <p:txBody>
          <a:bodyPr wrap="square" lIns="0" tIns="0" rIns="0" bIns="0" rtlCol="0">
            <a:spAutoFit/>
          </a:bodyPr>
          <a:lstStyle/>
          <a:p>
            <a:r>
              <a:rPr lang="en-US" altLang="zh-CN" sz="2800" b="1" dirty="0">
                <a:solidFill>
                  <a:srgbClr val="FF0000"/>
                </a:solidFill>
              </a:rPr>
              <a:t>A</a:t>
            </a:r>
            <a:endParaRPr lang="zh-CN" altLang="en-US" sz="2800" b="1" dirty="0">
              <a:solidFill>
                <a:srgbClr val="FF0000"/>
              </a:solidFill>
            </a:endParaRPr>
          </a:p>
        </p:txBody>
      </p:sp>
      <p:sp>
        <p:nvSpPr>
          <p:cNvPr id="26" name="文本框 25"/>
          <p:cNvSpPr txBox="1"/>
          <p:nvPr/>
        </p:nvSpPr>
        <p:spPr>
          <a:xfrm>
            <a:off x="7069825" y="3070701"/>
            <a:ext cx="331447" cy="443443"/>
          </a:xfrm>
          <a:prstGeom prst="rect">
            <a:avLst/>
          </a:prstGeom>
          <a:noFill/>
        </p:spPr>
        <p:txBody>
          <a:bodyPr wrap="square" lIns="0" tIns="0" rIns="0" bIns="0" rtlCol="0">
            <a:spAutoFit/>
          </a:bodyPr>
          <a:lstStyle/>
          <a:p>
            <a:r>
              <a:rPr lang="en-US" altLang="zh-CN" sz="2800" b="1" dirty="0">
                <a:solidFill>
                  <a:srgbClr val="FF0000"/>
                </a:solidFill>
              </a:rPr>
              <a:t>C</a:t>
            </a:r>
            <a:endParaRPr lang="zh-CN" altLang="en-US" sz="2800" b="1" dirty="0">
              <a:solidFill>
                <a:srgbClr val="FF0000"/>
              </a:solidFill>
            </a:endParaRPr>
          </a:p>
        </p:txBody>
      </p:sp>
      <p:sp>
        <p:nvSpPr>
          <p:cNvPr id="28" name="文本框 27"/>
          <p:cNvSpPr txBox="1"/>
          <p:nvPr/>
        </p:nvSpPr>
        <p:spPr>
          <a:xfrm>
            <a:off x="561361" y="5277586"/>
            <a:ext cx="8935678" cy="646331"/>
          </a:xfrm>
          <a:prstGeom prst="rect">
            <a:avLst/>
          </a:prstGeom>
          <a:noFill/>
        </p:spPr>
        <p:txBody>
          <a:bodyPr wrap="square" rtlCol="0">
            <a:spAutoFit/>
          </a:bodyPr>
          <a:lstStyle/>
          <a:p>
            <a:pPr fontAlgn="auto">
              <a:spcBef>
                <a:spcPts val="0"/>
              </a:spcBef>
              <a:spcAft>
                <a:spcPts val="0"/>
              </a:spcAft>
            </a:pPr>
            <a:r>
              <a:rPr lang="en-US" altLang="zh-CN" sz="1800" b="1" dirty="0">
                <a:solidFill>
                  <a:srgbClr val="F84D4D">
                    <a:lumMod val="75000"/>
                  </a:srgbClr>
                </a:solidFill>
                <a:latin typeface="微软雅黑" panose="020B0503020204020204" charset="-122"/>
                <a:ea typeface="微软雅黑" panose="020B0503020204020204" charset="-122"/>
              </a:rPr>
              <a:t>TCP</a:t>
            </a:r>
            <a:r>
              <a:rPr lang="zh-CN" altLang="en-US" sz="1800" b="1" dirty="0">
                <a:solidFill>
                  <a:srgbClr val="F84D4D">
                    <a:lumMod val="75000"/>
                  </a:srgbClr>
                </a:solidFill>
                <a:latin typeface="微软雅黑" panose="020B0503020204020204" charset="-122"/>
                <a:ea typeface="微软雅黑" panose="020B0503020204020204" charset="-122"/>
              </a:rPr>
              <a:t>是否使用</a:t>
            </a:r>
            <a:r>
              <a:rPr lang="en-US" altLang="zh-CN" sz="1800" b="1" dirty="0">
                <a:solidFill>
                  <a:srgbClr val="F84D4D">
                    <a:lumMod val="75000"/>
                  </a:srgbClr>
                </a:solidFill>
                <a:latin typeface="微软雅黑" panose="020B0503020204020204" charset="-122"/>
                <a:ea typeface="微软雅黑" panose="020B0503020204020204" charset="-122"/>
              </a:rPr>
              <a:t>TCP 20</a:t>
            </a:r>
            <a:r>
              <a:rPr lang="zh-CN" altLang="en-US" sz="1800" b="1" dirty="0">
                <a:solidFill>
                  <a:srgbClr val="F84D4D">
                    <a:lumMod val="75000"/>
                  </a:srgbClr>
                </a:solidFill>
                <a:latin typeface="微软雅黑" panose="020B0503020204020204" charset="-122"/>
                <a:ea typeface="微软雅黑" panose="020B0503020204020204" charset="-122"/>
              </a:rPr>
              <a:t>端口建立数据连接与传输模式有关，</a:t>
            </a:r>
            <a:r>
              <a:rPr lang="zh-CN" altLang="en-US" sz="1800" b="1" dirty="0">
                <a:solidFill>
                  <a:srgbClr val="F84D4D">
                    <a:lumMod val="75000"/>
                  </a:srgbClr>
                </a:solidFill>
                <a:highlight>
                  <a:srgbClr val="FFFF00"/>
                </a:highlight>
                <a:latin typeface="微软雅黑" panose="020B0503020204020204" charset="-122"/>
                <a:ea typeface="微软雅黑" panose="020B0503020204020204" charset="-122"/>
              </a:rPr>
              <a:t>主动方式</a:t>
            </a:r>
            <a:r>
              <a:rPr lang="zh-CN" altLang="en-US" sz="1800" b="1" dirty="0">
                <a:solidFill>
                  <a:srgbClr val="F84D4D">
                    <a:lumMod val="75000"/>
                  </a:srgbClr>
                </a:solidFill>
                <a:latin typeface="微软雅黑" panose="020B0503020204020204" charset="-122"/>
                <a:ea typeface="微软雅黑" panose="020B0503020204020204" charset="-122"/>
              </a:rPr>
              <a:t>使用</a:t>
            </a:r>
            <a:r>
              <a:rPr lang="en-US" altLang="zh-CN" sz="1800" b="1" dirty="0">
                <a:solidFill>
                  <a:srgbClr val="F84D4D">
                    <a:lumMod val="75000"/>
                  </a:srgbClr>
                </a:solidFill>
                <a:latin typeface="微软雅黑" panose="020B0503020204020204" charset="-122"/>
                <a:ea typeface="微软雅黑" panose="020B0503020204020204" charset="-122"/>
              </a:rPr>
              <a:t>TCP 20</a:t>
            </a:r>
            <a:r>
              <a:rPr lang="zh-CN" altLang="en-US" sz="1800" b="1" dirty="0">
                <a:solidFill>
                  <a:srgbClr val="F84D4D">
                    <a:lumMod val="75000"/>
                  </a:srgbClr>
                </a:solidFill>
                <a:latin typeface="微软雅黑" panose="020B0503020204020204" charset="-122"/>
                <a:ea typeface="微软雅黑" panose="020B0503020204020204" charset="-122"/>
              </a:rPr>
              <a:t>端口，</a:t>
            </a:r>
            <a:r>
              <a:rPr lang="zh-CN" altLang="en-US" sz="1800" b="1" dirty="0">
                <a:solidFill>
                  <a:srgbClr val="F84D4D">
                    <a:lumMod val="75000"/>
                  </a:srgbClr>
                </a:solidFill>
                <a:highlight>
                  <a:srgbClr val="FFFF00"/>
                </a:highlight>
                <a:latin typeface="微软雅黑" panose="020B0503020204020204" charset="-122"/>
                <a:ea typeface="微软雅黑" panose="020B0503020204020204" charset="-122"/>
              </a:rPr>
              <a:t>被动方式</a:t>
            </a:r>
            <a:r>
              <a:rPr lang="zh-CN" altLang="en-US" sz="1800" b="1" dirty="0">
                <a:solidFill>
                  <a:srgbClr val="F84D4D">
                    <a:lumMod val="75000"/>
                  </a:srgbClr>
                </a:solidFill>
                <a:latin typeface="微软雅黑" panose="020B0503020204020204" charset="-122"/>
                <a:ea typeface="微软雅黑" panose="020B0503020204020204" charset="-122"/>
              </a:rPr>
              <a:t>由服务器和客户端自行协商决定。</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5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fade">
                                      <p:cBhvr>
                                        <p:cTn id="12" dur="500"/>
                                        <p:tgtEl>
                                          <p:spTgt spid="26"/>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1" fill="hold" grpId="0" nodeType="clickEffect">
                                  <p:stCondLst>
                                    <p:cond delay="0"/>
                                  </p:stCondLst>
                                  <p:childTnLst>
                                    <p:set>
                                      <p:cBhvr>
                                        <p:cTn id="16" dur="1" fill="hold">
                                          <p:stCondLst>
                                            <p:cond delay="0"/>
                                          </p:stCondLst>
                                        </p:cTn>
                                        <p:tgtEl>
                                          <p:spTgt spid="28"/>
                                        </p:tgtEl>
                                        <p:attrNameLst>
                                          <p:attrName>style.visibility</p:attrName>
                                        </p:attrNameLst>
                                      </p:cBhvr>
                                      <p:to>
                                        <p:strVal val="visible"/>
                                      </p:to>
                                    </p:set>
                                    <p:anim calcmode="lin" valueType="num">
                                      <p:cBhvr additive="base">
                                        <p:cTn id="17" dur="500"/>
                                        <p:tgtEl>
                                          <p:spTgt spid="28"/>
                                        </p:tgtEl>
                                        <p:attrNameLst>
                                          <p:attrName>ppt_y</p:attrName>
                                        </p:attrNameLst>
                                      </p:cBhvr>
                                      <p:tavLst>
                                        <p:tav tm="0">
                                          <p:val>
                                            <p:strVal val="#ppt_y-#ppt_h*1.125000"/>
                                          </p:val>
                                        </p:tav>
                                        <p:tav tm="100000">
                                          <p:val>
                                            <p:strVal val="#ppt_y"/>
                                          </p:val>
                                        </p:tav>
                                      </p:tavLst>
                                    </p:anim>
                                    <p:animEffect transition="in" filter="wipe(down)">
                                      <p:cBhvr>
                                        <p:cTn id="18"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6" grpId="0"/>
      <p:bldP spid="28" grpId="0"/>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2658" name="Rectangle 2"/>
          <p:cNvSpPr>
            <a:spLocks noGrp="1" noChangeArrowheads="1"/>
          </p:cNvSpPr>
          <p:nvPr>
            <p:ph type="title"/>
          </p:nvPr>
        </p:nvSpPr>
        <p:spPr/>
        <p:txBody>
          <a:bodyPr/>
          <a:lstStyle/>
          <a:p>
            <a:pPr eaLnBrk="1" hangingPunct="1">
              <a:defRPr/>
            </a:pPr>
            <a:r>
              <a:rPr lang="zh-CN" altLang="en-US" dirty="0"/>
              <a:t>习题</a:t>
            </a:r>
          </a:p>
        </p:txBody>
      </p:sp>
      <p:pic>
        <p:nvPicPr>
          <p:cNvPr id="2" name="图片 1"/>
          <p:cNvPicPr>
            <a:picLocks noChangeAspect="1"/>
          </p:cNvPicPr>
          <p:nvPr/>
        </p:nvPicPr>
        <p:blipFill>
          <a:blip r:embed="rId3"/>
          <a:stretch>
            <a:fillRect/>
          </a:stretch>
        </p:blipFill>
        <p:spPr>
          <a:xfrm>
            <a:off x="488504" y="1268760"/>
            <a:ext cx="8136904" cy="2340357"/>
          </a:xfrm>
          <a:prstGeom prst="rect">
            <a:avLst/>
          </a:prstGeom>
        </p:spPr>
      </p:pic>
      <p:sp>
        <p:nvSpPr>
          <p:cNvPr id="16" name="文本框 15"/>
          <p:cNvSpPr txBox="1"/>
          <p:nvPr/>
        </p:nvSpPr>
        <p:spPr>
          <a:xfrm>
            <a:off x="5961112" y="1294074"/>
            <a:ext cx="331447" cy="443443"/>
          </a:xfrm>
          <a:prstGeom prst="rect">
            <a:avLst/>
          </a:prstGeom>
          <a:noFill/>
        </p:spPr>
        <p:txBody>
          <a:bodyPr wrap="square" lIns="0" tIns="0" rIns="0" bIns="0" rtlCol="0">
            <a:spAutoFit/>
          </a:bodyPr>
          <a:lstStyle/>
          <a:p>
            <a:r>
              <a:rPr lang="en-US" altLang="zh-CN" sz="2800" b="1" dirty="0">
                <a:solidFill>
                  <a:srgbClr val="FF0000"/>
                </a:solidFill>
              </a:rPr>
              <a:t>C</a:t>
            </a:r>
            <a:endParaRPr lang="zh-CN" altLang="en-US" sz="2800" b="1" dirty="0">
              <a:solidFill>
                <a:srgbClr val="FF0000"/>
              </a:solidFill>
            </a:endParaRPr>
          </a:p>
        </p:txBody>
      </p:sp>
      <p:pic>
        <p:nvPicPr>
          <p:cNvPr id="3" name="图片 2"/>
          <p:cNvPicPr>
            <a:picLocks noChangeAspect="1"/>
          </p:cNvPicPr>
          <p:nvPr/>
        </p:nvPicPr>
        <p:blipFill>
          <a:blip r:embed="rId4"/>
          <a:stretch>
            <a:fillRect/>
          </a:stretch>
        </p:blipFill>
        <p:spPr>
          <a:xfrm>
            <a:off x="442693" y="3789040"/>
            <a:ext cx="9478859" cy="2808312"/>
          </a:xfrm>
          <a:prstGeom prst="rect">
            <a:avLst/>
          </a:prstGeom>
        </p:spPr>
      </p:pic>
      <p:sp>
        <p:nvSpPr>
          <p:cNvPr id="18" name="文本框 17"/>
          <p:cNvSpPr txBox="1"/>
          <p:nvPr/>
        </p:nvSpPr>
        <p:spPr>
          <a:xfrm>
            <a:off x="7571485" y="4581128"/>
            <a:ext cx="331447" cy="443443"/>
          </a:xfrm>
          <a:prstGeom prst="rect">
            <a:avLst/>
          </a:prstGeom>
          <a:noFill/>
        </p:spPr>
        <p:txBody>
          <a:bodyPr wrap="square" lIns="0" tIns="0" rIns="0" bIns="0" rtlCol="0">
            <a:spAutoFit/>
          </a:bodyPr>
          <a:lstStyle/>
          <a:p>
            <a:r>
              <a:rPr lang="en-US" altLang="zh-CN" sz="2800" b="1" dirty="0">
                <a:solidFill>
                  <a:srgbClr val="FF0000"/>
                </a:solidFill>
              </a:rPr>
              <a:t>B</a:t>
            </a:r>
            <a:endParaRPr lang="zh-CN" altLang="en-US" sz="2800" b="1"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fade">
                                      <p:cBhvr>
                                        <p:cTn id="12"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2658" name="Rectangle 2"/>
          <p:cNvSpPr>
            <a:spLocks noGrp="1" noChangeArrowheads="1"/>
          </p:cNvSpPr>
          <p:nvPr>
            <p:ph type="title"/>
          </p:nvPr>
        </p:nvSpPr>
        <p:spPr/>
        <p:txBody>
          <a:bodyPr/>
          <a:lstStyle/>
          <a:p>
            <a:pPr eaLnBrk="1" hangingPunct="1">
              <a:defRPr/>
            </a:pPr>
            <a:r>
              <a:rPr lang="zh-CN" altLang="en-US" dirty="0"/>
              <a:t>习题</a:t>
            </a:r>
          </a:p>
        </p:txBody>
      </p:sp>
      <p:pic>
        <p:nvPicPr>
          <p:cNvPr id="9" name="图片 8"/>
          <p:cNvPicPr>
            <a:picLocks noChangeAspect="1"/>
          </p:cNvPicPr>
          <p:nvPr/>
        </p:nvPicPr>
        <p:blipFill rotWithShape="1">
          <a:blip r:embed="rId3"/>
          <a:srcRect l="9450"/>
          <a:stretch>
            <a:fillRect/>
          </a:stretch>
        </p:blipFill>
        <p:spPr>
          <a:xfrm>
            <a:off x="496800" y="1215520"/>
            <a:ext cx="8773015" cy="1884726"/>
          </a:xfrm>
          <a:prstGeom prst="rect">
            <a:avLst/>
          </a:prstGeom>
        </p:spPr>
      </p:pic>
      <p:sp>
        <p:nvSpPr>
          <p:cNvPr id="13" name="文本框 12"/>
          <p:cNvSpPr txBox="1"/>
          <p:nvPr/>
        </p:nvSpPr>
        <p:spPr>
          <a:xfrm>
            <a:off x="8625408" y="1203292"/>
            <a:ext cx="331447" cy="443443"/>
          </a:xfrm>
          <a:prstGeom prst="rect">
            <a:avLst/>
          </a:prstGeom>
          <a:noFill/>
        </p:spPr>
        <p:txBody>
          <a:bodyPr wrap="square" lIns="0" tIns="0" rIns="0" bIns="0" rtlCol="0">
            <a:spAutoFit/>
          </a:bodyPr>
          <a:lstStyle/>
          <a:p>
            <a:r>
              <a:rPr lang="en-US" altLang="zh-CN" sz="2800" b="1" dirty="0">
                <a:solidFill>
                  <a:srgbClr val="FF0000"/>
                </a:solidFill>
              </a:rPr>
              <a:t>B</a:t>
            </a:r>
            <a:endParaRPr lang="zh-CN" altLang="en-US" sz="2800" b="1" dirty="0">
              <a:solidFill>
                <a:srgbClr val="FF0000"/>
              </a:solidFill>
            </a:endParaRPr>
          </a:p>
        </p:txBody>
      </p:sp>
      <p:pic>
        <p:nvPicPr>
          <p:cNvPr id="10" name="图片 9"/>
          <p:cNvPicPr>
            <a:picLocks noChangeAspect="1"/>
          </p:cNvPicPr>
          <p:nvPr/>
        </p:nvPicPr>
        <p:blipFill>
          <a:blip r:embed="rId4"/>
          <a:stretch>
            <a:fillRect/>
          </a:stretch>
        </p:blipFill>
        <p:spPr>
          <a:xfrm>
            <a:off x="458544" y="3140587"/>
            <a:ext cx="5256584" cy="1872620"/>
          </a:xfrm>
          <a:prstGeom prst="rect">
            <a:avLst/>
          </a:prstGeom>
        </p:spPr>
      </p:pic>
      <p:sp>
        <p:nvSpPr>
          <p:cNvPr id="15" name="文本框 14"/>
          <p:cNvSpPr txBox="1"/>
          <p:nvPr/>
        </p:nvSpPr>
        <p:spPr>
          <a:xfrm>
            <a:off x="3872880" y="3140587"/>
            <a:ext cx="331447" cy="443443"/>
          </a:xfrm>
          <a:prstGeom prst="rect">
            <a:avLst/>
          </a:prstGeom>
          <a:noFill/>
        </p:spPr>
        <p:txBody>
          <a:bodyPr wrap="square" lIns="0" tIns="0" rIns="0" bIns="0" rtlCol="0">
            <a:spAutoFit/>
          </a:bodyPr>
          <a:lstStyle/>
          <a:p>
            <a:r>
              <a:rPr lang="en-US" altLang="zh-CN" sz="2800" b="1" dirty="0">
                <a:solidFill>
                  <a:srgbClr val="FF0000"/>
                </a:solidFill>
              </a:rPr>
              <a:t>D</a:t>
            </a:r>
            <a:endParaRPr lang="zh-CN" altLang="en-US" sz="2800" b="1" dirty="0">
              <a:solidFill>
                <a:srgbClr val="FF0000"/>
              </a:solidFill>
            </a:endParaRPr>
          </a:p>
        </p:txBody>
      </p:sp>
      <p:pic>
        <p:nvPicPr>
          <p:cNvPr id="11" name="图片 10"/>
          <p:cNvPicPr>
            <a:picLocks noChangeAspect="1"/>
          </p:cNvPicPr>
          <p:nvPr/>
        </p:nvPicPr>
        <p:blipFill>
          <a:blip r:embed="rId5"/>
          <a:stretch>
            <a:fillRect/>
          </a:stretch>
        </p:blipFill>
        <p:spPr>
          <a:xfrm>
            <a:off x="458544" y="5053548"/>
            <a:ext cx="4062408" cy="1760191"/>
          </a:xfrm>
          <a:prstGeom prst="rect">
            <a:avLst/>
          </a:prstGeom>
        </p:spPr>
      </p:pic>
      <p:sp>
        <p:nvSpPr>
          <p:cNvPr id="17" name="文本框 16"/>
          <p:cNvSpPr txBox="1"/>
          <p:nvPr/>
        </p:nvSpPr>
        <p:spPr>
          <a:xfrm>
            <a:off x="2000672" y="5053548"/>
            <a:ext cx="331447" cy="443443"/>
          </a:xfrm>
          <a:prstGeom prst="rect">
            <a:avLst/>
          </a:prstGeom>
          <a:noFill/>
        </p:spPr>
        <p:txBody>
          <a:bodyPr wrap="square" lIns="0" tIns="0" rIns="0" bIns="0" rtlCol="0">
            <a:spAutoFit/>
          </a:bodyPr>
          <a:lstStyle/>
          <a:p>
            <a:r>
              <a:rPr lang="en-US" altLang="zh-CN" sz="2800" b="1" dirty="0">
                <a:solidFill>
                  <a:srgbClr val="FF0000"/>
                </a:solidFill>
              </a:rPr>
              <a:t>A</a:t>
            </a:r>
            <a:endParaRPr lang="zh-CN" altLang="en-US" sz="2800" b="1" dirty="0">
              <a:solidFill>
                <a:srgbClr val="FF0000"/>
              </a:solidFill>
            </a:endParaRPr>
          </a:p>
        </p:txBody>
      </p:sp>
      <p:sp>
        <p:nvSpPr>
          <p:cNvPr id="19" name="椭圆 18"/>
          <p:cNvSpPr/>
          <p:nvPr/>
        </p:nvSpPr>
        <p:spPr>
          <a:xfrm>
            <a:off x="416496" y="3345978"/>
            <a:ext cx="72008" cy="83022"/>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p:cNvSpPr/>
          <p:nvPr/>
        </p:nvSpPr>
        <p:spPr>
          <a:xfrm>
            <a:off x="416496" y="5301208"/>
            <a:ext cx="72008" cy="83022"/>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椭圆 20"/>
          <p:cNvSpPr/>
          <p:nvPr/>
        </p:nvSpPr>
        <p:spPr>
          <a:xfrm>
            <a:off x="488504" y="1412776"/>
            <a:ext cx="72008" cy="83022"/>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5" grpId="0"/>
      <p:bldP spid="17" grpId="0"/>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3"/>
          <a:stretch>
            <a:fillRect/>
          </a:stretch>
        </p:blipFill>
        <p:spPr>
          <a:xfrm>
            <a:off x="416496" y="1196752"/>
            <a:ext cx="9217024" cy="2308949"/>
          </a:xfrm>
          <a:prstGeom prst="rect">
            <a:avLst/>
          </a:prstGeom>
        </p:spPr>
      </p:pic>
      <p:sp>
        <p:nvSpPr>
          <p:cNvPr id="582658" name="Rectangle 2"/>
          <p:cNvSpPr>
            <a:spLocks noGrp="1" noChangeArrowheads="1"/>
          </p:cNvSpPr>
          <p:nvPr>
            <p:ph type="title"/>
          </p:nvPr>
        </p:nvSpPr>
        <p:spPr/>
        <p:txBody>
          <a:bodyPr/>
          <a:lstStyle/>
          <a:p>
            <a:pPr eaLnBrk="1" hangingPunct="1">
              <a:defRPr/>
            </a:pPr>
            <a:r>
              <a:rPr lang="zh-CN" altLang="en-US" dirty="0"/>
              <a:t>习题</a:t>
            </a:r>
          </a:p>
        </p:txBody>
      </p:sp>
      <p:sp>
        <p:nvSpPr>
          <p:cNvPr id="16" name="文本框 15"/>
          <p:cNvSpPr txBox="1"/>
          <p:nvPr/>
        </p:nvSpPr>
        <p:spPr>
          <a:xfrm>
            <a:off x="1064568" y="1556792"/>
            <a:ext cx="331447" cy="443443"/>
          </a:xfrm>
          <a:prstGeom prst="rect">
            <a:avLst/>
          </a:prstGeom>
          <a:noFill/>
        </p:spPr>
        <p:txBody>
          <a:bodyPr wrap="square" lIns="0" tIns="0" rIns="0" bIns="0" rtlCol="0">
            <a:spAutoFit/>
          </a:bodyPr>
          <a:lstStyle/>
          <a:p>
            <a:r>
              <a:rPr lang="en-US" altLang="zh-CN" sz="2800" b="1" dirty="0">
                <a:solidFill>
                  <a:srgbClr val="FF0000"/>
                </a:solidFill>
              </a:rPr>
              <a:t>D</a:t>
            </a:r>
            <a:endParaRPr lang="zh-CN" altLang="en-US" sz="2800" b="1" dirty="0">
              <a:solidFill>
                <a:srgbClr val="FF0000"/>
              </a:solidFill>
            </a:endParaRPr>
          </a:p>
        </p:txBody>
      </p:sp>
      <p:grpSp>
        <p:nvGrpSpPr>
          <p:cNvPr id="8" name="组合 7"/>
          <p:cNvGrpSpPr/>
          <p:nvPr/>
        </p:nvGrpSpPr>
        <p:grpSpPr>
          <a:xfrm>
            <a:off x="1036340" y="3429000"/>
            <a:ext cx="7977336" cy="3347014"/>
            <a:chOff x="1036340" y="3429000"/>
            <a:chExt cx="7977336" cy="3347014"/>
          </a:xfrm>
        </p:grpSpPr>
        <p:pic>
          <p:nvPicPr>
            <p:cNvPr id="6" name="图片 5"/>
            <p:cNvPicPr>
              <a:picLocks noChangeAspect="1"/>
            </p:cNvPicPr>
            <p:nvPr/>
          </p:nvPicPr>
          <p:blipFill>
            <a:blip r:embed="rId4"/>
            <a:stretch>
              <a:fillRect/>
            </a:stretch>
          </p:blipFill>
          <p:spPr>
            <a:xfrm>
              <a:off x="1036340" y="3573016"/>
              <a:ext cx="7977336" cy="3202998"/>
            </a:xfrm>
            <a:prstGeom prst="rect">
              <a:avLst/>
            </a:prstGeom>
          </p:spPr>
        </p:pic>
        <p:sp>
          <p:nvSpPr>
            <p:cNvPr id="7" name="矩形 6"/>
            <p:cNvSpPr/>
            <p:nvPr/>
          </p:nvSpPr>
          <p:spPr>
            <a:xfrm>
              <a:off x="7833320" y="3429000"/>
              <a:ext cx="720080" cy="43204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ctrTitle"/>
          </p:nvPr>
        </p:nvSpPr>
        <p:spPr/>
        <p:txBody>
          <a:bodyPr/>
          <a:lstStyle/>
          <a:p>
            <a:r>
              <a:rPr lang="zh-CN" altLang="en-US" dirty="0"/>
              <a:t>课程分隔符</a:t>
            </a: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标题 1"/>
          <p:cNvSpPr>
            <a:spLocks noGrp="1"/>
          </p:cNvSpPr>
          <p:nvPr>
            <p:ph type="title"/>
          </p:nvPr>
        </p:nvSpPr>
        <p:spPr/>
        <p:txBody>
          <a:bodyPr/>
          <a:lstStyle/>
          <a:p>
            <a:pPr eaLnBrk="1" hangingPunct="1"/>
            <a:r>
              <a:rPr lang="en-US" altLang="zh-CN" dirty="0">
                <a:ea typeface="黑体" panose="02010609060101010101" pitchFamily="2" charset="-122"/>
              </a:rPr>
              <a:t>6.4  </a:t>
            </a:r>
            <a:r>
              <a:rPr lang="zh-CN" altLang="en-US" dirty="0">
                <a:ea typeface="黑体" panose="02010609060101010101" pitchFamily="2" charset="-122"/>
              </a:rPr>
              <a:t>万维网 </a:t>
            </a:r>
            <a:r>
              <a:rPr lang="en-US" altLang="zh-CN" dirty="0">
                <a:ea typeface="黑体" panose="02010609060101010101" pitchFamily="2" charset="-122"/>
              </a:rPr>
              <a:t>WWW</a:t>
            </a:r>
            <a:endParaRPr lang="zh-CN" altLang="en-US" dirty="0">
              <a:ea typeface="黑体" panose="02010609060101010101" pitchFamily="2" charset="-122"/>
            </a:endParaRPr>
          </a:p>
        </p:txBody>
      </p:sp>
      <p:sp>
        <p:nvSpPr>
          <p:cNvPr id="3" name="内容占位符 2"/>
          <p:cNvSpPr>
            <a:spLocks noGrp="1"/>
          </p:cNvSpPr>
          <p:nvPr>
            <p:ph idx="1"/>
          </p:nvPr>
        </p:nvSpPr>
        <p:spPr/>
        <p:txBody>
          <a:bodyPr/>
          <a:lstStyle/>
          <a:p>
            <a:pPr eaLnBrk="1" hangingPunct="1">
              <a:defRPr/>
            </a:pPr>
            <a:r>
              <a:rPr lang="en-US" altLang="zh-CN" sz="3200" dirty="0">
                <a:ea typeface="黑体" panose="02010609060101010101" pitchFamily="2" charset="-122"/>
              </a:rPr>
              <a:t>6.4.1  </a:t>
            </a:r>
            <a:r>
              <a:rPr lang="zh-CN" altLang="en-US" sz="3200" dirty="0">
                <a:ea typeface="黑体" panose="02010609060101010101" pitchFamily="2" charset="-122"/>
              </a:rPr>
              <a:t>万维网概述</a:t>
            </a:r>
            <a:endParaRPr lang="en-US" altLang="zh-CN" sz="3200" dirty="0">
              <a:ea typeface="黑体" panose="02010609060101010101" pitchFamily="2" charset="-122"/>
            </a:endParaRPr>
          </a:p>
          <a:p>
            <a:pPr eaLnBrk="1" hangingPunct="1">
              <a:defRPr/>
            </a:pPr>
            <a:r>
              <a:rPr lang="en-US" altLang="zh-CN" sz="3200" dirty="0">
                <a:ea typeface="黑体" panose="02010609060101010101" pitchFamily="2" charset="-122"/>
              </a:rPr>
              <a:t>6.4.2  </a:t>
            </a:r>
            <a:r>
              <a:rPr lang="zh-CN" altLang="en-US" sz="3200" dirty="0">
                <a:ea typeface="黑体" panose="02010609060101010101" pitchFamily="2" charset="-122"/>
              </a:rPr>
              <a:t>统一资源定位符 </a:t>
            </a:r>
            <a:r>
              <a:rPr lang="en-US" altLang="zh-CN" sz="3200" dirty="0">
                <a:ea typeface="黑体" panose="02010609060101010101" pitchFamily="2" charset="-122"/>
              </a:rPr>
              <a:t>URL</a:t>
            </a:r>
          </a:p>
          <a:p>
            <a:pPr eaLnBrk="1" hangingPunct="1">
              <a:defRPr/>
            </a:pPr>
            <a:r>
              <a:rPr lang="en-US" altLang="zh-CN" sz="3200" dirty="0">
                <a:ea typeface="黑体" panose="02010609060101010101" pitchFamily="2" charset="-122"/>
              </a:rPr>
              <a:t>6.4.3  </a:t>
            </a:r>
            <a:r>
              <a:rPr lang="zh-CN" altLang="en-US" sz="3200" dirty="0">
                <a:ea typeface="黑体" panose="02010609060101010101" pitchFamily="2" charset="-122"/>
              </a:rPr>
              <a:t>超文本传送协议 </a:t>
            </a:r>
            <a:r>
              <a:rPr lang="en-US" altLang="zh-CN" sz="3200" dirty="0">
                <a:ea typeface="黑体" panose="02010609060101010101" pitchFamily="2" charset="-122"/>
              </a:rPr>
              <a:t>HTTP</a:t>
            </a:r>
          </a:p>
          <a:p>
            <a:pPr eaLnBrk="1" hangingPunct="1">
              <a:defRPr/>
            </a:pPr>
            <a:r>
              <a:rPr lang="en-US" altLang="zh-CN" sz="3200" dirty="0">
                <a:ea typeface="黑体" panose="02010609060101010101" pitchFamily="2" charset="-122"/>
              </a:rPr>
              <a:t>6.4.4  </a:t>
            </a:r>
            <a:r>
              <a:rPr lang="zh-CN" altLang="en-US" sz="3200" dirty="0">
                <a:ea typeface="黑体" panose="02010609060101010101" pitchFamily="2" charset="-122"/>
              </a:rPr>
              <a:t>万维网的文档</a:t>
            </a:r>
            <a:endParaRPr lang="zh-CN" altLang="en-US"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3746" name="Rectangle 2"/>
          <p:cNvSpPr>
            <a:spLocks noGrp="1" noChangeArrowheads="1"/>
          </p:cNvSpPr>
          <p:nvPr>
            <p:ph type="title"/>
          </p:nvPr>
        </p:nvSpPr>
        <p:spPr/>
        <p:txBody>
          <a:bodyPr/>
          <a:lstStyle/>
          <a:p>
            <a:pPr eaLnBrk="1" hangingPunct="1">
              <a:defRPr/>
            </a:pPr>
            <a:br>
              <a:rPr lang="en-US" altLang="zh-CN" dirty="0"/>
            </a:br>
            <a:r>
              <a:rPr lang="en-US" altLang="zh-CN" sz="4800" dirty="0"/>
              <a:t>6.4.1  </a:t>
            </a:r>
            <a:r>
              <a:rPr lang="zh-CN" altLang="en-US" sz="4800" dirty="0"/>
              <a:t>万维网概述</a:t>
            </a:r>
          </a:p>
        </p:txBody>
      </p:sp>
      <p:sp>
        <p:nvSpPr>
          <p:cNvPr id="543747" name="Rectangle 3"/>
          <p:cNvSpPr>
            <a:spLocks noGrp="1" noChangeArrowheads="1"/>
          </p:cNvSpPr>
          <p:nvPr>
            <p:ph idx="1"/>
          </p:nvPr>
        </p:nvSpPr>
        <p:spPr/>
        <p:txBody>
          <a:bodyPr/>
          <a:lstStyle/>
          <a:p>
            <a:pPr algn="just" eaLnBrk="1" hangingPunct="1"/>
            <a:r>
              <a:rPr lang="zh-CN" altLang="en-US" dirty="0">
                <a:solidFill>
                  <a:srgbClr val="FF0000"/>
                </a:solidFill>
                <a:ea typeface="黑体" panose="02010609060101010101" pitchFamily="2" charset="-122"/>
              </a:rPr>
              <a:t>万维网</a:t>
            </a:r>
            <a:r>
              <a:rPr lang="zh-CN" altLang="en-US" dirty="0">
                <a:ea typeface="黑体" panose="02010609060101010101" pitchFamily="2" charset="-122"/>
              </a:rPr>
              <a:t> </a:t>
            </a:r>
            <a:r>
              <a:rPr lang="en-US" altLang="zh-CN" dirty="0">
                <a:ea typeface="黑体" panose="02010609060101010101" pitchFamily="2" charset="-122"/>
              </a:rPr>
              <a:t>WWW (World Wide Web) </a:t>
            </a:r>
            <a:r>
              <a:rPr lang="zh-CN" altLang="en-US" dirty="0">
                <a:ea typeface="黑体" panose="02010609060101010101" pitchFamily="2" charset="-122"/>
              </a:rPr>
              <a:t>并非某种特殊的计算机网络。</a:t>
            </a:r>
          </a:p>
          <a:p>
            <a:pPr algn="just" eaLnBrk="1" hangingPunct="1"/>
            <a:r>
              <a:rPr lang="zh-CN" altLang="en-US" dirty="0">
                <a:ea typeface="黑体" panose="02010609060101010101" pitchFamily="2" charset="-122"/>
              </a:rPr>
              <a:t>万维网是一个大规模的、联机式的</a:t>
            </a:r>
            <a:r>
              <a:rPr lang="zh-CN" altLang="en-US" dirty="0">
                <a:solidFill>
                  <a:srgbClr val="FF0000"/>
                </a:solidFill>
                <a:ea typeface="黑体" panose="02010609060101010101" pitchFamily="2" charset="-122"/>
              </a:rPr>
              <a:t>信息储藏所。</a:t>
            </a:r>
          </a:p>
          <a:p>
            <a:pPr algn="just" eaLnBrk="1" hangingPunct="1"/>
            <a:r>
              <a:rPr lang="zh-CN" altLang="en-US" dirty="0">
                <a:ea typeface="黑体" panose="02010609060101010101" pitchFamily="2" charset="-122"/>
              </a:rPr>
              <a:t>万维网用</a:t>
            </a:r>
            <a:r>
              <a:rPr lang="zh-CN" altLang="en-US" dirty="0">
                <a:solidFill>
                  <a:srgbClr val="FF0000"/>
                </a:solidFill>
                <a:ea typeface="黑体" panose="02010609060101010101" pitchFamily="2" charset="-122"/>
              </a:rPr>
              <a:t>链接</a:t>
            </a:r>
            <a:r>
              <a:rPr lang="zh-CN" altLang="en-US" dirty="0">
                <a:ea typeface="黑体" panose="02010609060101010101" pitchFamily="2" charset="-122"/>
              </a:rPr>
              <a:t>的方法能非常方便地从互联网上的一个站点访问另一个站点，从而使用户主动地按需获取丰富的信息。</a:t>
            </a:r>
          </a:p>
          <a:p>
            <a:pPr algn="just" eaLnBrk="1" hangingPunct="1"/>
            <a:r>
              <a:rPr lang="zh-CN" altLang="en-US" dirty="0">
                <a:ea typeface="黑体" panose="02010609060101010101" pitchFamily="2" charset="-122"/>
              </a:rPr>
              <a:t>这种访问方式称为“</a:t>
            </a:r>
            <a:r>
              <a:rPr lang="zh-CN" altLang="en-US" dirty="0">
                <a:solidFill>
                  <a:srgbClr val="FF0000"/>
                </a:solidFill>
                <a:ea typeface="黑体" panose="02010609060101010101" pitchFamily="2" charset="-122"/>
              </a:rPr>
              <a:t>链接</a:t>
            </a:r>
            <a:r>
              <a:rPr lang="zh-CN" altLang="en-US" dirty="0">
                <a:ea typeface="黑体" panose="02010609060101010101" pitchFamily="2" charset="-122"/>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43747">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4374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4770" name="Rectangle 2"/>
          <p:cNvSpPr>
            <a:spLocks noGrp="1" noChangeArrowheads="1"/>
          </p:cNvSpPr>
          <p:nvPr>
            <p:ph type="title"/>
          </p:nvPr>
        </p:nvSpPr>
        <p:spPr/>
        <p:txBody>
          <a:bodyPr/>
          <a:lstStyle/>
          <a:p>
            <a:pPr algn="ctr" eaLnBrk="1" hangingPunct="1">
              <a:defRPr/>
            </a:pPr>
            <a:r>
              <a:rPr dirty="0"/>
              <a:t>万维网提供分布式服务 </a:t>
            </a:r>
          </a:p>
        </p:txBody>
      </p:sp>
      <p:sp>
        <p:nvSpPr>
          <p:cNvPr id="100355" name="Text Box 5"/>
          <p:cNvSpPr txBox="1">
            <a:spLocks noChangeArrowheads="1"/>
          </p:cNvSpPr>
          <p:nvPr/>
        </p:nvSpPr>
        <p:spPr bwMode="auto">
          <a:xfrm>
            <a:off x="2993402" y="3631084"/>
            <a:ext cx="1135247" cy="1723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10600" b="1">
                <a:solidFill>
                  <a:srgbClr val="000099"/>
                </a:solidFill>
                <a:latin typeface="Arial" panose="020B0604020202020204" pitchFamily="34" charset="0"/>
                <a:ea typeface="黑体" panose="02010609060101010101" pitchFamily="2" charset="-122"/>
                <a:sym typeface="Wingdings" panose="05000000000000000000" pitchFamily="2" charset="2"/>
              </a:rPr>
              <a:t></a:t>
            </a:r>
            <a:endParaRPr kumimoji="1" lang="en-US" altLang="zh-CN" sz="10600" b="1">
              <a:solidFill>
                <a:srgbClr val="000099"/>
              </a:solidFill>
              <a:latin typeface="Arial" panose="020B0604020202020204" pitchFamily="34" charset="0"/>
              <a:ea typeface="黑体" panose="02010609060101010101" pitchFamily="2" charset="-122"/>
            </a:endParaRPr>
          </a:p>
        </p:txBody>
      </p:sp>
      <p:sp>
        <p:nvSpPr>
          <p:cNvPr id="100356" name="Text Box 6"/>
          <p:cNvSpPr txBox="1">
            <a:spLocks noChangeArrowheads="1"/>
          </p:cNvSpPr>
          <p:nvPr/>
        </p:nvSpPr>
        <p:spPr bwMode="auto">
          <a:xfrm>
            <a:off x="876337" y="1603847"/>
            <a:ext cx="1045479"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9600" b="1">
                <a:solidFill>
                  <a:srgbClr val="000099"/>
                </a:solidFill>
                <a:latin typeface="Arial" panose="020B0604020202020204" pitchFamily="34" charset="0"/>
                <a:ea typeface="黑体" panose="02010609060101010101" pitchFamily="2" charset="-122"/>
                <a:sym typeface="Wingdings" panose="05000000000000000000" pitchFamily="2" charset="2"/>
              </a:rPr>
              <a:t></a:t>
            </a:r>
            <a:endParaRPr kumimoji="1" lang="en-US" altLang="zh-CN" sz="9600" b="1">
              <a:solidFill>
                <a:srgbClr val="000099"/>
              </a:solidFill>
              <a:latin typeface="Arial" panose="020B0604020202020204" pitchFamily="34" charset="0"/>
              <a:ea typeface="黑体" panose="02010609060101010101" pitchFamily="2" charset="-122"/>
            </a:endParaRPr>
          </a:p>
        </p:txBody>
      </p:sp>
      <p:sp>
        <p:nvSpPr>
          <p:cNvPr id="100357" name="Text Box 7"/>
          <p:cNvSpPr txBox="1">
            <a:spLocks noChangeArrowheads="1"/>
          </p:cNvSpPr>
          <p:nvPr/>
        </p:nvSpPr>
        <p:spPr bwMode="auto">
          <a:xfrm>
            <a:off x="4355477" y="1484784"/>
            <a:ext cx="1135247" cy="1723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10600" b="1">
                <a:solidFill>
                  <a:srgbClr val="000099"/>
                </a:solidFill>
                <a:latin typeface="Arial" panose="020B0604020202020204" pitchFamily="34" charset="0"/>
                <a:ea typeface="黑体" panose="02010609060101010101" pitchFamily="2" charset="-122"/>
                <a:sym typeface="Wingdings" panose="05000000000000000000" pitchFamily="2" charset="2"/>
              </a:rPr>
              <a:t></a:t>
            </a:r>
            <a:endParaRPr kumimoji="1" lang="en-US" altLang="zh-CN" sz="10600" b="1">
              <a:solidFill>
                <a:srgbClr val="000099"/>
              </a:solidFill>
              <a:latin typeface="Arial" panose="020B0604020202020204" pitchFamily="34" charset="0"/>
              <a:ea typeface="黑体" panose="02010609060101010101" pitchFamily="2" charset="-122"/>
            </a:endParaRPr>
          </a:p>
        </p:txBody>
      </p:sp>
      <p:sp>
        <p:nvSpPr>
          <p:cNvPr id="100358" name="Text Box 8"/>
          <p:cNvSpPr txBox="1">
            <a:spLocks noChangeArrowheads="1"/>
          </p:cNvSpPr>
          <p:nvPr/>
        </p:nvSpPr>
        <p:spPr bwMode="auto">
          <a:xfrm>
            <a:off x="6321197" y="3558059"/>
            <a:ext cx="1135247" cy="1723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10600" b="1">
                <a:solidFill>
                  <a:srgbClr val="000099"/>
                </a:solidFill>
                <a:latin typeface="Arial" panose="020B0604020202020204" pitchFamily="34" charset="0"/>
                <a:ea typeface="黑体" panose="02010609060101010101" pitchFamily="2" charset="-122"/>
                <a:sym typeface="Wingdings" panose="05000000000000000000" pitchFamily="2" charset="2"/>
              </a:rPr>
              <a:t></a:t>
            </a:r>
            <a:endParaRPr kumimoji="1" lang="en-US" altLang="zh-CN" sz="10600" b="1">
              <a:solidFill>
                <a:srgbClr val="000099"/>
              </a:solidFill>
              <a:latin typeface="Arial" panose="020B0604020202020204" pitchFamily="34" charset="0"/>
              <a:ea typeface="黑体" panose="02010609060101010101" pitchFamily="2" charset="-122"/>
            </a:endParaRPr>
          </a:p>
        </p:txBody>
      </p:sp>
      <p:sp>
        <p:nvSpPr>
          <p:cNvPr id="100359" name="Text Box 9"/>
          <p:cNvSpPr txBox="1">
            <a:spLocks noChangeArrowheads="1"/>
          </p:cNvSpPr>
          <p:nvPr/>
        </p:nvSpPr>
        <p:spPr bwMode="auto">
          <a:xfrm>
            <a:off x="8083985" y="1646709"/>
            <a:ext cx="1045479"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9600" b="1">
                <a:solidFill>
                  <a:srgbClr val="000099"/>
                </a:solidFill>
                <a:latin typeface="Arial" panose="020B0604020202020204" pitchFamily="34" charset="0"/>
                <a:ea typeface="黑体" panose="02010609060101010101" pitchFamily="2" charset="-122"/>
                <a:sym typeface="Wingdings" panose="05000000000000000000" pitchFamily="2" charset="2"/>
              </a:rPr>
              <a:t></a:t>
            </a:r>
            <a:endParaRPr kumimoji="1" lang="en-US" altLang="zh-CN" sz="9600" b="1">
              <a:solidFill>
                <a:srgbClr val="000099"/>
              </a:solidFill>
              <a:latin typeface="Arial" panose="020B0604020202020204" pitchFamily="34" charset="0"/>
              <a:ea typeface="黑体" panose="02010609060101010101" pitchFamily="2" charset="-122"/>
            </a:endParaRPr>
          </a:p>
        </p:txBody>
      </p:sp>
      <p:pic>
        <p:nvPicPr>
          <p:cNvPr id="100360" name="Picture 10"/>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15389" y="2880196"/>
            <a:ext cx="711994" cy="623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0361" name="Text Box 11"/>
          <p:cNvSpPr txBox="1">
            <a:spLocks noChangeArrowheads="1"/>
          </p:cNvSpPr>
          <p:nvPr/>
        </p:nvSpPr>
        <p:spPr bwMode="auto">
          <a:xfrm>
            <a:off x="995003" y="3438997"/>
            <a:ext cx="954107"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000" b="1">
                <a:solidFill>
                  <a:srgbClr val="000099"/>
                </a:solidFill>
                <a:latin typeface="Arial" panose="020B0604020202020204" pitchFamily="34" charset="0"/>
                <a:ea typeface="黑体" panose="02010609060101010101" pitchFamily="2" charset="-122"/>
              </a:rPr>
              <a:t>万维网</a:t>
            </a:r>
          </a:p>
          <a:p>
            <a:pPr eaLnBrk="1" hangingPunct="1"/>
            <a:r>
              <a:rPr kumimoji="1" lang="zh-CN" altLang="en-US" sz="2000" b="1">
                <a:solidFill>
                  <a:srgbClr val="000099"/>
                </a:solidFill>
                <a:latin typeface="Arial" panose="020B0604020202020204" pitchFamily="34" charset="0"/>
                <a:ea typeface="黑体" panose="02010609060101010101" pitchFamily="2" charset="-122"/>
              </a:rPr>
              <a:t>站点 </a:t>
            </a:r>
            <a:r>
              <a:rPr kumimoji="1" lang="en-US" altLang="zh-CN" sz="2000" b="1">
                <a:solidFill>
                  <a:srgbClr val="000099"/>
                </a:solidFill>
                <a:latin typeface="Arial" panose="020B0604020202020204" pitchFamily="34" charset="0"/>
                <a:ea typeface="黑体" panose="02010609060101010101" pitchFamily="2" charset="-122"/>
              </a:rPr>
              <a:t>A</a:t>
            </a:r>
          </a:p>
        </p:txBody>
      </p:sp>
      <p:pic>
        <p:nvPicPr>
          <p:cNvPr id="100362" name="Picture 1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73890" y="2892896"/>
            <a:ext cx="713714" cy="623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0363" name="Picture 1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266282" y="2880196"/>
            <a:ext cx="713713" cy="623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0364" name="Picture 1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65408" y="4936010"/>
            <a:ext cx="711994" cy="623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0365" name="Picture 1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59969" y="4936010"/>
            <a:ext cx="713714" cy="623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0366" name="Text Box 16"/>
          <p:cNvSpPr txBox="1">
            <a:spLocks noChangeArrowheads="1"/>
          </p:cNvSpPr>
          <p:nvPr/>
        </p:nvSpPr>
        <p:spPr bwMode="auto">
          <a:xfrm>
            <a:off x="8094303" y="3469160"/>
            <a:ext cx="954107"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000" b="1">
                <a:solidFill>
                  <a:srgbClr val="000099"/>
                </a:solidFill>
                <a:latin typeface="Arial" panose="020B0604020202020204" pitchFamily="34" charset="0"/>
                <a:ea typeface="黑体" panose="02010609060101010101" pitchFamily="2" charset="-122"/>
              </a:rPr>
              <a:t>万维网</a:t>
            </a:r>
          </a:p>
          <a:p>
            <a:pPr eaLnBrk="1" hangingPunct="1"/>
            <a:r>
              <a:rPr kumimoji="1" lang="zh-CN" altLang="en-US" sz="2000" b="1">
                <a:solidFill>
                  <a:srgbClr val="000099"/>
                </a:solidFill>
                <a:latin typeface="Arial" panose="020B0604020202020204" pitchFamily="34" charset="0"/>
                <a:ea typeface="黑体" panose="02010609060101010101" pitchFamily="2" charset="-122"/>
              </a:rPr>
              <a:t>站点 </a:t>
            </a:r>
            <a:r>
              <a:rPr kumimoji="1" lang="en-US" altLang="zh-CN" sz="2000" b="1">
                <a:solidFill>
                  <a:srgbClr val="000099"/>
                </a:solidFill>
                <a:latin typeface="Arial" panose="020B0604020202020204" pitchFamily="34" charset="0"/>
                <a:ea typeface="黑体" panose="02010609060101010101" pitchFamily="2" charset="-122"/>
              </a:rPr>
              <a:t>C</a:t>
            </a:r>
          </a:p>
        </p:txBody>
      </p:sp>
      <p:sp>
        <p:nvSpPr>
          <p:cNvPr id="100367" name="Text Box 17"/>
          <p:cNvSpPr txBox="1">
            <a:spLocks noChangeArrowheads="1"/>
          </p:cNvSpPr>
          <p:nvPr/>
        </p:nvSpPr>
        <p:spPr bwMode="auto">
          <a:xfrm>
            <a:off x="5997877" y="5537672"/>
            <a:ext cx="170912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000" b="1">
                <a:solidFill>
                  <a:srgbClr val="000099"/>
                </a:solidFill>
                <a:latin typeface="Arial" panose="020B0604020202020204" pitchFamily="34" charset="0"/>
                <a:ea typeface="黑体" panose="02010609060101010101" pitchFamily="2" charset="-122"/>
              </a:rPr>
              <a:t>万维网站点 </a:t>
            </a:r>
            <a:r>
              <a:rPr kumimoji="1" lang="en-US" altLang="zh-CN" sz="2000" b="1">
                <a:solidFill>
                  <a:srgbClr val="000099"/>
                </a:solidFill>
                <a:latin typeface="Arial" panose="020B0604020202020204" pitchFamily="34" charset="0"/>
                <a:ea typeface="黑体" panose="02010609060101010101" pitchFamily="2" charset="-122"/>
              </a:rPr>
              <a:t>E</a:t>
            </a:r>
          </a:p>
        </p:txBody>
      </p:sp>
      <p:sp>
        <p:nvSpPr>
          <p:cNvPr id="100368" name="Text Box 18"/>
          <p:cNvSpPr txBox="1">
            <a:spLocks noChangeArrowheads="1"/>
          </p:cNvSpPr>
          <p:nvPr/>
        </p:nvSpPr>
        <p:spPr bwMode="auto">
          <a:xfrm>
            <a:off x="2721674" y="5540846"/>
            <a:ext cx="172354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000" b="1">
                <a:solidFill>
                  <a:srgbClr val="000099"/>
                </a:solidFill>
                <a:latin typeface="Arial" panose="020B0604020202020204" pitchFamily="34" charset="0"/>
                <a:ea typeface="黑体" panose="02010609060101010101" pitchFamily="2" charset="-122"/>
              </a:rPr>
              <a:t>万维网站点 </a:t>
            </a:r>
            <a:r>
              <a:rPr kumimoji="1" lang="en-US" altLang="zh-CN" sz="2000" b="1">
                <a:solidFill>
                  <a:srgbClr val="000099"/>
                </a:solidFill>
                <a:latin typeface="Arial" panose="020B0604020202020204" pitchFamily="34" charset="0"/>
                <a:ea typeface="黑体" panose="02010609060101010101" pitchFamily="2" charset="-122"/>
              </a:rPr>
              <a:t>D</a:t>
            </a:r>
          </a:p>
        </p:txBody>
      </p:sp>
      <p:sp>
        <p:nvSpPr>
          <p:cNvPr id="100369" name="Text Box 19"/>
          <p:cNvSpPr txBox="1">
            <a:spLocks noChangeArrowheads="1"/>
          </p:cNvSpPr>
          <p:nvPr/>
        </p:nvSpPr>
        <p:spPr bwMode="auto">
          <a:xfrm>
            <a:off x="4047634" y="3486622"/>
            <a:ext cx="173156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000" b="1">
                <a:solidFill>
                  <a:srgbClr val="000099"/>
                </a:solidFill>
                <a:latin typeface="Arial" panose="020B0604020202020204" pitchFamily="34" charset="0"/>
                <a:ea typeface="黑体" panose="02010609060101010101" pitchFamily="2" charset="-122"/>
              </a:rPr>
              <a:t>万维网站点 </a:t>
            </a:r>
            <a:r>
              <a:rPr kumimoji="1" lang="en-US" altLang="zh-CN" sz="2000" b="1">
                <a:solidFill>
                  <a:srgbClr val="000099"/>
                </a:solidFill>
                <a:latin typeface="Arial" panose="020B0604020202020204" pitchFamily="34" charset="0"/>
                <a:ea typeface="黑体" panose="02010609060101010101" pitchFamily="2" charset="-122"/>
              </a:rPr>
              <a:t>B</a:t>
            </a:r>
          </a:p>
        </p:txBody>
      </p:sp>
      <p:grpSp>
        <p:nvGrpSpPr>
          <p:cNvPr id="544821" name="Group 53"/>
          <p:cNvGrpSpPr/>
          <p:nvPr/>
        </p:nvGrpSpPr>
        <p:grpSpPr bwMode="auto">
          <a:xfrm>
            <a:off x="1541897" y="1900710"/>
            <a:ext cx="3272763" cy="582612"/>
            <a:chOff x="833" y="1365"/>
            <a:chExt cx="1903" cy="367"/>
          </a:xfrm>
        </p:grpSpPr>
        <p:sp>
          <p:nvSpPr>
            <p:cNvPr id="100404" name="Line 25"/>
            <p:cNvSpPr>
              <a:spLocks noChangeShapeType="1"/>
            </p:cNvSpPr>
            <p:nvPr/>
          </p:nvSpPr>
          <p:spPr bwMode="auto">
            <a:xfrm flipV="1">
              <a:off x="833" y="1564"/>
              <a:ext cx="1903" cy="168"/>
            </a:xfrm>
            <a:prstGeom prst="line">
              <a:avLst/>
            </a:prstGeom>
            <a:noFill/>
            <a:ln w="76200">
              <a:solidFill>
                <a:schemeClr val="hlink"/>
              </a:solidFill>
              <a:prstDash val="sysDot"/>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100405" name="Text Box 26"/>
            <p:cNvSpPr txBox="1">
              <a:spLocks noChangeArrowheads="1"/>
            </p:cNvSpPr>
            <p:nvPr/>
          </p:nvSpPr>
          <p:spPr bwMode="auto">
            <a:xfrm rot="21377422">
              <a:off x="1520" y="1365"/>
              <a:ext cx="555"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000" b="1">
                  <a:solidFill>
                    <a:srgbClr val="000099"/>
                  </a:solidFill>
                  <a:latin typeface="Arial" panose="020B0604020202020204" pitchFamily="34" charset="0"/>
                  <a:ea typeface="黑体" panose="02010609060101010101" pitchFamily="2" charset="-122"/>
                </a:rPr>
                <a:t>链接到</a:t>
              </a:r>
            </a:p>
          </p:txBody>
        </p:sp>
      </p:grpSp>
      <p:grpSp>
        <p:nvGrpSpPr>
          <p:cNvPr id="544823" name="Group 55"/>
          <p:cNvGrpSpPr/>
          <p:nvPr/>
        </p:nvGrpSpPr>
        <p:grpSpPr bwMode="auto">
          <a:xfrm>
            <a:off x="3507619" y="2508721"/>
            <a:ext cx="1179777" cy="1862138"/>
            <a:chOff x="1976" y="1748"/>
            <a:chExt cx="686" cy="1173"/>
          </a:xfrm>
        </p:grpSpPr>
        <p:sp>
          <p:nvSpPr>
            <p:cNvPr id="100402" name="Line 22"/>
            <p:cNvSpPr>
              <a:spLocks noChangeShapeType="1"/>
            </p:cNvSpPr>
            <p:nvPr/>
          </p:nvSpPr>
          <p:spPr bwMode="auto">
            <a:xfrm flipH="1">
              <a:off x="1976" y="1778"/>
              <a:ext cx="686" cy="1143"/>
            </a:xfrm>
            <a:prstGeom prst="line">
              <a:avLst/>
            </a:prstGeom>
            <a:noFill/>
            <a:ln w="76200">
              <a:solidFill>
                <a:schemeClr val="hlink"/>
              </a:solidFill>
              <a:prstDash val="sysDot"/>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100403" name="Text Box 27"/>
            <p:cNvSpPr txBox="1">
              <a:spLocks noChangeArrowheads="1"/>
            </p:cNvSpPr>
            <p:nvPr/>
          </p:nvSpPr>
          <p:spPr bwMode="auto">
            <a:xfrm rot="18143965">
              <a:off x="2024" y="1932"/>
              <a:ext cx="601"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000" b="1">
                  <a:solidFill>
                    <a:srgbClr val="000099"/>
                  </a:solidFill>
                  <a:latin typeface="Arial" panose="020B0604020202020204" pitchFamily="34" charset="0"/>
                  <a:ea typeface="黑体" panose="02010609060101010101" pitchFamily="2" charset="-122"/>
                </a:rPr>
                <a:t>链接到</a:t>
              </a:r>
            </a:p>
          </p:txBody>
        </p:sp>
      </p:grpSp>
      <p:grpSp>
        <p:nvGrpSpPr>
          <p:cNvPr id="544822" name="Group 54"/>
          <p:cNvGrpSpPr/>
          <p:nvPr/>
        </p:nvGrpSpPr>
        <p:grpSpPr bwMode="auto">
          <a:xfrm>
            <a:off x="1602090" y="2727797"/>
            <a:ext cx="5217848" cy="2035175"/>
            <a:chOff x="868" y="1886"/>
            <a:chExt cx="3034" cy="1282"/>
          </a:xfrm>
        </p:grpSpPr>
        <p:sp>
          <p:nvSpPr>
            <p:cNvPr id="100400" name="Line 20"/>
            <p:cNvSpPr>
              <a:spLocks noChangeShapeType="1"/>
            </p:cNvSpPr>
            <p:nvPr/>
          </p:nvSpPr>
          <p:spPr bwMode="auto">
            <a:xfrm>
              <a:off x="868" y="1886"/>
              <a:ext cx="3034" cy="1282"/>
            </a:xfrm>
            <a:prstGeom prst="line">
              <a:avLst/>
            </a:prstGeom>
            <a:noFill/>
            <a:ln w="76200">
              <a:solidFill>
                <a:schemeClr val="hlink"/>
              </a:solidFill>
              <a:prstDash val="sysDot"/>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100401" name="Text Box 28"/>
            <p:cNvSpPr txBox="1">
              <a:spLocks noChangeArrowheads="1"/>
            </p:cNvSpPr>
            <p:nvPr/>
          </p:nvSpPr>
          <p:spPr bwMode="auto">
            <a:xfrm rot="1357240">
              <a:off x="1479" y="1972"/>
              <a:ext cx="555"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000" b="1">
                  <a:solidFill>
                    <a:srgbClr val="000099"/>
                  </a:solidFill>
                  <a:latin typeface="Arial" panose="020B0604020202020204" pitchFamily="34" charset="0"/>
                  <a:ea typeface="黑体" panose="02010609060101010101" pitchFamily="2" charset="-122"/>
                </a:rPr>
                <a:t>链接到</a:t>
              </a:r>
            </a:p>
          </p:txBody>
        </p:sp>
      </p:grpSp>
      <p:grpSp>
        <p:nvGrpSpPr>
          <p:cNvPr id="544826" name="Group 58"/>
          <p:cNvGrpSpPr/>
          <p:nvPr/>
        </p:nvGrpSpPr>
        <p:grpSpPr bwMode="auto">
          <a:xfrm>
            <a:off x="3781066" y="2727797"/>
            <a:ext cx="4717388" cy="2074863"/>
            <a:chOff x="2135" y="1886"/>
            <a:chExt cx="2743" cy="1307"/>
          </a:xfrm>
        </p:grpSpPr>
        <p:sp>
          <p:nvSpPr>
            <p:cNvPr id="100398" name="Line 21"/>
            <p:cNvSpPr>
              <a:spLocks noChangeShapeType="1"/>
            </p:cNvSpPr>
            <p:nvPr/>
          </p:nvSpPr>
          <p:spPr bwMode="auto">
            <a:xfrm flipV="1">
              <a:off x="2135" y="1886"/>
              <a:ext cx="2743" cy="1307"/>
            </a:xfrm>
            <a:prstGeom prst="line">
              <a:avLst/>
            </a:prstGeom>
            <a:noFill/>
            <a:ln w="76200">
              <a:solidFill>
                <a:schemeClr val="hlink"/>
              </a:solidFill>
              <a:prstDash val="sysDot"/>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100399" name="Text Box 29"/>
            <p:cNvSpPr txBox="1">
              <a:spLocks noChangeArrowheads="1"/>
            </p:cNvSpPr>
            <p:nvPr/>
          </p:nvSpPr>
          <p:spPr bwMode="auto">
            <a:xfrm rot="20118828">
              <a:off x="3724" y="2008"/>
              <a:ext cx="555"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000" b="1">
                  <a:solidFill>
                    <a:srgbClr val="000099"/>
                  </a:solidFill>
                  <a:latin typeface="Arial" panose="020B0604020202020204" pitchFamily="34" charset="0"/>
                  <a:ea typeface="黑体" panose="02010609060101010101" pitchFamily="2" charset="-122"/>
                </a:rPr>
                <a:t>链接到</a:t>
              </a:r>
            </a:p>
          </p:txBody>
        </p:sp>
      </p:grpSp>
      <p:grpSp>
        <p:nvGrpSpPr>
          <p:cNvPr id="544825" name="Group 57"/>
          <p:cNvGrpSpPr/>
          <p:nvPr/>
        </p:nvGrpSpPr>
        <p:grpSpPr bwMode="auto">
          <a:xfrm>
            <a:off x="1330363" y="2815109"/>
            <a:ext cx="2087827" cy="1814512"/>
            <a:chOff x="710" y="1941"/>
            <a:chExt cx="1214" cy="1143"/>
          </a:xfrm>
        </p:grpSpPr>
        <p:sp>
          <p:nvSpPr>
            <p:cNvPr id="100396" name="Line 24"/>
            <p:cNvSpPr>
              <a:spLocks noChangeShapeType="1"/>
            </p:cNvSpPr>
            <p:nvPr/>
          </p:nvSpPr>
          <p:spPr bwMode="auto">
            <a:xfrm flipH="1" flipV="1">
              <a:off x="710" y="1941"/>
              <a:ext cx="1214" cy="1143"/>
            </a:xfrm>
            <a:prstGeom prst="line">
              <a:avLst/>
            </a:prstGeom>
            <a:noFill/>
            <a:ln w="76200">
              <a:solidFill>
                <a:schemeClr val="hlink"/>
              </a:solidFill>
              <a:prstDash val="sysDot"/>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100397" name="Text Box 30"/>
            <p:cNvSpPr txBox="1">
              <a:spLocks noChangeArrowheads="1"/>
            </p:cNvSpPr>
            <p:nvPr/>
          </p:nvSpPr>
          <p:spPr bwMode="auto">
            <a:xfrm rot="2570439">
              <a:off x="1222" y="2355"/>
              <a:ext cx="555"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000" b="1">
                  <a:solidFill>
                    <a:srgbClr val="000099"/>
                  </a:solidFill>
                  <a:latin typeface="Arial" panose="020B0604020202020204" pitchFamily="34" charset="0"/>
                  <a:ea typeface="黑体" panose="02010609060101010101" pitchFamily="2" charset="-122"/>
                </a:rPr>
                <a:t>链接到</a:t>
              </a:r>
            </a:p>
          </p:txBody>
        </p:sp>
      </p:grpSp>
      <p:grpSp>
        <p:nvGrpSpPr>
          <p:cNvPr id="544824" name="Group 56"/>
          <p:cNvGrpSpPr/>
          <p:nvPr/>
        </p:nvGrpSpPr>
        <p:grpSpPr bwMode="auto">
          <a:xfrm>
            <a:off x="5050273" y="2815109"/>
            <a:ext cx="1633802" cy="1555750"/>
            <a:chOff x="2873" y="1941"/>
            <a:chExt cx="950" cy="980"/>
          </a:xfrm>
        </p:grpSpPr>
        <p:sp>
          <p:nvSpPr>
            <p:cNvPr id="100394" name="Line 23"/>
            <p:cNvSpPr>
              <a:spLocks noChangeShapeType="1"/>
            </p:cNvSpPr>
            <p:nvPr/>
          </p:nvSpPr>
          <p:spPr bwMode="auto">
            <a:xfrm>
              <a:off x="2873" y="1941"/>
              <a:ext cx="950" cy="980"/>
            </a:xfrm>
            <a:prstGeom prst="line">
              <a:avLst/>
            </a:prstGeom>
            <a:noFill/>
            <a:ln w="76200">
              <a:solidFill>
                <a:schemeClr val="hlink"/>
              </a:solidFill>
              <a:prstDash val="sysDot"/>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100395" name="Text Box 31"/>
            <p:cNvSpPr txBox="1">
              <a:spLocks noChangeArrowheads="1"/>
            </p:cNvSpPr>
            <p:nvPr/>
          </p:nvSpPr>
          <p:spPr bwMode="auto">
            <a:xfrm rot="2686426">
              <a:off x="3109" y="2112"/>
              <a:ext cx="555"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000" b="1">
                  <a:solidFill>
                    <a:srgbClr val="000099"/>
                  </a:solidFill>
                  <a:latin typeface="Arial" panose="020B0604020202020204" pitchFamily="34" charset="0"/>
                  <a:ea typeface="黑体" panose="02010609060101010101" pitchFamily="2" charset="-122"/>
                </a:rPr>
                <a:t>链接到</a:t>
              </a:r>
            </a:p>
          </p:txBody>
        </p:sp>
      </p:grpSp>
      <p:grpSp>
        <p:nvGrpSpPr>
          <p:cNvPr id="100376" name="Group 34"/>
          <p:cNvGrpSpPr/>
          <p:nvPr/>
        </p:nvGrpSpPr>
        <p:grpSpPr bwMode="auto">
          <a:xfrm>
            <a:off x="4532613" y="2143602"/>
            <a:ext cx="505450" cy="522731"/>
            <a:chOff x="806" y="3124"/>
            <a:chExt cx="266" cy="289"/>
          </a:xfrm>
        </p:grpSpPr>
        <p:sp>
          <p:nvSpPr>
            <p:cNvPr id="100392" name="Oval 35"/>
            <p:cNvSpPr>
              <a:spLocks noChangeArrowheads="1"/>
            </p:cNvSpPr>
            <p:nvPr/>
          </p:nvSpPr>
          <p:spPr bwMode="auto">
            <a:xfrm>
              <a:off x="864" y="3248"/>
              <a:ext cx="112" cy="120"/>
            </a:xfrm>
            <a:prstGeom prst="ellipse">
              <a:avLst/>
            </a:prstGeom>
            <a:solidFill>
              <a:schemeClr val="bg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solidFill>
                  <a:srgbClr val="000099"/>
                </a:solidFill>
              </a:endParaRPr>
            </a:p>
          </p:txBody>
        </p:sp>
        <p:sp>
          <p:nvSpPr>
            <p:cNvPr id="100393" name="Text Box 36"/>
            <p:cNvSpPr txBox="1">
              <a:spLocks noChangeArrowheads="1"/>
            </p:cNvSpPr>
            <p:nvPr/>
          </p:nvSpPr>
          <p:spPr bwMode="auto">
            <a:xfrm>
              <a:off x="806" y="3124"/>
              <a:ext cx="266" cy="2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p>
          </p:txBody>
        </p:sp>
      </p:grpSp>
      <p:grpSp>
        <p:nvGrpSpPr>
          <p:cNvPr id="100377" name="Group 37"/>
          <p:cNvGrpSpPr/>
          <p:nvPr/>
        </p:nvGrpSpPr>
        <p:grpSpPr bwMode="auto">
          <a:xfrm>
            <a:off x="3492141" y="4534377"/>
            <a:ext cx="505870" cy="522731"/>
            <a:chOff x="805" y="3123"/>
            <a:chExt cx="268" cy="289"/>
          </a:xfrm>
        </p:grpSpPr>
        <p:sp>
          <p:nvSpPr>
            <p:cNvPr id="100390" name="Oval 38"/>
            <p:cNvSpPr>
              <a:spLocks noChangeArrowheads="1"/>
            </p:cNvSpPr>
            <p:nvPr/>
          </p:nvSpPr>
          <p:spPr bwMode="auto">
            <a:xfrm>
              <a:off x="864" y="3248"/>
              <a:ext cx="112" cy="120"/>
            </a:xfrm>
            <a:prstGeom prst="ellipse">
              <a:avLst/>
            </a:prstGeom>
            <a:solidFill>
              <a:schemeClr val="bg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solidFill>
                  <a:srgbClr val="000099"/>
                </a:solidFill>
              </a:endParaRPr>
            </a:p>
          </p:txBody>
        </p:sp>
        <p:sp>
          <p:nvSpPr>
            <p:cNvPr id="100391" name="Text Box 39"/>
            <p:cNvSpPr txBox="1">
              <a:spLocks noChangeArrowheads="1"/>
            </p:cNvSpPr>
            <p:nvPr/>
          </p:nvSpPr>
          <p:spPr bwMode="auto">
            <a:xfrm>
              <a:off x="805" y="3123"/>
              <a:ext cx="268" cy="2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p>
          </p:txBody>
        </p:sp>
      </p:grpSp>
      <p:grpSp>
        <p:nvGrpSpPr>
          <p:cNvPr id="100378" name="Group 40"/>
          <p:cNvGrpSpPr/>
          <p:nvPr/>
        </p:nvGrpSpPr>
        <p:grpSpPr bwMode="auto">
          <a:xfrm>
            <a:off x="1285648" y="2159477"/>
            <a:ext cx="505871" cy="522731"/>
            <a:chOff x="806" y="3124"/>
            <a:chExt cx="268" cy="289"/>
          </a:xfrm>
        </p:grpSpPr>
        <p:sp>
          <p:nvSpPr>
            <p:cNvPr id="100388" name="Oval 41"/>
            <p:cNvSpPr>
              <a:spLocks noChangeArrowheads="1"/>
            </p:cNvSpPr>
            <p:nvPr/>
          </p:nvSpPr>
          <p:spPr bwMode="auto">
            <a:xfrm>
              <a:off x="864" y="3248"/>
              <a:ext cx="112" cy="120"/>
            </a:xfrm>
            <a:prstGeom prst="ellipse">
              <a:avLst/>
            </a:prstGeom>
            <a:solidFill>
              <a:schemeClr val="bg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solidFill>
                  <a:srgbClr val="000099"/>
                </a:solidFill>
              </a:endParaRPr>
            </a:p>
          </p:txBody>
        </p:sp>
        <p:sp>
          <p:nvSpPr>
            <p:cNvPr id="100389" name="Text Box 42"/>
            <p:cNvSpPr txBox="1">
              <a:spLocks noChangeArrowheads="1"/>
            </p:cNvSpPr>
            <p:nvPr/>
          </p:nvSpPr>
          <p:spPr bwMode="auto">
            <a:xfrm>
              <a:off x="806" y="3124"/>
              <a:ext cx="268" cy="2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p>
          </p:txBody>
        </p:sp>
      </p:grpSp>
      <p:grpSp>
        <p:nvGrpSpPr>
          <p:cNvPr id="100379" name="Group 43"/>
          <p:cNvGrpSpPr/>
          <p:nvPr/>
        </p:nvGrpSpPr>
        <p:grpSpPr bwMode="auto">
          <a:xfrm>
            <a:off x="1330361" y="2405535"/>
            <a:ext cx="505450" cy="522717"/>
            <a:chOff x="806" y="3124"/>
            <a:chExt cx="266" cy="290"/>
          </a:xfrm>
        </p:grpSpPr>
        <p:sp>
          <p:nvSpPr>
            <p:cNvPr id="100386" name="Oval 44"/>
            <p:cNvSpPr>
              <a:spLocks noChangeArrowheads="1"/>
            </p:cNvSpPr>
            <p:nvPr/>
          </p:nvSpPr>
          <p:spPr bwMode="auto">
            <a:xfrm>
              <a:off x="864" y="3248"/>
              <a:ext cx="112" cy="120"/>
            </a:xfrm>
            <a:prstGeom prst="ellipse">
              <a:avLst/>
            </a:prstGeom>
            <a:solidFill>
              <a:schemeClr val="bg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solidFill>
                  <a:srgbClr val="000099"/>
                </a:solidFill>
              </a:endParaRPr>
            </a:p>
          </p:txBody>
        </p:sp>
        <p:sp>
          <p:nvSpPr>
            <p:cNvPr id="100387" name="Text Box 45"/>
            <p:cNvSpPr txBox="1">
              <a:spLocks noChangeArrowheads="1"/>
            </p:cNvSpPr>
            <p:nvPr/>
          </p:nvSpPr>
          <p:spPr bwMode="auto">
            <a:xfrm>
              <a:off x="806" y="3124"/>
              <a:ext cx="266"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p>
          </p:txBody>
        </p:sp>
      </p:grpSp>
      <p:grpSp>
        <p:nvGrpSpPr>
          <p:cNvPr id="100380" name="Group 46"/>
          <p:cNvGrpSpPr/>
          <p:nvPr/>
        </p:nvGrpSpPr>
        <p:grpSpPr bwMode="auto">
          <a:xfrm>
            <a:off x="4732111" y="2405535"/>
            <a:ext cx="505871" cy="522717"/>
            <a:chOff x="805" y="3124"/>
            <a:chExt cx="268" cy="290"/>
          </a:xfrm>
        </p:grpSpPr>
        <p:sp>
          <p:nvSpPr>
            <p:cNvPr id="100384" name="Oval 47"/>
            <p:cNvSpPr>
              <a:spLocks noChangeArrowheads="1"/>
            </p:cNvSpPr>
            <p:nvPr/>
          </p:nvSpPr>
          <p:spPr bwMode="auto">
            <a:xfrm>
              <a:off x="864" y="3248"/>
              <a:ext cx="112" cy="120"/>
            </a:xfrm>
            <a:prstGeom prst="ellipse">
              <a:avLst/>
            </a:prstGeom>
            <a:solidFill>
              <a:schemeClr val="bg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solidFill>
                  <a:srgbClr val="000099"/>
                </a:solidFill>
              </a:endParaRPr>
            </a:p>
          </p:txBody>
        </p:sp>
        <p:sp>
          <p:nvSpPr>
            <p:cNvPr id="100385" name="Text Box 48"/>
            <p:cNvSpPr txBox="1">
              <a:spLocks noChangeArrowheads="1"/>
            </p:cNvSpPr>
            <p:nvPr/>
          </p:nvSpPr>
          <p:spPr bwMode="auto">
            <a:xfrm>
              <a:off x="805" y="3124"/>
              <a:ext cx="268"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p>
          </p:txBody>
        </p:sp>
      </p:grpSp>
      <p:grpSp>
        <p:nvGrpSpPr>
          <p:cNvPr id="100381" name="Group 49"/>
          <p:cNvGrpSpPr/>
          <p:nvPr/>
        </p:nvGrpSpPr>
        <p:grpSpPr bwMode="auto">
          <a:xfrm>
            <a:off x="3251369" y="4362927"/>
            <a:ext cx="505450" cy="522731"/>
            <a:chOff x="806" y="3124"/>
            <a:chExt cx="266" cy="289"/>
          </a:xfrm>
        </p:grpSpPr>
        <p:sp>
          <p:nvSpPr>
            <p:cNvPr id="100382" name="Oval 50"/>
            <p:cNvSpPr>
              <a:spLocks noChangeArrowheads="1"/>
            </p:cNvSpPr>
            <p:nvPr/>
          </p:nvSpPr>
          <p:spPr bwMode="auto">
            <a:xfrm>
              <a:off x="864" y="3248"/>
              <a:ext cx="112" cy="120"/>
            </a:xfrm>
            <a:prstGeom prst="ellipse">
              <a:avLst/>
            </a:prstGeom>
            <a:solidFill>
              <a:schemeClr val="bg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solidFill>
                  <a:srgbClr val="000099"/>
                </a:solidFill>
              </a:endParaRPr>
            </a:p>
          </p:txBody>
        </p:sp>
        <p:sp>
          <p:nvSpPr>
            <p:cNvPr id="100383" name="Text Box 51"/>
            <p:cNvSpPr txBox="1">
              <a:spLocks noChangeArrowheads="1"/>
            </p:cNvSpPr>
            <p:nvPr/>
          </p:nvSpPr>
          <p:spPr bwMode="auto">
            <a:xfrm>
              <a:off x="806" y="3124"/>
              <a:ext cx="266" cy="2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500"/>
                                  </p:stCondLst>
                                  <p:childTnLst>
                                    <p:set>
                                      <p:cBhvr>
                                        <p:cTn id="6" dur="1" fill="hold">
                                          <p:stCondLst>
                                            <p:cond delay="0"/>
                                          </p:stCondLst>
                                        </p:cTn>
                                        <p:tgtEl>
                                          <p:spTgt spid="544821"/>
                                        </p:tgtEl>
                                        <p:attrNameLst>
                                          <p:attrName>style.visibility</p:attrName>
                                        </p:attrNameLst>
                                      </p:cBhvr>
                                      <p:to>
                                        <p:strVal val="visible"/>
                                      </p:to>
                                    </p:set>
                                    <p:animEffect transition="in" filter="wipe(left)">
                                      <p:cBhvr>
                                        <p:cTn id="7" dur="1000"/>
                                        <p:tgtEl>
                                          <p:spTgt spid="544821"/>
                                        </p:tgtEl>
                                      </p:cBhvr>
                                    </p:animEffect>
                                  </p:childTnLst>
                                </p:cTn>
                              </p:par>
                            </p:childTnLst>
                          </p:cTn>
                        </p:par>
                        <p:par>
                          <p:cTn id="8" fill="hold">
                            <p:stCondLst>
                              <p:cond delay="1500"/>
                            </p:stCondLst>
                            <p:childTnLst>
                              <p:par>
                                <p:cTn id="9" presetID="22" presetClass="entr" presetSubtype="8" fill="hold" nodeType="afterEffect">
                                  <p:stCondLst>
                                    <p:cond delay="500"/>
                                  </p:stCondLst>
                                  <p:childTnLst>
                                    <p:set>
                                      <p:cBhvr>
                                        <p:cTn id="10" dur="1" fill="hold">
                                          <p:stCondLst>
                                            <p:cond delay="0"/>
                                          </p:stCondLst>
                                        </p:cTn>
                                        <p:tgtEl>
                                          <p:spTgt spid="544822"/>
                                        </p:tgtEl>
                                        <p:attrNameLst>
                                          <p:attrName>style.visibility</p:attrName>
                                        </p:attrNameLst>
                                      </p:cBhvr>
                                      <p:to>
                                        <p:strVal val="visible"/>
                                      </p:to>
                                    </p:set>
                                    <p:animEffect transition="in" filter="wipe(left)">
                                      <p:cBhvr>
                                        <p:cTn id="11" dur="1000"/>
                                        <p:tgtEl>
                                          <p:spTgt spid="544822"/>
                                        </p:tgtEl>
                                      </p:cBhvr>
                                    </p:animEffect>
                                  </p:childTnLst>
                                </p:cTn>
                              </p:par>
                            </p:childTnLst>
                          </p:cTn>
                        </p:par>
                        <p:par>
                          <p:cTn id="12" fill="hold">
                            <p:stCondLst>
                              <p:cond delay="3000"/>
                            </p:stCondLst>
                            <p:childTnLst>
                              <p:par>
                                <p:cTn id="13" presetID="22" presetClass="entr" presetSubtype="1" fill="hold" nodeType="afterEffect">
                                  <p:stCondLst>
                                    <p:cond delay="500"/>
                                  </p:stCondLst>
                                  <p:childTnLst>
                                    <p:set>
                                      <p:cBhvr>
                                        <p:cTn id="14" dur="1" fill="hold">
                                          <p:stCondLst>
                                            <p:cond delay="0"/>
                                          </p:stCondLst>
                                        </p:cTn>
                                        <p:tgtEl>
                                          <p:spTgt spid="544823"/>
                                        </p:tgtEl>
                                        <p:attrNameLst>
                                          <p:attrName>style.visibility</p:attrName>
                                        </p:attrNameLst>
                                      </p:cBhvr>
                                      <p:to>
                                        <p:strVal val="visible"/>
                                      </p:to>
                                    </p:set>
                                    <p:animEffect transition="in" filter="wipe(up)">
                                      <p:cBhvr>
                                        <p:cTn id="15" dur="1000"/>
                                        <p:tgtEl>
                                          <p:spTgt spid="544823"/>
                                        </p:tgtEl>
                                      </p:cBhvr>
                                    </p:animEffect>
                                  </p:childTnLst>
                                </p:cTn>
                              </p:par>
                            </p:childTnLst>
                          </p:cTn>
                        </p:par>
                        <p:par>
                          <p:cTn id="16" fill="hold">
                            <p:stCondLst>
                              <p:cond delay="4500"/>
                            </p:stCondLst>
                            <p:childTnLst>
                              <p:par>
                                <p:cTn id="17" presetID="22" presetClass="entr" presetSubtype="1" fill="hold" nodeType="afterEffect">
                                  <p:stCondLst>
                                    <p:cond delay="500"/>
                                  </p:stCondLst>
                                  <p:childTnLst>
                                    <p:set>
                                      <p:cBhvr>
                                        <p:cTn id="18" dur="1" fill="hold">
                                          <p:stCondLst>
                                            <p:cond delay="0"/>
                                          </p:stCondLst>
                                        </p:cTn>
                                        <p:tgtEl>
                                          <p:spTgt spid="544824"/>
                                        </p:tgtEl>
                                        <p:attrNameLst>
                                          <p:attrName>style.visibility</p:attrName>
                                        </p:attrNameLst>
                                      </p:cBhvr>
                                      <p:to>
                                        <p:strVal val="visible"/>
                                      </p:to>
                                    </p:set>
                                    <p:animEffect transition="in" filter="wipe(up)">
                                      <p:cBhvr>
                                        <p:cTn id="19" dur="1000"/>
                                        <p:tgtEl>
                                          <p:spTgt spid="544824"/>
                                        </p:tgtEl>
                                      </p:cBhvr>
                                    </p:animEffect>
                                  </p:childTnLst>
                                </p:cTn>
                              </p:par>
                            </p:childTnLst>
                          </p:cTn>
                        </p:par>
                        <p:par>
                          <p:cTn id="20" fill="hold">
                            <p:stCondLst>
                              <p:cond delay="6000"/>
                            </p:stCondLst>
                            <p:childTnLst>
                              <p:par>
                                <p:cTn id="21" presetID="22" presetClass="entr" presetSubtype="4" fill="hold" nodeType="afterEffect">
                                  <p:stCondLst>
                                    <p:cond delay="500"/>
                                  </p:stCondLst>
                                  <p:childTnLst>
                                    <p:set>
                                      <p:cBhvr>
                                        <p:cTn id="22" dur="1" fill="hold">
                                          <p:stCondLst>
                                            <p:cond delay="0"/>
                                          </p:stCondLst>
                                        </p:cTn>
                                        <p:tgtEl>
                                          <p:spTgt spid="544825"/>
                                        </p:tgtEl>
                                        <p:attrNameLst>
                                          <p:attrName>style.visibility</p:attrName>
                                        </p:attrNameLst>
                                      </p:cBhvr>
                                      <p:to>
                                        <p:strVal val="visible"/>
                                      </p:to>
                                    </p:set>
                                    <p:animEffect transition="in" filter="wipe(down)">
                                      <p:cBhvr>
                                        <p:cTn id="23" dur="1000"/>
                                        <p:tgtEl>
                                          <p:spTgt spid="544825"/>
                                        </p:tgtEl>
                                      </p:cBhvr>
                                    </p:animEffect>
                                  </p:childTnLst>
                                </p:cTn>
                              </p:par>
                            </p:childTnLst>
                          </p:cTn>
                        </p:par>
                        <p:par>
                          <p:cTn id="24" fill="hold">
                            <p:stCondLst>
                              <p:cond delay="7500"/>
                            </p:stCondLst>
                            <p:childTnLst>
                              <p:par>
                                <p:cTn id="25" presetID="22" presetClass="entr" presetSubtype="8" fill="hold" nodeType="afterEffect">
                                  <p:stCondLst>
                                    <p:cond delay="500"/>
                                  </p:stCondLst>
                                  <p:childTnLst>
                                    <p:set>
                                      <p:cBhvr>
                                        <p:cTn id="26" dur="1" fill="hold">
                                          <p:stCondLst>
                                            <p:cond delay="0"/>
                                          </p:stCondLst>
                                        </p:cTn>
                                        <p:tgtEl>
                                          <p:spTgt spid="544826"/>
                                        </p:tgtEl>
                                        <p:attrNameLst>
                                          <p:attrName>style.visibility</p:attrName>
                                        </p:attrNameLst>
                                      </p:cBhvr>
                                      <p:to>
                                        <p:strVal val="visible"/>
                                      </p:to>
                                    </p:set>
                                    <p:animEffect transition="in" filter="wipe(left)">
                                      <p:cBhvr>
                                        <p:cTn id="27" dur="1000"/>
                                        <p:tgtEl>
                                          <p:spTgt spid="5448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5794" name="Rectangle 2"/>
          <p:cNvSpPr>
            <a:spLocks noGrp="1" noChangeArrowheads="1"/>
          </p:cNvSpPr>
          <p:nvPr>
            <p:ph type="title"/>
          </p:nvPr>
        </p:nvSpPr>
        <p:spPr/>
        <p:txBody>
          <a:bodyPr/>
          <a:lstStyle/>
          <a:p>
            <a:pPr algn="ctr" eaLnBrk="1" hangingPunct="1">
              <a:defRPr/>
            </a:pPr>
            <a:r>
              <a:rPr lang="zh-CN" altLang="en-US" dirty="0"/>
              <a:t>超媒体与超文本</a:t>
            </a:r>
          </a:p>
        </p:txBody>
      </p:sp>
      <p:sp>
        <p:nvSpPr>
          <p:cNvPr id="545795" name="Rectangle 3"/>
          <p:cNvSpPr>
            <a:spLocks noGrp="1" noChangeArrowheads="1"/>
          </p:cNvSpPr>
          <p:nvPr>
            <p:ph idx="1"/>
          </p:nvPr>
        </p:nvSpPr>
        <p:spPr/>
        <p:txBody>
          <a:bodyPr/>
          <a:lstStyle/>
          <a:p>
            <a:r>
              <a:rPr lang="zh-CN" altLang="en-US" sz="2800" dirty="0">
                <a:ea typeface="黑体" panose="02010609060101010101" pitchFamily="2" charset="-122"/>
              </a:rPr>
              <a:t>万维网是</a:t>
            </a:r>
            <a:r>
              <a:rPr lang="zh-CN" altLang="en-US" sz="2800" dirty="0">
                <a:solidFill>
                  <a:srgbClr val="FF0000"/>
                </a:solidFill>
                <a:ea typeface="黑体" panose="02010609060101010101" pitchFamily="2" charset="-122"/>
              </a:rPr>
              <a:t>分布式</a:t>
            </a:r>
            <a:r>
              <a:rPr lang="zh-CN" altLang="en-US" sz="2800" dirty="0">
                <a:solidFill>
                  <a:srgbClr val="0000FF"/>
                </a:solidFill>
                <a:ea typeface="黑体" panose="02010609060101010101" pitchFamily="2" charset="-122"/>
              </a:rPr>
              <a:t>超媒体</a:t>
            </a:r>
            <a:r>
              <a:rPr lang="zh-CN" altLang="en-US" sz="2800" dirty="0">
                <a:ea typeface="黑体" panose="02010609060101010101" pitchFamily="2" charset="-122"/>
              </a:rPr>
              <a:t>系统</a:t>
            </a:r>
            <a:r>
              <a:rPr lang="en-US" altLang="zh-CN" sz="2800" dirty="0">
                <a:ea typeface="黑体" panose="02010609060101010101" pitchFamily="2" charset="-122"/>
              </a:rPr>
              <a:t>(hypermedia) </a:t>
            </a:r>
            <a:r>
              <a:rPr lang="zh-CN" altLang="en-US" sz="2800" dirty="0">
                <a:ea typeface="黑体" panose="02010609060101010101" pitchFamily="2" charset="-122"/>
              </a:rPr>
              <a:t>，它是</a:t>
            </a:r>
            <a:r>
              <a:rPr lang="zh-CN" altLang="en-US" sz="2800" dirty="0">
                <a:solidFill>
                  <a:srgbClr val="FF0000"/>
                </a:solidFill>
                <a:ea typeface="黑体" panose="02010609060101010101" pitchFamily="2" charset="-122"/>
              </a:rPr>
              <a:t>超文本 </a:t>
            </a:r>
            <a:r>
              <a:rPr lang="en-US" altLang="zh-CN" sz="2800" dirty="0">
                <a:ea typeface="黑体" panose="02010609060101010101" pitchFamily="2" charset="-122"/>
              </a:rPr>
              <a:t>(hypertext) </a:t>
            </a:r>
            <a:r>
              <a:rPr lang="zh-CN" altLang="en-US" sz="2800" dirty="0">
                <a:ea typeface="黑体" panose="02010609060101010101" pitchFamily="2" charset="-122"/>
              </a:rPr>
              <a:t>系统的扩充。</a:t>
            </a:r>
          </a:p>
          <a:p>
            <a:pPr eaLnBrk="1" hangingPunct="1"/>
            <a:r>
              <a:rPr lang="zh-CN" altLang="en-US" sz="2800" dirty="0">
                <a:solidFill>
                  <a:srgbClr val="FF0000"/>
                </a:solidFill>
                <a:ea typeface="黑体" panose="02010609060101010101" pitchFamily="2" charset="-122"/>
              </a:rPr>
              <a:t>超文本</a:t>
            </a:r>
            <a:r>
              <a:rPr lang="zh-CN" altLang="en-US" sz="2800" dirty="0">
                <a:solidFill>
                  <a:schemeClr val="tx1"/>
                </a:solidFill>
                <a:ea typeface="黑体" panose="02010609060101010101" pitchFamily="2" charset="-122"/>
              </a:rPr>
              <a:t>是指</a:t>
            </a:r>
            <a:r>
              <a:rPr lang="zh-CN" altLang="en-US" sz="2800" dirty="0">
                <a:solidFill>
                  <a:srgbClr val="FF0000"/>
                </a:solidFill>
                <a:ea typeface="黑体" panose="02010609060101010101" pitchFamily="2" charset="-122"/>
              </a:rPr>
              <a:t>包含</a:t>
            </a:r>
            <a:r>
              <a:rPr lang="zh-CN" altLang="en-US" sz="2800" dirty="0">
                <a:solidFill>
                  <a:schemeClr val="tx1"/>
                </a:solidFill>
                <a:ea typeface="黑体" panose="02010609060101010101" pitchFamily="2" charset="-122"/>
              </a:rPr>
              <a:t>指向其他文档的</a:t>
            </a:r>
            <a:r>
              <a:rPr lang="zh-CN" altLang="en-US" sz="2800" dirty="0">
                <a:solidFill>
                  <a:srgbClr val="FF0000"/>
                </a:solidFill>
                <a:ea typeface="黑体" panose="02010609060101010101" pitchFamily="2" charset="-122"/>
              </a:rPr>
              <a:t>链接</a:t>
            </a:r>
            <a:r>
              <a:rPr lang="zh-CN" altLang="en-US" sz="2800" dirty="0">
                <a:solidFill>
                  <a:schemeClr val="tx1"/>
                </a:solidFill>
                <a:ea typeface="黑体" panose="02010609060101010101" pitchFamily="2" charset="-122"/>
              </a:rPr>
              <a:t>的</a:t>
            </a:r>
            <a:r>
              <a:rPr lang="zh-CN" altLang="en-US" sz="2800" dirty="0">
                <a:solidFill>
                  <a:srgbClr val="FF0000"/>
                </a:solidFill>
                <a:ea typeface="黑体" panose="02010609060101010101" pitchFamily="2" charset="-122"/>
              </a:rPr>
              <a:t>文本</a:t>
            </a:r>
            <a:r>
              <a:rPr lang="zh-CN" altLang="en-US" sz="2800" dirty="0">
                <a:solidFill>
                  <a:schemeClr val="tx1"/>
                </a:solidFill>
                <a:ea typeface="黑体" panose="02010609060101010101" pitchFamily="2" charset="-122"/>
              </a:rPr>
              <a:t>。</a:t>
            </a:r>
            <a:r>
              <a:rPr lang="zh-CN" altLang="en-US" sz="2800" dirty="0">
                <a:ea typeface="黑体" panose="02010609060101010101" pitchFamily="2" charset="-122"/>
              </a:rPr>
              <a:t>利用一个链接可使用户找到另一个文档。这些文档可以位于世界上任何一个接在互联网上的超文本系统中。超文本是万维网的基础。</a:t>
            </a:r>
          </a:p>
          <a:p>
            <a:pPr eaLnBrk="1" hangingPunct="1"/>
            <a:r>
              <a:rPr lang="zh-CN" altLang="en-US" sz="2800" dirty="0">
                <a:solidFill>
                  <a:srgbClr val="0000FF"/>
                </a:solidFill>
                <a:ea typeface="黑体" panose="02010609060101010101" pitchFamily="2" charset="-122"/>
              </a:rPr>
              <a:t>超媒体</a:t>
            </a:r>
            <a:r>
              <a:rPr lang="zh-CN" altLang="en-US" sz="2800" dirty="0">
                <a:solidFill>
                  <a:srgbClr val="FF0000"/>
                </a:solidFill>
                <a:ea typeface="黑体" panose="02010609060101010101" pitchFamily="2" charset="-122"/>
              </a:rPr>
              <a:t>与超文本的区别是文档内容不同。</a:t>
            </a:r>
            <a:r>
              <a:rPr lang="zh-CN" altLang="en-US" sz="2800" dirty="0">
                <a:ea typeface="黑体" panose="02010609060101010101" pitchFamily="2" charset="-122"/>
              </a:rPr>
              <a:t>超文本文档仅包含文本信息，而</a:t>
            </a:r>
            <a:r>
              <a:rPr lang="zh-CN" altLang="en-US" sz="2800" dirty="0">
                <a:solidFill>
                  <a:srgbClr val="0000FF"/>
                </a:solidFill>
                <a:ea typeface="黑体" panose="02010609060101010101" pitchFamily="2" charset="-122"/>
              </a:rPr>
              <a:t>超媒体文档</a:t>
            </a:r>
            <a:r>
              <a:rPr lang="zh-CN" altLang="en-US" sz="2800" dirty="0">
                <a:ea typeface="黑体" panose="02010609060101010101" pitchFamily="2" charset="-122"/>
              </a:rPr>
              <a:t>还包含其他表示方式的信息，如图形、图像、声音、动画，甚至活动视频图像。</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4579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4579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ChangeArrowheads="1"/>
          </p:cNvSpPr>
          <p:nvPr>
            <p:ph type="title"/>
          </p:nvPr>
        </p:nvSpPr>
        <p:spPr/>
        <p:txBody>
          <a:bodyPr/>
          <a:lstStyle/>
          <a:p>
            <a:pPr algn="ctr" eaLnBrk="1" hangingPunct="1"/>
            <a:br>
              <a:rPr lang="en-US" altLang="zh-CN" sz="4000" dirty="0">
                <a:ea typeface="黑体" panose="02010609060101010101" pitchFamily="2" charset="-122"/>
              </a:rPr>
            </a:br>
            <a:r>
              <a:rPr lang="en-US" altLang="zh-CN" sz="4000" dirty="0">
                <a:ea typeface="黑体" panose="02010609060101010101" pitchFamily="2" charset="-122"/>
              </a:rPr>
              <a:t>   </a:t>
            </a:r>
            <a:r>
              <a:rPr lang="en-US" altLang="zh-CN" sz="4800" dirty="0">
                <a:ea typeface="黑体" panose="02010609060101010101" pitchFamily="2" charset="-122"/>
              </a:rPr>
              <a:t> </a:t>
            </a:r>
            <a:r>
              <a:rPr lang="zh-CN" altLang="en-US" sz="4800" dirty="0">
                <a:ea typeface="黑体" panose="02010609060101010101" pitchFamily="2" charset="-122"/>
              </a:rPr>
              <a:t>万维网的工作方式</a:t>
            </a:r>
            <a:r>
              <a:rPr lang="zh-CN" altLang="en-US" sz="4000" dirty="0">
                <a:ea typeface="黑体" panose="02010609060101010101" pitchFamily="2" charset="-122"/>
              </a:rPr>
              <a:t> </a:t>
            </a:r>
          </a:p>
        </p:txBody>
      </p:sp>
      <p:sp>
        <p:nvSpPr>
          <p:cNvPr id="546819" name="Rectangle 3"/>
          <p:cNvSpPr>
            <a:spLocks noGrp="1" noChangeArrowheads="1"/>
          </p:cNvSpPr>
          <p:nvPr>
            <p:ph idx="1"/>
          </p:nvPr>
        </p:nvSpPr>
        <p:spPr/>
        <p:txBody>
          <a:bodyPr/>
          <a:lstStyle/>
          <a:p>
            <a:pPr eaLnBrk="1" hangingPunct="1"/>
            <a:r>
              <a:rPr lang="zh-CN" altLang="en-US" dirty="0">
                <a:ea typeface="黑体" panose="02010609060101010101" pitchFamily="2" charset="-122"/>
              </a:rPr>
              <a:t>万维网以</a:t>
            </a:r>
            <a:r>
              <a:rPr lang="zh-CN" altLang="en-US" dirty="0">
                <a:solidFill>
                  <a:srgbClr val="FF0000"/>
                </a:solidFill>
                <a:ea typeface="黑体" panose="02010609060101010101" pitchFamily="2" charset="-122"/>
              </a:rPr>
              <a:t>客户</a:t>
            </a:r>
            <a:r>
              <a:rPr lang="zh-CN" altLang="en-US" dirty="0">
                <a:solidFill>
                  <a:srgbClr val="FF0000"/>
                </a:solidFill>
                <a:ea typeface="黑体" panose="02010609060101010101" pitchFamily="2" charset="-122"/>
                <a:sym typeface="Symbol" panose="05050102010706020507" pitchFamily="18" charset="2"/>
              </a:rPr>
              <a:t></a:t>
            </a:r>
            <a:r>
              <a:rPr lang="zh-CN" altLang="en-US" dirty="0">
                <a:solidFill>
                  <a:srgbClr val="FF0000"/>
                </a:solidFill>
                <a:ea typeface="黑体" panose="02010609060101010101" pitchFamily="2" charset="-122"/>
              </a:rPr>
              <a:t>服务器</a:t>
            </a:r>
            <a:r>
              <a:rPr lang="zh-CN" altLang="en-US" dirty="0">
                <a:ea typeface="黑体" panose="02010609060101010101" pitchFamily="2" charset="-122"/>
              </a:rPr>
              <a:t>方式工作。</a:t>
            </a:r>
          </a:p>
          <a:p>
            <a:pPr eaLnBrk="1" hangingPunct="1"/>
            <a:r>
              <a:rPr lang="zh-CN" altLang="en-US" dirty="0">
                <a:solidFill>
                  <a:srgbClr val="FF0000"/>
                </a:solidFill>
                <a:ea typeface="黑体" panose="02010609060101010101" pitchFamily="2" charset="-122"/>
              </a:rPr>
              <a:t>浏览器</a:t>
            </a:r>
            <a:r>
              <a:rPr lang="zh-CN" altLang="en-US" dirty="0">
                <a:ea typeface="黑体" panose="02010609060101010101" pitchFamily="2" charset="-122"/>
              </a:rPr>
              <a:t>就是在用户计算机上的万维网</a:t>
            </a:r>
            <a:r>
              <a:rPr lang="zh-CN" altLang="en-US" dirty="0">
                <a:solidFill>
                  <a:srgbClr val="FF0000"/>
                </a:solidFill>
                <a:ea typeface="黑体" panose="02010609060101010101" pitchFamily="2" charset="-122"/>
              </a:rPr>
              <a:t>客户程序</a:t>
            </a:r>
            <a:r>
              <a:rPr lang="zh-CN" altLang="en-US" dirty="0">
                <a:ea typeface="黑体" panose="02010609060101010101" pitchFamily="2" charset="-122"/>
              </a:rPr>
              <a:t>。</a:t>
            </a:r>
            <a:r>
              <a:rPr lang="zh-CN" altLang="en-US" dirty="0">
                <a:solidFill>
                  <a:srgbClr val="FF0000"/>
                </a:solidFill>
                <a:ea typeface="黑体" panose="02010609060101010101" pitchFamily="2" charset="-122"/>
              </a:rPr>
              <a:t>万维网文档</a:t>
            </a:r>
            <a:r>
              <a:rPr lang="zh-CN" altLang="en-US" dirty="0">
                <a:ea typeface="黑体" panose="02010609060101010101" pitchFamily="2" charset="-122"/>
              </a:rPr>
              <a:t>所驻留的计算机则运行</a:t>
            </a:r>
            <a:r>
              <a:rPr lang="zh-CN" altLang="en-US" dirty="0">
                <a:solidFill>
                  <a:srgbClr val="FF0000"/>
                </a:solidFill>
                <a:ea typeface="黑体" panose="02010609060101010101" pitchFamily="2" charset="-122"/>
              </a:rPr>
              <a:t>服务器程序</a:t>
            </a:r>
            <a:r>
              <a:rPr lang="zh-CN" altLang="en-US" dirty="0">
                <a:ea typeface="黑体" panose="02010609060101010101" pitchFamily="2" charset="-122"/>
              </a:rPr>
              <a:t>，因此这个计算机也称为</a:t>
            </a:r>
            <a:r>
              <a:rPr lang="zh-CN" altLang="en-US" dirty="0">
                <a:solidFill>
                  <a:srgbClr val="FF0000"/>
                </a:solidFill>
                <a:ea typeface="黑体" panose="02010609060101010101" pitchFamily="2" charset="-122"/>
              </a:rPr>
              <a:t>万维网服务器</a:t>
            </a:r>
            <a:r>
              <a:rPr lang="zh-CN" altLang="en-US" dirty="0">
                <a:ea typeface="黑体" panose="02010609060101010101" pitchFamily="2" charset="-122"/>
              </a:rPr>
              <a:t>。</a:t>
            </a:r>
          </a:p>
          <a:p>
            <a:pPr eaLnBrk="1" hangingPunct="1"/>
            <a:r>
              <a:rPr lang="zh-CN" altLang="en-US" dirty="0">
                <a:ea typeface="黑体" panose="02010609060101010101" pitchFamily="2" charset="-122"/>
              </a:rPr>
              <a:t>客户程序向服务器程序发出请求，服务器程序向客户程序送回客户所要的</a:t>
            </a:r>
            <a:r>
              <a:rPr lang="zh-CN" altLang="en-US" dirty="0">
                <a:solidFill>
                  <a:srgbClr val="FF0000"/>
                </a:solidFill>
                <a:ea typeface="黑体" panose="02010609060101010101" pitchFamily="2" charset="-122"/>
              </a:rPr>
              <a:t>万维网文档。</a:t>
            </a:r>
          </a:p>
          <a:p>
            <a:pPr eaLnBrk="1" hangingPunct="1"/>
            <a:r>
              <a:rPr lang="zh-CN" altLang="en-US" dirty="0">
                <a:ea typeface="黑体" panose="02010609060101010101" pitchFamily="2" charset="-122"/>
              </a:rPr>
              <a:t>在一个客户程序主窗口上显示出的</a:t>
            </a:r>
            <a:r>
              <a:rPr lang="zh-CN" altLang="en-US" dirty="0">
                <a:solidFill>
                  <a:srgbClr val="FF0000"/>
                </a:solidFill>
                <a:ea typeface="黑体" panose="02010609060101010101" pitchFamily="2" charset="-122"/>
              </a:rPr>
              <a:t>万维网文档</a:t>
            </a:r>
            <a:r>
              <a:rPr lang="zh-CN" altLang="en-US" dirty="0">
                <a:ea typeface="黑体" panose="02010609060101010101" pitchFamily="2" charset="-122"/>
              </a:rPr>
              <a:t>称为</a:t>
            </a:r>
            <a:r>
              <a:rPr lang="zh-CN" altLang="en-US" dirty="0">
                <a:solidFill>
                  <a:srgbClr val="FF0000"/>
                </a:solidFill>
                <a:ea typeface="黑体" panose="02010609060101010101" pitchFamily="2" charset="-122"/>
              </a:rPr>
              <a:t>页面 </a:t>
            </a:r>
            <a:r>
              <a:rPr lang="en-US" altLang="zh-CN" dirty="0">
                <a:ea typeface="黑体" panose="02010609060101010101" pitchFamily="2" charset="-122"/>
              </a:rPr>
              <a:t>(page)</a:t>
            </a:r>
            <a:r>
              <a:rPr lang="zh-CN" altLang="en-US" dirty="0">
                <a:ea typeface="黑体" panose="02010609060101010101" pitchFamily="2" charset="-122"/>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4681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4681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4681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7842" name="Rectangle 2"/>
          <p:cNvSpPr>
            <a:spLocks noGrp="1" noChangeArrowheads="1"/>
          </p:cNvSpPr>
          <p:nvPr>
            <p:ph type="title"/>
          </p:nvPr>
        </p:nvSpPr>
        <p:spPr/>
        <p:txBody>
          <a:bodyPr/>
          <a:lstStyle/>
          <a:p>
            <a:pPr algn="ctr" eaLnBrk="1" hangingPunct="1">
              <a:defRPr/>
            </a:pPr>
            <a:r>
              <a:rPr lang="zh-CN" altLang="en-US" dirty="0"/>
              <a:t>万维网必须解决的问题 </a:t>
            </a:r>
          </a:p>
        </p:txBody>
      </p:sp>
      <p:sp>
        <p:nvSpPr>
          <p:cNvPr id="547843" name="Rectangle 3"/>
          <p:cNvSpPr>
            <a:spLocks noGrp="1" noChangeArrowheads="1"/>
          </p:cNvSpPr>
          <p:nvPr>
            <p:ph idx="1"/>
          </p:nvPr>
        </p:nvSpPr>
        <p:spPr/>
        <p:txBody>
          <a:bodyPr/>
          <a:lstStyle/>
          <a:p>
            <a:pPr marL="316230" indent="-316230" eaLnBrk="1" hangingPunct="1">
              <a:spcBef>
                <a:spcPts val="555"/>
              </a:spcBef>
              <a:buFont typeface="Wingdings" panose="05000000000000000000" pitchFamily="2" charset="2"/>
              <a:buNone/>
              <a:defRPr/>
            </a:pPr>
            <a:r>
              <a:rPr lang="en-US" altLang="zh-CN" dirty="0">
                <a:solidFill>
                  <a:srgbClr val="0000FF"/>
                </a:solidFill>
              </a:rPr>
              <a:t>(1) </a:t>
            </a:r>
            <a:r>
              <a:rPr lang="zh-CN" altLang="en-US" dirty="0">
                <a:solidFill>
                  <a:srgbClr val="0000FF"/>
                </a:solidFill>
              </a:rPr>
              <a:t>怎样标志分布在整个互联网上的万维网文档？</a:t>
            </a:r>
            <a:r>
              <a:rPr lang="zh-CN" altLang="en-US" sz="3600" dirty="0">
                <a:solidFill>
                  <a:srgbClr val="0000FF"/>
                </a:solidFill>
              </a:rPr>
              <a:t> </a:t>
            </a:r>
            <a:endParaRPr lang="zh-CN" altLang="en-US" dirty="0">
              <a:solidFill>
                <a:srgbClr val="0000FF"/>
              </a:solidFill>
            </a:endParaRPr>
          </a:p>
          <a:p>
            <a:pPr marL="316230" indent="-316230" eaLnBrk="1" hangingPunct="1">
              <a:spcBef>
                <a:spcPts val="555"/>
              </a:spcBef>
              <a:defRPr/>
            </a:pPr>
            <a:r>
              <a:rPr lang="zh-CN" altLang="en-US" dirty="0"/>
              <a:t>使用</a:t>
            </a:r>
            <a:r>
              <a:rPr lang="zh-CN" altLang="en-US" dirty="0">
                <a:solidFill>
                  <a:srgbClr val="FF0000"/>
                </a:solidFill>
              </a:rPr>
              <a:t>统一资源定位符</a:t>
            </a:r>
            <a:r>
              <a:rPr lang="zh-CN" altLang="en-US" dirty="0"/>
              <a:t> </a:t>
            </a:r>
            <a:r>
              <a:rPr lang="en-US" altLang="zh-CN" dirty="0"/>
              <a:t>URL (Uniform Resource Locator) </a:t>
            </a:r>
            <a:r>
              <a:rPr lang="zh-CN" altLang="en-US" dirty="0"/>
              <a:t>来标志</a:t>
            </a:r>
            <a:r>
              <a:rPr lang="zh-CN" altLang="en-US" dirty="0">
                <a:solidFill>
                  <a:srgbClr val="FF0000"/>
                </a:solidFill>
              </a:rPr>
              <a:t>万维网</a:t>
            </a:r>
            <a:r>
              <a:rPr lang="zh-CN" altLang="en-US" dirty="0"/>
              <a:t>上的</a:t>
            </a:r>
            <a:r>
              <a:rPr lang="zh-CN" altLang="en-US" dirty="0">
                <a:solidFill>
                  <a:srgbClr val="FF0000"/>
                </a:solidFill>
              </a:rPr>
              <a:t>各种文档</a:t>
            </a:r>
            <a:r>
              <a:rPr lang="zh-CN" altLang="en-US" dirty="0"/>
              <a:t>。</a:t>
            </a:r>
          </a:p>
          <a:p>
            <a:pPr marL="316230" indent="-316230" eaLnBrk="1" hangingPunct="1">
              <a:spcBef>
                <a:spcPts val="555"/>
              </a:spcBef>
              <a:defRPr/>
            </a:pPr>
            <a:r>
              <a:rPr lang="zh-CN" altLang="en-US" dirty="0"/>
              <a:t>使每一个</a:t>
            </a:r>
            <a:r>
              <a:rPr lang="zh-CN" altLang="en-US" dirty="0">
                <a:solidFill>
                  <a:srgbClr val="FF0000"/>
                </a:solidFill>
              </a:rPr>
              <a:t>文档</a:t>
            </a:r>
            <a:r>
              <a:rPr lang="zh-CN" altLang="en-US" dirty="0"/>
              <a:t>在整个互联网的范围内具有</a:t>
            </a:r>
            <a:r>
              <a:rPr lang="zh-CN" altLang="en-US" dirty="0">
                <a:solidFill>
                  <a:srgbClr val="FF0000"/>
                </a:solidFill>
              </a:rPr>
              <a:t>唯一</a:t>
            </a:r>
            <a:r>
              <a:rPr lang="zh-CN" altLang="en-US" dirty="0"/>
              <a:t>的</a:t>
            </a:r>
            <a:r>
              <a:rPr lang="zh-CN" altLang="en-US" dirty="0">
                <a:solidFill>
                  <a:srgbClr val="FF0000"/>
                </a:solidFill>
              </a:rPr>
              <a:t>标识符 </a:t>
            </a:r>
            <a:r>
              <a:rPr lang="en-US" altLang="zh-CN" dirty="0">
                <a:solidFill>
                  <a:srgbClr val="FF0000"/>
                </a:solidFill>
              </a:rPr>
              <a:t>URL</a:t>
            </a:r>
            <a:r>
              <a:rPr lang="zh-CN" altLang="en-US" dirty="0"/>
              <a:t>。</a:t>
            </a:r>
            <a:r>
              <a:rPr lang="zh-CN" altLang="en-US" sz="3600" dirty="0"/>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4784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4784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1810" name="Rectangle 2"/>
          <p:cNvSpPr>
            <a:spLocks noGrp="1" noChangeArrowheads="1"/>
          </p:cNvSpPr>
          <p:nvPr>
            <p:ph type="title"/>
          </p:nvPr>
        </p:nvSpPr>
        <p:spPr/>
        <p:txBody>
          <a:bodyPr/>
          <a:lstStyle/>
          <a:p>
            <a:pPr algn="ctr" eaLnBrk="1" hangingPunct="1">
              <a:defRPr/>
            </a:pPr>
            <a:r>
              <a:rPr lang="zh-CN" altLang="en-US" dirty="0"/>
              <a:t>万维网必须解决的问题 </a:t>
            </a:r>
          </a:p>
        </p:txBody>
      </p:sp>
      <p:sp>
        <p:nvSpPr>
          <p:cNvPr id="631811" name="Rectangle 3"/>
          <p:cNvSpPr>
            <a:spLocks noGrp="1" noChangeArrowheads="1"/>
          </p:cNvSpPr>
          <p:nvPr>
            <p:ph idx="1"/>
          </p:nvPr>
        </p:nvSpPr>
        <p:spPr/>
        <p:txBody>
          <a:bodyPr/>
          <a:lstStyle/>
          <a:p>
            <a:pPr marL="316230" indent="-316230" algn="just" eaLnBrk="1" hangingPunct="1">
              <a:spcBef>
                <a:spcPts val="555"/>
              </a:spcBef>
              <a:buFont typeface="Wingdings" panose="05000000000000000000" pitchFamily="2" charset="2"/>
              <a:buNone/>
              <a:defRPr/>
            </a:pPr>
            <a:r>
              <a:rPr lang="en-US" altLang="zh-CN" dirty="0">
                <a:solidFill>
                  <a:srgbClr val="0000FF"/>
                </a:solidFill>
              </a:rPr>
              <a:t>(2) </a:t>
            </a:r>
            <a:r>
              <a:rPr lang="zh-CN" altLang="en-US" dirty="0">
                <a:solidFill>
                  <a:srgbClr val="0000FF"/>
                </a:solidFill>
              </a:rPr>
              <a:t>用什么方法实现万维网上各种超链接？</a:t>
            </a:r>
            <a:r>
              <a:rPr lang="zh-CN" altLang="en-US" sz="3600" dirty="0">
                <a:solidFill>
                  <a:srgbClr val="0000FF"/>
                </a:solidFill>
              </a:rPr>
              <a:t> </a:t>
            </a:r>
            <a:endParaRPr lang="zh-CN" altLang="en-US" dirty="0">
              <a:solidFill>
                <a:srgbClr val="0000FF"/>
              </a:solidFill>
            </a:endParaRPr>
          </a:p>
          <a:p>
            <a:pPr marL="316230" indent="-316230" algn="just" eaLnBrk="1" hangingPunct="1">
              <a:spcBef>
                <a:spcPts val="555"/>
              </a:spcBef>
              <a:defRPr/>
            </a:pPr>
            <a:r>
              <a:rPr lang="zh-CN" altLang="en-US" dirty="0"/>
              <a:t>在万维网</a:t>
            </a:r>
            <a:r>
              <a:rPr lang="zh-CN" altLang="en-US" dirty="0">
                <a:solidFill>
                  <a:srgbClr val="FF0000"/>
                </a:solidFill>
              </a:rPr>
              <a:t>客户程序</a:t>
            </a:r>
            <a:r>
              <a:rPr lang="zh-CN" altLang="en-US" dirty="0"/>
              <a:t>与万维网</a:t>
            </a:r>
            <a:r>
              <a:rPr lang="zh-CN" altLang="en-US" dirty="0">
                <a:solidFill>
                  <a:srgbClr val="FF0000"/>
                </a:solidFill>
              </a:rPr>
              <a:t>服务器程序</a:t>
            </a:r>
            <a:r>
              <a:rPr lang="zh-CN" altLang="en-US" dirty="0"/>
              <a:t>之间进行交互所使用的协议，是</a:t>
            </a:r>
            <a:r>
              <a:rPr lang="zh-CN" altLang="en-US" dirty="0">
                <a:solidFill>
                  <a:srgbClr val="FF0000"/>
                </a:solidFill>
              </a:rPr>
              <a:t>超文本传送协议</a:t>
            </a:r>
            <a:r>
              <a:rPr lang="zh-CN" altLang="en-US" dirty="0"/>
              <a:t> </a:t>
            </a:r>
            <a:r>
              <a:rPr lang="en-US" altLang="zh-CN" dirty="0">
                <a:solidFill>
                  <a:srgbClr val="0000FF"/>
                </a:solidFill>
              </a:rPr>
              <a:t>HTTP</a:t>
            </a:r>
            <a:r>
              <a:rPr lang="en-US" altLang="zh-CN" dirty="0"/>
              <a:t> (</a:t>
            </a:r>
            <a:r>
              <a:rPr lang="en-US" altLang="zh-CN" dirty="0" err="1"/>
              <a:t>HyperText</a:t>
            </a:r>
            <a:r>
              <a:rPr lang="en-US" altLang="zh-CN" dirty="0"/>
              <a:t> Transfer Protocol)</a:t>
            </a:r>
            <a:r>
              <a:rPr lang="zh-CN" altLang="en-US" dirty="0"/>
              <a:t>。</a:t>
            </a:r>
          </a:p>
          <a:p>
            <a:pPr marL="316230" indent="-316230" algn="just" eaLnBrk="1" hangingPunct="1">
              <a:spcBef>
                <a:spcPts val="555"/>
              </a:spcBef>
              <a:defRPr/>
            </a:pPr>
            <a:r>
              <a:rPr lang="en-US" altLang="zh-CN" dirty="0"/>
              <a:t>HTTP </a:t>
            </a:r>
            <a:r>
              <a:rPr lang="zh-CN" altLang="en-US" dirty="0"/>
              <a:t>是一个应用层协议，它使用 </a:t>
            </a:r>
            <a:r>
              <a:rPr lang="en-US" altLang="zh-CN" dirty="0">
                <a:solidFill>
                  <a:srgbClr val="FF0000"/>
                </a:solidFill>
              </a:rPr>
              <a:t>TCP </a:t>
            </a:r>
            <a:r>
              <a:rPr lang="zh-CN" altLang="en-US" dirty="0">
                <a:solidFill>
                  <a:srgbClr val="FF0000"/>
                </a:solidFill>
              </a:rPr>
              <a:t>连接</a:t>
            </a:r>
            <a:r>
              <a:rPr lang="zh-CN" altLang="en-US" dirty="0"/>
              <a:t>进行可靠的传送。</a:t>
            </a:r>
            <a:r>
              <a:rPr lang="zh-CN" altLang="en-US" sz="3600" dirty="0"/>
              <a:t> </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31811">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3181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2834" name="Rectangle 2"/>
          <p:cNvSpPr>
            <a:spLocks noGrp="1" noChangeArrowheads="1"/>
          </p:cNvSpPr>
          <p:nvPr>
            <p:ph type="title"/>
          </p:nvPr>
        </p:nvSpPr>
        <p:spPr/>
        <p:txBody>
          <a:bodyPr/>
          <a:lstStyle/>
          <a:p>
            <a:pPr algn="ctr" eaLnBrk="1" hangingPunct="1">
              <a:defRPr/>
            </a:pPr>
            <a:r>
              <a:rPr lang="zh-CN" altLang="en-US" dirty="0"/>
              <a:t>万维网必须解决的问题 </a:t>
            </a:r>
          </a:p>
        </p:txBody>
      </p:sp>
      <p:sp>
        <p:nvSpPr>
          <p:cNvPr id="632835" name="Rectangle 3"/>
          <p:cNvSpPr>
            <a:spLocks noGrp="1" noChangeArrowheads="1"/>
          </p:cNvSpPr>
          <p:nvPr>
            <p:ph idx="1"/>
          </p:nvPr>
        </p:nvSpPr>
        <p:spPr/>
        <p:txBody>
          <a:bodyPr/>
          <a:lstStyle/>
          <a:p>
            <a:pPr marL="316230" indent="-316230" algn="just" eaLnBrk="1" hangingPunct="1">
              <a:spcBef>
                <a:spcPts val="555"/>
              </a:spcBef>
              <a:buFont typeface="Wingdings" panose="05000000000000000000" pitchFamily="2" charset="2"/>
              <a:buNone/>
              <a:defRPr/>
            </a:pPr>
            <a:r>
              <a:rPr lang="en-US" altLang="zh-CN" dirty="0">
                <a:solidFill>
                  <a:srgbClr val="0000FF"/>
                </a:solidFill>
              </a:rPr>
              <a:t>(3) </a:t>
            </a:r>
            <a:r>
              <a:rPr lang="zh-CN" altLang="en-US" dirty="0">
                <a:solidFill>
                  <a:srgbClr val="0000FF"/>
                </a:solidFill>
              </a:rPr>
              <a:t>如何显示万维网文档，同时使用户清楚地知道在什么地方存在着超链？ </a:t>
            </a:r>
          </a:p>
          <a:p>
            <a:pPr marL="316230" indent="-316230" algn="just">
              <a:spcBef>
                <a:spcPts val="555"/>
              </a:spcBef>
              <a:defRPr/>
            </a:pPr>
            <a:r>
              <a:rPr lang="zh-CN" altLang="en-US" dirty="0">
                <a:solidFill>
                  <a:srgbClr val="FF0000"/>
                </a:solidFill>
              </a:rPr>
              <a:t>超文本标记语言</a:t>
            </a:r>
            <a:r>
              <a:rPr lang="zh-CN" altLang="en-US" dirty="0"/>
              <a:t> </a:t>
            </a:r>
            <a:r>
              <a:rPr lang="en-US" altLang="zh-CN" dirty="0">
                <a:solidFill>
                  <a:srgbClr val="0000FF"/>
                </a:solidFill>
              </a:rPr>
              <a:t>HTML</a:t>
            </a:r>
            <a:r>
              <a:rPr lang="en-US" altLang="zh-CN" dirty="0"/>
              <a:t> (</a:t>
            </a:r>
            <a:r>
              <a:rPr lang="en-US" altLang="zh-CN" dirty="0" err="1"/>
              <a:t>HyperText</a:t>
            </a:r>
            <a:r>
              <a:rPr lang="en-US" altLang="zh-CN" dirty="0"/>
              <a:t> Markup Language) </a:t>
            </a:r>
            <a:r>
              <a:rPr lang="zh-CN" altLang="en-US" dirty="0"/>
              <a:t>使得万维网页面的设计者可以很方便地用一个超链接从本页面的某处链接到互联网上的任何一个万维网页面，并且能够在自己的计算机屏幕上将这些页面显示出来。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3283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3858" name="Rectangle 2"/>
          <p:cNvSpPr>
            <a:spLocks noGrp="1" noChangeArrowheads="1"/>
          </p:cNvSpPr>
          <p:nvPr>
            <p:ph type="title"/>
          </p:nvPr>
        </p:nvSpPr>
        <p:spPr/>
        <p:txBody>
          <a:bodyPr/>
          <a:lstStyle/>
          <a:p>
            <a:pPr algn="ctr" eaLnBrk="1" hangingPunct="1">
              <a:defRPr/>
            </a:pPr>
            <a:r>
              <a:rPr lang="zh-CN" altLang="en-US" dirty="0"/>
              <a:t>万维网必须解决的问题 </a:t>
            </a:r>
          </a:p>
        </p:txBody>
      </p:sp>
      <p:sp>
        <p:nvSpPr>
          <p:cNvPr id="633859" name="Rectangle 3"/>
          <p:cNvSpPr>
            <a:spLocks noGrp="1" noChangeArrowheads="1"/>
          </p:cNvSpPr>
          <p:nvPr>
            <p:ph idx="1"/>
          </p:nvPr>
        </p:nvSpPr>
        <p:spPr/>
        <p:txBody>
          <a:bodyPr/>
          <a:lstStyle/>
          <a:p>
            <a:pPr marL="316230" indent="-316230" algn="just" eaLnBrk="1" hangingPunct="1">
              <a:spcBef>
                <a:spcPts val="555"/>
              </a:spcBef>
              <a:buFont typeface="Wingdings" panose="05000000000000000000" pitchFamily="2" charset="2"/>
              <a:buNone/>
              <a:defRPr/>
            </a:pPr>
            <a:r>
              <a:rPr lang="en-US" altLang="zh-CN" dirty="0">
                <a:solidFill>
                  <a:srgbClr val="0000FF"/>
                </a:solidFill>
              </a:rPr>
              <a:t>(4) </a:t>
            </a:r>
            <a:r>
              <a:rPr lang="zh-CN" altLang="en-US" dirty="0">
                <a:solidFill>
                  <a:srgbClr val="0000FF"/>
                </a:solidFill>
              </a:rPr>
              <a:t>怎样使用户能够很方便地找到所需的信息？ </a:t>
            </a:r>
          </a:p>
          <a:p>
            <a:pPr marL="316230" indent="-316230" algn="just" eaLnBrk="1" hangingPunct="1">
              <a:spcBef>
                <a:spcPts val="555"/>
              </a:spcBef>
              <a:defRPr/>
            </a:pPr>
            <a:r>
              <a:rPr lang="zh-CN" altLang="en-US" dirty="0"/>
              <a:t>为了在万维网上方便地查找信息，用户可使用各种的</a:t>
            </a:r>
            <a:r>
              <a:rPr lang="zh-CN" altLang="en-US" dirty="0">
                <a:solidFill>
                  <a:srgbClr val="FF0000"/>
                </a:solidFill>
              </a:rPr>
              <a:t>搜索工具</a:t>
            </a:r>
            <a:r>
              <a:rPr lang="zh-CN" altLang="en-US" dirty="0"/>
              <a:t>（即</a:t>
            </a:r>
            <a:r>
              <a:rPr lang="zh-CN" altLang="en-US" dirty="0">
                <a:solidFill>
                  <a:srgbClr val="FF0000"/>
                </a:solidFill>
              </a:rPr>
              <a:t>搜索引擎</a:t>
            </a:r>
            <a:r>
              <a:rPr lang="zh-CN" altLang="en-US" dirty="0"/>
              <a:t>）。 </a:t>
            </a:r>
          </a:p>
        </p:txBody>
      </p:sp>
      <p:grpSp>
        <p:nvGrpSpPr>
          <p:cNvPr id="6" name="组合 5"/>
          <p:cNvGrpSpPr/>
          <p:nvPr/>
        </p:nvGrpSpPr>
        <p:grpSpPr>
          <a:xfrm>
            <a:off x="847065" y="3356992"/>
            <a:ext cx="8498511" cy="3114218"/>
            <a:chOff x="847065" y="3356992"/>
            <a:chExt cx="8498511" cy="3114218"/>
          </a:xfrm>
        </p:grpSpPr>
        <p:pic>
          <p:nvPicPr>
            <p:cNvPr id="3" name="图片 2"/>
            <p:cNvPicPr>
              <a:picLocks noChangeAspect="1"/>
            </p:cNvPicPr>
            <p:nvPr/>
          </p:nvPicPr>
          <p:blipFill>
            <a:blip r:embed="rId3"/>
            <a:stretch>
              <a:fillRect/>
            </a:stretch>
          </p:blipFill>
          <p:spPr>
            <a:xfrm>
              <a:off x="847065" y="3356992"/>
              <a:ext cx="4898023" cy="1440160"/>
            </a:xfrm>
            <a:prstGeom prst="rect">
              <a:avLst/>
            </a:prstGeom>
          </p:spPr>
        </p:pic>
        <p:pic>
          <p:nvPicPr>
            <p:cNvPr id="5" name="图片 4"/>
            <p:cNvPicPr>
              <a:picLocks noChangeAspect="1"/>
            </p:cNvPicPr>
            <p:nvPr/>
          </p:nvPicPr>
          <p:blipFill>
            <a:blip r:embed="rId4"/>
            <a:stretch>
              <a:fillRect/>
            </a:stretch>
          </p:blipFill>
          <p:spPr>
            <a:xfrm>
              <a:off x="4520952" y="5085184"/>
              <a:ext cx="4824624" cy="1386026"/>
            </a:xfrm>
            <a:prstGeom prst="rect">
              <a:avLst/>
            </a:prstGeom>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33859">
                                            <p:txEl>
                                              <p:pRg st="1" end="1"/>
                                            </p:txEl>
                                          </p:spTgt>
                                        </p:tgtEl>
                                        <p:attrNameLst>
                                          <p:attrName>style.visibility</p:attrName>
                                        </p:attrNameLst>
                                      </p:cBhvr>
                                      <p:to>
                                        <p:strVal val="visible"/>
                                      </p:to>
                                    </p:set>
                                    <p:animEffect transition="in" filter="fade">
                                      <p:cBhvr>
                                        <p:cTn id="7" dur="500"/>
                                        <p:tgtEl>
                                          <p:spTgt spid="633859">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3859" grpId="0" build="p"/>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8866" name="Rectangle 2"/>
          <p:cNvSpPr>
            <a:spLocks noGrp="1" noChangeArrowheads="1"/>
          </p:cNvSpPr>
          <p:nvPr>
            <p:ph type="title"/>
          </p:nvPr>
        </p:nvSpPr>
        <p:spPr/>
        <p:txBody>
          <a:bodyPr/>
          <a:lstStyle/>
          <a:p>
            <a:pPr eaLnBrk="1" hangingPunct="1">
              <a:defRPr/>
            </a:pPr>
            <a:r>
              <a:rPr lang="en-US" altLang="zh-CN" dirty="0"/>
              <a:t>6.4.2  </a:t>
            </a:r>
            <a:r>
              <a:rPr lang="zh-CN" altLang="en-US" dirty="0"/>
              <a:t>统一资源定位符 </a:t>
            </a:r>
            <a:r>
              <a:rPr lang="en-US" altLang="zh-CN" dirty="0"/>
              <a:t>URL</a:t>
            </a:r>
            <a:endParaRPr lang="zh-CN" altLang="en-US" sz="4800" dirty="0"/>
          </a:p>
        </p:txBody>
      </p:sp>
      <p:sp>
        <p:nvSpPr>
          <p:cNvPr id="548867" name="Rectangle 3"/>
          <p:cNvSpPr>
            <a:spLocks noGrp="1" noChangeArrowheads="1"/>
          </p:cNvSpPr>
          <p:nvPr>
            <p:ph idx="1"/>
          </p:nvPr>
        </p:nvSpPr>
        <p:spPr/>
        <p:txBody>
          <a:bodyPr/>
          <a:lstStyle/>
          <a:p>
            <a:pPr marL="0" indent="0">
              <a:spcBef>
                <a:spcPts val="555"/>
              </a:spcBef>
              <a:buNone/>
              <a:defRPr/>
            </a:pPr>
            <a:r>
              <a:rPr lang="en-US" altLang="zh-CN" sz="4000" dirty="0">
                <a:solidFill>
                  <a:srgbClr val="333399"/>
                </a:solidFill>
                <a:latin typeface="+mj-lt"/>
                <a:ea typeface="+mj-ea"/>
                <a:cs typeface="+mj-cs"/>
              </a:rPr>
              <a:t>1. URL</a:t>
            </a:r>
            <a:r>
              <a:rPr lang="zh-CN" altLang="en-US" sz="4000" dirty="0">
                <a:solidFill>
                  <a:srgbClr val="333399"/>
                </a:solidFill>
                <a:latin typeface="+mj-lt"/>
                <a:ea typeface="+mj-ea"/>
                <a:cs typeface="+mj-cs"/>
              </a:rPr>
              <a:t>的格式</a:t>
            </a:r>
            <a:endParaRPr lang="en-US" altLang="zh-CN" sz="4000" dirty="0">
              <a:solidFill>
                <a:srgbClr val="333399"/>
              </a:solidFill>
              <a:latin typeface="+mj-lt"/>
              <a:ea typeface="+mj-ea"/>
              <a:cs typeface="+mj-cs"/>
            </a:endParaRPr>
          </a:p>
          <a:p>
            <a:pPr marL="316230" indent="-316230" eaLnBrk="1" hangingPunct="1">
              <a:spcBef>
                <a:spcPts val="555"/>
              </a:spcBef>
              <a:defRPr/>
            </a:pPr>
            <a:r>
              <a:rPr lang="zh-CN" altLang="en-US" sz="2700" dirty="0">
                <a:solidFill>
                  <a:srgbClr val="FF0000"/>
                </a:solidFill>
              </a:rPr>
              <a:t>统一资源定位符 </a:t>
            </a:r>
            <a:r>
              <a:rPr lang="en-US" altLang="zh-CN" sz="2700" dirty="0">
                <a:solidFill>
                  <a:srgbClr val="FF0000"/>
                </a:solidFill>
              </a:rPr>
              <a:t>URL </a:t>
            </a:r>
            <a:r>
              <a:rPr lang="zh-CN" altLang="en-US" sz="2700" dirty="0"/>
              <a:t>是对可以从互联网上得到的资源的</a:t>
            </a:r>
            <a:r>
              <a:rPr lang="zh-CN" altLang="en-US" sz="2700" dirty="0">
                <a:solidFill>
                  <a:srgbClr val="FF0000"/>
                </a:solidFill>
              </a:rPr>
              <a:t>位置</a:t>
            </a:r>
            <a:r>
              <a:rPr lang="zh-CN" altLang="en-US" sz="2700" dirty="0"/>
              <a:t>和</a:t>
            </a:r>
            <a:r>
              <a:rPr lang="zh-CN" altLang="en-US" sz="2700" dirty="0">
                <a:solidFill>
                  <a:srgbClr val="FF0000"/>
                </a:solidFill>
              </a:rPr>
              <a:t>访问方法</a:t>
            </a:r>
            <a:r>
              <a:rPr lang="zh-CN" altLang="en-US" sz="2700" dirty="0"/>
              <a:t>的一种简洁表示。</a:t>
            </a:r>
          </a:p>
          <a:p>
            <a:pPr marL="316230" indent="-316230" eaLnBrk="1" hangingPunct="1">
              <a:spcBef>
                <a:spcPts val="555"/>
              </a:spcBef>
              <a:defRPr/>
            </a:pPr>
            <a:r>
              <a:rPr lang="en-US" altLang="zh-CN" sz="2700" dirty="0"/>
              <a:t>URL </a:t>
            </a:r>
            <a:r>
              <a:rPr lang="zh-CN" altLang="en-US" sz="2700" dirty="0"/>
              <a:t>给资源的位置提供一种抽象的识别方法，并用这种方法给资源定位。</a:t>
            </a:r>
          </a:p>
          <a:p>
            <a:pPr marL="316230" indent="-316230" eaLnBrk="1" hangingPunct="1">
              <a:spcBef>
                <a:spcPts val="555"/>
              </a:spcBef>
              <a:defRPr/>
            </a:pPr>
            <a:r>
              <a:rPr lang="zh-CN" altLang="en-US" sz="2700" dirty="0"/>
              <a:t>只要能够对资源定位，系统就可以对资源进行各种操作，如存取、更新、替换和查找其属性。</a:t>
            </a:r>
          </a:p>
          <a:p>
            <a:pPr marL="316230" indent="-316230" eaLnBrk="1" hangingPunct="1">
              <a:spcBef>
                <a:spcPts val="555"/>
              </a:spcBef>
              <a:defRPr/>
            </a:pPr>
            <a:r>
              <a:rPr lang="en-US" altLang="zh-CN" sz="2700" dirty="0"/>
              <a:t>URL </a:t>
            </a:r>
            <a:r>
              <a:rPr lang="zh-CN" altLang="en-US" sz="2700" dirty="0"/>
              <a:t>相当于一个</a:t>
            </a:r>
            <a:r>
              <a:rPr lang="zh-CN" altLang="en-US" sz="2700" dirty="0">
                <a:solidFill>
                  <a:srgbClr val="FF0000"/>
                </a:solidFill>
              </a:rPr>
              <a:t>文件名</a:t>
            </a:r>
            <a:r>
              <a:rPr lang="zh-CN" altLang="en-US" sz="2700" dirty="0"/>
              <a:t>在</a:t>
            </a:r>
            <a:r>
              <a:rPr lang="zh-CN" altLang="en-US" sz="2700" u="sng" dirty="0">
                <a:solidFill>
                  <a:srgbClr val="FF0000"/>
                </a:solidFill>
              </a:rPr>
              <a:t>网络范围的扩展</a:t>
            </a:r>
            <a:r>
              <a:rPr lang="zh-CN" altLang="en-US" sz="2700" dirty="0"/>
              <a:t>。因此 </a:t>
            </a:r>
            <a:r>
              <a:rPr lang="en-US" altLang="zh-CN" sz="2700" dirty="0"/>
              <a:t>URL </a:t>
            </a:r>
            <a:r>
              <a:rPr lang="zh-CN" altLang="en-US" sz="2700" dirty="0"/>
              <a:t>是与互联网相连的机器上的任何可访问对象的一个指针。 </a:t>
            </a:r>
            <a:r>
              <a:rPr lang="zh-CN" altLang="en-US" sz="2800" dirty="0"/>
              <a:t> </a:t>
            </a: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9890" name="Rectangle 2"/>
          <p:cNvSpPr>
            <a:spLocks noGrp="1" noChangeArrowheads="1"/>
          </p:cNvSpPr>
          <p:nvPr>
            <p:ph type="title"/>
          </p:nvPr>
        </p:nvSpPr>
        <p:spPr/>
        <p:txBody>
          <a:bodyPr/>
          <a:lstStyle/>
          <a:p>
            <a:pPr algn="ctr" eaLnBrk="1" hangingPunct="1">
              <a:defRPr/>
            </a:pPr>
            <a:r>
              <a:rPr lang="en-US" altLang="zh-CN" dirty="0"/>
              <a:t>URL </a:t>
            </a:r>
            <a:r>
              <a:rPr dirty="0"/>
              <a:t>的一般形式 </a:t>
            </a:r>
          </a:p>
        </p:txBody>
      </p:sp>
      <p:sp>
        <p:nvSpPr>
          <p:cNvPr id="116739" name="Rectangle 3"/>
          <p:cNvSpPr>
            <a:spLocks noGrp="1" noChangeArrowheads="1"/>
          </p:cNvSpPr>
          <p:nvPr>
            <p:ph idx="1"/>
          </p:nvPr>
        </p:nvSpPr>
        <p:spPr/>
        <p:txBody>
          <a:bodyPr/>
          <a:lstStyle/>
          <a:p>
            <a:pPr eaLnBrk="1" hangingPunct="1"/>
            <a:r>
              <a:rPr lang="en-US" altLang="zh-CN" dirty="0"/>
              <a:t>URL</a:t>
            </a:r>
            <a:r>
              <a:rPr lang="zh-CN" altLang="en-US" dirty="0"/>
              <a:t>由以</a:t>
            </a:r>
            <a:r>
              <a:rPr lang="zh-CN" altLang="en-US" dirty="0">
                <a:solidFill>
                  <a:srgbClr val="FF0000"/>
                </a:solidFill>
              </a:rPr>
              <a:t>冒号</a:t>
            </a:r>
            <a:r>
              <a:rPr lang="zh-CN" altLang="en-US" dirty="0">
                <a:solidFill>
                  <a:srgbClr val="0000FF"/>
                </a:solidFill>
              </a:rPr>
              <a:t>隔开</a:t>
            </a:r>
            <a:r>
              <a:rPr lang="zh-CN" altLang="en-US" dirty="0"/>
              <a:t>的两大部分组成，并且在 </a:t>
            </a:r>
            <a:r>
              <a:rPr lang="en-US" altLang="zh-CN" dirty="0"/>
              <a:t>URL </a:t>
            </a:r>
            <a:r>
              <a:rPr lang="zh-CN" altLang="en-US" dirty="0"/>
              <a:t>中的字符对大写或小写没有要求。</a:t>
            </a:r>
          </a:p>
          <a:p>
            <a:pPr eaLnBrk="1" hangingPunct="1"/>
            <a:r>
              <a:rPr lang="en-US" altLang="zh-CN" dirty="0"/>
              <a:t>URL </a:t>
            </a:r>
            <a:r>
              <a:rPr lang="zh-CN" altLang="en-US" dirty="0"/>
              <a:t>的一般形式是：</a:t>
            </a:r>
          </a:p>
        </p:txBody>
      </p:sp>
      <p:sp>
        <p:nvSpPr>
          <p:cNvPr id="116740" name="Text Box 25"/>
          <p:cNvSpPr txBox="1">
            <a:spLocks noChangeArrowheads="1"/>
          </p:cNvSpPr>
          <p:nvPr/>
        </p:nvSpPr>
        <p:spPr bwMode="auto">
          <a:xfrm>
            <a:off x="2299362" y="3548064"/>
            <a:ext cx="5695950" cy="528637"/>
          </a:xfrm>
          <a:prstGeom prst="rect">
            <a:avLst/>
          </a:prstGeom>
          <a:solidFill>
            <a:srgbClr val="CCECFF"/>
          </a:solidFill>
          <a:ln w="9525">
            <a:solidFill>
              <a:srgbClr val="33339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algn="ctr" eaLnBrk="1" hangingPunct="1"/>
            <a:r>
              <a:rPr lang="en-US" altLang="zh-CN" sz="2800" b="1">
                <a:solidFill>
                  <a:srgbClr val="000099"/>
                </a:solidFill>
                <a:latin typeface="Arial" panose="020B0604020202020204" pitchFamily="34" charset="0"/>
                <a:ea typeface="黑体" panose="02010609060101010101" pitchFamily="2" charset="-122"/>
              </a:rPr>
              <a:t>&lt;</a:t>
            </a:r>
            <a:r>
              <a:rPr lang="zh-CN" altLang="en-US" sz="2800" b="1">
                <a:solidFill>
                  <a:srgbClr val="000099"/>
                </a:solidFill>
                <a:latin typeface="Arial" panose="020B0604020202020204" pitchFamily="34" charset="0"/>
                <a:ea typeface="黑体" panose="02010609060101010101" pitchFamily="2" charset="-122"/>
              </a:rPr>
              <a:t>协议</a:t>
            </a:r>
            <a:r>
              <a:rPr lang="en-US" altLang="zh-CN" sz="2800" b="1">
                <a:solidFill>
                  <a:srgbClr val="000099"/>
                </a:solidFill>
                <a:latin typeface="Arial" panose="020B0604020202020204" pitchFamily="34" charset="0"/>
                <a:ea typeface="黑体" panose="02010609060101010101" pitchFamily="2" charset="-122"/>
              </a:rPr>
              <a:t>&gt;://&lt;</a:t>
            </a:r>
            <a:r>
              <a:rPr lang="zh-CN" altLang="en-US" sz="2800" b="1">
                <a:solidFill>
                  <a:srgbClr val="000099"/>
                </a:solidFill>
                <a:latin typeface="Arial" panose="020B0604020202020204" pitchFamily="34" charset="0"/>
                <a:ea typeface="黑体" panose="02010609060101010101" pitchFamily="2" charset="-122"/>
              </a:rPr>
              <a:t>主机</a:t>
            </a:r>
            <a:r>
              <a:rPr lang="en-US" altLang="zh-CN" sz="2800" b="1">
                <a:solidFill>
                  <a:srgbClr val="000099"/>
                </a:solidFill>
                <a:latin typeface="Arial" panose="020B0604020202020204" pitchFamily="34" charset="0"/>
                <a:ea typeface="黑体" panose="02010609060101010101" pitchFamily="2" charset="-122"/>
              </a:rPr>
              <a:t>&gt;:&lt;</a:t>
            </a:r>
            <a:r>
              <a:rPr lang="zh-CN" altLang="en-US" sz="2800" b="1">
                <a:solidFill>
                  <a:srgbClr val="000099"/>
                </a:solidFill>
                <a:latin typeface="Arial" panose="020B0604020202020204" pitchFamily="34" charset="0"/>
                <a:ea typeface="黑体" panose="02010609060101010101" pitchFamily="2" charset="-122"/>
              </a:rPr>
              <a:t>端口</a:t>
            </a:r>
            <a:r>
              <a:rPr lang="en-US" altLang="zh-CN" sz="2800" b="1">
                <a:solidFill>
                  <a:srgbClr val="000099"/>
                </a:solidFill>
                <a:latin typeface="Arial" panose="020B0604020202020204" pitchFamily="34" charset="0"/>
                <a:ea typeface="黑体" panose="02010609060101010101" pitchFamily="2" charset="-122"/>
              </a:rPr>
              <a:t>&gt;/&lt;</a:t>
            </a:r>
            <a:r>
              <a:rPr lang="zh-CN" altLang="en-US" sz="2800" b="1">
                <a:solidFill>
                  <a:srgbClr val="000099"/>
                </a:solidFill>
                <a:latin typeface="Arial" panose="020B0604020202020204" pitchFamily="34" charset="0"/>
                <a:ea typeface="黑体" panose="02010609060101010101" pitchFamily="2" charset="-122"/>
              </a:rPr>
              <a:t>路径</a:t>
            </a:r>
            <a:r>
              <a:rPr lang="en-US" altLang="zh-CN" sz="2800" b="1">
                <a:solidFill>
                  <a:srgbClr val="000099"/>
                </a:solidFill>
                <a:latin typeface="Arial" panose="020B0604020202020204" pitchFamily="34" charset="0"/>
                <a:ea typeface="黑体" panose="02010609060101010101" pitchFamily="2" charset="-122"/>
              </a:rPr>
              <a:t>&gt; </a:t>
            </a:r>
          </a:p>
        </p:txBody>
      </p:sp>
      <p:grpSp>
        <p:nvGrpSpPr>
          <p:cNvPr id="549919" name="Group 31"/>
          <p:cNvGrpSpPr/>
          <p:nvPr/>
        </p:nvGrpSpPr>
        <p:grpSpPr bwMode="auto">
          <a:xfrm>
            <a:off x="2612365" y="4076700"/>
            <a:ext cx="6734704" cy="1873250"/>
            <a:chOff x="1519" y="2568"/>
            <a:chExt cx="3916" cy="1180"/>
          </a:xfrm>
        </p:grpSpPr>
        <p:sp>
          <p:nvSpPr>
            <p:cNvPr id="116742" name="Line 26"/>
            <p:cNvSpPr>
              <a:spLocks noChangeShapeType="1"/>
            </p:cNvSpPr>
            <p:nvPr/>
          </p:nvSpPr>
          <p:spPr bwMode="auto">
            <a:xfrm>
              <a:off x="1519" y="2568"/>
              <a:ext cx="657" cy="0"/>
            </a:xfrm>
            <a:prstGeom prst="line">
              <a:avLst/>
            </a:prstGeom>
            <a:noFill/>
            <a:ln w="38100">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116743" name="Freeform 27"/>
            <p:cNvSpPr/>
            <p:nvPr/>
          </p:nvSpPr>
          <p:spPr bwMode="auto">
            <a:xfrm>
              <a:off x="1791" y="2568"/>
              <a:ext cx="385" cy="726"/>
            </a:xfrm>
            <a:custGeom>
              <a:avLst/>
              <a:gdLst>
                <a:gd name="T0" fmla="*/ 0 w 771"/>
                <a:gd name="T1" fmla="*/ 0 h 726"/>
                <a:gd name="T2" fmla="*/ 0 w 771"/>
                <a:gd name="T3" fmla="*/ 726 h 726"/>
                <a:gd name="T4" fmla="*/ 12 w 771"/>
                <a:gd name="T5" fmla="*/ 726 h 726"/>
                <a:gd name="T6" fmla="*/ 0 60000 65536"/>
                <a:gd name="T7" fmla="*/ 0 60000 65536"/>
                <a:gd name="T8" fmla="*/ 0 60000 65536"/>
              </a:gdLst>
              <a:ahLst/>
              <a:cxnLst>
                <a:cxn ang="T6">
                  <a:pos x="T0" y="T1"/>
                </a:cxn>
                <a:cxn ang="T7">
                  <a:pos x="T2" y="T3"/>
                </a:cxn>
                <a:cxn ang="T8">
                  <a:pos x="T4" y="T5"/>
                </a:cxn>
              </a:cxnLst>
              <a:rect l="0" t="0" r="r" b="b"/>
              <a:pathLst>
                <a:path w="771" h="726">
                  <a:moveTo>
                    <a:pt x="0" y="0"/>
                  </a:moveTo>
                  <a:lnTo>
                    <a:pt x="0" y="726"/>
                  </a:lnTo>
                  <a:lnTo>
                    <a:pt x="771" y="726"/>
                  </a:lnTo>
                </a:path>
              </a:pathLst>
            </a:custGeom>
            <a:noFill/>
            <a:ln w="38100" cmpd="sng">
              <a:solidFill>
                <a:schemeClr val="hlink"/>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116744" name="AutoShape 28"/>
            <p:cNvSpPr/>
            <p:nvPr/>
          </p:nvSpPr>
          <p:spPr bwMode="auto">
            <a:xfrm>
              <a:off x="2176" y="2841"/>
              <a:ext cx="82" cy="907"/>
            </a:xfrm>
            <a:prstGeom prst="leftBrace">
              <a:avLst>
                <a:gd name="adj1" fmla="val 92175"/>
                <a:gd name="adj2" fmla="val 50000"/>
              </a:avLst>
            </a:prstGeom>
            <a:noFill/>
            <a:ln w="28575">
              <a:solidFill>
                <a:schemeClr val="hlink"/>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solidFill>
                  <a:srgbClr val="000099"/>
                </a:solidFill>
              </a:endParaRPr>
            </a:p>
          </p:txBody>
        </p:sp>
        <p:sp>
          <p:nvSpPr>
            <p:cNvPr id="116745" name="Text Box 29"/>
            <p:cNvSpPr txBox="1">
              <a:spLocks noChangeArrowheads="1"/>
            </p:cNvSpPr>
            <p:nvPr/>
          </p:nvSpPr>
          <p:spPr bwMode="auto">
            <a:xfrm>
              <a:off x="2328" y="2837"/>
              <a:ext cx="3107" cy="8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lnSpc>
                  <a:spcPct val="150000"/>
                </a:lnSpc>
              </a:pPr>
              <a:r>
                <a:rPr lang="en-US" altLang="zh-CN" sz="2800" b="1" dirty="0">
                  <a:solidFill>
                    <a:srgbClr val="000099"/>
                  </a:solidFill>
                  <a:latin typeface="Arial" panose="020B0604020202020204" pitchFamily="34" charset="0"/>
                  <a:ea typeface="黑体" panose="02010609060101010101" pitchFamily="2" charset="-122"/>
                </a:rPr>
                <a:t>ftp —— </a:t>
              </a:r>
              <a:r>
                <a:rPr lang="zh-CN" altLang="en-US" sz="2800" b="1" dirty="0">
                  <a:solidFill>
                    <a:srgbClr val="000099"/>
                  </a:solidFill>
                  <a:latin typeface="Arial" panose="020B0604020202020204" pitchFamily="34" charset="0"/>
                  <a:ea typeface="黑体" panose="02010609060101010101" pitchFamily="2" charset="-122"/>
                </a:rPr>
                <a:t>文件传送协议 </a:t>
              </a:r>
              <a:r>
                <a:rPr lang="en-US" altLang="zh-CN" sz="2800" b="1" dirty="0">
                  <a:solidFill>
                    <a:srgbClr val="000099"/>
                  </a:solidFill>
                  <a:latin typeface="Arial" panose="020B0604020202020204" pitchFamily="34" charset="0"/>
                  <a:ea typeface="黑体" panose="02010609060101010101" pitchFamily="2" charset="-122"/>
                </a:rPr>
                <a:t>FTP</a:t>
              </a:r>
            </a:p>
            <a:p>
              <a:pPr eaLnBrk="1" hangingPunct="1">
                <a:lnSpc>
                  <a:spcPct val="150000"/>
                </a:lnSpc>
              </a:pPr>
              <a:r>
                <a:rPr lang="en-US" altLang="zh-CN" sz="2800" b="1" dirty="0">
                  <a:solidFill>
                    <a:srgbClr val="000099"/>
                  </a:solidFill>
                  <a:latin typeface="Arial" panose="020B0604020202020204" pitchFamily="34" charset="0"/>
                  <a:ea typeface="黑体" panose="02010609060101010101" pitchFamily="2" charset="-122"/>
                </a:rPr>
                <a:t>http —— </a:t>
              </a:r>
              <a:r>
                <a:rPr lang="zh-CN" altLang="en-US" sz="2800" b="1" dirty="0">
                  <a:solidFill>
                    <a:srgbClr val="000099"/>
                  </a:solidFill>
                  <a:latin typeface="Arial" panose="020B0604020202020204" pitchFamily="34" charset="0"/>
                  <a:ea typeface="黑体" panose="02010609060101010101" pitchFamily="2" charset="-122"/>
                </a:rPr>
                <a:t>超文本传送协议 </a:t>
              </a:r>
              <a:r>
                <a:rPr lang="en-US" altLang="zh-CN" sz="2800" b="1" dirty="0">
                  <a:solidFill>
                    <a:srgbClr val="000099"/>
                  </a:solidFill>
                  <a:latin typeface="Arial" panose="020B0604020202020204" pitchFamily="34" charset="0"/>
                  <a:ea typeface="黑体" panose="02010609060101010101" pitchFamily="2" charset="-122"/>
                </a:rPr>
                <a:t>HTTP</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500"/>
                                  </p:stCondLst>
                                  <p:childTnLst>
                                    <p:set>
                                      <p:cBhvr>
                                        <p:cTn id="6" dur="1" fill="hold">
                                          <p:stCondLst>
                                            <p:cond delay="0"/>
                                          </p:stCondLst>
                                        </p:cTn>
                                        <p:tgtEl>
                                          <p:spTgt spid="549919"/>
                                        </p:tgtEl>
                                        <p:attrNameLst>
                                          <p:attrName>style.visibility</p:attrName>
                                        </p:attrNameLst>
                                      </p:cBhvr>
                                      <p:to>
                                        <p:strVal val="visible"/>
                                      </p:to>
                                    </p:set>
                                    <p:animEffect transition="in" filter="wipe(up)">
                                      <p:cBhvr>
                                        <p:cTn id="7" dur="1000"/>
                                        <p:tgtEl>
                                          <p:spTgt spid="5499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9890" name="Rectangle 2"/>
          <p:cNvSpPr>
            <a:spLocks noGrp="1" noChangeArrowheads="1"/>
          </p:cNvSpPr>
          <p:nvPr>
            <p:ph type="title"/>
          </p:nvPr>
        </p:nvSpPr>
        <p:spPr/>
        <p:txBody>
          <a:bodyPr/>
          <a:lstStyle/>
          <a:p>
            <a:pPr algn="ctr" eaLnBrk="1" hangingPunct="1">
              <a:defRPr/>
            </a:pPr>
            <a:r>
              <a:rPr lang="en-US" altLang="zh-CN" dirty="0"/>
              <a:t>URL </a:t>
            </a:r>
            <a:r>
              <a:rPr dirty="0"/>
              <a:t>的一般形式 </a:t>
            </a:r>
          </a:p>
        </p:txBody>
      </p:sp>
      <p:sp>
        <p:nvSpPr>
          <p:cNvPr id="116739" name="Rectangle 3"/>
          <p:cNvSpPr>
            <a:spLocks noGrp="1" noChangeArrowheads="1"/>
          </p:cNvSpPr>
          <p:nvPr>
            <p:ph idx="1"/>
          </p:nvPr>
        </p:nvSpPr>
        <p:spPr/>
        <p:txBody>
          <a:bodyPr/>
          <a:lstStyle/>
          <a:p>
            <a:pPr eaLnBrk="1" hangingPunct="1"/>
            <a:r>
              <a:rPr lang="en-US" altLang="zh-CN" dirty="0"/>
              <a:t>URL</a:t>
            </a:r>
            <a:r>
              <a:rPr lang="zh-CN" altLang="en-US" dirty="0"/>
              <a:t>由以冒号隔开的两大部分组成，并且在 </a:t>
            </a:r>
            <a:r>
              <a:rPr lang="en-US" altLang="zh-CN" dirty="0"/>
              <a:t>URL </a:t>
            </a:r>
            <a:r>
              <a:rPr lang="zh-CN" altLang="en-US" dirty="0"/>
              <a:t>中的字符对大写或小写没有要求。</a:t>
            </a:r>
          </a:p>
          <a:p>
            <a:pPr eaLnBrk="1" hangingPunct="1"/>
            <a:r>
              <a:rPr lang="en-US" altLang="zh-CN" dirty="0"/>
              <a:t>URL </a:t>
            </a:r>
            <a:r>
              <a:rPr lang="zh-CN" altLang="en-US" dirty="0"/>
              <a:t>的一般形式是：</a:t>
            </a:r>
          </a:p>
        </p:txBody>
      </p:sp>
      <p:sp>
        <p:nvSpPr>
          <p:cNvPr id="116740" name="Text Box 25"/>
          <p:cNvSpPr txBox="1">
            <a:spLocks noChangeArrowheads="1"/>
          </p:cNvSpPr>
          <p:nvPr/>
        </p:nvSpPr>
        <p:spPr bwMode="auto">
          <a:xfrm>
            <a:off x="2299362" y="3548064"/>
            <a:ext cx="5695950" cy="528637"/>
          </a:xfrm>
          <a:prstGeom prst="rect">
            <a:avLst/>
          </a:prstGeom>
          <a:solidFill>
            <a:srgbClr val="CCECFF"/>
          </a:solidFill>
          <a:ln w="9525">
            <a:solidFill>
              <a:srgbClr val="33339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algn="ctr" eaLnBrk="1" hangingPunct="1"/>
            <a:r>
              <a:rPr lang="en-US" altLang="zh-CN" sz="2800" b="1">
                <a:solidFill>
                  <a:srgbClr val="000099"/>
                </a:solidFill>
                <a:latin typeface="Arial" panose="020B0604020202020204" pitchFamily="34" charset="0"/>
                <a:ea typeface="黑体" panose="02010609060101010101" pitchFamily="2" charset="-122"/>
              </a:rPr>
              <a:t>&lt;</a:t>
            </a:r>
            <a:r>
              <a:rPr lang="zh-CN" altLang="en-US" sz="2800" b="1">
                <a:solidFill>
                  <a:srgbClr val="000099"/>
                </a:solidFill>
                <a:latin typeface="Arial" panose="020B0604020202020204" pitchFamily="34" charset="0"/>
                <a:ea typeface="黑体" panose="02010609060101010101" pitchFamily="2" charset="-122"/>
              </a:rPr>
              <a:t>协议</a:t>
            </a:r>
            <a:r>
              <a:rPr lang="en-US" altLang="zh-CN" sz="2800" b="1">
                <a:solidFill>
                  <a:srgbClr val="000099"/>
                </a:solidFill>
                <a:latin typeface="Arial" panose="020B0604020202020204" pitchFamily="34" charset="0"/>
                <a:ea typeface="黑体" panose="02010609060101010101" pitchFamily="2" charset="-122"/>
              </a:rPr>
              <a:t>&gt;://&lt;</a:t>
            </a:r>
            <a:r>
              <a:rPr lang="zh-CN" altLang="en-US" sz="2800" b="1">
                <a:solidFill>
                  <a:srgbClr val="000099"/>
                </a:solidFill>
                <a:latin typeface="Arial" panose="020B0604020202020204" pitchFamily="34" charset="0"/>
                <a:ea typeface="黑体" panose="02010609060101010101" pitchFamily="2" charset="-122"/>
              </a:rPr>
              <a:t>主机</a:t>
            </a:r>
            <a:r>
              <a:rPr lang="en-US" altLang="zh-CN" sz="2800" b="1">
                <a:solidFill>
                  <a:srgbClr val="000099"/>
                </a:solidFill>
                <a:latin typeface="Arial" panose="020B0604020202020204" pitchFamily="34" charset="0"/>
                <a:ea typeface="黑体" panose="02010609060101010101" pitchFamily="2" charset="-122"/>
              </a:rPr>
              <a:t>&gt;:&lt;</a:t>
            </a:r>
            <a:r>
              <a:rPr lang="zh-CN" altLang="en-US" sz="2800" b="1">
                <a:solidFill>
                  <a:srgbClr val="000099"/>
                </a:solidFill>
                <a:latin typeface="Arial" panose="020B0604020202020204" pitchFamily="34" charset="0"/>
                <a:ea typeface="黑体" panose="02010609060101010101" pitchFamily="2" charset="-122"/>
              </a:rPr>
              <a:t>端口</a:t>
            </a:r>
            <a:r>
              <a:rPr lang="en-US" altLang="zh-CN" sz="2800" b="1">
                <a:solidFill>
                  <a:srgbClr val="000099"/>
                </a:solidFill>
                <a:latin typeface="Arial" panose="020B0604020202020204" pitchFamily="34" charset="0"/>
                <a:ea typeface="黑体" panose="02010609060101010101" pitchFamily="2" charset="-122"/>
              </a:rPr>
              <a:t>&gt;/&lt;</a:t>
            </a:r>
            <a:r>
              <a:rPr lang="zh-CN" altLang="en-US" sz="2800" b="1">
                <a:solidFill>
                  <a:srgbClr val="000099"/>
                </a:solidFill>
                <a:latin typeface="Arial" panose="020B0604020202020204" pitchFamily="34" charset="0"/>
                <a:ea typeface="黑体" panose="02010609060101010101" pitchFamily="2" charset="-122"/>
              </a:rPr>
              <a:t>路径</a:t>
            </a:r>
            <a:r>
              <a:rPr lang="en-US" altLang="zh-CN" sz="2800" b="1">
                <a:solidFill>
                  <a:srgbClr val="000099"/>
                </a:solidFill>
                <a:latin typeface="Arial" panose="020B0604020202020204" pitchFamily="34" charset="0"/>
                <a:ea typeface="黑体" panose="02010609060101010101" pitchFamily="2" charset="-122"/>
              </a:rPr>
              <a:t>&gt; </a:t>
            </a:r>
          </a:p>
        </p:txBody>
      </p:sp>
      <p:sp>
        <p:nvSpPr>
          <p:cNvPr id="116742" name="Line 26"/>
          <p:cNvSpPr>
            <a:spLocks noChangeShapeType="1"/>
          </p:cNvSpPr>
          <p:nvPr/>
        </p:nvSpPr>
        <p:spPr bwMode="auto">
          <a:xfrm>
            <a:off x="3728864" y="4076700"/>
            <a:ext cx="429088" cy="0"/>
          </a:xfrm>
          <a:prstGeom prst="line">
            <a:avLst/>
          </a:prstGeom>
          <a:noFill/>
          <a:ln w="38100">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116743" name="Freeform 27"/>
          <p:cNvSpPr/>
          <p:nvPr/>
        </p:nvSpPr>
        <p:spPr bwMode="auto">
          <a:xfrm>
            <a:off x="3944888" y="4076701"/>
            <a:ext cx="515879" cy="576262"/>
          </a:xfrm>
          <a:custGeom>
            <a:avLst/>
            <a:gdLst>
              <a:gd name="T0" fmla="*/ 0 w 771"/>
              <a:gd name="T1" fmla="*/ 0 h 726"/>
              <a:gd name="T2" fmla="*/ 0 w 771"/>
              <a:gd name="T3" fmla="*/ 726 h 726"/>
              <a:gd name="T4" fmla="*/ 12 w 771"/>
              <a:gd name="T5" fmla="*/ 726 h 726"/>
              <a:gd name="T6" fmla="*/ 0 60000 65536"/>
              <a:gd name="T7" fmla="*/ 0 60000 65536"/>
              <a:gd name="T8" fmla="*/ 0 60000 65536"/>
            </a:gdLst>
            <a:ahLst/>
            <a:cxnLst>
              <a:cxn ang="T6">
                <a:pos x="T0" y="T1"/>
              </a:cxn>
              <a:cxn ang="T7">
                <a:pos x="T2" y="T3"/>
              </a:cxn>
              <a:cxn ang="T8">
                <a:pos x="T4" y="T5"/>
              </a:cxn>
            </a:cxnLst>
            <a:rect l="0" t="0" r="r" b="b"/>
            <a:pathLst>
              <a:path w="771" h="726">
                <a:moveTo>
                  <a:pt x="0" y="0"/>
                </a:moveTo>
                <a:lnTo>
                  <a:pt x="0" y="726"/>
                </a:lnTo>
                <a:lnTo>
                  <a:pt x="771" y="726"/>
                </a:lnTo>
              </a:path>
            </a:pathLst>
          </a:custGeom>
          <a:noFill/>
          <a:ln w="38100" cmpd="sng">
            <a:solidFill>
              <a:schemeClr val="hlink"/>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116745" name="Text Box 29"/>
          <p:cNvSpPr txBox="1">
            <a:spLocks noChangeArrowheads="1"/>
          </p:cNvSpPr>
          <p:nvPr/>
        </p:nvSpPr>
        <p:spPr bwMode="auto">
          <a:xfrm>
            <a:off x="4460767" y="4167188"/>
            <a:ext cx="4812713"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lnSpc>
                <a:spcPct val="150000"/>
              </a:lnSpc>
            </a:pPr>
            <a:r>
              <a:rPr lang="zh-CN" altLang="zh-CN" sz="2800" b="1" dirty="0">
                <a:solidFill>
                  <a:srgbClr val="000099"/>
                </a:solidFill>
                <a:latin typeface="Arial" panose="020B0604020202020204" pitchFamily="34" charset="0"/>
                <a:ea typeface="黑体" panose="02010609060101010101" pitchFamily="2" charset="-122"/>
              </a:rPr>
              <a:t>规定的格式</a:t>
            </a:r>
            <a:endParaRPr lang="en-US" altLang="zh-CN" sz="2800" b="1" dirty="0">
              <a:solidFill>
                <a:srgbClr val="000099"/>
              </a:solidFill>
              <a:latin typeface="Arial" panose="020B0604020202020204" pitchFamily="34" charset="0"/>
              <a:ea typeface="黑体" panose="02010609060101010101" pitchFamily="2" charset="-122"/>
            </a:endParaRP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82" name="Rectangle 2"/>
          <p:cNvSpPr>
            <a:spLocks noGrp="1" noChangeArrowheads="1"/>
          </p:cNvSpPr>
          <p:nvPr>
            <p:ph type="title"/>
          </p:nvPr>
        </p:nvSpPr>
        <p:spPr>
          <a:xfrm>
            <a:off x="497021" y="188913"/>
            <a:ext cx="9065021" cy="792162"/>
          </a:xfrm>
        </p:spPr>
        <p:txBody>
          <a:bodyPr/>
          <a:lstStyle/>
          <a:p>
            <a:pPr algn="ctr" eaLnBrk="1" hangingPunct="1">
              <a:defRPr/>
            </a:pPr>
            <a:r>
              <a:rPr lang="en-US" altLang="zh-CN" dirty="0"/>
              <a:t>URL </a:t>
            </a:r>
            <a:r>
              <a:rPr dirty="0"/>
              <a:t>的一般形式</a:t>
            </a:r>
          </a:p>
        </p:txBody>
      </p:sp>
      <p:sp>
        <p:nvSpPr>
          <p:cNvPr id="118787" name="Rectangle 3"/>
          <p:cNvSpPr>
            <a:spLocks noGrp="1" noChangeArrowheads="1"/>
          </p:cNvSpPr>
          <p:nvPr>
            <p:ph idx="1"/>
          </p:nvPr>
        </p:nvSpPr>
        <p:spPr>
          <a:xfrm>
            <a:off x="497021" y="1195389"/>
            <a:ext cx="9065021" cy="4935537"/>
          </a:xfrm>
        </p:spPr>
        <p:txBody>
          <a:bodyPr/>
          <a:lstStyle/>
          <a:p>
            <a:pPr eaLnBrk="1" hangingPunct="1"/>
            <a:r>
              <a:rPr lang="en-US" altLang="zh-CN" dirty="0"/>
              <a:t>URL</a:t>
            </a:r>
            <a:r>
              <a:rPr lang="zh-CN" altLang="en-US" dirty="0"/>
              <a:t>由以冒号隔开的两大部分组成，并且在 </a:t>
            </a:r>
            <a:r>
              <a:rPr lang="en-US" altLang="zh-CN" dirty="0"/>
              <a:t>URL </a:t>
            </a:r>
            <a:r>
              <a:rPr lang="zh-CN" altLang="en-US" dirty="0"/>
              <a:t>中的字符对大写或小写没有要求。</a:t>
            </a:r>
          </a:p>
          <a:p>
            <a:pPr eaLnBrk="1" hangingPunct="1"/>
            <a:r>
              <a:rPr lang="en-US" altLang="zh-CN" dirty="0"/>
              <a:t>URL </a:t>
            </a:r>
            <a:r>
              <a:rPr lang="zh-CN" altLang="en-US" dirty="0"/>
              <a:t>的一般形式是：</a:t>
            </a:r>
          </a:p>
        </p:txBody>
      </p:sp>
      <p:sp>
        <p:nvSpPr>
          <p:cNvPr id="9" name="Text Box 25"/>
          <p:cNvSpPr txBox="1">
            <a:spLocks noChangeArrowheads="1"/>
          </p:cNvSpPr>
          <p:nvPr/>
        </p:nvSpPr>
        <p:spPr bwMode="auto">
          <a:xfrm>
            <a:off x="2299362" y="3548064"/>
            <a:ext cx="5695950" cy="528637"/>
          </a:xfrm>
          <a:prstGeom prst="rect">
            <a:avLst/>
          </a:prstGeom>
          <a:solidFill>
            <a:srgbClr val="CCECFF"/>
          </a:solidFill>
          <a:ln w="9525">
            <a:solidFill>
              <a:srgbClr val="33339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algn="ctr" eaLnBrk="1" hangingPunct="1"/>
            <a:r>
              <a:rPr lang="en-US" altLang="zh-CN" sz="2800" b="1">
                <a:solidFill>
                  <a:srgbClr val="000099"/>
                </a:solidFill>
                <a:latin typeface="Arial" panose="020B0604020202020204" pitchFamily="34" charset="0"/>
                <a:ea typeface="黑体" panose="02010609060101010101" pitchFamily="2" charset="-122"/>
              </a:rPr>
              <a:t>&lt;</a:t>
            </a:r>
            <a:r>
              <a:rPr lang="zh-CN" altLang="en-US" sz="2800" b="1">
                <a:solidFill>
                  <a:srgbClr val="000099"/>
                </a:solidFill>
                <a:latin typeface="Arial" panose="020B0604020202020204" pitchFamily="34" charset="0"/>
                <a:ea typeface="黑体" panose="02010609060101010101" pitchFamily="2" charset="-122"/>
              </a:rPr>
              <a:t>协议</a:t>
            </a:r>
            <a:r>
              <a:rPr lang="en-US" altLang="zh-CN" sz="2800" b="1">
                <a:solidFill>
                  <a:srgbClr val="000099"/>
                </a:solidFill>
                <a:latin typeface="Arial" panose="020B0604020202020204" pitchFamily="34" charset="0"/>
                <a:ea typeface="黑体" panose="02010609060101010101" pitchFamily="2" charset="-122"/>
              </a:rPr>
              <a:t>&gt;://&lt;</a:t>
            </a:r>
            <a:r>
              <a:rPr lang="zh-CN" altLang="en-US" sz="2800" b="1">
                <a:solidFill>
                  <a:srgbClr val="000099"/>
                </a:solidFill>
                <a:latin typeface="Arial" panose="020B0604020202020204" pitchFamily="34" charset="0"/>
                <a:ea typeface="黑体" panose="02010609060101010101" pitchFamily="2" charset="-122"/>
              </a:rPr>
              <a:t>主机</a:t>
            </a:r>
            <a:r>
              <a:rPr lang="en-US" altLang="zh-CN" sz="2800" b="1">
                <a:solidFill>
                  <a:srgbClr val="000099"/>
                </a:solidFill>
                <a:latin typeface="Arial" panose="020B0604020202020204" pitchFamily="34" charset="0"/>
                <a:ea typeface="黑体" panose="02010609060101010101" pitchFamily="2" charset="-122"/>
              </a:rPr>
              <a:t>&gt;:&lt;</a:t>
            </a:r>
            <a:r>
              <a:rPr lang="zh-CN" altLang="en-US" sz="2800" b="1">
                <a:solidFill>
                  <a:srgbClr val="000099"/>
                </a:solidFill>
                <a:latin typeface="Arial" panose="020B0604020202020204" pitchFamily="34" charset="0"/>
                <a:ea typeface="黑体" panose="02010609060101010101" pitchFamily="2" charset="-122"/>
              </a:rPr>
              <a:t>端口</a:t>
            </a:r>
            <a:r>
              <a:rPr lang="en-US" altLang="zh-CN" sz="2800" b="1">
                <a:solidFill>
                  <a:srgbClr val="000099"/>
                </a:solidFill>
                <a:latin typeface="Arial" panose="020B0604020202020204" pitchFamily="34" charset="0"/>
                <a:ea typeface="黑体" panose="02010609060101010101" pitchFamily="2" charset="-122"/>
              </a:rPr>
              <a:t>&gt;/&lt;</a:t>
            </a:r>
            <a:r>
              <a:rPr lang="zh-CN" altLang="en-US" sz="2800" b="1">
                <a:solidFill>
                  <a:srgbClr val="000099"/>
                </a:solidFill>
                <a:latin typeface="Arial" panose="020B0604020202020204" pitchFamily="34" charset="0"/>
                <a:ea typeface="黑体" panose="02010609060101010101" pitchFamily="2" charset="-122"/>
              </a:rPr>
              <a:t>路径</a:t>
            </a:r>
            <a:r>
              <a:rPr lang="en-US" altLang="zh-CN" sz="2800" b="1">
                <a:solidFill>
                  <a:srgbClr val="000099"/>
                </a:solidFill>
                <a:latin typeface="Arial" panose="020B0604020202020204" pitchFamily="34" charset="0"/>
                <a:ea typeface="黑体" panose="02010609060101010101" pitchFamily="2" charset="-122"/>
              </a:rPr>
              <a:t>&gt; </a:t>
            </a:r>
          </a:p>
        </p:txBody>
      </p:sp>
      <p:grpSp>
        <p:nvGrpSpPr>
          <p:cNvPr id="118789" name="Group 9"/>
          <p:cNvGrpSpPr/>
          <p:nvPr/>
        </p:nvGrpSpPr>
        <p:grpSpPr bwMode="auto">
          <a:xfrm>
            <a:off x="4103116" y="4076702"/>
            <a:ext cx="5386388" cy="1376363"/>
            <a:chOff x="2381" y="2568"/>
            <a:chExt cx="3132" cy="867"/>
          </a:xfrm>
        </p:grpSpPr>
        <p:sp>
          <p:nvSpPr>
            <p:cNvPr id="118790" name="Line 5"/>
            <p:cNvSpPr>
              <a:spLocks noChangeShapeType="1"/>
            </p:cNvSpPr>
            <p:nvPr/>
          </p:nvSpPr>
          <p:spPr bwMode="auto">
            <a:xfrm>
              <a:off x="2381" y="2568"/>
              <a:ext cx="635" cy="0"/>
            </a:xfrm>
            <a:prstGeom prst="line">
              <a:avLst/>
            </a:prstGeom>
            <a:noFill/>
            <a:ln w="38100">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118791" name="Freeform 6"/>
            <p:cNvSpPr/>
            <p:nvPr/>
          </p:nvSpPr>
          <p:spPr bwMode="auto">
            <a:xfrm>
              <a:off x="2653" y="2568"/>
              <a:ext cx="408" cy="408"/>
            </a:xfrm>
            <a:custGeom>
              <a:avLst/>
              <a:gdLst>
                <a:gd name="T0" fmla="*/ 0 w 771"/>
                <a:gd name="T1" fmla="*/ 0 h 726"/>
                <a:gd name="T2" fmla="*/ 0 w 771"/>
                <a:gd name="T3" fmla="*/ 22 h 726"/>
                <a:gd name="T4" fmla="*/ 17 w 771"/>
                <a:gd name="T5" fmla="*/ 22 h 726"/>
                <a:gd name="T6" fmla="*/ 0 60000 65536"/>
                <a:gd name="T7" fmla="*/ 0 60000 65536"/>
                <a:gd name="T8" fmla="*/ 0 60000 65536"/>
              </a:gdLst>
              <a:ahLst/>
              <a:cxnLst>
                <a:cxn ang="T6">
                  <a:pos x="T0" y="T1"/>
                </a:cxn>
                <a:cxn ang="T7">
                  <a:pos x="T2" y="T3"/>
                </a:cxn>
                <a:cxn ang="T8">
                  <a:pos x="T4" y="T5"/>
                </a:cxn>
              </a:cxnLst>
              <a:rect l="0" t="0" r="r" b="b"/>
              <a:pathLst>
                <a:path w="771" h="726">
                  <a:moveTo>
                    <a:pt x="0" y="0"/>
                  </a:moveTo>
                  <a:lnTo>
                    <a:pt x="0" y="726"/>
                  </a:lnTo>
                  <a:lnTo>
                    <a:pt x="771" y="726"/>
                  </a:lnTo>
                </a:path>
              </a:pathLst>
            </a:custGeom>
            <a:noFill/>
            <a:ln w="38100" cmpd="sng">
              <a:solidFill>
                <a:schemeClr val="hlink"/>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118792" name="Text Box 8"/>
            <p:cNvSpPr txBox="1">
              <a:spLocks noChangeArrowheads="1"/>
            </p:cNvSpPr>
            <p:nvPr/>
          </p:nvSpPr>
          <p:spPr bwMode="auto">
            <a:xfrm>
              <a:off x="3016" y="2834"/>
              <a:ext cx="2497" cy="6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lang="en-US" altLang="zh-CN" sz="2800" b="1" dirty="0">
                  <a:solidFill>
                    <a:srgbClr val="000099"/>
                  </a:solidFill>
                  <a:latin typeface="Arial" panose="020B0604020202020204" pitchFamily="34" charset="0"/>
                  <a:ea typeface="黑体" panose="02010609060101010101" pitchFamily="2" charset="-122"/>
                </a:rPr>
                <a:t>&lt;</a:t>
              </a:r>
              <a:r>
                <a:rPr lang="zh-CN" altLang="en-US" sz="2800" b="1" dirty="0">
                  <a:solidFill>
                    <a:srgbClr val="000099"/>
                  </a:solidFill>
                  <a:latin typeface="Arial" panose="020B0604020202020204" pitchFamily="34" charset="0"/>
                  <a:ea typeface="黑体" panose="02010609060101010101" pitchFamily="2" charset="-122"/>
                </a:rPr>
                <a:t>主机</a:t>
              </a:r>
              <a:r>
                <a:rPr lang="en-US" altLang="zh-CN" sz="2800" b="1" dirty="0">
                  <a:solidFill>
                    <a:srgbClr val="000099"/>
                  </a:solidFill>
                  <a:latin typeface="Arial" panose="020B0604020202020204" pitchFamily="34" charset="0"/>
                  <a:ea typeface="黑体" panose="02010609060101010101" pitchFamily="2" charset="-122"/>
                </a:rPr>
                <a:t>&gt; </a:t>
              </a:r>
              <a:r>
                <a:rPr lang="zh-CN" altLang="en-US" sz="2800" b="1" dirty="0">
                  <a:solidFill>
                    <a:srgbClr val="000099"/>
                  </a:solidFill>
                  <a:latin typeface="Arial" panose="020B0604020202020204" pitchFamily="34" charset="0"/>
                  <a:ea typeface="黑体" panose="02010609060101010101" pitchFamily="2" charset="-122"/>
                </a:rPr>
                <a:t>是存放资源的主机</a:t>
              </a:r>
            </a:p>
            <a:p>
              <a:pPr eaLnBrk="1" hangingPunct="1"/>
              <a:r>
                <a:rPr lang="zh-CN" altLang="en-US" sz="2800" b="1" dirty="0">
                  <a:solidFill>
                    <a:srgbClr val="000099"/>
                  </a:solidFill>
                  <a:latin typeface="Arial" panose="020B0604020202020204" pitchFamily="34" charset="0"/>
                  <a:ea typeface="黑体" panose="02010609060101010101" pitchFamily="2" charset="-122"/>
                </a:rPr>
                <a:t>在互联网中的</a:t>
              </a:r>
              <a:r>
                <a:rPr lang="zh-CN" altLang="en-US" sz="2800" b="1" dirty="0">
                  <a:solidFill>
                    <a:srgbClr val="FF0000"/>
                  </a:solidFill>
                  <a:latin typeface="Arial" panose="020B0604020202020204" pitchFamily="34" charset="0"/>
                  <a:ea typeface="黑体" panose="02010609060101010101" pitchFamily="2" charset="-122"/>
                </a:rPr>
                <a:t>域名</a:t>
              </a:r>
            </a:p>
          </p:txBody>
        </p:sp>
      </p:gr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5906" name="Rectangle 2"/>
          <p:cNvSpPr>
            <a:spLocks noGrp="1" noChangeArrowheads="1"/>
          </p:cNvSpPr>
          <p:nvPr>
            <p:ph type="title"/>
          </p:nvPr>
        </p:nvSpPr>
        <p:spPr/>
        <p:txBody>
          <a:bodyPr/>
          <a:lstStyle/>
          <a:p>
            <a:pPr algn="ctr" eaLnBrk="1" hangingPunct="1">
              <a:defRPr/>
            </a:pPr>
            <a:r>
              <a:rPr lang="en-US" altLang="zh-CN" dirty="0"/>
              <a:t>URL </a:t>
            </a:r>
            <a:r>
              <a:rPr dirty="0"/>
              <a:t>的一般形式</a:t>
            </a:r>
          </a:p>
        </p:txBody>
      </p:sp>
      <p:sp>
        <p:nvSpPr>
          <p:cNvPr id="120835" name="Rectangle 3"/>
          <p:cNvSpPr>
            <a:spLocks noGrp="1" noChangeArrowheads="1"/>
          </p:cNvSpPr>
          <p:nvPr>
            <p:ph idx="1"/>
          </p:nvPr>
        </p:nvSpPr>
        <p:spPr/>
        <p:txBody>
          <a:bodyPr/>
          <a:lstStyle/>
          <a:p>
            <a:pPr eaLnBrk="1" hangingPunct="1"/>
            <a:r>
              <a:rPr lang="en-US" altLang="zh-CN" dirty="0"/>
              <a:t>URL</a:t>
            </a:r>
            <a:r>
              <a:rPr lang="zh-CN" altLang="en-US" dirty="0"/>
              <a:t>由以冒号隔开的两大部分组成，并且在 </a:t>
            </a:r>
            <a:r>
              <a:rPr lang="en-US" altLang="zh-CN" dirty="0"/>
              <a:t>URL </a:t>
            </a:r>
            <a:r>
              <a:rPr lang="zh-CN" altLang="en-US" dirty="0"/>
              <a:t>中的字符对大写或小写没有要求。</a:t>
            </a:r>
          </a:p>
          <a:p>
            <a:pPr eaLnBrk="1" hangingPunct="1"/>
            <a:r>
              <a:rPr lang="en-US" altLang="zh-CN" dirty="0"/>
              <a:t>URL </a:t>
            </a:r>
            <a:r>
              <a:rPr lang="zh-CN" altLang="en-US" dirty="0"/>
              <a:t>的一般形式是：</a:t>
            </a:r>
          </a:p>
        </p:txBody>
      </p:sp>
      <p:sp>
        <p:nvSpPr>
          <p:cNvPr id="120836" name="Text Box 4"/>
          <p:cNvSpPr txBox="1">
            <a:spLocks noChangeArrowheads="1"/>
          </p:cNvSpPr>
          <p:nvPr/>
        </p:nvSpPr>
        <p:spPr bwMode="auto">
          <a:xfrm>
            <a:off x="2301081" y="3548064"/>
            <a:ext cx="5695950" cy="528637"/>
          </a:xfrm>
          <a:prstGeom prst="rect">
            <a:avLst/>
          </a:prstGeom>
          <a:solidFill>
            <a:srgbClr val="CCECFF"/>
          </a:solidFill>
          <a:ln w="9525">
            <a:solidFill>
              <a:srgbClr val="33339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algn="ctr" eaLnBrk="1" hangingPunct="1"/>
            <a:r>
              <a:rPr lang="en-US" altLang="zh-CN" sz="2800" b="1">
                <a:solidFill>
                  <a:srgbClr val="000099"/>
                </a:solidFill>
                <a:latin typeface="Arial" panose="020B0604020202020204" pitchFamily="34" charset="0"/>
                <a:ea typeface="黑体" panose="02010609060101010101" pitchFamily="2" charset="-122"/>
              </a:rPr>
              <a:t>&lt;</a:t>
            </a:r>
            <a:r>
              <a:rPr lang="zh-CN" altLang="en-US" sz="2800" b="1">
                <a:solidFill>
                  <a:srgbClr val="000099"/>
                </a:solidFill>
                <a:latin typeface="Arial" panose="020B0604020202020204" pitchFamily="34" charset="0"/>
                <a:ea typeface="黑体" panose="02010609060101010101" pitchFamily="2" charset="-122"/>
              </a:rPr>
              <a:t>协议</a:t>
            </a:r>
            <a:r>
              <a:rPr lang="en-US" altLang="zh-CN" sz="2800" b="1">
                <a:solidFill>
                  <a:srgbClr val="000099"/>
                </a:solidFill>
                <a:latin typeface="Arial" panose="020B0604020202020204" pitchFamily="34" charset="0"/>
                <a:ea typeface="黑体" panose="02010609060101010101" pitchFamily="2" charset="-122"/>
              </a:rPr>
              <a:t>&gt;://&lt;</a:t>
            </a:r>
            <a:r>
              <a:rPr lang="zh-CN" altLang="en-US" sz="2800" b="1">
                <a:solidFill>
                  <a:srgbClr val="000099"/>
                </a:solidFill>
                <a:latin typeface="Arial" panose="020B0604020202020204" pitchFamily="34" charset="0"/>
                <a:ea typeface="黑体" panose="02010609060101010101" pitchFamily="2" charset="-122"/>
              </a:rPr>
              <a:t>主机</a:t>
            </a:r>
            <a:r>
              <a:rPr lang="en-US" altLang="zh-CN" sz="2800" b="1">
                <a:solidFill>
                  <a:srgbClr val="000099"/>
                </a:solidFill>
                <a:latin typeface="Arial" panose="020B0604020202020204" pitchFamily="34" charset="0"/>
                <a:ea typeface="黑体" panose="02010609060101010101" pitchFamily="2" charset="-122"/>
              </a:rPr>
              <a:t>&gt;:&lt;</a:t>
            </a:r>
            <a:r>
              <a:rPr lang="zh-CN" altLang="en-US" sz="2800" b="1">
                <a:solidFill>
                  <a:srgbClr val="000099"/>
                </a:solidFill>
                <a:latin typeface="Arial" panose="020B0604020202020204" pitchFamily="34" charset="0"/>
                <a:ea typeface="黑体" panose="02010609060101010101" pitchFamily="2" charset="-122"/>
              </a:rPr>
              <a:t>端口</a:t>
            </a:r>
            <a:r>
              <a:rPr lang="en-US" altLang="zh-CN" sz="2800" b="1">
                <a:solidFill>
                  <a:srgbClr val="000099"/>
                </a:solidFill>
                <a:latin typeface="Arial" panose="020B0604020202020204" pitchFamily="34" charset="0"/>
                <a:ea typeface="黑体" panose="02010609060101010101" pitchFamily="2" charset="-122"/>
              </a:rPr>
              <a:t>&gt;/&lt;</a:t>
            </a:r>
            <a:r>
              <a:rPr lang="zh-CN" altLang="en-US" sz="2800" b="1">
                <a:solidFill>
                  <a:srgbClr val="000099"/>
                </a:solidFill>
                <a:latin typeface="Arial" panose="020B0604020202020204" pitchFamily="34" charset="0"/>
                <a:ea typeface="黑体" panose="02010609060101010101" pitchFamily="2" charset="-122"/>
              </a:rPr>
              <a:t>路径</a:t>
            </a:r>
            <a:r>
              <a:rPr lang="en-US" altLang="zh-CN" sz="2800" b="1">
                <a:solidFill>
                  <a:srgbClr val="000099"/>
                </a:solidFill>
                <a:latin typeface="Arial" panose="020B0604020202020204" pitchFamily="34" charset="0"/>
                <a:ea typeface="黑体" panose="02010609060101010101" pitchFamily="2" charset="-122"/>
              </a:rPr>
              <a:t>&gt;</a:t>
            </a:r>
          </a:p>
        </p:txBody>
      </p:sp>
      <p:grpSp>
        <p:nvGrpSpPr>
          <p:cNvPr id="120837" name="Group 8"/>
          <p:cNvGrpSpPr/>
          <p:nvPr/>
        </p:nvGrpSpPr>
        <p:grpSpPr bwMode="auto">
          <a:xfrm>
            <a:off x="5343393" y="4076702"/>
            <a:ext cx="3988197" cy="925513"/>
            <a:chOff x="3107" y="2568"/>
            <a:chExt cx="2319" cy="583"/>
          </a:xfrm>
        </p:grpSpPr>
        <p:sp>
          <p:nvSpPr>
            <p:cNvPr id="120838" name="Line 5"/>
            <p:cNvSpPr>
              <a:spLocks noChangeShapeType="1"/>
            </p:cNvSpPr>
            <p:nvPr/>
          </p:nvSpPr>
          <p:spPr bwMode="auto">
            <a:xfrm>
              <a:off x="3107" y="2568"/>
              <a:ext cx="1406" cy="0"/>
            </a:xfrm>
            <a:prstGeom prst="line">
              <a:avLst/>
            </a:prstGeom>
            <a:noFill/>
            <a:ln w="38100">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120839" name="Freeform 6"/>
            <p:cNvSpPr/>
            <p:nvPr/>
          </p:nvSpPr>
          <p:spPr bwMode="auto">
            <a:xfrm>
              <a:off x="3833" y="2568"/>
              <a:ext cx="408" cy="408"/>
            </a:xfrm>
            <a:custGeom>
              <a:avLst/>
              <a:gdLst>
                <a:gd name="T0" fmla="*/ 0 w 771"/>
                <a:gd name="T1" fmla="*/ 0 h 726"/>
                <a:gd name="T2" fmla="*/ 0 w 771"/>
                <a:gd name="T3" fmla="*/ 22 h 726"/>
                <a:gd name="T4" fmla="*/ 17 w 771"/>
                <a:gd name="T5" fmla="*/ 22 h 726"/>
                <a:gd name="T6" fmla="*/ 0 60000 65536"/>
                <a:gd name="T7" fmla="*/ 0 60000 65536"/>
                <a:gd name="T8" fmla="*/ 0 60000 65536"/>
              </a:gdLst>
              <a:ahLst/>
              <a:cxnLst>
                <a:cxn ang="T6">
                  <a:pos x="T0" y="T1"/>
                </a:cxn>
                <a:cxn ang="T7">
                  <a:pos x="T2" y="T3"/>
                </a:cxn>
                <a:cxn ang="T8">
                  <a:pos x="T4" y="T5"/>
                </a:cxn>
              </a:cxnLst>
              <a:rect l="0" t="0" r="r" b="b"/>
              <a:pathLst>
                <a:path w="771" h="726">
                  <a:moveTo>
                    <a:pt x="0" y="0"/>
                  </a:moveTo>
                  <a:lnTo>
                    <a:pt x="0" y="726"/>
                  </a:lnTo>
                  <a:lnTo>
                    <a:pt x="771" y="726"/>
                  </a:lnTo>
                </a:path>
              </a:pathLst>
            </a:custGeom>
            <a:noFill/>
            <a:ln w="38100" cmpd="sng">
              <a:solidFill>
                <a:schemeClr val="hlink"/>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120840" name="Text Box 7"/>
            <p:cNvSpPr txBox="1">
              <a:spLocks noChangeArrowheads="1"/>
            </p:cNvSpPr>
            <p:nvPr/>
          </p:nvSpPr>
          <p:spPr bwMode="auto">
            <a:xfrm>
              <a:off x="4275" y="2821"/>
              <a:ext cx="1151"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lang="zh-CN" altLang="en-US" sz="2800" b="1">
                  <a:solidFill>
                    <a:srgbClr val="000099"/>
                  </a:solidFill>
                  <a:latin typeface="Arial" panose="020B0604020202020204" pitchFamily="34" charset="0"/>
                  <a:ea typeface="黑体" panose="02010609060101010101" pitchFamily="2" charset="-122"/>
                </a:rPr>
                <a:t>有时可省略</a:t>
              </a:r>
            </a:p>
          </p:txBody>
        </p:sp>
      </p:grpSp>
      <p:sp>
        <p:nvSpPr>
          <p:cNvPr id="9" name="Text Box 6"/>
          <p:cNvSpPr txBox="1">
            <a:spLocks noChangeArrowheads="1"/>
          </p:cNvSpPr>
          <p:nvPr/>
        </p:nvSpPr>
        <p:spPr bwMode="auto">
          <a:xfrm>
            <a:off x="495300" y="5356373"/>
            <a:ext cx="9282236" cy="1384995"/>
          </a:xfrm>
          <a:prstGeom prst="rect">
            <a:avLst/>
          </a:prstGeom>
          <a:solidFill>
            <a:srgbClr val="FFFF99"/>
          </a:solidFill>
          <a:ln w="9525">
            <a:solidFill>
              <a:schemeClr val="folHlink"/>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algn="just" eaLnBrk="1" hangingPunct="1"/>
            <a:r>
              <a:rPr lang="zh-CN" altLang="en-US" sz="2800" b="1" dirty="0">
                <a:solidFill>
                  <a:srgbClr val="000099"/>
                </a:solidFill>
                <a:latin typeface="Arial" panose="020B0604020202020204" pitchFamily="34" charset="0"/>
                <a:ea typeface="黑体" panose="02010609060101010101" pitchFamily="2" charset="-122"/>
              </a:rPr>
              <a:t>通过</a:t>
            </a:r>
            <a:r>
              <a:rPr lang="zh-CN" altLang="en-US" sz="2800" b="1" dirty="0">
                <a:solidFill>
                  <a:srgbClr val="FF0000"/>
                </a:solidFill>
                <a:latin typeface="Arial" panose="020B0604020202020204" pitchFamily="34" charset="0"/>
                <a:ea typeface="黑体" panose="02010609060101010101" pitchFamily="2" charset="-122"/>
              </a:rPr>
              <a:t>主机域名</a:t>
            </a:r>
            <a:r>
              <a:rPr lang="zh-CN" altLang="en-US" sz="2800" b="1" dirty="0">
                <a:solidFill>
                  <a:srgbClr val="000099"/>
                </a:solidFill>
                <a:latin typeface="Arial" panose="020B0604020202020204" pitchFamily="34" charset="0"/>
                <a:ea typeface="黑体" panose="02010609060101010101" pitchFamily="2" charset="-122"/>
              </a:rPr>
              <a:t>定位资源所在的具体</a:t>
            </a:r>
            <a:r>
              <a:rPr lang="zh-CN" altLang="en-US" sz="2800" b="1" dirty="0">
                <a:solidFill>
                  <a:srgbClr val="FF0000"/>
                </a:solidFill>
                <a:latin typeface="Arial" panose="020B0604020202020204" pitchFamily="34" charset="0"/>
                <a:ea typeface="黑体" panose="02010609060101010101" pitchFamily="2" charset="-122"/>
              </a:rPr>
              <a:t>主机</a:t>
            </a:r>
            <a:r>
              <a:rPr lang="zh-CN" altLang="en-US" sz="2800" b="1" dirty="0">
                <a:solidFill>
                  <a:srgbClr val="000099"/>
                </a:solidFill>
                <a:latin typeface="Arial" panose="020B0604020202020204" pitchFamily="34" charset="0"/>
                <a:ea typeface="黑体" panose="02010609060101010101" pitchFamily="2" charset="-122"/>
              </a:rPr>
              <a:t>；通过</a:t>
            </a:r>
            <a:r>
              <a:rPr lang="zh-CN" altLang="en-US" sz="2800" b="1" dirty="0">
                <a:solidFill>
                  <a:srgbClr val="FF0000"/>
                </a:solidFill>
                <a:latin typeface="Arial" panose="020B0604020202020204" pitchFamily="34" charset="0"/>
                <a:ea typeface="黑体" panose="02010609060101010101" pitchFamily="2" charset="-122"/>
              </a:rPr>
              <a:t>端口</a:t>
            </a:r>
            <a:r>
              <a:rPr lang="zh-CN" altLang="en-US" sz="2800" b="1" dirty="0">
                <a:solidFill>
                  <a:srgbClr val="000099"/>
                </a:solidFill>
                <a:latin typeface="Arial" panose="020B0604020202020204" pitchFamily="34" charset="0"/>
                <a:ea typeface="黑体" panose="02010609060101010101" pitchFamily="2" charset="-122"/>
              </a:rPr>
              <a:t>定位资源服务器的</a:t>
            </a:r>
            <a:r>
              <a:rPr lang="zh-CN" altLang="en-US" sz="2800" b="1" dirty="0">
                <a:solidFill>
                  <a:srgbClr val="FF0000"/>
                </a:solidFill>
                <a:latin typeface="Arial" panose="020B0604020202020204" pitchFamily="34" charset="0"/>
                <a:ea typeface="黑体" panose="02010609060101010101" pitchFamily="2" charset="-122"/>
              </a:rPr>
              <a:t>应用进程</a:t>
            </a:r>
            <a:r>
              <a:rPr lang="zh-CN" altLang="en-US" sz="2800" b="1" dirty="0">
                <a:solidFill>
                  <a:srgbClr val="000099"/>
                </a:solidFill>
                <a:latin typeface="Arial" panose="020B0604020202020204" pitchFamily="34" charset="0"/>
                <a:ea typeface="黑体" panose="02010609060101010101" pitchFamily="2" charset="-122"/>
              </a:rPr>
              <a:t>；通过</a:t>
            </a:r>
            <a:r>
              <a:rPr lang="zh-CN" altLang="en-US" sz="2800" b="1" dirty="0">
                <a:solidFill>
                  <a:srgbClr val="FF0000"/>
                </a:solidFill>
                <a:latin typeface="Arial" panose="020B0604020202020204" pitchFamily="34" charset="0"/>
                <a:ea typeface="黑体" panose="02010609060101010101" pitchFamily="2" charset="-122"/>
              </a:rPr>
              <a:t>路径</a:t>
            </a:r>
            <a:r>
              <a:rPr lang="zh-CN" altLang="en-US" sz="2800" b="1" dirty="0">
                <a:solidFill>
                  <a:srgbClr val="000099"/>
                </a:solidFill>
                <a:latin typeface="Arial" panose="020B0604020202020204" pitchFamily="34" charset="0"/>
                <a:ea typeface="黑体" panose="02010609060101010101" pitchFamily="2" charset="-122"/>
              </a:rPr>
              <a:t>定位资源在服务器上的</a:t>
            </a:r>
            <a:r>
              <a:rPr lang="zh-CN" altLang="en-US" sz="2800" b="1" dirty="0">
                <a:solidFill>
                  <a:srgbClr val="FF0000"/>
                </a:solidFill>
                <a:latin typeface="Arial" panose="020B0604020202020204" pitchFamily="34" charset="0"/>
                <a:ea typeface="黑体" panose="02010609060101010101" pitchFamily="2" charset="-122"/>
              </a:rPr>
              <a:t>具体位置</a:t>
            </a:r>
            <a:r>
              <a:rPr lang="zh-CN" altLang="en-US" sz="2800" b="1" dirty="0">
                <a:solidFill>
                  <a:srgbClr val="000099"/>
                </a:solidFill>
                <a:latin typeface="Arial" panose="020B0604020202020204" pitchFamily="34" charset="0"/>
                <a:ea typeface="黑体" panose="02010609060101010101" pitchFamily="2" charset="-122"/>
              </a:rPr>
              <a:t>；通过</a:t>
            </a:r>
            <a:r>
              <a:rPr lang="zh-CN" altLang="en-US" sz="2800" b="1" dirty="0">
                <a:solidFill>
                  <a:srgbClr val="FF0000"/>
                </a:solidFill>
                <a:latin typeface="Arial" panose="020B0604020202020204" pitchFamily="34" charset="0"/>
                <a:ea typeface="黑体" panose="02010609060101010101" pitchFamily="2" charset="-122"/>
              </a:rPr>
              <a:t>协议</a:t>
            </a:r>
            <a:r>
              <a:rPr lang="zh-CN" altLang="en-US" sz="2800" b="1" dirty="0">
                <a:solidFill>
                  <a:srgbClr val="000099"/>
                </a:solidFill>
                <a:latin typeface="Arial" panose="020B0604020202020204" pitchFamily="34" charset="0"/>
                <a:ea typeface="黑体" panose="02010609060101010101" pitchFamily="2" charset="-122"/>
              </a:rPr>
              <a:t>来定义具体请求资源的</a:t>
            </a:r>
            <a:r>
              <a:rPr lang="zh-CN" altLang="en-US" sz="2800" b="1" dirty="0">
                <a:solidFill>
                  <a:srgbClr val="FF0000"/>
                </a:solidFill>
                <a:latin typeface="Arial" panose="020B0604020202020204" pitchFamily="34" charset="0"/>
                <a:ea typeface="黑体" panose="02010609060101010101" pitchFamily="2" charset="-122"/>
              </a:rPr>
              <a:t>方式</a:t>
            </a:r>
            <a:r>
              <a:rPr lang="zh-CN" altLang="en-US" sz="2800" b="1" dirty="0">
                <a:solidFill>
                  <a:srgbClr val="000099"/>
                </a:solidFill>
                <a:latin typeface="Arial" panose="020B0604020202020204" pitchFamily="34" charset="0"/>
                <a:ea typeface="黑体" panose="02010609060101010101" pitchFamily="2" charset="-122"/>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p:cNvSpPr>
            <a:spLocks noChangeArrowheads="1"/>
          </p:cNvSpPr>
          <p:nvPr/>
        </p:nvSpPr>
        <p:spPr bwMode="auto">
          <a:xfrm>
            <a:off x="1052513" y="1844824"/>
            <a:ext cx="6318515" cy="792162"/>
          </a:xfrm>
          <a:prstGeom prst="rect">
            <a:avLst/>
          </a:prstGeom>
          <a:solidFill>
            <a:srgbClr val="CCECFF"/>
          </a:solidFill>
          <a:ln w="9525">
            <a:solidFill>
              <a:srgbClr val="33339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sp>
        <p:nvSpPr>
          <p:cNvPr id="641027" name="Rectangle 3"/>
          <p:cNvSpPr>
            <a:spLocks noGrp="1" noChangeArrowheads="1"/>
          </p:cNvSpPr>
          <p:nvPr>
            <p:ph type="title"/>
          </p:nvPr>
        </p:nvSpPr>
        <p:spPr/>
        <p:txBody>
          <a:bodyPr/>
          <a:lstStyle/>
          <a:p>
            <a:pPr eaLnBrk="1" hangingPunct="1">
              <a:defRPr/>
            </a:pPr>
            <a:r>
              <a:rPr lang="en-US" dirty="0"/>
              <a:t>2. </a:t>
            </a:r>
            <a:r>
              <a:rPr dirty="0"/>
              <a:t>使用 </a:t>
            </a:r>
            <a:r>
              <a:rPr lang="en-US" altLang="zh-CN" dirty="0"/>
              <a:t>HTTP </a:t>
            </a:r>
            <a:r>
              <a:rPr dirty="0"/>
              <a:t>的 </a:t>
            </a:r>
            <a:r>
              <a:rPr lang="en-US" altLang="zh-CN" dirty="0"/>
              <a:t>URL</a:t>
            </a:r>
          </a:p>
        </p:txBody>
      </p:sp>
      <p:sp>
        <p:nvSpPr>
          <p:cNvPr id="641028" name="Rectangle 4"/>
          <p:cNvSpPr>
            <a:spLocks noGrp="1" noChangeArrowheads="1"/>
          </p:cNvSpPr>
          <p:nvPr>
            <p:ph idx="1"/>
          </p:nvPr>
        </p:nvSpPr>
        <p:spPr/>
        <p:txBody>
          <a:bodyPr/>
          <a:lstStyle/>
          <a:p>
            <a:pPr marL="316230" indent="-316230" eaLnBrk="1" hangingPunct="1">
              <a:spcBef>
                <a:spcPts val="555"/>
              </a:spcBef>
              <a:defRPr/>
            </a:pPr>
            <a:r>
              <a:rPr lang="zh-CN" altLang="en-US" dirty="0"/>
              <a:t>使用 </a:t>
            </a:r>
            <a:r>
              <a:rPr lang="en-US" altLang="zh-CN" dirty="0"/>
              <a:t>HTTP </a:t>
            </a:r>
            <a:r>
              <a:rPr lang="zh-CN" altLang="en-US" dirty="0"/>
              <a:t>的 </a:t>
            </a:r>
            <a:r>
              <a:rPr lang="en-US" altLang="zh-CN" dirty="0"/>
              <a:t>URL </a:t>
            </a:r>
            <a:r>
              <a:rPr lang="zh-CN" altLang="en-US" dirty="0"/>
              <a:t>的一般形式</a:t>
            </a:r>
          </a:p>
          <a:p>
            <a:pPr marL="316230" indent="-316230" eaLnBrk="1" hangingPunct="1">
              <a:spcBef>
                <a:spcPct val="50000"/>
              </a:spcBef>
              <a:buFont typeface="Wingdings" panose="05000000000000000000" pitchFamily="2" charset="2"/>
              <a:buNone/>
              <a:defRPr/>
            </a:pPr>
            <a:r>
              <a:rPr lang="zh-CN" altLang="en-US" dirty="0"/>
              <a:t>       </a:t>
            </a:r>
            <a:r>
              <a:rPr lang="en-US" altLang="zh-CN" dirty="0"/>
              <a:t>http://&lt;</a:t>
            </a:r>
            <a:r>
              <a:rPr lang="zh-CN" altLang="en-US" dirty="0"/>
              <a:t>主机</a:t>
            </a:r>
            <a:r>
              <a:rPr lang="en-US" altLang="zh-CN" dirty="0"/>
              <a:t>&gt;:&lt;</a:t>
            </a:r>
            <a:r>
              <a:rPr lang="zh-CN" altLang="en-US" dirty="0"/>
              <a:t>端口</a:t>
            </a:r>
            <a:r>
              <a:rPr lang="en-US" altLang="zh-CN" dirty="0"/>
              <a:t>&gt;/&lt;</a:t>
            </a:r>
            <a:r>
              <a:rPr lang="zh-CN" altLang="en-US" dirty="0"/>
              <a:t>路径</a:t>
            </a:r>
            <a:r>
              <a:rPr lang="en-US" altLang="zh-CN" dirty="0"/>
              <a:t>&gt; </a:t>
            </a:r>
          </a:p>
        </p:txBody>
      </p:sp>
      <p:grpSp>
        <p:nvGrpSpPr>
          <p:cNvPr id="641033" name="Group 9"/>
          <p:cNvGrpSpPr/>
          <p:nvPr/>
        </p:nvGrpSpPr>
        <p:grpSpPr bwMode="auto">
          <a:xfrm>
            <a:off x="908046" y="1987698"/>
            <a:ext cx="3828257" cy="1527174"/>
            <a:chOff x="891" y="1664"/>
            <a:chExt cx="2226" cy="962"/>
          </a:xfrm>
        </p:grpSpPr>
        <p:grpSp>
          <p:nvGrpSpPr>
            <p:cNvPr id="122886" name="Group 5"/>
            <p:cNvGrpSpPr/>
            <p:nvPr/>
          </p:nvGrpSpPr>
          <p:grpSpPr bwMode="auto">
            <a:xfrm>
              <a:off x="1156" y="1664"/>
              <a:ext cx="457" cy="681"/>
              <a:chOff x="1156" y="1570"/>
              <a:chExt cx="335" cy="681"/>
            </a:xfrm>
          </p:grpSpPr>
          <p:sp>
            <p:nvSpPr>
              <p:cNvPr id="122888" name="Rectangle 6"/>
              <p:cNvSpPr>
                <a:spLocks noChangeArrowheads="1"/>
              </p:cNvSpPr>
              <p:nvPr/>
            </p:nvSpPr>
            <p:spPr bwMode="auto">
              <a:xfrm>
                <a:off x="1156" y="1570"/>
                <a:ext cx="335" cy="361"/>
              </a:xfrm>
              <a:prstGeom prst="rect">
                <a:avLst/>
              </a:prstGeom>
              <a:noFill/>
              <a:ln w="38100">
                <a:solidFill>
                  <a:schemeClr val="hlink"/>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sp>
            <p:nvSpPr>
              <p:cNvPr id="122889" name="Line 7"/>
              <p:cNvSpPr>
                <a:spLocks noChangeShapeType="1"/>
              </p:cNvSpPr>
              <p:nvPr/>
            </p:nvSpPr>
            <p:spPr bwMode="auto">
              <a:xfrm flipV="1">
                <a:off x="1338" y="1933"/>
                <a:ext cx="0" cy="318"/>
              </a:xfrm>
              <a:prstGeom prst="line">
                <a:avLst/>
              </a:prstGeom>
              <a:noFill/>
              <a:ln w="38100">
                <a:solidFill>
                  <a:schemeClr val="hlink"/>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22887" name="Text Box 8"/>
            <p:cNvSpPr txBox="1">
              <a:spLocks noChangeArrowheads="1"/>
            </p:cNvSpPr>
            <p:nvPr/>
          </p:nvSpPr>
          <p:spPr bwMode="auto">
            <a:xfrm>
              <a:off x="891" y="2296"/>
              <a:ext cx="2226"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lang="zh-CN" altLang="en-US" sz="2800" b="1" dirty="0">
                  <a:solidFill>
                    <a:srgbClr val="000099"/>
                  </a:solidFill>
                  <a:latin typeface="Arial" panose="020B0604020202020204" pitchFamily="34" charset="0"/>
                  <a:ea typeface="黑体" panose="02010609060101010101" pitchFamily="2" charset="-122"/>
                </a:rPr>
                <a:t>这表示使用 </a:t>
              </a:r>
              <a:r>
                <a:rPr lang="en-US" altLang="zh-CN" sz="2800" b="1" dirty="0">
                  <a:solidFill>
                    <a:srgbClr val="000099"/>
                  </a:solidFill>
                  <a:latin typeface="Arial" panose="020B0604020202020204" pitchFamily="34" charset="0"/>
                  <a:ea typeface="黑体" panose="02010609060101010101" pitchFamily="2" charset="-122"/>
                </a:rPr>
                <a:t>HTTP </a:t>
              </a:r>
              <a:r>
                <a:rPr lang="zh-CN" altLang="en-US" sz="2800" b="1" dirty="0">
                  <a:solidFill>
                    <a:srgbClr val="000099"/>
                  </a:solidFill>
                  <a:latin typeface="Arial" panose="020B0604020202020204" pitchFamily="34" charset="0"/>
                  <a:ea typeface="黑体" panose="02010609060101010101" pitchFamily="2" charset="-122"/>
                </a:rPr>
                <a:t>协议</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410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p:cNvSpPr>
            <a:spLocks noChangeArrowheads="1"/>
          </p:cNvSpPr>
          <p:nvPr/>
        </p:nvSpPr>
        <p:spPr bwMode="auto">
          <a:xfrm>
            <a:off x="1129904" y="1844824"/>
            <a:ext cx="6318515" cy="792162"/>
          </a:xfrm>
          <a:prstGeom prst="rect">
            <a:avLst/>
          </a:prstGeom>
          <a:solidFill>
            <a:srgbClr val="CCECFF"/>
          </a:solidFill>
          <a:ln w="9525">
            <a:solidFill>
              <a:srgbClr val="33339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sp>
        <p:nvSpPr>
          <p:cNvPr id="642051" name="Rectangle 3"/>
          <p:cNvSpPr>
            <a:spLocks noGrp="1" noChangeArrowheads="1"/>
          </p:cNvSpPr>
          <p:nvPr>
            <p:ph type="title"/>
          </p:nvPr>
        </p:nvSpPr>
        <p:spPr>
          <a:xfrm>
            <a:off x="497021" y="188913"/>
            <a:ext cx="9065021" cy="792162"/>
          </a:xfrm>
        </p:spPr>
        <p:txBody>
          <a:bodyPr/>
          <a:lstStyle/>
          <a:p>
            <a:pPr eaLnBrk="1" hangingPunct="1">
              <a:defRPr/>
            </a:pPr>
            <a:r>
              <a:rPr lang="en-US" dirty="0"/>
              <a:t>2. </a:t>
            </a:r>
            <a:r>
              <a:rPr dirty="0"/>
              <a:t>使用 </a:t>
            </a:r>
            <a:r>
              <a:rPr lang="en-US" altLang="zh-CN" dirty="0"/>
              <a:t>HTTP </a:t>
            </a:r>
            <a:r>
              <a:rPr dirty="0"/>
              <a:t>的 </a:t>
            </a:r>
            <a:r>
              <a:rPr lang="en-US" altLang="zh-CN" dirty="0"/>
              <a:t>URL</a:t>
            </a:r>
          </a:p>
        </p:txBody>
      </p:sp>
      <p:sp>
        <p:nvSpPr>
          <p:cNvPr id="642052" name="Rectangle 4"/>
          <p:cNvSpPr>
            <a:spLocks noGrp="1" noChangeArrowheads="1"/>
          </p:cNvSpPr>
          <p:nvPr>
            <p:ph idx="1"/>
          </p:nvPr>
        </p:nvSpPr>
        <p:spPr>
          <a:xfrm>
            <a:off x="497021" y="1195389"/>
            <a:ext cx="9065021" cy="4935537"/>
          </a:xfrm>
        </p:spPr>
        <p:txBody>
          <a:bodyPr/>
          <a:lstStyle/>
          <a:p>
            <a:pPr marL="316230" indent="-316230" eaLnBrk="1" hangingPunct="1">
              <a:spcBef>
                <a:spcPts val="555"/>
              </a:spcBef>
              <a:defRPr/>
            </a:pPr>
            <a:r>
              <a:rPr lang="zh-CN" altLang="en-US" dirty="0"/>
              <a:t>使用 </a:t>
            </a:r>
            <a:r>
              <a:rPr lang="en-US" altLang="zh-CN" dirty="0"/>
              <a:t>HTTP </a:t>
            </a:r>
            <a:r>
              <a:rPr lang="zh-CN" altLang="en-US" dirty="0"/>
              <a:t>的 </a:t>
            </a:r>
            <a:r>
              <a:rPr lang="en-US" altLang="zh-CN" dirty="0"/>
              <a:t>URL </a:t>
            </a:r>
            <a:r>
              <a:rPr lang="zh-CN" altLang="en-US" dirty="0"/>
              <a:t>的一般形式</a:t>
            </a:r>
          </a:p>
          <a:p>
            <a:pPr marL="316230" indent="-316230" eaLnBrk="1" hangingPunct="1">
              <a:spcBef>
                <a:spcPct val="50000"/>
              </a:spcBef>
              <a:buFont typeface="Wingdings" panose="05000000000000000000" pitchFamily="2" charset="2"/>
              <a:buNone/>
              <a:defRPr/>
            </a:pPr>
            <a:r>
              <a:rPr lang="zh-CN" altLang="en-US" dirty="0"/>
              <a:t>       </a:t>
            </a:r>
            <a:r>
              <a:rPr lang="en-US" altLang="zh-CN" dirty="0"/>
              <a:t>http://&lt;</a:t>
            </a:r>
            <a:r>
              <a:rPr lang="zh-CN" altLang="en-US" dirty="0"/>
              <a:t>主机</a:t>
            </a:r>
            <a:r>
              <a:rPr lang="en-US" altLang="zh-CN" dirty="0"/>
              <a:t>&gt;:&lt;</a:t>
            </a:r>
            <a:r>
              <a:rPr lang="zh-CN" altLang="en-US" dirty="0"/>
              <a:t>端口</a:t>
            </a:r>
            <a:r>
              <a:rPr lang="en-US" altLang="zh-CN" dirty="0"/>
              <a:t>&gt;/&lt;</a:t>
            </a:r>
            <a:r>
              <a:rPr lang="zh-CN" altLang="en-US" dirty="0"/>
              <a:t>路径</a:t>
            </a:r>
            <a:r>
              <a:rPr lang="en-US" altLang="zh-CN" dirty="0"/>
              <a:t>&gt; </a:t>
            </a:r>
          </a:p>
        </p:txBody>
      </p:sp>
      <p:grpSp>
        <p:nvGrpSpPr>
          <p:cNvPr id="124933" name="Group 6"/>
          <p:cNvGrpSpPr/>
          <p:nvPr/>
        </p:nvGrpSpPr>
        <p:grpSpPr bwMode="auto">
          <a:xfrm>
            <a:off x="2139421" y="1998811"/>
            <a:ext cx="404152" cy="1081088"/>
            <a:chOff x="1156" y="1570"/>
            <a:chExt cx="335" cy="681"/>
          </a:xfrm>
        </p:grpSpPr>
        <p:sp>
          <p:nvSpPr>
            <p:cNvPr id="124935" name="Rectangle 7"/>
            <p:cNvSpPr>
              <a:spLocks noChangeArrowheads="1"/>
            </p:cNvSpPr>
            <p:nvPr/>
          </p:nvSpPr>
          <p:spPr bwMode="auto">
            <a:xfrm>
              <a:off x="1156" y="1570"/>
              <a:ext cx="335" cy="361"/>
            </a:xfrm>
            <a:prstGeom prst="rect">
              <a:avLst/>
            </a:prstGeom>
            <a:noFill/>
            <a:ln w="38100">
              <a:solidFill>
                <a:schemeClr val="hlink"/>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sp>
          <p:nvSpPr>
            <p:cNvPr id="124936" name="Line 8"/>
            <p:cNvSpPr>
              <a:spLocks noChangeShapeType="1"/>
            </p:cNvSpPr>
            <p:nvPr/>
          </p:nvSpPr>
          <p:spPr bwMode="auto">
            <a:xfrm flipV="1">
              <a:off x="1338" y="1933"/>
              <a:ext cx="0" cy="318"/>
            </a:xfrm>
            <a:prstGeom prst="line">
              <a:avLst/>
            </a:prstGeom>
            <a:noFill/>
            <a:ln w="38100">
              <a:solidFill>
                <a:schemeClr val="hlink"/>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24934" name="Text Box 9"/>
          <p:cNvSpPr txBox="1">
            <a:spLocks noChangeArrowheads="1"/>
          </p:cNvSpPr>
          <p:nvPr/>
        </p:nvSpPr>
        <p:spPr bwMode="auto">
          <a:xfrm>
            <a:off x="1108502" y="2981474"/>
            <a:ext cx="485261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lang="zh-CN" altLang="en-US" sz="2800" b="1" dirty="0">
                <a:solidFill>
                  <a:srgbClr val="000099"/>
                </a:solidFill>
                <a:ea typeface="黑体" panose="02010609060101010101" pitchFamily="2" charset="-122"/>
              </a:rPr>
              <a:t>冒号和两个斜线是规定的格式</a:t>
            </a: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p:cNvSpPr>
            <a:spLocks noChangeArrowheads="1"/>
          </p:cNvSpPr>
          <p:nvPr/>
        </p:nvSpPr>
        <p:spPr bwMode="auto">
          <a:xfrm>
            <a:off x="1052513" y="1844824"/>
            <a:ext cx="6318515" cy="792162"/>
          </a:xfrm>
          <a:prstGeom prst="rect">
            <a:avLst/>
          </a:prstGeom>
          <a:solidFill>
            <a:srgbClr val="CCECFF"/>
          </a:solidFill>
          <a:ln w="9525">
            <a:solidFill>
              <a:srgbClr val="33339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sp>
        <p:nvSpPr>
          <p:cNvPr id="643075" name="Rectangle 3"/>
          <p:cNvSpPr>
            <a:spLocks noGrp="1" noChangeArrowheads="1"/>
          </p:cNvSpPr>
          <p:nvPr>
            <p:ph type="title"/>
          </p:nvPr>
        </p:nvSpPr>
        <p:spPr>
          <a:xfrm>
            <a:off x="497021" y="188913"/>
            <a:ext cx="9065021" cy="792162"/>
          </a:xfrm>
        </p:spPr>
        <p:txBody>
          <a:bodyPr/>
          <a:lstStyle/>
          <a:p>
            <a:pPr eaLnBrk="1" hangingPunct="1">
              <a:defRPr/>
            </a:pPr>
            <a:r>
              <a:rPr lang="en-US" dirty="0"/>
              <a:t>2. </a:t>
            </a:r>
            <a:r>
              <a:rPr dirty="0"/>
              <a:t>使用 </a:t>
            </a:r>
            <a:r>
              <a:rPr lang="en-US" altLang="zh-CN" dirty="0"/>
              <a:t>HTTP </a:t>
            </a:r>
            <a:r>
              <a:rPr dirty="0"/>
              <a:t>的 </a:t>
            </a:r>
            <a:r>
              <a:rPr lang="en-US" altLang="zh-CN" dirty="0"/>
              <a:t>URL</a:t>
            </a:r>
          </a:p>
        </p:txBody>
      </p:sp>
      <p:sp>
        <p:nvSpPr>
          <p:cNvPr id="643076" name="Rectangle 4"/>
          <p:cNvSpPr>
            <a:spLocks noGrp="1" noChangeArrowheads="1"/>
          </p:cNvSpPr>
          <p:nvPr>
            <p:ph idx="1"/>
          </p:nvPr>
        </p:nvSpPr>
        <p:spPr>
          <a:xfrm>
            <a:off x="497021" y="1195389"/>
            <a:ext cx="9065021" cy="4935537"/>
          </a:xfrm>
        </p:spPr>
        <p:txBody>
          <a:bodyPr/>
          <a:lstStyle/>
          <a:p>
            <a:pPr marL="316230" indent="-316230" eaLnBrk="1" hangingPunct="1">
              <a:spcBef>
                <a:spcPts val="555"/>
              </a:spcBef>
              <a:defRPr/>
            </a:pPr>
            <a:r>
              <a:rPr lang="zh-CN" altLang="en-US" dirty="0"/>
              <a:t>使用 </a:t>
            </a:r>
            <a:r>
              <a:rPr lang="en-US" altLang="zh-CN" dirty="0"/>
              <a:t>HTTP </a:t>
            </a:r>
            <a:r>
              <a:rPr lang="zh-CN" altLang="en-US" dirty="0"/>
              <a:t>的 </a:t>
            </a:r>
            <a:r>
              <a:rPr lang="en-US" altLang="zh-CN" dirty="0"/>
              <a:t>URL </a:t>
            </a:r>
            <a:r>
              <a:rPr lang="zh-CN" altLang="en-US" dirty="0"/>
              <a:t>的一般形式</a:t>
            </a:r>
          </a:p>
          <a:p>
            <a:pPr marL="316230" indent="-316230" eaLnBrk="1" hangingPunct="1">
              <a:spcBef>
                <a:spcPct val="50000"/>
              </a:spcBef>
              <a:buFont typeface="Wingdings" panose="05000000000000000000" pitchFamily="2" charset="2"/>
              <a:buNone/>
              <a:defRPr/>
            </a:pPr>
            <a:r>
              <a:rPr lang="zh-CN" altLang="en-US" dirty="0"/>
              <a:t>       </a:t>
            </a:r>
            <a:r>
              <a:rPr lang="en-US" altLang="zh-CN" dirty="0"/>
              <a:t>http://&lt;</a:t>
            </a:r>
            <a:r>
              <a:rPr lang="zh-CN" altLang="en-US" dirty="0"/>
              <a:t>主机</a:t>
            </a:r>
            <a:r>
              <a:rPr lang="en-US" altLang="zh-CN" dirty="0"/>
              <a:t>&gt;:&lt;</a:t>
            </a:r>
            <a:r>
              <a:rPr lang="zh-CN" altLang="en-US" dirty="0"/>
              <a:t>端口</a:t>
            </a:r>
            <a:r>
              <a:rPr lang="en-US" altLang="zh-CN" dirty="0"/>
              <a:t>&gt;/&lt;</a:t>
            </a:r>
            <a:r>
              <a:rPr lang="zh-CN" altLang="en-US" dirty="0"/>
              <a:t>路径</a:t>
            </a:r>
            <a:r>
              <a:rPr lang="en-US" altLang="zh-CN" dirty="0"/>
              <a:t>&gt; </a:t>
            </a:r>
          </a:p>
        </p:txBody>
      </p:sp>
      <p:grpSp>
        <p:nvGrpSpPr>
          <p:cNvPr id="126981" name="Group 5"/>
          <p:cNvGrpSpPr/>
          <p:nvPr/>
        </p:nvGrpSpPr>
        <p:grpSpPr bwMode="auto">
          <a:xfrm>
            <a:off x="2447265" y="1998811"/>
            <a:ext cx="1262327" cy="1081088"/>
            <a:chOff x="1156" y="1570"/>
            <a:chExt cx="335" cy="681"/>
          </a:xfrm>
        </p:grpSpPr>
        <p:sp>
          <p:nvSpPr>
            <p:cNvPr id="126983" name="Rectangle 6"/>
            <p:cNvSpPr>
              <a:spLocks noChangeArrowheads="1"/>
            </p:cNvSpPr>
            <p:nvPr/>
          </p:nvSpPr>
          <p:spPr bwMode="auto">
            <a:xfrm>
              <a:off x="1156" y="1570"/>
              <a:ext cx="335" cy="361"/>
            </a:xfrm>
            <a:prstGeom prst="rect">
              <a:avLst/>
            </a:prstGeom>
            <a:noFill/>
            <a:ln w="38100">
              <a:solidFill>
                <a:schemeClr val="hlink"/>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sp>
          <p:nvSpPr>
            <p:cNvPr id="126984" name="Line 7"/>
            <p:cNvSpPr>
              <a:spLocks noChangeShapeType="1"/>
            </p:cNvSpPr>
            <p:nvPr/>
          </p:nvSpPr>
          <p:spPr bwMode="auto">
            <a:xfrm flipV="1">
              <a:off x="1338" y="1933"/>
              <a:ext cx="0" cy="318"/>
            </a:xfrm>
            <a:prstGeom prst="line">
              <a:avLst/>
            </a:prstGeom>
            <a:noFill/>
            <a:ln w="38100">
              <a:solidFill>
                <a:schemeClr val="hlink"/>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26982" name="Text Box 8"/>
          <p:cNvSpPr txBox="1">
            <a:spLocks noChangeArrowheads="1"/>
          </p:cNvSpPr>
          <p:nvPr/>
        </p:nvSpPr>
        <p:spPr bwMode="auto">
          <a:xfrm>
            <a:off x="1520296" y="3049796"/>
            <a:ext cx="305724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lang="zh-CN" altLang="en-US" sz="2800" b="1" dirty="0">
                <a:solidFill>
                  <a:srgbClr val="000099"/>
                </a:solidFill>
                <a:ea typeface="黑体" panose="02010609060101010101" pitchFamily="2" charset="-122"/>
              </a:rPr>
              <a:t>这里写主机的域名</a:t>
            </a: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2"/>
          <p:cNvSpPr>
            <a:spLocks noChangeArrowheads="1"/>
          </p:cNvSpPr>
          <p:nvPr/>
        </p:nvSpPr>
        <p:spPr bwMode="auto">
          <a:xfrm>
            <a:off x="1154765" y="1916435"/>
            <a:ext cx="6318515" cy="792162"/>
          </a:xfrm>
          <a:prstGeom prst="rect">
            <a:avLst/>
          </a:prstGeom>
          <a:solidFill>
            <a:srgbClr val="CCECFF"/>
          </a:solidFill>
          <a:ln w="9525">
            <a:solidFill>
              <a:srgbClr val="33339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sp>
        <p:nvSpPr>
          <p:cNvPr id="644099" name="Rectangle 3"/>
          <p:cNvSpPr>
            <a:spLocks noGrp="1" noChangeArrowheads="1"/>
          </p:cNvSpPr>
          <p:nvPr>
            <p:ph type="title"/>
          </p:nvPr>
        </p:nvSpPr>
        <p:spPr>
          <a:xfrm>
            <a:off x="497021" y="188913"/>
            <a:ext cx="9065021" cy="792162"/>
          </a:xfrm>
        </p:spPr>
        <p:txBody>
          <a:bodyPr/>
          <a:lstStyle/>
          <a:p>
            <a:pPr eaLnBrk="1" hangingPunct="1">
              <a:defRPr/>
            </a:pPr>
            <a:r>
              <a:rPr lang="en-US" dirty="0"/>
              <a:t>2. </a:t>
            </a:r>
            <a:r>
              <a:rPr dirty="0"/>
              <a:t>使用 </a:t>
            </a:r>
            <a:r>
              <a:rPr lang="en-US" altLang="zh-CN" dirty="0"/>
              <a:t>HTTP </a:t>
            </a:r>
            <a:r>
              <a:rPr dirty="0"/>
              <a:t>的 </a:t>
            </a:r>
            <a:r>
              <a:rPr lang="en-US" altLang="zh-CN" dirty="0"/>
              <a:t>URL</a:t>
            </a:r>
          </a:p>
        </p:txBody>
      </p:sp>
      <p:sp>
        <p:nvSpPr>
          <p:cNvPr id="644100" name="Rectangle 4"/>
          <p:cNvSpPr>
            <a:spLocks noGrp="1" noChangeArrowheads="1"/>
          </p:cNvSpPr>
          <p:nvPr>
            <p:ph idx="1"/>
          </p:nvPr>
        </p:nvSpPr>
        <p:spPr>
          <a:xfrm>
            <a:off x="497021" y="1195389"/>
            <a:ext cx="9065021" cy="4935537"/>
          </a:xfrm>
        </p:spPr>
        <p:txBody>
          <a:bodyPr/>
          <a:lstStyle/>
          <a:p>
            <a:pPr marL="316230" indent="-316230" eaLnBrk="1" hangingPunct="1">
              <a:spcBef>
                <a:spcPts val="555"/>
              </a:spcBef>
              <a:defRPr/>
            </a:pPr>
            <a:r>
              <a:rPr lang="zh-CN" altLang="en-US" dirty="0"/>
              <a:t>使用 </a:t>
            </a:r>
            <a:r>
              <a:rPr lang="en-US" altLang="zh-CN" dirty="0"/>
              <a:t>HTTP </a:t>
            </a:r>
            <a:r>
              <a:rPr lang="zh-CN" altLang="en-US" dirty="0"/>
              <a:t>的 </a:t>
            </a:r>
            <a:r>
              <a:rPr lang="en-US" altLang="zh-CN" dirty="0"/>
              <a:t>URL </a:t>
            </a:r>
            <a:r>
              <a:rPr lang="zh-CN" altLang="en-US" dirty="0"/>
              <a:t>的一般形式</a:t>
            </a:r>
          </a:p>
          <a:p>
            <a:pPr marL="316230" indent="-316230" eaLnBrk="1" hangingPunct="1">
              <a:spcBef>
                <a:spcPct val="50000"/>
              </a:spcBef>
              <a:buFont typeface="Wingdings" panose="05000000000000000000" pitchFamily="2" charset="2"/>
              <a:buNone/>
              <a:defRPr/>
            </a:pPr>
            <a:r>
              <a:rPr lang="zh-CN" altLang="en-US" dirty="0"/>
              <a:t>       </a:t>
            </a:r>
            <a:r>
              <a:rPr lang="en-US" altLang="zh-CN" dirty="0"/>
              <a:t>http://&lt;</a:t>
            </a:r>
            <a:r>
              <a:rPr lang="zh-CN" altLang="en-US" dirty="0"/>
              <a:t>主机</a:t>
            </a:r>
            <a:r>
              <a:rPr lang="en-US" altLang="zh-CN" dirty="0"/>
              <a:t>&gt;:&lt;</a:t>
            </a:r>
            <a:r>
              <a:rPr lang="zh-CN" altLang="en-US" dirty="0"/>
              <a:t>端口</a:t>
            </a:r>
            <a:r>
              <a:rPr lang="en-US" altLang="zh-CN" dirty="0"/>
              <a:t>&gt;/&lt;</a:t>
            </a:r>
            <a:r>
              <a:rPr lang="zh-CN" altLang="en-US" dirty="0"/>
              <a:t>路径</a:t>
            </a:r>
            <a:r>
              <a:rPr lang="en-US" altLang="zh-CN" dirty="0"/>
              <a:t>&gt; </a:t>
            </a:r>
          </a:p>
        </p:txBody>
      </p:sp>
      <p:grpSp>
        <p:nvGrpSpPr>
          <p:cNvPr id="129029" name="Group 5"/>
          <p:cNvGrpSpPr/>
          <p:nvPr/>
        </p:nvGrpSpPr>
        <p:grpSpPr bwMode="auto">
          <a:xfrm>
            <a:off x="3792925" y="1987872"/>
            <a:ext cx="1394752" cy="1081088"/>
            <a:chOff x="1156" y="1570"/>
            <a:chExt cx="335" cy="681"/>
          </a:xfrm>
        </p:grpSpPr>
        <p:sp>
          <p:nvSpPr>
            <p:cNvPr id="129031" name="Rectangle 6"/>
            <p:cNvSpPr>
              <a:spLocks noChangeArrowheads="1"/>
            </p:cNvSpPr>
            <p:nvPr/>
          </p:nvSpPr>
          <p:spPr bwMode="auto">
            <a:xfrm>
              <a:off x="1156" y="1570"/>
              <a:ext cx="335" cy="361"/>
            </a:xfrm>
            <a:prstGeom prst="rect">
              <a:avLst/>
            </a:prstGeom>
            <a:noFill/>
            <a:ln w="38100">
              <a:solidFill>
                <a:schemeClr val="hlink"/>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sp>
          <p:nvSpPr>
            <p:cNvPr id="129032" name="Line 7"/>
            <p:cNvSpPr>
              <a:spLocks noChangeShapeType="1"/>
            </p:cNvSpPr>
            <p:nvPr/>
          </p:nvSpPr>
          <p:spPr bwMode="auto">
            <a:xfrm flipV="1">
              <a:off x="1338" y="1933"/>
              <a:ext cx="0" cy="318"/>
            </a:xfrm>
            <a:prstGeom prst="line">
              <a:avLst/>
            </a:prstGeom>
            <a:noFill/>
            <a:ln w="38100">
              <a:solidFill>
                <a:schemeClr val="hlink"/>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29030" name="Text Box 8"/>
          <p:cNvSpPr txBox="1">
            <a:spLocks noChangeArrowheads="1"/>
          </p:cNvSpPr>
          <p:nvPr/>
        </p:nvSpPr>
        <p:spPr bwMode="auto">
          <a:xfrm>
            <a:off x="1363795" y="2977788"/>
            <a:ext cx="649248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lang="en-US" altLang="zh-CN" sz="2800" b="1" dirty="0">
                <a:solidFill>
                  <a:srgbClr val="000099"/>
                </a:solidFill>
                <a:ea typeface="黑体" panose="02010609060101010101" pitchFamily="2" charset="-122"/>
              </a:rPr>
              <a:t>HTTP </a:t>
            </a:r>
            <a:r>
              <a:rPr lang="zh-CN" altLang="en-US" sz="2800" b="1" dirty="0">
                <a:solidFill>
                  <a:srgbClr val="000099"/>
                </a:solidFill>
                <a:ea typeface="黑体" panose="02010609060101010101" pitchFamily="2" charset="-122"/>
              </a:rPr>
              <a:t>的默认端口号是 </a:t>
            </a:r>
            <a:r>
              <a:rPr lang="en-US" altLang="zh-CN" sz="2800" b="1" dirty="0">
                <a:solidFill>
                  <a:srgbClr val="000099"/>
                </a:solidFill>
                <a:ea typeface="黑体" panose="02010609060101010101" pitchFamily="2" charset="-122"/>
              </a:rPr>
              <a:t>80</a:t>
            </a:r>
            <a:r>
              <a:rPr lang="zh-CN" altLang="en-US" sz="2800" b="1" dirty="0">
                <a:solidFill>
                  <a:srgbClr val="000099"/>
                </a:solidFill>
                <a:ea typeface="黑体" panose="02010609060101010101" pitchFamily="2" charset="-122"/>
              </a:rPr>
              <a:t>，通常可省略</a:t>
            </a: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p:cNvSpPr>
            <a:spLocks noChangeArrowheads="1"/>
          </p:cNvSpPr>
          <p:nvPr/>
        </p:nvSpPr>
        <p:spPr bwMode="auto">
          <a:xfrm>
            <a:off x="1136576" y="1841822"/>
            <a:ext cx="6318515" cy="792162"/>
          </a:xfrm>
          <a:prstGeom prst="rect">
            <a:avLst/>
          </a:prstGeom>
          <a:solidFill>
            <a:srgbClr val="CCECFF"/>
          </a:solidFill>
          <a:ln w="9525">
            <a:solidFill>
              <a:srgbClr val="33339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sp>
        <p:nvSpPr>
          <p:cNvPr id="645123" name="Rectangle 3"/>
          <p:cNvSpPr>
            <a:spLocks noGrp="1" noChangeArrowheads="1"/>
          </p:cNvSpPr>
          <p:nvPr>
            <p:ph type="title"/>
          </p:nvPr>
        </p:nvSpPr>
        <p:spPr>
          <a:xfrm>
            <a:off x="497021" y="188913"/>
            <a:ext cx="9065021" cy="792162"/>
          </a:xfrm>
        </p:spPr>
        <p:txBody>
          <a:bodyPr/>
          <a:lstStyle/>
          <a:p>
            <a:pPr eaLnBrk="1" hangingPunct="1">
              <a:defRPr/>
            </a:pPr>
            <a:r>
              <a:rPr lang="en-US" dirty="0"/>
              <a:t>2. </a:t>
            </a:r>
            <a:r>
              <a:rPr dirty="0"/>
              <a:t>使用 </a:t>
            </a:r>
            <a:r>
              <a:rPr lang="en-US" altLang="zh-CN" dirty="0"/>
              <a:t>HTTP </a:t>
            </a:r>
            <a:r>
              <a:rPr dirty="0"/>
              <a:t>的 </a:t>
            </a:r>
            <a:r>
              <a:rPr lang="en-US" altLang="zh-CN" dirty="0"/>
              <a:t>URL</a:t>
            </a:r>
          </a:p>
        </p:txBody>
      </p:sp>
      <p:sp>
        <p:nvSpPr>
          <p:cNvPr id="645124" name="Rectangle 4"/>
          <p:cNvSpPr>
            <a:spLocks noGrp="1" noChangeArrowheads="1"/>
          </p:cNvSpPr>
          <p:nvPr>
            <p:ph idx="1"/>
          </p:nvPr>
        </p:nvSpPr>
        <p:spPr>
          <a:xfrm>
            <a:off x="497021" y="1195389"/>
            <a:ext cx="9065021" cy="4935537"/>
          </a:xfrm>
        </p:spPr>
        <p:txBody>
          <a:bodyPr/>
          <a:lstStyle/>
          <a:p>
            <a:pPr marL="316230" indent="-316230" eaLnBrk="1" hangingPunct="1">
              <a:spcBef>
                <a:spcPts val="555"/>
              </a:spcBef>
              <a:defRPr/>
            </a:pPr>
            <a:r>
              <a:rPr lang="zh-CN" altLang="en-US" dirty="0"/>
              <a:t>使用 </a:t>
            </a:r>
            <a:r>
              <a:rPr lang="en-US" altLang="zh-CN" dirty="0"/>
              <a:t>HTTP </a:t>
            </a:r>
            <a:r>
              <a:rPr lang="zh-CN" altLang="en-US" dirty="0"/>
              <a:t>的 </a:t>
            </a:r>
            <a:r>
              <a:rPr lang="en-US" altLang="zh-CN" dirty="0"/>
              <a:t>URL </a:t>
            </a:r>
            <a:r>
              <a:rPr lang="zh-CN" altLang="en-US" dirty="0"/>
              <a:t>的一般形式</a:t>
            </a:r>
          </a:p>
          <a:p>
            <a:pPr marL="316230" indent="-316230" eaLnBrk="1" hangingPunct="1">
              <a:spcBef>
                <a:spcPct val="50000"/>
              </a:spcBef>
              <a:buFont typeface="Wingdings" panose="05000000000000000000" pitchFamily="2" charset="2"/>
              <a:buNone/>
              <a:defRPr/>
            </a:pPr>
            <a:r>
              <a:rPr lang="zh-CN" altLang="en-US" dirty="0"/>
              <a:t>       </a:t>
            </a:r>
            <a:r>
              <a:rPr lang="en-US" altLang="zh-CN" dirty="0"/>
              <a:t>http://&lt;</a:t>
            </a:r>
            <a:r>
              <a:rPr lang="zh-CN" altLang="en-US" dirty="0"/>
              <a:t>主机</a:t>
            </a:r>
            <a:r>
              <a:rPr lang="en-US" altLang="zh-CN" dirty="0"/>
              <a:t>&gt;:&lt;</a:t>
            </a:r>
            <a:r>
              <a:rPr lang="zh-CN" altLang="en-US" dirty="0"/>
              <a:t>端口</a:t>
            </a:r>
            <a:r>
              <a:rPr lang="en-US" altLang="zh-CN" dirty="0"/>
              <a:t>&gt;/&lt;</a:t>
            </a:r>
            <a:r>
              <a:rPr lang="zh-CN" altLang="en-US" dirty="0"/>
              <a:t>路径</a:t>
            </a:r>
            <a:r>
              <a:rPr lang="en-US" altLang="zh-CN" dirty="0"/>
              <a:t>&gt; </a:t>
            </a:r>
          </a:p>
        </p:txBody>
      </p:sp>
      <p:grpSp>
        <p:nvGrpSpPr>
          <p:cNvPr id="131077" name="Group 5"/>
          <p:cNvGrpSpPr/>
          <p:nvPr/>
        </p:nvGrpSpPr>
        <p:grpSpPr bwMode="auto">
          <a:xfrm>
            <a:off x="5202162" y="1987873"/>
            <a:ext cx="1471353" cy="1081087"/>
            <a:chOff x="1156" y="1570"/>
            <a:chExt cx="335" cy="681"/>
          </a:xfrm>
        </p:grpSpPr>
        <p:sp>
          <p:nvSpPr>
            <p:cNvPr id="131079" name="Rectangle 6"/>
            <p:cNvSpPr>
              <a:spLocks noChangeArrowheads="1"/>
            </p:cNvSpPr>
            <p:nvPr/>
          </p:nvSpPr>
          <p:spPr bwMode="auto">
            <a:xfrm>
              <a:off x="1156" y="1570"/>
              <a:ext cx="335" cy="361"/>
            </a:xfrm>
            <a:prstGeom prst="rect">
              <a:avLst/>
            </a:prstGeom>
            <a:noFill/>
            <a:ln w="38100">
              <a:solidFill>
                <a:schemeClr val="hlink"/>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sp>
          <p:nvSpPr>
            <p:cNvPr id="131080" name="Line 7"/>
            <p:cNvSpPr>
              <a:spLocks noChangeShapeType="1"/>
            </p:cNvSpPr>
            <p:nvPr/>
          </p:nvSpPr>
          <p:spPr bwMode="auto">
            <a:xfrm flipV="1">
              <a:off x="1338" y="1933"/>
              <a:ext cx="0" cy="318"/>
            </a:xfrm>
            <a:prstGeom prst="line">
              <a:avLst/>
            </a:prstGeom>
            <a:noFill/>
            <a:ln w="38100">
              <a:solidFill>
                <a:schemeClr val="hlink"/>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31078" name="Text Box 8"/>
          <p:cNvSpPr txBox="1">
            <a:spLocks noChangeArrowheads="1"/>
          </p:cNvSpPr>
          <p:nvPr/>
        </p:nvSpPr>
        <p:spPr bwMode="auto">
          <a:xfrm>
            <a:off x="1286404" y="2914650"/>
            <a:ext cx="7410583"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lang="zh-CN" altLang="en-US" sz="2800" b="1" dirty="0">
                <a:solidFill>
                  <a:srgbClr val="000099"/>
                </a:solidFill>
                <a:latin typeface="Arial" panose="020B0604020202020204" pitchFamily="34" charset="0"/>
                <a:ea typeface="黑体" panose="02010609060101010101" pitchFamily="2" charset="-122"/>
              </a:rPr>
              <a:t>若再</a:t>
            </a:r>
            <a:r>
              <a:rPr lang="zh-CN" altLang="en-US" sz="2800" b="1" dirty="0">
                <a:solidFill>
                  <a:srgbClr val="FF0000"/>
                </a:solidFill>
                <a:latin typeface="Arial" panose="020B0604020202020204" pitchFamily="34" charset="0"/>
                <a:ea typeface="黑体" panose="02010609060101010101" pitchFamily="2" charset="-122"/>
              </a:rPr>
              <a:t>省略文件的</a:t>
            </a:r>
            <a:r>
              <a:rPr lang="en-US" altLang="zh-CN" sz="2800" b="1" dirty="0">
                <a:solidFill>
                  <a:srgbClr val="FF0000"/>
                </a:solidFill>
                <a:latin typeface="Arial" panose="020B0604020202020204" pitchFamily="34" charset="0"/>
                <a:ea typeface="黑体" panose="02010609060101010101" pitchFamily="2" charset="-122"/>
              </a:rPr>
              <a:t>&lt;</a:t>
            </a:r>
            <a:r>
              <a:rPr lang="zh-CN" altLang="en-US" sz="2800" b="1" dirty="0">
                <a:solidFill>
                  <a:srgbClr val="FF0000"/>
                </a:solidFill>
                <a:latin typeface="Arial" panose="020B0604020202020204" pitchFamily="34" charset="0"/>
                <a:ea typeface="黑体" panose="02010609060101010101" pitchFamily="2" charset="-122"/>
              </a:rPr>
              <a:t>路径</a:t>
            </a:r>
            <a:r>
              <a:rPr lang="en-US" altLang="zh-CN" sz="2800" b="1" dirty="0">
                <a:solidFill>
                  <a:srgbClr val="FF0000"/>
                </a:solidFill>
                <a:latin typeface="Arial" panose="020B0604020202020204" pitchFamily="34" charset="0"/>
                <a:ea typeface="黑体" panose="02010609060101010101" pitchFamily="2" charset="-122"/>
              </a:rPr>
              <a:t>&gt;</a:t>
            </a:r>
            <a:r>
              <a:rPr lang="zh-CN" altLang="en-US" sz="2800" b="1" dirty="0">
                <a:solidFill>
                  <a:srgbClr val="FF0000"/>
                </a:solidFill>
                <a:latin typeface="Arial" panose="020B0604020202020204" pitchFamily="34" charset="0"/>
                <a:ea typeface="黑体" panose="02010609060101010101" pitchFamily="2" charset="-122"/>
              </a:rPr>
              <a:t>项</a:t>
            </a:r>
            <a:r>
              <a:rPr lang="zh-CN" altLang="en-US" sz="2800" b="1" dirty="0">
                <a:solidFill>
                  <a:srgbClr val="000099"/>
                </a:solidFill>
                <a:latin typeface="Arial" panose="020B0604020202020204" pitchFamily="34" charset="0"/>
                <a:ea typeface="黑体" panose="02010609060101010101" pitchFamily="2" charset="-122"/>
              </a:rPr>
              <a:t>，则 </a:t>
            </a:r>
            <a:r>
              <a:rPr lang="en-US" altLang="zh-CN" sz="2800" b="1" dirty="0">
                <a:solidFill>
                  <a:srgbClr val="000099"/>
                </a:solidFill>
                <a:latin typeface="Arial" panose="020B0604020202020204" pitchFamily="34" charset="0"/>
                <a:ea typeface="黑体" panose="02010609060101010101" pitchFamily="2" charset="-122"/>
              </a:rPr>
              <a:t>URL </a:t>
            </a:r>
            <a:r>
              <a:rPr lang="zh-CN" altLang="en-US" sz="2800" b="1" dirty="0">
                <a:solidFill>
                  <a:srgbClr val="000099"/>
                </a:solidFill>
                <a:latin typeface="Arial" panose="020B0604020202020204" pitchFamily="34" charset="0"/>
                <a:ea typeface="黑体" panose="02010609060101010101" pitchFamily="2" charset="-122"/>
              </a:rPr>
              <a:t>就指到互联网上的某个</a:t>
            </a:r>
            <a:r>
              <a:rPr lang="zh-CN" altLang="en-US" sz="2800" b="1" dirty="0">
                <a:solidFill>
                  <a:srgbClr val="FF0000"/>
                </a:solidFill>
                <a:latin typeface="Arial" panose="020B0604020202020204" pitchFamily="34" charset="0"/>
                <a:ea typeface="黑体" panose="02010609060101010101" pitchFamily="2" charset="-122"/>
              </a:rPr>
              <a:t>主页 </a:t>
            </a:r>
            <a:r>
              <a:rPr lang="en-US" altLang="zh-CN" sz="2800" b="1" dirty="0">
                <a:solidFill>
                  <a:srgbClr val="FF0000"/>
                </a:solidFill>
                <a:latin typeface="Arial" panose="020B0604020202020204" pitchFamily="34" charset="0"/>
                <a:ea typeface="黑体" panose="02010609060101010101" pitchFamily="2" charset="-122"/>
              </a:rPr>
              <a:t>(home page)</a:t>
            </a:r>
            <a:r>
              <a:rPr lang="zh-CN" altLang="en-US" sz="2800" b="1" dirty="0">
                <a:solidFill>
                  <a:srgbClr val="000099"/>
                </a:solidFill>
                <a:latin typeface="Arial" panose="020B0604020202020204" pitchFamily="34" charset="0"/>
                <a:ea typeface="黑体" panose="02010609060101010101" pitchFamily="2" charset="-122"/>
              </a:rPr>
              <a:t>。 </a:t>
            </a: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zh-CN" altLang="zh-CN" dirty="0"/>
              <a:t>现在有些浏览器为了方便用户，在输入</a:t>
            </a:r>
            <a:r>
              <a:rPr lang="en-US" altLang="zh-CN" dirty="0"/>
              <a:t>URL</a:t>
            </a:r>
            <a:r>
              <a:rPr lang="zh-CN" altLang="zh-CN" dirty="0"/>
              <a:t>时，可以把最前面的“</a:t>
            </a:r>
            <a:r>
              <a:rPr lang="en-US" altLang="zh-CN" dirty="0">
                <a:solidFill>
                  <a:srgbClr val="FF0000"/>
                </a:solidFill>
              </a:rPr>
              <a:t>http://</a:t>
            </a:r>
            <a:r>
              <a:rPr lang="zh-CN" altLang="zh-CN" dirty="0"/>
              <a:t>”甚至把主机名最前面的“</a:t>
            </a:r>
            <a:r>
              <a:rPr lang="en-US" altLang="zh-CN" dirty="0">
                <a:solidFill>
                  <a:srgbClr val="FF0000"/>
                </a:solidFill>
              </a:rPr>
              <a:t>www</a:t>
            </a:r>
            <a:r>
              <a:rPr lang="zh-CN" altLang="zh-CN" dirty="0"/>
              <a:t>”省略，然后浏览器替用户把省略的字符添上。</a:t>
            </a:r>
            <a:endParaRPr lang="en-US" altLang="zh-CN" dirty="0"/>
          </a:p>
          <a:p>
            <a:r>
              <a:rPr lang="zh-CN" altLang="zh-CN" dirty="0"/>
              <a:t>例如，用户只要键入</a:t>
            </a:r>
            <a:r>
              <a:rPr lang="en-US" altLang="zh-CN" dirty="0"/>
              <a:t>ctrip.com</a:t>
            </a:r>
            <a:r>
              <a:rPr lang="zh-CN" altLang="zh-CN" dirty="0"/>
              <a:t>，</a:t>
            </a:r>
            <a:r>
              <a:rPr lang="zh-CN" altLang="zh-CN" dirty="0">
                <a:solidFill>
                  <a:srgbClr val="0000FF"/>
                </a:solidFill>
              </a:rPr>
              <a:t>浏览器</a:t>
            </a:r>
            <a:r>
              <a:rPr lang="zh-CN" altLang="zh-CN" dirty="0"/>
              <a:t>就</a:t>
            </a:r>
            <a:r>
              <a:rPr lang="zh-CN" altLang="zh-CN" dirty="0">
                <a:solidFill>
                  <a:srgbClr val="0000FF"/>
                </a:solidFill>
              </a:rPr>
              <a:t>自动</a:t>
            </a:r>
            <a:r>
              <a:rPr lang="zh-CN" altLang="zh-CN" dirty="0"/>
              <a:t>把未键入的字符</a:t>
            </a:r>
            <a:r>
              <a:rPr lang="zh-CN" altLang="zh-CN" dirty="0">
                <a:solidFill>
                  <a:srgbClr val="0000FF"/>
                </a:solidFill>
              </a:rPr>
              <a:t>补齐</a:t>
            </a:r>
            <a:r>
              <a:rPr lang="zh-CN" altLang="en-US" dirty="0"/>
              <a:t>为 </a:t>
            </a:r>
            <a:r>
              <a:rPr lang="en-US" altLang="zh-CN" dirty="0"/>
              <a:t>http://www.ctrip.com</a:t>
            </a:r>
            <a:endParaRPr lang="zh-CN" altLang="zh-CN" dirty="0"/>
          </a:p>
        </p:txBody>
      </p:sp>
      <p:pic>
        <p:nvPicPr>
          <p:cNvPr id="4" name="图片 3"/>
          <p:cNvPicPr>
            <a:picLocks noChangeAspect="1"/>
          </p:cNvPicPr>
          <p:nvPr/>
        </p:nvPicPr>
        <p:blipFill rotWithShape="1">
          <a:blip r:embed="rId2"/>
          <a:srcRect b="20501"/>
          <a:stretch>
            <a:fillRect/>
          </a:stretch>
        </p:blipFill>
        <p:spPr>
          <a:xfrm>
            <a:off x="2724900" y="4564347"/>
            <a:ext cx="4456200" cy="2196905"/>
          </a:xfrm>
          <a:prstGeom prst="rect">
            <a:avLst/>
          </a:prstGeom>
        </p:spPr>
      </p:pic>
      <p:sp>
        <p:nvSpPr>
          <p:cNvPr id="6" name="Rectangle 3"/>
          <p:cNvSpPr>
            <a:spLocks noGrp="1" noChangeArrowheads="1"/>
          </p:cNvSpPr>
          <p:nvPr>
            <p:ph type="title"/>
          </p:nvPr>
        </p:nvSpPr>
        <p:spPr>
          <a:xfrm>
            <a:off x="497021" y="188913"/>
            <a:ext cx="9065021" cy="792162"/>
          </a:xfrm>
        </p:spPr>
        <p:txBody>
          <a:bodyPr/>
          <a:lstStyle/>
          <a:p>
            <a:pPr eaLnBrk="1" hangingPunct="1">
              <a:defRPr/>
            </a:pPr>
            <a:r>
              <a:rPr lang="en-US" dirty="0"/>
              <a:t>2. </a:t>
            </a:r>
            <a:r>
              <a:rPr dirty="0"/>
              <a:t>使用 </a:t>
            </a:r>
            <a:r>
              <a:rPr lang="en-US" altLang="zh-CN" dirty="0"/>
              <a:t>HTTP </a:t>
            </a:r>
            <a:r>
              <a:rPr dirty="0"/>
              <a:t>的 </a:t>
            </a:r>
            <a:r>
              <a:rPr lang="en-US" altLang="zh-CN" dirty="0"/>
              <a:t>URL</a:t>
            </a: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p:cNvSpPr>
            <a:spLocks noGrp="1" noChangeArrowheads="1"/>
          </p:cNvSpPr>
          <p:nvPr>
            <p:ph type="title"/>
          </p:nvPr>
        </p:nvSpPr>
        <p:spPr/>
        <p:txBody>
          <a:bodyPr/>
          <a:lstStyle/>
          <a:p>
            <a:pPr eaLnBrk="1" hangingPunct="1"/>
            <a:r>
              <a:rPr lang="en-US" altLang="zh-CN" dirty="0">
                <a:ea typeface="黑体" panose="02010609060101010101" pitchFamily="2" charset="-122"/>
              </a:rPr>
              <a:t>6.4.3  </a:t>
            </a:r>
            <a:r>
              <a:rPr lang="zh-CN" altLang="en-US" dirty="0">
                <a:ea typeface="黑体" panose="02010609060101010101" pitchFamily="2" charset="-122"/>
              </a:rPr>
              <a:t>超文本传送协议 </a:t>
            </a:r>
            <a:r>
              <a:rPr lang="en-US" altLang="zh-CN" dirty="0">
                <a:ea typeface="黑体" panose="02010609060101010101" pitchFamily="2" charset="-122"/>
              </a:rPr>
              <a:t>HTTP</a:t>
            </a:r>
            <a:r>
              <a:rPr lang="zh-CN" altLang="en-US" dirty="0">
                <a:ea typeface="黑体" panose="02010609060101010101" pitchFamily="2" charset="-122"/>
              </a:rPr>
              <a:t> </a:t>
            </a:r>
          </a:p>
        </p:txBody>
      </p:sp>
      <p:sp>
        <p:nvSpPr>
          <p:cNvPr id="551939" name="Rectangle 3"/>
          <p:cNvSpPr>
            <a:spLocks noGrp="1" noChangeArrowheads="1"/>
          </p:cNvSpPr>
          <p:nvPr>
            <p:ph idx="1"/>
          </p:nvPr>
        </p:nvSpPr>
        <p:spPr/>
        <p:txBody>
          <a:bodyPr/>
          <a:lstStyle/>
          <a:p>
            <a:pPr marL="0" indent="0" algn="just">
              <a:buNone/>
            </a:pPr>
            <a:r>
              <a:rPr lang="en-US" altLang="zh-CN" sz="4000" dirty="0">
                <a:solidFill>
                  <a:srgbClr val="333399"/>
                </a:solidFill>
                <a:latin typeface="+mj-lt"/>
                <a:ea typeface="黑体" panose="02010609060101010101" pitchFamily="2" charset="-122"/>
                <a:cs typeface="+mj-cs"/>
              </a:rPr>
              <a:t>1.  HTTP </a:t>
            </a:r>
            <a:r>
              <a:rPr lang="zh-CN" altLang="en-US" sz="4000" dirty="0">
                <a:solidFill>
                  <a:srgbClr val="333399"/>
                </a:solidFill>
                <a:latin typeface="+mj-lt"/>
                <a:ea typeface="黑体" panose="02010609060101010101" pitchFamily="2" charset="-122"/>
                <a:cs typeface="+mj-cs"/>
              </a:rPr>
              <a:t>的操作过程</a:t>
            </a:r>
            <a:endParaRPr lang="en-US" altLang="zh-CN" sz="4000" dirty="0">
              <a:solidFill>
                <a:srgbClr val="333399"/>
              </a:solidFill>
              <a:latin typeface="+mj-lt"/>
              <a:ea typeface="黑体" panose="02010609060101010101" pitchFamily="2" charset="-122"/>
              <a:cs typeface="+mj-cs"/>
            </a:endParaRPr>
          </a:p>
          <a:p>
            <a:pPr algn="just" eaLnBrk="1" hangingPunct="1"/>
            <a:r>
              <a:rPr lang="zh-CN" altLang="en-US" dirty="0">
                <a:ea typeface="黑体" panose="02010609060101010101" pitchFamily="2" charset="-122"/>
              </a:rPr>
              <a:t>为了使</a:t>
            </a:r>
            <a:r>
              <a:rPr lang="zh-CN" altLang="en-US" dirty="0">
                <a:solidFill>
                  <a:srgbClr val="FF0000"/>
                </a:solidFill>
                <a:ea typeface="黑体" panose="02010609060101010101" pitchFamily="2" charset="-122"/>
              </a:rPr>
              <a:t>超文本</a:t>
            </a:r>
            <a:r>
              <a:rPr lang="zh-CN" altLang="en-US" dirty="0">
                <a:ea typeface="黑体" panose="02010609060101010101" pitchFamily="2" charset="-122"/>
              </a:rPr>
              <a:t>的</a:t>
            </a:r>
            <a:r>
              <a:rPr lang="zh-CN" altLang="en-US" dirty="0">
                <a:solidFill>
                  <a:srgbClr val="FF0000"/>
                </a:solidFill>
                <a:ea typeface="黑体" panose="02010609060101010101" pitchFamily="2" charset="-122"/>
              </a:rPr>
              <a:t>链接</a:t>
            </a:r>
            <a:r>
              <a:rPr lang="zh-CN" altLang="en-US" dirty="0">
                <a:ea typeface="黑体" panose="02010609060101010101" pitchFamily="2" charset="-122"/>
              </a:rPr>
              <a:t>能够高效率地完成，需要用 </a:t>
            </a:r>
            <a:r>
              <a:rPr lang="en-US" altLang="zh-CN" dirty="0">
                <a:solidFill>
                  <a:srgbClr val="FF0000"/>
                </a:solidFill>
                <a:ea typeface="黑体" panose="02010609060101010101" pitchFamily="2" charset="-122"/>
              </a:rPr>
              <a:t>HTTP </a:t>
            </a:r>
            <a:r>
              <a:rPr lang="zh-CN" altLang="en-US" dirty="0">
                <a:solidFill>
                  <a:srgbClr val="FF0000"/>
                </a:solidFill>
                <a:ea typeface="黑体" panose="02010609060101010101" pitchFamily="2" charset="-122"/>
              </a:rPr>
              <a:t>协议</a:t>
            </a:r>
            <a:r>
              <a:rPr lang="zh-CN" altLang="en-US" dirty="0">
                <a:ea typeface="黑体" panose="02010609060101010101" pitchFamily="2" charset="-122"/>
              </a:rPr>
              <a:t>来传送必须的信息。</a:t>
            </a:r>
          </a:p>
          <a:p>
            <a:pPr algn="just" eaLnBrk="1" hangingPunct="1"/>
            <a:r>
              <a:rPr lang="zh-CN" altLang="en-US" dirty="0">
                <a:ea typeface="黑体" panose="02010609060101010101" pitchFamily="2" charset="-122"/>
              </a:rPr>
              <a:t>从层次的角度看，</a:t>
            </a:r>
            <a:r>
              <a:rPr lang="en-US" altLang="zh-CN" dirty="0">
                <a:ea typeface="黑体" panose="02010609060101010101" pitchFamily="2" charset="-122"/>
              </a:rPr>
              <a:t>HTTP </a:t>
            </a:r>
            <a:r>
              <a:rPr lang="zh-CN" altLang="en-US" dirty="0">
                <a:ea typeface="黑体" panose="02010609060101010101" pitchFamily="2" charset="-122"/>
              </a:rPr>
              <a:t>是</a:t>
            </a:r>
            <a:r>
              <a:rPr lang="zh-CN" altLang="en-US" dirty="0">
                <a:solidFill>
                  <a:srgbClr val="FF0000"/>
                </a:solidFill>
                <a:ea typeface="黑体" panose="02010609060101010101" pitchFamily="2" charset="-122"/>
              </a:rPr>
              <a:t>面向事务的</a:t>
            </a:r>
            <a:r>
              <a:rPr lang="en-US" altLang="zh-CN" dirty="0">
                <a:ea typeface="黑体" panose="02010609060101010101" pitchFamily="2" charset="-122"/>
              </a:rPr>
              <a:t>(transaction-oriented)</a:t>
            </a:r>
            <a:r>
              <a:rPr lang="zh-CN" altLang="en-US" dirty="0">
                <a:ea typeface="黑体" panose="02010609060101010101" pitchFamily="2" charset="-122"/>
              </a:rPr>
              <a:t>应用层协议，它是万维网上能够可靠地交换文件（包括文本、声音、图像等各种多媒体文件）的重要基础。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5193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2"/>
          <p:cNvSpPr>
            <a:spLocks noGrp="1" noChangeArrowheads="1"/>
          </p:cNvSpPr>
          <p:nvPr>
            <p:ph type="title" idx="4294967295"/>
          </p:nvPr>
        </p:nvSpPr>
        <p:spPr>
          <a:xfrm>
            <a:off x="488504" y="44624"/>
            <a:ext cx="8442457" cy="695325"/>
          </a:xfrm>
        </p:spPr>
        <p:txBody>
          <a:bodyPr/>
          <a:lstStyle/>
          <a:p>
            <a:pPr algn="ctr" eaLnBrk="1" hangingPunct="1">
              <a:lnSpc>
                <a:spcPct val="80000"/>
              </a:lnSpc>
            </a:pPr>
            <a:r>
              <a:rPr lang="zh-CN" altLang="en-US" dirty="0">
                <a:ea typeface="黑体" panose="02010609060101010101" pitchFamily="2" charset="-122"/>
              </a:rPr>
              <a:t>万维网的工作过程 </a:t>
            </a:r>
          </a:p>
        </p:txBody>
      </p:sp>
      <p:graphicFrame>
        <p:nvGraphicFramePr>
          <p:cNvPr id="135171" name="Object 66"/>
          <p:cNvGraphicFramePr>
            <a:graphicFrameLocks noChangeAspect="1"/>
          </p:cNvGraphicFramePr>
          <p:nvPr/>
        </p:nvGraphicFramePr>
        <p:xfrm>
          <a:off x="2734470" y="2608264"/>
          <a:ext cx="4165335" cy="1692275"/>
        </p:xfrm>
        <a:graphic>
          <a:graphicData uri="http://schemas.openxmlformats.org/presentationml/2006/ole">
            <mc:AlternateContent xmlns:mc="http://schemas.openxmlformats.org/markup-compatibility/2006">
              <mc:Choice xmlns:v="urn:schemas-microsoft-com:vml" Requires="v">
                <p:oleObj spid="_x0000_s19440" name="VISIO" r:id="rId4" imgW="1687195" imgH="964565" progId="Visio.Drawing.6">
                  <p:embed/>
                </p:oleObj>
              </mc:Choice>
              <mc:Fallback>
                <p:oleObj name="VISIO" r:id="rId4" imgW="1687195" imgH="964565" progId="Visio.Drawing.6">
                  <p:embed/>
                  <p:pic>
                    <p:nvPicPr>
                      <p:cNvPr id="0" name="图片 1845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34470" y="2608264"/>
                        <a:ext cx="4165335" cy="1692275"/>
                      </a:xfrm>
                      <a:prstGeom prst="rect">
                        <a:avLst/>
                      </a:prstGeom>
                      <a:noFill/>
                      <a:ln>
                        <a:noFill/>
                      </a:ln>
                      <a:effectLst>
                        <a:outerShdw dist="25400" dir="54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pic>
        <p:nvPicPr>
          <p:cNvPr id="135172" name="Picture 67"/>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671073" y="1122364"/>
            <a:ext cx="1804061" cy="2416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5173" name="Freeform 68"/>
          <p:cNvSpPr/>
          <p:nvPr/>
        </p:nvSpPr>
        <p:spPr bwMode="auto">
          <a:xfrm>
            <a:off x="3915966" y="2935288"/>
            <a:ext cx="486701" cy="266700"/>
          </a:xfrm>
          <a:custGeom>
            <a:avLst/>
            <a:gdLst>
              <a:gd name="T0" fmla="*/ 2147483646 w 117"/>
              <a:gd name="T1" fmla="*/ 2147483646 h 118"/>
              <a:gd name="T2" fmla="*/ 0 w 117"/>
              <a:gd name="T3" fmla="*/ 2147483646 h 118"/>
              <a:gd name="T4" fmla="*/ 0 w 117"/>
              <a:gd name="T5" fmla="*/ 2147483646 h 118"/>
              <a:gd name="T6" fmla="*/ 2147483646 w 117"/>
              <a:gd name="T7" fmla="*/ 2147483646 h 118"/>
              <a:gd name="T8" fmla="*/ 2147483646 w 117"/>
              <a:gd name="T9" fmla="*/ 2147483646 h 118"/>
              <a:gd name="T10" fmla="*/ 2147483646 w 117"/>
              <a:gd name="T11" fmla="*/ 0 h 118"/>
              <a:gd name="T12" fmla="*/ 2147483646 w 117"/>
              <a:gd name="T13" fmla="*/ 0 h 118"/>
              <a:gd name="T14" fmla="*/ 2147483646 w 117"/>
              <a:gd name="T15" fmla="*/ 0 h 118"/>
              <a:gd name="T16" fmla="*/ 2147483646 w 117"/>
              <a:gd name="T17" fmla="*/ 2147483646 h 118"/>
              <a:gd name="T18" fmla="*/ 2147483646 w 117"/>
              <a:gd name="T19" fmla="*/ 2147483646 h 118"/>
              <a:gd name="T20" fmla="*/ 2147483646 w 117"/>
              <a:gd name="T21" fmla="*/ 2147483646 h 118"/>
              <a:gd name="T22" fmla="*/ 2147483646 w 117"/>
              <a:gd name="T23" fmla="*/ 2147483646 h 118"/>
              <a:gd name="T24" fmla="*/ 2147483646 w 117"/>
              <a:gd name="T25" fmla="*/ 2147483646 h 118"/>
              <a:gd name="T26" fmla="*/ 2147483646 w 117"/>
              <a:gd name="T27" fmla="*/ 2147483646 h 118"/>
              <a:gd name="T28" fmla="*/ 2147483646 w 117"/>
              <a:gd name="T29" fmla="*/ 2147483646 h 118"/>
              <a:gd name="T30" fmla="*/ 2147483646 w 117"/>
              <a:gd name="T31" fmla="*/ 2147483646 h 118"/>
              <a:gd name="T32" fmla="*/ 2147483646 w 117"/>
              <a:gd name="T33" fmla="*/ 2147483646 h 118"/>
              <a:gd name="T34" fmla="*/ 2147483646 w 117"/>
              <a:gd name="T35" fmla="*/ 2147483646 h 118"/>
              <a:gd name="T36" fmla="*/ 2147483646 w 117"/>
              <a:gd name="T37" fmla="*/ 2147483646 h 118"/>
              <a:gd name="T38" fmla="*/ 2147483646 w 117"/>
              <a:gd name="T39" fmla="*/ 2147483646 h 118"/>
              <a:gd name="T40" fmla="*/ 2147483646 w 117"/>
              <a:gd name="T41" fmla="*/ 2147483646 h 118"/>
              <a:gd name="T42" fmla="*/ 2147483646 w 117"/>
              <a:gd name="T43" fmla="*/ 2147483646 h 118"/>
              <a:gd name="T44" fmla="*/ 2147483646 w 117"/>
              <a:gd name="T45" fmla="*/ 2147483646 h 118"/>
              <a:gd name="T46" fmla="*/ 2147483646 w 117"/>
              <a:gd name="T47" fmla="*/ 214748364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135174" name="Freeform 69"/>
          <p:cNvSpPr/>
          <p:nvPr/>
        </p:nvSpPr>
        <p:spPr bwMode="auto">
          <a:xfrm>
            <a:off x="5061347" y="2865438"/>
            <a:ext cx="342238" cy="196850"/>
          </a:xfrm>
          <a:custGeom>
            <a:avLst/>
            <a:gdLst>
              <a:gd name="T0" fmla="*/ 0 w 82"/>
              <a:gd name="T1" fmla="*/ 0 h 87"/>
              <a:gd name="T2" fmla="*/ 2147483646 w 82"/>
              <a:gd name="T3" fmla="*/ 2147483646 h 87"/>
              <a:gd name="T4" fmla="*/ 2147483646 w 82"/>
              <a:gd name="T5" fmla="*/ 2147483646 h 87"/>
              <a:gd name="T6" fmla="*/ 2147483646 w 82"/>
              <a:gd name="T7" fmla="*/ 2147483646 h 87"/>
              <a:gd name="T8" fmla="*/ 2147483646 w 82"/>
              <a:gd name="T9" fmla="*/ 2147483646 h 87"/>
              <a:gd name="T10" fmla="*/ 2147483646 w 82"/>
              <a:gd name="T11" fmla="*/ 2147483646 h 87"/>
              <a:gd name="T12" fmla="*/ 2147483646 w 82"/>
              <a:gd name="T13" fmla="*/ 2147483646 h 87"/>
              <a:gd name="T14" fmla="*/ 2147483646 w 82"/>
              <a:gd name="T15" fmla="*/ 2147483646 h 87"/>
              <a:gd name="T16" fmla="*/ 2147483646 w 82"/>
              <a:gd name="T17" fmla="*/ 2147483646 h 87"/>
              <a:gd name="T18" fmla="*/ 2147483646 w 82"/>
              <a:gd name="T19" fmla="*/ 2147483646 h 87"/>
              <a:gd name="T20" fmla="*/ 2147483646 w 82"/>
              <a:gd name="T21" fmla="*/ 2147483646 h 87"/>
              <a:gd name="T22" fmla="*/ 2147483646 w 82"/>
              <a:gd name="T23" fmla="*/ 2147483646 h 87"/>
              <a:gd name="T24" fmla="*/ 2147483646 w 82"/>
              <a:gd name="T25" fmla="*/ 2147483646 h 87"/>
              <a:gd name="T26" fmla="*/ 0 w 82"/>
              <a:gd name="T27" fmla="*/ 2147483646 h 87"/>
              <a:gd name="T28" fmla="*/ 0 w 82"/>
              <a:gd name="T29" fmla="*/ 2147483646 h 87"/>
              <a:gd name="T30" fmla="*/ 2147483646 w 82"/>
              <a:gd name="T31" fmla="*/ 2147483646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135175" name="Freeform 70"/>
          <p:cNvSpPr/>
          <p:nvPr/>
        </p:nvSpPr>
        <p:spPr bwMode="auto">
          <a:xfrm>
            <a:off x="6409664" y="2965450"/>
            <a:ext cx="1100667" cy="744538"/>
          </a:xfrm>
          <a:custGeom>
            <a:avLst/>
            <a:gdLst>
              <a:gd name="T0" fmla="*/ 2147483646 w 567"/>
              <a:gd name="T1" fmla="*/ 0 h 371"/>
              <a:gd name="T2" fmla="*/ 2147483646 w 567"/>
              <a:gd name="T3" fmla="*/ 2147483646 h 371"/>
              <a:gd name="T4" fmla="*/ 2147483646 w 567"/>
              <a:gd name="T5" fmla="*/ 2147483646 h 371"/>
              <a:gd name="T6" fmla="*/ 2147483646 w 567"/>
              <a:gd name="T7" fmla="*/ 2147483646 h 371"/>
              <a:gd name="T8" fmla="*/ 0 w 567"/>
              <a:gd name="T9" fmla="*/ 2147483646 h 37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67" h="371">
                <a:moveTo>
                  <a:pt x="567" y="0"/>
                </a:moveTo>
                <a:cubicBezTo>
                  <a:pt x="561" y="28"/>
                  <a:pt x="553" y="122"/>
                  <a:pt x="530" y="168"/>
                </a:cubicBezTo>
                <a:cubicBezTo>
                  <a:pt x="516" y="193"/>
                  <a:pt x="460" y="266"/>
                  <a:pt x="428" y="280"/>
                </a:cubicBezTo>
                <a:cubicBezTo>
                  <a:pt x="395" y="294"/>
                  <a:pt x="356" y="316"/>
                  <a:pt x="314" y="328"/>
                </a:cubicBezTo>
                <a:cubicBezTo>
                  <a:pt x="241" y="341"/>
                  <a:pt x="52" y="364"/>
                  <a:pt x="0" y="371"/>
                </a:cubicBezTo>
              </a:path>
            </a:pathLst>
          </a:custGeom>
          <a:noFill/>
          <a:ln w="38100" cmpd="sng">
            <a:solidFill>
              <a:srgbClr val="333399"/>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135176" name="Freeform 71"/>
          <p:cNvSpPr/>
          <p:nvPr/>
        </p:nvSpPr>
        <p:spPr bwMode="auto">
          <a:xfrm>
            <a:off x="2067189" y="2614614"/>
            <a:ext cx="1135063" cy="1081087"/>
          </a:xfrm>
          <a:custGeom>
            <a:avLst/>
            <a:gdLst>
              <a:gd name="T0" fmla="*/ 2147483646 w 759"/>
              <a:gd name="T1" fmla="*/ 0 h 664"/>
              <a:gd name="T2" fmla="*/ 2147483646 w 759"/>
              <a:gd name="T3" fmla="*/ 2147483646 h 664"/>
              <a:gd name="T4" fmla="*/ 2147483646 w 759"/>
              <a:gd name="T5" fmla="*/ 2147483646 h 664"/>
              <a:gd name="T6" fmla="*/ 2147483646 w 759"/>
              <a:gd name="T7" fmla="*/ 2147483646 h 664"/>
              <a:gd name="T8" fmla="*/ 2147483646 w 759"/>
              <a:gd name="T9" fmla="*/ 2147483646 h 664"/>
              <a:gd name="T10" fmla="*/ 2147483646 w 759"/>
              <a:gd name="T11" fmla="*/ 2147483646 h 664"/>
              <a:gd name="T12" fmla="*/ 2147483646 w 759"/>
              <a:gd name="T13" fmla="*/ 2147483646 h 664"/>
              <a:gd name="T14" fmla="*/ 2147483646 w 759"/>
              <a:gd name="T15" fmla="*/ 2147483646 h 6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59" h="664">
                <a:moveTo>
                  <a:pt x="7" y="0"/>
                </a:moveTo>
                <a:cubicBezTo>
                  <a:pt x="8" y="71"/>
                  <a:pt x="0" y="333"/>
                  <a:pt x="15" y="424"/>
                </a:cubicBezTo>
                <a:cubicBezTo>
                  <a:pt x="30" y="515"/>
                  <a:pt x="77" y="520"/>
                  <a:pt x="100" y="545"/>
                </a:cubicBezTo>
                <a:lnTo>
                  <a:pt x="154" y="571"/>
                </a:lnTo>
                <a:lnTo>
                  <a:pt x="190" y="591"/>
                </a:lnTo>
                <a:lnTo>
                  <a:pt x="351" y="633"/>
                </a:lnTo>
                <a:lnTo>
                  <a:pt x="583" y="664"/>
                </a:lnTo>
                <a:lnTo>
                  <a:pt x="759" y="664"/>
                </a:lnTo>
              </a:path>
            </a:pathLst>
          </a:custGeom>
          <a:noFill/>
          <a:ln w="38100" cap="rnd"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135177" name="Rectangle 72"/>
          <p:cNvSpPr>
            <a:spLocks noChangeArrowheads="1"/>
          </p:cNvSpPr>
          <p:nvPr/>
        </p:nvSpPr>
        <p:spPr bwMode="auto">
          <a:xfrm>
            <a:off x="4332156" y="3548064"/>
            <a:ext cx="952185"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kumimoji="1" lang="zh-CN" altLang="en-US" sz="2000" b="1">
                <a:solidFill>
                  <a:srgbClr val="000099"/>
                </a:solidFill>
                <a:latin typeface="Arial" panose="020B0604020202020204" pitchFamily="34" charset="0"/>
                <a:ea typeface="黑体" panose="02010609060101010101" pitchFamily="2" charset="-122"/>
              </a:rPr>
              <a:t>互联网</a:t>
            </a:r>
          </a:p>
        </p:txBody>
      </p:sp>
      <p:sp>
        <p:nvSpPr>
          <p:cNvPr id="135178" name="Rectangle 73"/>
          <p:cNvSpPr>
            <a:spLocks noChangeArrowheads="1"/>
          </p:cNvSpPr>
          <p:nvPr/>
        </p:nvSpPr>
        <p:spPr bwMode="auto">
          <a:xfrm>
            <a:off x="6221482" y="620713"/>
            <a:ext cx="3329246" cy="6806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lnSpc>
                <a:spcPct val="80000"/>
              </a:lnSpc>
            </a:pPr>
            <a:r>
              <a:rPr kumimoji="1" lang="zh-CN" altLang="en-US" sz="2400" b="1">
                <a:solidFill>
                  <a:srgbClr val="000099"/>
                </a:solidFill>
                <a:latin typeface="Arial" panose="020B0604020202020204" pitchFamily="34" charset="0"/>
                <a:ea typeface="黑体" panose="02010609060101010101" pitchFamily="2" charset="-122"/>
              </a:rPr>
              <a:t>服务器</a:t>
            </a:r>
          </a:p>
          <a:p>
            <a:pPr algn="ctr">
              <a:lnSpc>
                <a:spcPct val="80000"/>
              </a:lnSpc>
            </a:pPr>
            <a:r>
              <a:rPr kumimoji="1" lang="en-US" altLang="zh-CN" sz="2400" b="1">
                <a:solidFill>
                  <a:srgbClr val="000099"/>
                </a:solidFill>
                <a:latin typeface="Arial" panose="020B0604020202020204" pitchFamily="34" charset="0"/>
                <a:ea typeface="黑体" panose="02010609060101010101" pitchFamily="2" charset="-122"/>
              </a:rPr>
              <a:t>www.tsinghua.edu.cn</a:t>
            </a:r>
          </a:p>
        </p:txBody>
      </p:sp>
      <p:sp>
        <p:nvSpPr>
          <p:cNvPr id="135179" name="Rectangle 74"/>
          <p:cNvSpPr>
            <a:spLocks noChangeArrowheads="1"/>
          </p:cNvSpPr>
          <p:nvPr/>
        </p:nvSpPr>
        <p:spPr bwMode="auto">
          <a:xfrm>
            <a:off x="3393149" y="836614"/>
            <a:ext cx="2646559"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kumimoji="1" lang="zh-CN" altLang="zh-CN" sz="2400" b="1">
                <a:solidFill>
                  <a:srgbClr val="000099"/>
                </a:solidFill>
                <a:latin typeface="Arial" panose="020B0604020202020204" pitchFamily="34" charset="0"/>
                <a:ea typeface="黑体" panose="02010609060101010101" pitchFamily="2" charset="-122"/>
              </a:rPr>
              <a:t>链接到</a:t>
            </a:r>
            <a:r>
              <a:rPr kumimoji="1" lang="en-US" altLang="zh-CN" sz="2400" b="1">
                <a:solidFill>
                  <a:srgbClr val="000099"/>
                </a:solidFill>
                <a:latin typeface="Arial" panose="020B0604020202020204" pitchFamily="34" charset="0"/>
                <a:ea typeface="黑体" panose="02010609060101010101" pitchFamily="2" charset="-122"/>
              </a:rPr>
              <a:t>URL</a:t>
            </a:r>
            <a:r>
              <a:rPr kumimoji="1" lang="zh-CN" altLang="en-US" sz="2400" b="1">
                <a:solidFill>
                  <a:srgbClr val="000099"/>
                </a:solidFill>
                <a:latin typeface="Arial" panose="020B0604020202020204" pitchFamily="34" charset="0"/>
                <a:ea typeface="黑体" panose="02010609060101010101" pitchFamily="2" charset="-122"/>
              </a:rPr>
              <a:t>的超链</a:t>
            </a:r>
          </a:p>
        </p:txBody>
      </p:sp>
      <p:sp>
        <p:nvSpPr>
          <p:cNvPr id="135180" name="Rectangle 75"/>
          <p:cNvSpPr>
            <a:spLocks noChangeArrowheads="1"/>
          </p:cNvSpPr>
          <p:nvPr/>
        </p:nvSpPr>
        <p:spPr bwMode="auto">
          <a:xfrm>
            <a:off x="3329517" y="3021013"/>
            <a:ext cx="2849114" cy="397545"/>
          </a:xfrm>
          <a:prstGeom prst="rect">
            <a:avLst/>
          </a:prstGeom>
          <a:solidFill>
            <a:schemeClr val="bg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kumimoji="1" lang="en-US" altLang="zh-CN" sz="2000" b="1">
                <a:solidFill>
                  <a:srgbClr val="000099"/>
                </a:solidFill>
                <a:latin typeface="Arial" panose="020B0604020202020204" pitchFamily="34" charset="0"/>
                <a:ea typeface="黑体" panose="02010609060101010101" pitchFamily="2" charset="-122"/>
              </a:rPr>
              <a:t>HTTP </a:t>
            </a:r>
            <a:r>
              <a:rPr kumimoji="1" lang="zh-CN" altLang="en-US" sz="2000" b="1">
                <a:solidFill>
                  <a:srgbClr val="000099"/>
                </a:solidFill>
                <a:latin typeface="Arial" panose="020B0604020202020204" pitchFamily="34" charset="0"/>
                <a:ea typeface="黑体" panose="02010609060101010101" pitchFamily="2" charset="-122"/>
              </a:rPr>
              <a:t>使用此 </a:t>
            </a:r>
            <a:r>
              <a:rPr kumimoji="1" lang="en-US" altLang="zh-CN" sz="2000" b="1">
                <a:solidFill>
                  <a:srgbClr val="000099"/>
                </a:solidFill>
                <a:latin typeface="Arial" panose="020B0604020202020204" pitchFamily="34" charset="0"/>
                <a:ea typeface="黑体" panose="02010609060101010101" pitchFamily="2" charset="-122"/>
              </a:rPr>
              <a:t>TCP </a:t>
            </a:r>
            <a:r>
              <a:rPr kumimoji="1" lang="zh-CN" altLang="en-US" sz="2000" b="1">
                <a:solidFill>
                  <a:srgbClr val="000099"/>
                </a:solidFill>
                <a:latin typeface="Arial" panose="020B0604020202020204" pitchFamily="34" charset="0"/>
                <a:ea typeface="黑体" panose="02010609060101010101" pitchFamily="2" charset="-122"/>
              </a:rPr>
              <a:t>连接</a:t>
            </a:r>
          </a:p>
        </p:txBody>
      </p:sp>
      <p:sp>
        <p:nvSpPr>
          <p:cNvPr id="135181" name="Rectangle 76"/>
          <p:cNvSpPr>
            <a:spLocks noChangeArrowheads="1"/>
          </p:cNvSpPr>
          <p:nvPr/>
        </p:nvSpPr>
        <p:spPr bwMode="auto">
          <a:xfrm>
            <a:off x="2896130" y="1757364"/>
            <a:ext cx="952185"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nSpc>
                <a:spcPct val="90000"/>
              </a:lnSpc>
            </a:pPr>
            <a:r>
              <a:rPr kumimoji="1" lang="zh-CN" altLang="en-US" sz="2000" b="1">
                <a:solidFill>
                  <a:srgbClr val="000099"/>
                </a:solidFill>
                <a:latin typeface="Arial" panose="020B0604020202020204" pitchFamily="34" charset="0"/>
                <a:ea typeface="黑体" panose="02010609060101010101" pitchFamily="2" charset="-122"/>
              </a:rPr>
              <a:t>浏览器</a:t>
            </a:r>
          </a:p>
          <a:p>
            <a:pPr>
              <a:lnSpc>
                <a:spcPct val="90000"/>
              </a:lnSpc>
            </a:pPr>
            <a:r>
              <a:rPr kumimoji="1" lang="zh-CN" altLang="en-US" sz="2000" b="1">
                <a:solidFill>
                  <a:srgbClr val="000099"/>
                </a:solidFill>
                <a:latin typeface="Arial" panose="020B0604020202020204" pitchFamily="34" charset="0"/>
                <a:ea typeface="黑体" panose="02010609060101010101" pitchFamily="2" charset="-122"/>
              </a:rPr>
              <a:t> 程序</a:t>
            </a:r>
          </a:p>
        </p:txBody>
      </p:sp>
      <p:sp>
        <p:nvSpPr>
          <p:cNvPr id="135182" name="Rectangle 77"/>
          <p:cNvSpPr>
            <a:spLocks noChangeArrowheads="1"/>
          </p:cNvSpPr>
          <p:nvPr/>
        </p:nvSpPr>
        <p:spPr bwMode="auto">
          <a:xfrm>
            <a:off x="5472377" y="1757364"/>
            <a:ext cx="952185"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nSpc>
                <a:spcPct val="90000"/>
              </a:lnSpc>
            </a:pPr>
            <a:r>
              <a:rPr kumimoji="1" lang="zh-CN" altLang="en-US" sz="2000" b="1">
                <a:solidFill>
                  <a:srgbClr val="000099"/>
                </a:solidFill>
                <a:latin typeface="Arial" panose="020B0604020202020204" pitchFamily="34" charset="0"/>
                <a:ea typeface="黑体" panose="02010609060101010101" pitchFamily="2" charset="-122"/>
              </a:rPr>
              <a:t>服务器</a:t>
            </a:r>
          </a:p>
          <a:p>
            <a:pPr>
              <a:lnSpc>
                <a:spcPct val="90000"/>
              </a:lnSpc>
            </a:pPr>
            <a:r>
              <a:rPr kumimoji="1" lang="zh-CN" altLang="en-US" sz="2000" b="1">
                <a:solidFill>
                  <a:srgbClr val="000099"/>
                </a:solidFill>
                <a:latin typeface="Arial" panose="020B0604020202020204" pitchFamily="34" charset="0"/>
                <a:ea typeface="黑体" panose="02010609060101010101" pitchFamily="2" charset="-122"/>
              </a:rPr>
              <a:t> 程序</a:t>
            </a:r>
          </a:p>
        </p:txBody>
      </p:sp>
      <p:sp>
        <p:nvSpPr>
          <p:cNvPr id="135183" name="Rectangle 78"/>
          <p:cNvSpPr>
            <a:spLocks noChangeArrowheads="1"/>
          </p:cNvSpPr>
          <p:nvPr/>
        </p:nvSpPr>
        <p:spPr bwMode="auto">
          <a:xfrm>
            <a:off x="4275402" y="2130425"/>
            <a:ext cx="854402"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kumimoji="1" lang="en-US" altLang="zh-CN" sz="2000" b="1">
                <a:solidFill>
                  <a:srgbClr val="000099"/>
                </a:solidFill>
                <a:latin typeface="Arial" panose="020B0604020202020204" pitchFamily="34" charset="0"/>
                <a:ea typeface="黑体" panose="02010609060101010101" pitchFamily="2" charset="-122"/>
              </a:rPr>
              <a:t>HTTP</a:t>
            </a:r>
          </a:p>
        </p:txBody>
      </p:sp>
      <p:sp>
        <p:nvSpPr>
          <p:cNvPr id="135184" name="Rectangle 79"/>
          <p:cNvSpPr>
            <a:spLocks noChangeArrowheads="1"/>
          </p:cNvSpPr>
          <p:nvPr/>
        </p:nvSpPr>
        <p:spPr bwMode="auto">
          <a:xfrm>
            <a:off x="1520297" y="1052514"/>
            <a:ext cx="798296"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kumimoji="1" lang="zh-CN" altLang="en-US" sz="2400" b="1">
                <a:solidFill>
                  <a:srgbClr val="000099"/>
                </a:solidFill>
                <a:latin typeface="Arial" panose="020B0604020202020204" pitchFamily="34" charset="0"/>
                <a:ea typeface="黑体" panose="02010609060101010101" pitchFamily="2" charset="-122"/>
              </a:rPr>
              <a:t>客户</a:t>
            </a:r>
          </a:p>
        </p:txBody>
      </p:sp>
      <p:pic>
        <p:nvPicPr>
          <p:cNvPr id="135185" name="Picture 80"/>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239971" y="1503363"/>
            <a:ext cx="1551252" cy="1433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5186" name="Freeform 81"/>
          <p:cNvSpPr/>
          <p:nvPr/>
        </p:nvSpPr>
        <p:spPr bwMode="auto">
          <a:xfrm>
            <a:off x="1608006" y="1735138"/>
            <a:ext cx="803142" cy="555625"/>
          </a:xfrm>
          <a:custGeom>
            <a:avLst/>
            <a:gdLst>
              <a:gd name="T0" fmla="*/ 2147483646 w 463"/>
              <a:gd name="T1" fmla="*/ 0 h 322"/>
              <a:gd name="T2" fmla="*/ 2147483646 w 463"/>
              <a:gd name="T3" fmla="*/ 0 h 322"/>
              <a:gd name="T4" fmla="*/ 2147483646 w 463"/>
              <a:gd name="T5" fmla="*/ 2147483646 h 322"/>
              <a:gd name="T6" fmla="*/ 0 w 463"/>
              <a:gd name="T7" fmla="*/ 2147483646 h 322"/>
              <a:gd name="T8" fmla="*/ 2147483646 w 463"/>
              <a:gd name="T9" fmla="*/ 0 h 32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63" h="322">
                <a:moveTo>
                  <a:pt x="17" y="0"/>
                </a:moveTo>
                <a:lnTo>
                  <a:pt x="462" y="0"/>
                </a:lnTo>
                <a:lnTo>
                  <a:pt x="443" y="321"/>
                </a:lnTo>
                <a:lnTo>
                  <a:pt x="0" y="304"/>
                </a:lnTo>
                <a:lnTo>
                  <a:pt x="17" y="0"/>
                </a:lnTo>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135187" name="Rectangle 82"/>
          <p:cNvSpPr>
            <a:spLocks noChangeArrowheads="1"/>
          </p:cNvSpPr>
          <p:nvPr/>
        </p:nvSpPr>
        <p:spPr bwMode="auto">
          <a:xfrm>
            <a:off x="1530615" y="1628775"/>
            <a:ext cx="900889" cy="520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kumimoji="1" lang="zh-CN" altLang="en-US" sz="1400" b="1">
                <a:solidFill>
                  <a:srgbClr val="000099"/>
                </a:solidFill>
                <a:latin typeface="Arial" panose="020B0604020202020204" pitchFamily="34" charset="0"/>
                <a:ea typeface="黑体" panose="02010609060101010101" pitchFamily="2" charset="-122"/>
              </a:rPr>
              <a:t>清华大学</a:t>
            </a:r>
          </a:p>
          <a:p>
            <a:r>
              <a:rPr kumimoji="1" lang="zh-CN" altLang="en-US" sz="1400" b="1">
                <a:solidFill>
                  <a:srgbClr val="000099"/>
                </a:solidFill>
                <a:latin typeface="Arial" panose="020B0604020202020204" pitchFamily="34" charset="0"/>
                <a:ea typeface="黑体" panose="02010609060101010101" pitchFamily="2" charset="-122"/>
              </a:rPr>
              <a:t>院系设置</a:t>
            </a:r>
          </a:p>
        </p:txBody>
      </p:sp>
      <p:sp>
        <p:nvSpPr>
          <p:cNvPr id="135188" name="Line 83"/>
          <p:cNvSpPr>
            <a:spLocks noChangeShapeType="1"/>
          </p:cNvSpPr>
          <p:nvPr/>
        </p:nvSpPr>
        <p:spPr bwMode="auto">
          <a:xfrm>
            <a:off x="1678517" y="2093913"/>
            <a:ext cx="634604"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135189" name="Oval 84"/>
          <p:cNvSpPr>
            <a:spLocks noChangeArrowheads="1"/>
          </p:cNvSpPr>
          <p:nvPr/>
        </p:nvSpPr>
        <p:spPr bwMode="auto">
          <a:xfrm>
            <a:off x="1976042" y="2432051"/>
            <a:ext cx="643202" cy="252413"/>
          </a:xfrm>
          <a:prstGeom prst="ellipse">
            <a:avLst/>
          </a:prstGeom>
          <a:solidFill>
            <a:srgbClr val="FFFF99"/>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solidFill>
                <a:srgbClr val="000099"/>
              </a:solidFill>
            </a:endParaRPr>
          </a:p>
        </p:txBody>
      </p:sp>
      <p:sp>
        <p:nvSpPr>
          <p:cNvPr id="135190" name="Line 85"/>
          <p:cNvSpPr>
            <a:spLocks noChangeShapeType="1"/>
          </p:cNvSpPr>
          <p:nvPr/>
        </p:nvSpPr>
        <p:spPr bwMode="auto">
          <a:xfrm>
            <a:off x="6299598" y="2262188"/>
            <a:ext cx="552053" cy="254000"/>
          </a:xfrm>
          <a:prstGeom prst="line">
            <a:avLst/>
          </a:prstGeom>
          <a:noFill/>
          <a:ln w="28575">
            <a:solidFill>
              <a:srgbClr val="333399"/>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135191" name="Line 86"/>
          <p:cNvSpPr>
            <a:spLocks noChangeShapeType="1"/>
          </p:cNvSpPr>
          <p:nvPr/>
        </p:nvSpPr>
        <p:spPr bwMode="auto">
          <a:xfrm flipH="1">
            <a:off x="2528094" y="2178050"/>
            <a:ext cx="552054" cy="338138"/>
          </a:xfrm>
          <a:prstGeom prst="line">
            <a:avLst/>
          </a:prstGeom>
          <a:noFill/>
          <a:ln w="28575">
            <a:solidFill>
              <a:srgbClr val="333399"/>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135192" name="Oval 87"/>
          <p:cNvSpPr>
            <a:spLocks noChangeArrowheads="1"/>
          </p:cNvSpPr>
          <p:nvPr/>
        </p:nvSpPr>
        <p:spPr bwMode="auto">
          <a:xfrm>
            <a:off x="6758782" y="2432051"/>
            <a:ext cx="644922" cy="252413"/>
          </a:xfrm>
          <a:prstGeom prst="ellipse">
            <a:avLst/>
          </a:prstGeom>
          <a:solidFill>
            <a:srgbClr val="FFFF99"/>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solidFill>
                <a:srgbClr val="000099"/>
              </a:solidFill>
            </a:endParaRPr>
          </a:p>
        </p:txBody>
      </p:sp>
      <p:sp>
        <p:nvSpPr>
          <p:cNvPr id="135193" name="Freeform 88"/>
          <p:cNvSpPr/>
          <p:nvPr/>
        </p:nvSpPr>
        <p:spPr bwMode="auto">
          <a:xfrm>
            <a:off x="2344076" y="2622550"/>
            <a:ext cx="4691592" cy="820738"/>
          </a:xfrm>
          <a:custGeom>
            <a:avLst/>
            <a:gdLst>
              <a:gd name="T0" fmla="*/ 0 w 2448"/>
              <a:gd name="T1" fmla="*/ 0 h 852"/>
              <a:gd name="T2" fmla="*/ 0 w 2448"/>
              <a:gd name="T3" fmla="*/ 2147483646 h 852"/>
              <a:gd name="T4" fmla="*/ 2147483646 w 2448"/>
              <a:gd name="T5" fmla="*/ 2147483646 h 852"/>
              <a:gd name="T6" fmla="*/ 2147483646 w 2448"/>
              <a:gd name="T7" fmla="*/ 2147483646 h 852"/>
              <a:gd name="T8" fmla="*/ 2147483646 w 2448"/>
              <a:gd name="T9" fmla="*/ 2147483646 h 852"/>
              <a:gd name="T10" fmla="*/ 2147483646 w 2448"/>
              <a:gd name="T11" fmla="*/ 2147483646 h 852"/>
              <a:gd name="T12" fmla="*/ 2147483646 w 2448"/>
              <a:gd name="T13" fmla="*/ 2147483646 h 852"/>
              <a:gd name="T14" fmla="*/ 2147483646 w 2448"/>
              <a:gd name="T15" fmla="*/ 2147483646 h 852"/>
              <a:gd name="T16" fmla="*/ 2147483646 w 2448"/>
              <a:gd name="T17" fmla="*/ 2147483646 h 852"/>
              <a:gd name="T18" fmla="*/ 2147483646 w 2448"/>
              <a:gd name="T19" fmla="*/ 2147483646 h 852"/>
              <a:gd name="T20" fmla="*/ 2147483646 w 2448"/>
              <a:gd name="T21" fmla="*/ 2147483646 h 852"/>
              <a:gd name="T22" fmla="*/ 2147483646 w 2448"/>
              <a:gd name="T23" fmla="*/ 2147483646 h 852"/>
              <a:gd name="T24" fmla="*/ 2147483646 w 2448"/>
              <a:gd name="T25" fmla="*/ 2147483646 h 852"/>
              <a:gd name="T26" fmla="*/ 2147483646 w 2448"/>
              <a:gd name="T27" fmla="*/ 2147483646 h 852"/>
              <a:gd name="T28" fmla="*/ 2147483646 w 2448"/>
              <a:gd name="T29" fmla="*/ 2147483646 h 852"/>
              <a:gd name="T30" fmla="*/ 2147483646 w 2448"/>
              <a:gd name="T31" fmla="*/ 2147483646 h 85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448" h="852">
                <a:moveTo>
                  <a:pt x="0" y="0"/>
                </a:moveTo>
                <a:lnTo>
                  <a:pt x="0" y="608"/>
                </a:lnTo>
                <a:lnTo>
                  <a:pt x="6" y="651"/>
                </a:lnTo>
                <a:lnTo>
                  <a:pt x="24" y="699"/>
                </a:lnTo>
                <a:lnTo>
                  <a:pt x="66" y="750"/>
                </a:lnTo>
                <a:lnTo>
                  <a:pt x="144" y="793"/>
                </a:lnTo>
                <a:lnTo>
                  <a:pt x="282" y="830"/>
                </a:lnTo>
                <a:lnTo>
                  <a:pt x="432" y="852"/>
                </a:lnTo>
                <a:lnTo>
                  <a:pt x="816" y="852"/>
                </a:lnTo>
                <a:lnTo>
                  <a:pt x="2135" y="852"/>
                </a:lnTo>
                <a:lnTo>
                  <a:pt x="2250" y="837"/>
                </a:lnTo>
                <a:lnTo>
                  <a:pt x="2315" y="815"/>
                </a:lnTo>
                <a:lnTo>
                  <a:pt x="2394" y="757"/>
                </a:lnTo>
                <a:lnTo>
                  <a:pt x="2436" y="680"/>
                </a:lnTo>
                <a:lnTo>
                  <a:pt x="2448" y="615"/>
                </a:lnTo>
                <a:lnTo>
                  <a:pt x="2448" y="18"/>
                </a:lnTo>
              </a:path>
            </a:pathLst>
          </a:custGeom>
          <a:noFill/>
          <a:ln w="38100" cap="flat" cmpd="sng">
            <a:solidFill>
              <a:srgbClr val="333399"/>
            </a:solidFill>
            <a:prstDash val="sysDot"/>
            <a:round/>
            <a:headEnd type="triangle" w="sm" len="lg"/>
            <a:tailEnd type="triangl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135194" name="Line 89"/>
          <p:cNvSpPr>
            <a:spLocks noChangeShapeType="1"/>
          </p:cNvSpPr>
          <p:nvPr/>
        </p:nvSpPr>
        <p:spPr bwMode="auto">
          <a:xfrm flipV="1">
            <a:off x="2619244" y="2571750"/>
            <a:ext cx="4232407" cy="0"/>
          </a:xfrm>
          <a:prstGeom prst="line">
            <a:avLst/>
          </a:prstGeom>
          <a:noFill/>
          <a:ln w="76200">
            <a:solidFill>
              <a:srgbClr val="333399"/>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135195" name="Line 90"/>
          <p:cNvSpPr>
            <a:spLocks noChangeShapeType="1"/>
          </p:cNvSpPr>
          <p:nvPr/>
        </p:nvSpPr>
        <p:spPr bwMode="auto">
          <a:xfrm rot="16200000" flipH="1">
            <a:off x="7298797" y="2616069"/>
            <a:ext cx="288925" cy="209815"/>
          </a:xfrm>
          <a:prstGeom prst="line">
            <a:avLst/>
          </a:prstGeom>
          <a:noFill/>
          <a:ln w="28575">
            <a:solidFill>
              <a:schemeClr val="tx1"/>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135196" name="Freeform 91"/>
          <p:cNvSpPr/>
          <p:nvPr/>
        </p:nvSpPr>
        <p:spPr bwMode="auto">
          <a:xfrm>
            <a:off x="2027635" y="1250950"/>
            <a:ext cx="5376069" cy="666750"/>
          </a:xfrm>
          <a:custGeom>
            <a:avLst/>
            <a:gdLst>
              <a:gd name="T0" fmla="*/ 0 w 2454"/>
              <a:gd name="T1" fmla="*/ 2147483646 h 332"/>
              <a:gd name="T2" fmla="*/ 2147483646 w 2454"/>
              <a:gd name="T3" fmla="*/ 2147483646 h 332"/>
              <a:gd name="T4" fmla="*/ 2147483646 w 2454"/>
              <a:gd name="T5" fmla="*/ 2147483646 h 332"/>
              <a:gd name="T6" fmla="*/ 2147483646 w 2454"/>
              <a:gd name="T7" fmla="*/ 2147483646 h 332"/>
              <a:gd name="T8" fmla="*/ 2147483646 w 2454"/>
              <a:gd name="T9" fmla="*/ 2147483646 h 332"/>
              <a:gd name="T10" fmla="*/ 2147483646 w 2454"/>
              <a:gd name="T11" fmla="*/ 2147483646 h 332"/>
              <a:gd name="T12" fmla="*/ 2147483646 w 2454"/>
              <a:gd name="T13" fmla="*/ 2147483646 h 33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454" h="332">
                <a:moveTo>
                  <a:pt x="0" y="332"/>
                </a:moveTo>
                <a:cubicBezTo>
                  <a:pt x="56" y="300"/>
                  <a:pt x="211" y="189"/>
                  <a:pt x="336" y="140"/>
                </a:cubicBezTo>
                <a:cubicBezTo>
                  <a:pt x="461" y="91"/>
                  <a:pt x="595" y="61"/>
                  <a:pt x="753" y="38"/>
                </a:cubicBezTo>
                <a:cubicBezTo>
                  <a:pt x="911" y="15"/>
                  <a:pt x="1120" y="0"/>
                  <a:pt x="1287" y="2"/>
                </a:cubicBezTo>
                <a:cubicBezTo>
                  <a:pt x="1454" y="4"/>
                  <a:pt x="1606" y="28"/>
                  <a:pt x="1756" y="50"/>
                </a:cubicBezTo>
                <a:cubicBezTo>
                  <a:pt x="1907" y="71"/>
                  <a:pt x="2075" y="102"/>
                  <a:pt x="2191" y="129"/>
                </a:cubicBezTo>
                <a:cubicBezTo>
                  <a:pt x="2307" y="156"/>
                  <a:pt x="2400" y="194"/>
                  <a:pt x="2454" y="212"/>
                </a:cubicBezTo>
              </a:path>
            </a:pathLst>
          </a:custGeom>
          <a:noFill/>
          <a:ln w="76200" cmpd="sng">
            <a:solidFill>
              <a:srgbClr val="FF0000"/>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553052" name="Line 92"/>
          <p:cNvSpPr>
            <a:spLocks noChangeShapeType="1"/>
          </p:cNvSpPr>
          <p:nvPr/>
        </p:nvSpPr>
        <p:spPr bwMode="auto">
          <a:xfrm>
            <a:off x="1976041" y="3829050"/>
            <a:ext cx="0" cy="2986088"/>
          </a:xfrm>
          <a:prstGeom prst="line">
            <a:avLst/>
          </a:prstGeom>
          <a:noFill/>
          <a:ln w="2857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553053" name="Line 93"/>
          <p:cNvSpPr>
            <a:spLocks noChangeShapeType="1"/>
          </p:cNvSpPr>
          <p:nvPr/>
        </p:nvSpPr>
        <p:spPr bwMode="auto">
          <a:xfrm>
            <a:off x="7548166" y="3829050"/>
            <a:ext cx="0" cy="2986088"/>
          </a:xfrm>
          <a:prstGeom prst="line">
            <a:avLst/>
          </a:prstGeom>
          <a:noFill/>
          <a:ln w="2857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grpSp>
        <p:nvGrpSpPr>
          <p:cNvPr id="553076" name="Group 116"/>
          <p:cNvGrpSpPr/>
          <p:nvPr/>
        </p:nvGrpSpPr>
        <p:grpSpPr bwMode="auto">
          <a:xfrm>
            <a:off x="1976041" y="4292601"/>
            <a:ext cx="5572125" cy="400050"/>
            <a:chOff x="1149" y="2704"/>
            <a:chExt cx="3240" cy="252"/>
          </a:xfrm>
        </p:grpSpPr>
        <p:sp>
          <p:nvSpPr>
            <p:cNvPr id="135222" name="Line 103"/>
            <p:cNvSpPr>
              <a:spLocks noChangeShapeType="1"/>
            </p:cNvSpPr>
            <p:nvPr/>
          </p:nvSpPr>
          <p:spPr bwMode="auto">
            <a:xfrm>
              <a:off x="1149" y="2836"/>
              <a:ext cx="3240" cy="0"/>
            </a:xfrm>
            <a:prstGeom prst="line">
              <a:avLst/>
            </a:prstGeom>
            <a:noFill/>
            <a:ln w="38100">
              <a:solidFill>
                <a:srgbClr val="333399"/>
              </a:solidFill>
              <a:prstDash val="sysDot"/>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135223" name="Text Box 104"/>
            <p:cNvSpPr txBox="1">
              <a:spLocks noChangeArrowheads="1"/>
            </p:cNvSpPr>
            <p:nvPr/>
          </p:nvSpPr>
          <p:spPr bwMode="auto">
            <a:xfrm>
              <a:off x="2176" y="2704"/>
              <a:ext cx="1080" cy="25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000" b="1">
                  <a:solidFill>
                    <a:srgbClr val="000099"/>
                  </a:solidFill>
                  <a:latin typeface="Arial" panose="020B0604020202020204" pitchFamily="34" charset="0"/>
                  <a:ea typeface="黑体" panose="02010609060101010101" pitchFamily="2" charset="-122"/>
                </a:rPr>
                <a:t>建立 </a:t>
              </a:r>
              <a:r>
                <a:rPr kumimoji="1" lang="en-US" altLang="zh-CN" sz="2000" b="1">
                  <a:solidFill>
                    <a:srgbClr val="000099"/>
                  </a:solidFill>
                  <a:latin typeface="Arial" panose="020B0604020202020204" pitchFamily="34" charset="0"/>
                  <a:ea typeface="黑体" panose="02010609060101010101" pitchFamily="2" charset="-122"/>
                </a:rPr>
                <a:t>TCP </a:t>
              </a:r>
              <a:r>
                <a:rPr kumimoji="1" lang="zh-CN" altLang="en-US" sz="2000" b="1">
                  <a:solidFill>
                    <a:srgbClr val="000099"/>
                  </a:solidFill>
                  <a:latin typeface="Arial" panose="020B0604020202020204" pitchFamily="34" charset="0"/>
                  <a:ea typeface="黑体" panose="02010609060101010101" pitchFamily="2" charset="-122"/>
                </a:rPr>
                <a:t>连接</a:t>
              </a:r>
            </a:p>
          </p:txBody>
        </p:sp>
      </p:grpSp>
      <p:sp>
        <p:nvSpPr>
          <p:cNvPr id="135201" name="Line 108"/>
          <p:cNvSpPr>
            <a:spLocks noChangeShapeType="1"/>
          </p:cNvSpPr>
          <p:nvPr/>
        </p:nvSpPr>
        <p:spPr bwMode="auto">
          <a:xfrm>
            <a:off x="7811294" y="2995614"/>
            <a:ext cx="560652" cy="160337"/>
          </a:xfrm>
          <a:prstGeom prst="line">
            <a:avLst/>
          </a:prstGeom>
          <a:noFill/>
          <a:ln w="28575">
            <a:solidFill>
              <a:srgbClr val="333399"/>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135202" name="Text Box 110"/>
          <p:cNvSpPr txBox="1">
            <a:spLocks noChangeArrowheads="1"/>
          </p:cNvSpPr>
          <p:nvPr/>
        </p:nvSpPr>
        <p:spPr bwMode="auto">
          <a:xfrm>
            <a:off x="8120856" y="2225675"/>
            <a:ext cx="1135247" cy="1723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10600" b="1">
                <a:solidFill>
                  <a:srgbClr val="000099"/>
                </a:solidFill>
                <a:latin typeface="Arial" panose="020B0604020202020204" pitchFamily="34" charset="0"/>
                <a:ea typeface="黑体" panose="02010609060101010101" pitchFamily="2" charset="-122"/>
                <a:sym typeface="Wingdings" panose="05000000000000000000" pitchFamily="2" charset="2"/>
              </a:rPr>
              <a:t></a:t>
            </a:r>
            <a:endParaRPr kumimoji="1" lang="en-US" altLang="zh-CN" sz="10600" b="1">
              <a:solidFill>
                <a:srgbClr val="000099"/>
              </a:solidFill>
              <a:latin typeface="Arial" panose="020B0604020202020204" pitchFamily="34" charset="0"/>
              <a:ea typeface="黑体" panose="02010609060101010101" pitchFamily="2" charset="-122"/>
            </a:endParaRPr>
          </a:p>
        </p:txBody>
      </p:sp>
      <p:sp>
        <p:nvSpPr>
          <p:cNvPr id="135203" name="AutoShape 111"/>
          <p:cNvSpPr>
            <a:spLocks noChangeArrowheads="1"/>
          </p:cNvSpPr>
          <p:nvPr/>
        </p:nvSpPr>
        <p:spPr bwMode="auto">
          <a:xfrm>
            <a:off x="7231725" y="2805113"/>
            <a:ext cx="644921" cy="252412"/>
          </a:xfrm>
          <a:prstGeom prst="can">
            <a:avLst>
              <a:gd name="adj" fmla="val 39583"/>
            </a:avLst>
          </a:prstGeom>
          <a:solidFill>
            <a:srgbClr val="99FF99"/>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solidFill>
                <a:srgbClr val="000099"/>
              </a:solidFill>
            </a:endParaRPr>
          </a:p>
        </p:txBody>
      </p:sp>
      <p:sp>
        <p:nvSpPr>
          <p:cNvPr id="135204" name="Rectangle 112"/>
          <p:cNvSpPr>
            <a:spLocks noChangeArrowheads="1"/>
          </p:cNvSpPr>
          <p:nvPr/>
        </p:nvSpPr>
        <p:spPr bwMode="auto">
          <a:xfrm>
            <a:off x="6180931" y="5851526"/>
            <a:ext cx="840979" cy="17621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solidFill>
                <a:srgbClr val="000099"/>
              </a:solidFill>
            </a:endParaRPr>
          </a:p>
        </p:txBody>
      </p:sp>
      <p:grpSp>
        <p:nvGrpSpPr>
          <p:cNvPr id="553077" name="Group 117"/>
          <p:cNvGrpSpPr/>
          <p:nvPr/>
        </p:nvGrpSpPr>
        <p:grpSpPr bwMode="auto">
          <a:xfrm>
            <a:off x="639766" y="4776793"/>
            <a:ext cx="6908398" cy="708025"/>
            <a:chOff x="372" y="3009"/>
            <a:chExt cx="4017" cy="446"/>
          </a:xfrm>
        </p:grpSpPr>
        <p:sp>
          <p:nvSpPr>
            <p:cNvPr id="135207" name="Line 94"/>
            <p:cNvSpPr>
              <a:spLocks noChangeShapeType="1"/>
            </p:cNvSpPr>
            <p:nvPr/>
          </p:nvSpPr>
          <p:spPr bwMode="auto">
            <a:xfrm>
              <a:off x="1149" y="3218"/>
              <a:ext cx="3240" cy="0"/>
            </a:xfrm>
            <a:prstGeom prst="line">
              <a:avLst/>
            </a:prstGeom>
            <a:noFill/>
            <a:ln w="38100">
              <a:solidFill>
                <a:srgbClr val="333399"/>
              </a:solidFill>
              <a:prstDash val="dash"/>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grpSp>
          <p:nvGrpSpPr>
            <p:cNvPr id="135208" name="Group 95"/>
            <p:cNvGrpSpPr/>
            <p:nvPr/>
          </p:nvGrpSpPr>
          <p:grpSpPr bwMode="auto">
            <a:xfrm>
              <a:off x="1373" y="3067"/>
              <a:ext cx="1651" cy="303"/>
              <a:chOff x="513" y="1824"/>
              <a:chExt cx="1296" cy="240"/>
            </a:xfrm>
          </p:grpSpPr>
          <p:sp>
            <p:nvSpPr>
              <p:cNvPr id="135210" name="AutoShape 96"/>
              <p:cNvSpPr>
                <a:spLocks noChangeArrowheads="1"/>
              </p:cNvSpPr>
              <p:nvPr/>
            </p:nvSpPr>
            <p:spPr bwMode="auto">
              <a:xfrm>
                <a:off x="1521" y="1872"/>
                <a:ext cx="288" cy="144"/>
              </a:xfrm>
              <a:prstGeom prst="rightArrow">
                <a:avLst>
                  <a:gd name="adj1" fmla="val 50000"/>
                  <a:gd name="adj2" fmla="val 50000"/>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solidFill>
                    <a:srgbClr val="000099"/>
                  </a:solidFill>
                </a:endParaRPr>
              </a:p>
            </p:txBody>
          </p:sp>
          <p:sp>
            <p:nvSpPr>
              <p:cNvPr id="135211" name="Rectangle 97"/>
              <p:cNvSpPr>
                <a:spLocks noChangeArrowheads="1"/>
              </p:cNvSpPr>
              <p:nvPr/>
            </p:nvSpPr>
            <p:spPr bwMode="auto">
              <a:xfrm>
                <a:off x="513" y="1824"/>
                <a:ext cx="1008" cy="240"/>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HTTP </a:t>
                </a:r>
                <a:r>
                  <a:rPr kumimoji="1" lang="zh-CN" altLang="en-US" sz="2000" b="1">
                    <a:solidFill>
                      <a:srgbClr val="000099"/>
                    </a:solidFill>
                    <a:latin typeface="Arial" panose="020B0604020202020204" pitchFamily="34" charset="0"/>
                    <a:ea typeface="黑体" panose="02010609060101010101" pitchFamily="2" charset="-122"/>
                  </a:rPr>
                  <a:t>请求报文</a:t>
                </a:r>
              </a:p>
            </p:txBody>
          </p:sp>
        </p:grpSp>
        <p:sp>
          <p:nvSpPr>
            <p:cNvPr id="135209" name="Text Box 114"/>
            <p:cNvSpPr txBox="1">
              <a:spLocks noChangeArrowheads="1"/>
            </p:cNvSpPr>
            <p:nvPr/>
          </p:nvSpPr>
          <p:spPr bwMode="auto">
            <a:xfrm>
              <a:off x="372" y="3009"/>
              <a:ext cx="708" cy="4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algn="ctr" eaLnBrk="1" hangingPunct="1"/>
              <a:r>
                <a:rPr kumimoji="1" lang="zh-CN" altLang="en-US" sz="2000" b="1" dirty="0">
                  <a:solidFill>
                    <a:srgbClr val="000099"/>
                  </a:solidFill>
                  <a:latin typeface="Arial" panose="020B0604020202020204" pitchFamily="34" charset="0"/>
                  <a:ea typeface="黑体" panose="02010609060101010101" pitchFamily="2" charset="-122"/>
                  <a:sym typeface="Wingdings" panose="05000000000000000000" pitchFamily="2" charset="2"/>
                </a:rPr>
                <a:t>浏览器</a:t>
              </a:r>
              <a:endParaRPr kumimoji="1" lang="en-US" altLang="zh-CN" sz="2000" b="1" dirty="0">
                <a:solidFill>
                  <a:srgbClr val="000099"/>
                </a:solidFill>
                <a:latin typeface="Arial" panose="020B0604020202020204" pitchFamily="34" charset="0"/>
                <a:ea typeface="黑体" panose="02010609060101010101" pitchFamily="2" charset="-122"/>
                <a:sym typeface="Wingdings" panose="05000000000000000000" pitchFamily="2" charset="2"/>
              </a:endParaRPr>
            </a:p>
            <a:p>
              <a:pPr algn="ctr" eaLnBrk="1" hangingPunct="1"/>
              <a:r>
                <a:rPr kumimoji="1" lang="zh-CN" altLang="en-US" sz="2000" b="1" dirty="0">
                  <a:solidFill>
                    <a:srgbClr val="000099"/>
                  </a:solidFill>
                  <a:latin typeface="Arial" panose="020B0604020202020204" pitchFamily="34" charset="0"/>
                  <a:ea typeface="黑体" panose="02010609060101010101" pitchFamily="2" charset="-122"/>
                  <a:sym typeface="Wingdings" panose="05000000000000000000" pitchFamily="2" charset="2"/>
                </a:rPr>
                <a:t>发出</a:t>
              </a:r>
              <a:r>
                <a:rPr kumimoji="1" lang="zh-CN" altLang="en-US" sz="2000" b="1" dirty="0">
                  <a:solidFill>
                    <a:srgbClr val="000099"/>
                  </a:solidFill>
                  <a:latin typeface="Arial" panose="020B0604020202020204" pitchFamily="34" charset="0"/>
                  <a:ea typeface="黑体" panose="02010609060101010101" pitchFamily="2" charset="-122"/>
                </a:rPr>
                <a:t>请求</a:t>
              </a:r>
            </a:p>
          </p:txBody>
        </p:sp>
      </p:grpSp>
      <p:grpSp>
        <p:nvGrpSpPr>
          <p:cNvPr id="553080" name="Group 120"/>
          <p:cNvGrpSpPr/>
          <p:nvPr/>
        </p:nvGrpSpPr>
        <p:grpSpPr bwMode="auto">
          <a:xfrm>
            <a:off x="1976041" y="6165858"/>
            <a:ext cx="5572125" cy="400051"/>
            <a:chOff x="1149" y="3884"/>
            <a:chExt cx="3240" cy="252"/>
          </a:xfrm>
        </p:grpSpPr>
        <p:sp>
          <p:nvSpPr>
            <p:cNvPr id="135220" name="Line 106"/>
            <p:cNvSpPr>
              <a:spLocks noChangeShapeType="1"/>
            </p:cNvSpPr>
            <p:nvPr/>
          </p:nvSpPr>
          <p:spPr bwMode="auto">
            <a:xfrm>
              <a:off x="1149" y="4012"/>
              <a:ext cx="3240" cy="0"/>
            </a:xfrm>
            <a:prstGeom prst="line">
              <a:avLst/>
            </a:prstGeom>
            <a:noFill/>
            <a:ln w="38100">
              <a:solidFill>
                <a:srgbClr val="333399"/>
              </a:solidFill>
              <a:prstDash val="sysDot"/>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135221" name="Text Box 107"/>
            <p:cNvSpPr txBox="1">
              <a:spLocks noChangeArrowheads="1"/>
            </p:cNvSpPr>
            <p:nvPr/>
          </p:nvSpPr>
          <p:spPr bwMode="auto">
            <a:xfrm>
              <a:off x="2176" y="3884"/>
              <a:ext cx="1080" cy="25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000" b="1">
                  <a:solidFill>
                    <a:srgbClr val="000099"/>
                  </a:solidFill>
                  <a:latin typeface="Arial" panose="020B0604020202020204" pitchFamily="34" charset="0"/>
                  <a:ea typeface="黑体" panose="02010609060101010101" pitchFamily="2" charset="-122"/>
                </a:rPr>
                <a:t>释放 </a:t>
              </a:r>
              <a:r>
                <a:rPr kumimoji="1" lang="en-US" altLang="zh-CN" sz="2000" b="1">
                  <a:solidFill>
                    <a:srgbClr val="000099"/>
                  </a:solidFill>
                  <a:latin typeface="Arial" panose="020B0604020202020204" pitchFamily="34" charset="0"/>
                  <a:ea typeface="黑体" panose="02010609060101010101" pitchFamily="2" charset="-122"/>
                </a:rPr>
                <a:t>TCP </a:t>
              </a:r>
              <a:r>
                <a:rPr kumimoji="1" lang="zh-CN" altLang="en-US" sz="2000" b="1">
                  <a:solidFill>
                    <a:srgbClr val="000099"/>
                  </a:solidFill>
                  <a:latin typeface="Arial" panose="020B0604020202020204" pitchFamily="34" charset="0"/>
                  <a:ea typeface="黑体" panose="02010609060101010101" pitchFamily="2" charset="-122"/>
                </a:rPr>
                <a:t>连接</a:t>
              </a:r>
            </a:p>
          </p:txBody>
        </p:sp>
      </p:grpSp>
      <p:grpSp>
        <p:nvGrpSpPr>
          <p:cNvPr id="5" name="组合 4"/>
          <p:cNvGrpSpPr/>
          <p:nvPr/>
        </p:nvGrpSpPr>
        <p:grpSpPr>
          <a:xfrm>
            <a:off x="2000672" y="5157192"/>
            <a:ext cx="6816700" cy="1200329"/>
            <a:chOff x="2000672" y="5157192"/>
            <a:chExt cx="6816700" cy="1200329"/>
          </a:xfrm>
        </p:grpSpPr>
        <p:sp>
          <p:nvSpPr>
            <p:cNvPr id="135215" name="Text Box 109"/>
            <p:cNvSpPr txBox="1">
              <a:spLocks noChangeArrowheads="1"/>
            </p:cNvSpPr>
            <p:nvPr/>
          </p:nvSpPr>
          <p:spPr bwMode="auto">
            <a:xfrm>
              <a:off x="7599760" y="5497514"/>
              <a:ext cx="1217612" cy="708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algn="ctr" eaLnBrk="1" hangingPunct="1"/>
              <a:r>
                <a:rPr kumimoji="1" lang="zh-CN" altLang="en-US" sz="2000" b="1" dirty="0">
                  <a:solidFill>
                    <a:srgbClr val="000099"/>
                  </a:solidFill>
                  <a:latin typeface="Arial" panose="020B0604020202020204" pitchFamily="34" charset="0"/>
                  <a:ea typeface="黑体" panose="02010609060101010101" pitchFamily="2" charset="-122"/>
                  <a:sym typeface="Wingdings" panose="05000000000000000000" pitchFamily="2" charset="2"/>
                </a:rPr>
                <a:t>服务器</a:t>
              </a:r>
              <a:endParaRPr kumimoji="1" lang="en-US" altLang="zh-CN" sz="2000" b="1" dirty="0">
                <a:solidFill>
                  <a:srgbClr val="000099"/>
                </a:solidFill>
                <a:latin typeface="Arial" panose="020B0604020202020204" pitchFamily="34" charset="0"/>
                <a:ea typeface="黑体" panose="02010609060101010101" pitchFamily="2" charset="-122"/>
                <a:sym typeface="Wingdings" panose="05000000000000000000" pitchFamily="2" charset="2"/>
              </a:endParaRPr>
            </a:p>
            <a:p>
              <a:pPr algn="ctr" eaLnBrk="1" hangingPunct="1"/>
              <a:r>
                <a:rPr kumimoji="1" lang="zh-CN" altLang="en-US" sz="2000" b="1" dirty="0">
                  <a:solidFill>
                    <a:srgbClr val="000099"/>
                  </a:solidFill>
                  <a:latin typeface="Arial" panose="020B0604020202020204" pitchFamily="34" charset="0"/>
                  <a:ea typeface="黑体" panose="02010609060101010101" pitchFamily="2" charset="-122"/>
                  <a:sym typeface="Wingdings" panose="05000000000000000000" pitchFamily="2" charset="2"/>
                </a:rPr>
                <a:t>返回</a:t>
              </a:r>
              <a:r>
                <a:rPr kumimoji="1" lang="zh-CN" altLang="en-US" sz="2000" b="1" dirty="0">
                  <a:solidFill>
                    <a:srgbClr val="000099"/>
                  </a:solidFill>
                  <a:latin typeface="Arial" panose="020B0604020202020204" pitchFamily="34" charset="0"/>
                  <a:ea typeface="黑体" panose="02010609060101010101" pitchFamily="2" charset="-122"/>
                </a:rPr>
                <a:t>响应</a:t>
              </a:r>
            </a:p>
          </p:txBody>
        </p:sp>
        <p:grpSp>
          <p:nvGrpSpPr>
            <p:cNvPr id="4" name="组合 3"/>
            <p:cNvGrpSpPr/>
            <p:nvPr/>
          </p:nvGrpSpPr>
          <p:grpSpPr>
            <a:xfrm>
              <a:off x="2000672" y="5157192"/>
              <a:ext cx="5572124" cy="1200329"/>
              <a:chOff x="2005278" y="5157192"/>
              <a:chExt cx="5572124" cy="1200329"/>
            </a:xfrm>
          </p:grpSpPr>
          <p:sp>
            <p:nvSpPr>
              <p:cNvPr id="135216" name="Line 98"/>
              <p:cNvSpPr>
                <a:spLocks noChangeShapeType="1"/>
              </p:cNvSpPr>
              <p:nvPr/>
            </p:nvSpPr>
            <p:spPr bwMode="auto">
              <a:xfrm flipH="1">
                <a:off x="2005278" y="5756277"/>
                <a:ext cx="5572124" cy="0"/>
              </a:xfrm>
              <a:prstGeom prst="line">
                <a:avLst/>
              </a:prstGeom>
              <a:noFill/>
              <a:ln w="38100">
                <a:solidFill>
                  <a:schemeClr val="hlink"/>
                </a:solidFill>
                <a:prstDash val="dash"/>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 name="TextBox 2"/>
              <p:cNvSpPr txBox="1"/>
              <p:nvPr/>
            </p:nvSpPr>
            <p:spPr>
              <a:xfrm>
                <a:off x="6644009" y="5157192"/>
                <a:ext cx="761869" cy="1200329"/>
              </a:xfrm>
              <a:prstGeom prst="rect">
                <a:avLst/>
              </a:prstGeom>
              <a:solidFill>
                <a:schemeClr val="bg1"/>
              </a:solidFill>
            </p:spPr>
            <p:txBody>
              <a:bodyPr wrap="square" rtlCol="0" anchor="ctr">
                <a:spAutoFit/>
              </a:bodyPr>
              <a:lstStyle/>
              <a:p>
                <a:pPr algn="ctr"/>
                <a:r>
                  <a:rPr kumimoji="1" lang="en-US" altLang="zh-CN" sz="7200" b="1" dirty="0">
                    <a:solidFill>
                      <a:srgbClr val="000099"/>
                    </a:solidFill>
                    <a:latin typeface="Arial" panose="020B0604020202020204" pitchFamily="34" charset="0"/>
                    <a:ea typeface="黑体" panose="02010609060101010101" pitchFamily="2" charset="-122"/>
                    <a:sym typeface="Wingdings" panose="05000000000000000000" pitchFamily="2" charset="2"/>
                  </a:rPr>
                  <a:t></a:t>
                </a:r>
                <a:endParaRPr lang="zh-CN" altLang="en-US" sz="1600" dirty="0"/>
              </a:p>
            </p:txBody>
          </p:sp>
          <p:grpSp>
            <p:nvGrpSpPr>
              <p:cNvPr id="135217" name="Group 99"/>
              <p:cNvGrpSpPr/>
              <p:nvPr/>
            </p:nvGrpSpPr>
            <p:grpSpPr bwMode="auto">
              <a:xfrm flipH="1">
                <a:off x="3893940" y="5516564"/>
                <a:ext cx="2863885" cy="481013"/>
                <a:chOff x="903" y="1824"/>
                <a:chExt cx="1308" cy="240"/>
              </a:xfrm>
            </p:grpSpPr>
            <p:sp>
              <p:nvSpPr>
                <p:cNvPr id="135218" name="AutoShape 100"/>
                <p:cNvSpPr>
                  <a:spLocks noChangeArrowheads="1"/>
                </p:cNvSpPr>
                <p:nvPr/>
              </p:nvSpPr>
              <p:spPr bwMode="auto">
                <a:xfrm>
                  <a:off x="1923" y="1872"/>
                  <a:ext cx="288" cy="144"/>
                </a:xfrm>
                <a:prstGeom prst="rightArrow">
                  <a:avLst>
                    <a:gd name="adj1" fmla="val 50000"/>
                    <a:gd name="adj2" fmla="val 50000"/>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solidFill>
                      <a:srgbClr val="000099"/>
                    </a:solidFill>
                  </a:endParaRPr>
                </a:p>
              </p:txBody>
            </p:sp>
            <p:sp>
              <p:nvSpPr>
                <p:cNvPr id="135219" name="Rectangle 101"/>
                <p:cNvSpPr>
                  <a:spLocks noChangeArrowheads="1"/>
                </p:cNvSpPr>
                <p:nvPr/>
              </p:nvSpPr>
              <p:spPr bwMode="auto">
                <a:xfrm>
                  <a:off x="903" y="1824"/>
                  <a:ext cx="1008" cy="240"/>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dirty="0">
                      <a:solidFill>
                        <a:srgbClr val="000099"/>
                      </a:solidFill>
                      <a:latin typeface="Arial" panose="020B0604020202020204" pitchFamily="34" charset="0"/>
                      <a:ea typeface="黑体" panose="02010609060101010101" pitchFamily="2" charset="-122"/>
                    </a:rPr>
                    <a:t>HTTP </a:t>
                  </a:r>
                  <a:r>
                    <a:rPr kumimoji="1" lang="zh-CN" altLang="en-US" sz="2000" b="1" dirty="0">
                      <a:solidFill>
                        <a:srgbClr val="000099"/>
                      </a:solidFill>
                      <a:latin typeface="Arial" panose="020B0604020202020204" pitchFamily="34" charset="0"/>
                      <a:ea typeface="黑体" panose="02010609060101010101" pitchFamily="2" charset="-122"/>
                    </a:rPr>
                    <a:t>响应报文</a:t>
                  </a:r>
                </a:p>
              </p:txBody>
            </p:sp>
          </p:gr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55305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5305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53076"/>
                                        </p:tgtEl>
                                        <p:attrNameLst>
                                          <p:attrName>style.visibility</p:attrName>
                                        </p:attrNameLst>
                                      </p:cBhvr>
                                      <p:to>
                                        <p:strVal val="visible"/>
                                      </p:to>
                                    </p:set>
                                  </p:childTnLst>
                                </p:cTn>
                              </p:par>
                            </p:childTnLst>
                          </p:cTn>
                        </p:par>
                        <p:par>
                          <p:cTn id="11" fill="hold">
                            <p:stCondLst>
                              <p:cond delay="0"/>
                            </p:stCondLst>
                            <p:childTnLst>
                              <p:par>
                                <p:cTn id="12" presetID="35" presetClass="emph" presetSubtype="0" repeatCount="3000" fill="hold" nodeType="afterEffect">
                                  <p:stCondLst>
                                    <p:cond delay="500"/>
                                  </p:stCondLst>
                                  <p:childTnLst>
                                    <p:anim calcmode="discrete" valueType="str">
                                      <p:cBhvr>
                                        <p:cTn id="13" dur="1000" fill="hold"/>
                                        <p:tgtEl>
                                          <p:spTgt spid="553076"/>
                                        </p:tgtEl>
                                        <p:attrNameLst>
                                          <p:attrName>style.visibility</p:attrName>
                                        </p:attrNameLst>
                                      </p:cBhvr>
                                      <p:tavLst>
                                        <p:tav tm="0">
                                          <p:val>
                                            <p:strVal val="hidden"/>
                                          </p:val>
                                        </p:tav>
                                        <p:tav tm="50000">
                                          <p:val>
                                            <p:strVal val="visible"/>
                                          </p:val>
                                        </p:tav>
                                      </p:tavLst>
                                    </p:anim>
                                  </p:childTnLst>
                                </p:cTn>
                              </p:par>
                            </p:childTnLst>
                          </p:cTn>
                        </p:par>
                        <p:par>
                          <p:cTn id="14" fill="hold">
                            <p:stCondLst>
                              <p:cond delay="1500"/>
                            </p:stCondLst>
                            <p:childTnLst>
                              <p:par>
                                <p:cTn id="15" presetID="22" presetClass="entr" presetSubtype="8" fill="hold" nodeType="afterEffect">
                                  <p:stCondLst>
                                    <p:cond delay="500"/>
                                  </p:stCondLst>
                                  <p:childTnLst>
                                    <p:set>
                                      <p:cBhvr>
                                        <p:cTn id="16" dur="1" fill="hold">
                                          <p:stCondLst>
                                            <p:cond delay="0"/>
                                          </p:stCondLst>
                                        </p:cTn>
                                        <p:tgtEl>
                                          <p:spTgt spid="553077"/>
                                        </p:tgtEl>
                                        <p:attrNameLst>
                                          <p:attrName>style.visibility</p:attrName>
                                        </p:attrNameLst>
                                      </p:cBhvr>
                                      <p:to>
                                        <p:strVal val="visible"/>
                                      </p:to>
                                    </p:set>
                                    <p:animEffect transition="in" filter="wipe(left)">
                                      <p:cBhvr>
                                        <p:cTn id="17" dur="1000"/>
                                        <p:tgtEl>
                                          <p:spTgt spid="553077"/>
                                        </p:tgtEl>
                                      </p:cBhvr>
                                    </p:animEffect>
                                  </p:childTnLst>
                                </p:cTn>
                              </p:par>
                            </p:childTnLst>
                          </p:cTn>
                        </p:par>
                        <p:par>
                          <p:cTn id="18" fill="hold">
                            <p:stCondLst>
                              <p:cond delay="3000"/>
                            </p:stCondLst>
                            <p:childTnLst>
                              <p:par>
                                <p:cTn id="19" presetID="22" presetClass="entr" presetSubtype="2" fill="hold" nodeType="afterEffect">
                                  <p:stCondLst>
                                    <p:cond delay="500"/>
                                  </p:stCondLst>
                                  <p:childTnLst>
                                    <p:set>
                                      <p:cBhvr>
                                        <p:cTn id="20" dur="1" fill="hold">
                                          <p:stCondLst>
                                            <p:cond delay="0"/>
                                          </p:stCondLst>
                                        </p:cTn>
                                        <p:tgtEl>
                                          <p:spTgt spid="5"/>
                                        </p:tgtEl>
                                        <p:attrNameLst>
                                          <p:attrName>style.visibility</p:attrName>
                                        </p:attrNameLst>
                                      </p:cBhvr>
                                      <p:to>
                                        <p:strVal val="visible"/>
                                      </p:to>
                                    </p:set>
                                    <p:animEffect transition="in" filter="wipe(right)">
                                      <p:cBhvr>
                                        <p:cTn id="21" dur="1000"/>
                                        <p:tgtEl>
                                          <p:spTgt spid="5"/>
                                        </p:tgtEl>
                                      </p:cBhvr>
                                    </p:animEffect>
                                  </p:childTnLst>
                                </p:cTn>
                              </p:par>
                            </p:childTnLst>
                          </p:cTn>
                        </p:par>
                        <p:par>
                          <p:cTn id="22" fill="hold">
                            <p:stCondLst>
                              <p:cond delay="4500"/>
                            </p:stCondLst>
                            <p:childTnLst>
                              <p:par>
                                <p:cTn id="23" presetID="1" presetClass="entr" presetSubtype="0" fill="hold" nodeType="afterEffect">
                                  <p:stCondLst>
                                    <p:cond delay="500"/>
                                  </p:stCondLst>
                                  <p:childTnLst>
                                    <p:set>
                                      <p:cBhvr>
                                        <p:cTn id="24" dur="1" fill="hold">
                                          <p:stCondLst>
                                            <p:cond delay="0"/>
                                          </p:stCondLst>
                                        </p:cTn>
                                        <p:tgtEl>
                                          <p:spTgt spid="553080"/>
                                        </p:tgtEl>
                                        <p:attrNameLst>
                                          <p:attrName>style.visibility</p:attrName>
                                        </p:attrNameLst>
                                      </p:cBhvr>
                                      <p:to>
                                        <p:strVal val="visible"/>
                                      </p:to>
                                    </p:set>
                                  </p:childTnLst>
                                </p:cTn>
                              </p:par>
                            </p:childTnLst>
                          </p:cTn>
                        </p:par>
                        <p:par>
                          <p:cTn id="25" fill="hold">
                            <p:stCondLst>
                              <p:cond delay="5000"/>
                            </p:stCondLst>
                            <p:childTnLst>
                              <p:par>
                                <p:cTn id="26" presetID="35" presetClass="emph" presetSubtype="0" repeatCount="3000" fill="hold" nodeType="afterEffect">
                                  <p:stCondLst>
                                    <p:cond delay="500"/>
                                  </p:stCondLst>
                                  <p:childTnLst>
                                    <p:anim calcmode="discrete" valueType="str">
                                      <p:cBhvr>
                                        <p:cTn id="27" dur="1000" fill="hold"/>
                                        <p:tgtEl>
                                          <p:spTgt spid="553080"/>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3052" grpId="0" animBg="1"/>
      <p:bldP spid="553053" grpId="0" animBg="1"/>
    </p:bld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2"/>
          <p:cNvSpPr>
            <a:spLocks noGrp="1" noChangeArrowheads="1"/>
          </p:cNvSpPr>
          <p:nvPr>
            <p:ph type="title" idx="4294967295"/>
          </p:nvPr>
        </p:nvSpPr>
        <p:spPr>
          <a:xfrm>
            <a:off x="290264" y="411063"/>
            <a:ext cx="8839200" cy="1001713"/>
          </a:xfrm>
        </p:spPr>
        <p:txBody>
          <a:bodyPr/>
          <a:lstStyle/>
          <a:p>
            <a:pPr algn="ctr"/>
            <a:r>
              <a:rPr lang="zh-CN" altLang="en-US" sz="3200" dirty="0">
                <a:ea typeface="黑体" panose="02010609060101010101" pitchFamily="2" charset="-122"/>
              </a:rPr>
              <a:t>用户点击 </a:t>
            </a:r>
            <a:r>
              <a:rPr lang="en-US" altLang="zh-CN" sz="3200" dirty="0">
                <a:ea typeface="黑体" panose="02010609060101010101" pitchFamily="2" charset="-122"/>
              </a:rPr>
              <a:t>URL </a:t>
            </a:r>
            <a:br>
              <a:rPr lang="en-US" altLang="zh-CN" sz="3200" dirty="0">
                <a:ea typeface="黑体" panose="02010609060101010101" pitchFamily="2" charset="-122"/>
              </a:rPr>
            </a:br>
            <a:r>
              <a:rPr lang="en-US" altLang="zh-CN" sz="2800" dirty="0"/>
              <a:t>http://www.tsinghua.edu.cn/chn/yxsz/index.htm</a:t>
            </a:r>
            <a:br>
              <a:rPr lang="en-US" altLang="zh-CN" sz="2800" dirty="0"/>
            </a:br>
            <a:r>
              <a:rPr lang="zh-CN" altLang="en-US" sz="3200" dirty="0">
                <a:ea typeface="黑体" panose="02010609060101010101" pitchFamily="2" charset="-122"/>
              </a:rPr>
              <a:t>后所发生的事件 </a:t>
            </a:r>
          </a:p>
        </p:txBody>
      </p:sp>
      <p:sp>
        <p:nvSpPr>
          <p:cNvPr id="137219" name="Rectangle 20"/>
          <p:cNvSpPr>
            <a:spLocks noGrp="1" noChangeArrowheads="1"/>
          </p:cNvSpPr>
          <p:nvPr>
            <p:ph type="body" idx="4294967295"/>
          </p:nvPr>
        </p:nvSpPr>
        <p:spPr>
          <a:xfrm>
            <a:off x="377949" y="1483568"/>
            <a:ext cx="9399587" cy="4897760"/>
          </a:xfrm>
          <a:noFill/>
          <a:ln>
            <a:solidFill>
              <a:schemeClr val="tx1"/>
            </a:solidFill>
            <a:miter lim="800000"/>
          </a:ln>
        </p:spPr>
        <p:txBody>
          <a:bodyPr/>
          <a:lstStyle/>
          <a:p>
            <a:pPr eaLnBrk="1" hangingPunct="1">
              <a:lnSpc>
                <a:spcPct val="100000"/>
              </a:lnSpc>
              <a:buFont typeface="Wingdings" panose="05000000000000000000" pitchFamily="2" charset="2"/>
              <a:buNone/>
            </a:pPr>
            <a:r>
              <a:rPr lang="en-US" altLang="zh-CN" sz="2800" dirty="0">
                <a:ea typeface="黑体" panose="02010609060101010101" pitchFamily="2" charset="-122"/>
              </a:rPr>
              <a:t>(1) </a:t>
            </a:r>
            <a:r>
              <a:rPr lang="zh-CN" altLang="en-US" sz="2800" dirty="0">
                <a:ea typeface="黑体" panose="02010609060101010101" pitchFamily="2" charset="-122"/>
              </a:rPr>
              <a:t>浏览器分析超链指向页面的 </a:t>
            </a:r>
            <a:r>
              <a:rPr lang="en-US" altLang="zh-CN" sz="2800" dirty="0">
                <a:ea typeface="黑体" panose="02010609060101010101" pitchFamily="2" charset="-122"/>
              </a:rPr>
              <a:t>URL</a:t>
            </a:r>
            <a:r>
              <a:rPr lang="zh-CN" altLang="en-US" sz="2800" dirty="0">
                <a:ea typeface="黑体" panose="02010609060101010101" pitchFamily="2" charset="-122"/>
              </a:rPr>
              <a:t>。</a:t>
            </a:r>
          </a:p>
          <a:p>
            <a:pPr eaLnBrk="1" hangingPunct="1">
              <a:lnSpc>
                <a:spcPct val="100000"/>
              </a:lnSpc>
              <a:buFont typeface="Wingdings" panose="05000000000000000000" pitchFamily="2" charset="2"/>
              <a:buNone/>
            </a:pPr>
            <a:r>
              <a:rPr lang="en-US" altLang="zh-CN" sz="2800" dirty="0">
                <a:ea typeface="黑体" panose="02010609060101010101" pitchFamily="2" charset="-122"/>
              </a:rPr>
              <a:t>(2) </a:t>
            </a:r>
            <a:r>
              <a:rPr lang="zh-CN" altLang="en-US" sz="2800" dirty="0">
                <a:ea typeface="黑体" panose="02010609060101010101" pitchFamily="2" charset="-122"/>
              </a:rPr>
              <a:t>浏览器向 </a:t>
            </a:r>
            <a:r>
              <a:rPr lang="en-US" altLang="zh-CN" sz="2800" dirty="0">
                <a:ea typeface="黑体" panose="02010609060101010101" pitchFamily="2" charset="-122"/>
              </a:rPr>
              <a:t>DNS </a:t>
            </a:r>
            <a:r>
              <a:rPr lang="zh-CN" altLang="en-US" sz="2800" dirty="0">
                <a:ea typeface="黑体" panose="02010609060101010101" pitchFamily="2" charset="-122"/>
              </a:rPr>
              <a:t>请求解析 </a:t>
            </a:r>
            <a:r>
              <a:rPr lang="en-US" altLang="zh-CN" sz="2800" dirty="0">
                <a:ea typeface="黑体" panose="02010609060101010101" pitchFamily="2" charset="-122"/>
              </a:rPr>
              <a:t>www.tsinghua.edu.cn </a:t>
            </a:r>
            <a:r>
              <a:rPr lang="zh-CN" altLang="en-US" sz="2800" dirty="0">
                <a:ea typeface="黑体" panose="02010609060101010101" pitchFamily="2" charset="-122"/>
              </a:rPr>
              <a:t>的 </a:t>
            </a:r>
            <a:r>
              <a:rPr lang="en-US" altLang="zh-CN" sz="2800" dirty="0">
                <a:ea typeface="黑体" panose="02010609060101010101" pitchFamily="2" charset="-122"/>
              </a:rPr>
              <a:t>IP </a:t>
            </a:r>
            <a:r>
              <a:rPr lang="zh-CN" altLang="en-US" sz="2800" dirty="0">
                <a:ea typeface="黑体" panose="02010609060101010101" pitchFamily="2" charset="-122"/>
              </a:rPr>
              <a:t>地址。</a:t>
            </a:r>
          </a:p>
          <a:p>
            <a:pPr eaLnBrk="1" hangingPunct="1">
              <a:lnSpc>
                <a:spcPct val="100000"/>
              </a:lnSpc>
              <a:buFont typeface="Wingdings" panose="05000000000000000000" pitchFamily="2" charset="2"/>
              <a:buNone/>
            </a:pPr>
            <a:r>
              <a:rPr lang="en-US" altLang="zh-CN" sz="2800" dirty="0">
                <a:ea typeface="黑体" panose="02010609060101010101" pitchFamily="2" charset="-122"/>
              </a:rPr>
              <a:t>(3) </a:t>
            </a:r>
            <a:r>
              <a:rPr lang="zh-CN" altLang="en-US" sz="2800" dirty="0">
                <a:ea typeface="黑体" panose="02010609060101010101" pitchFamily="2" charset="-122"/>
              </a:rPr>
              <a:t>域名系统 </a:t>
            </a:r>
            <a:r>
              <a:rPr lang="en-US" altLang="zh-CN" sz="2800" dirty="0">
                <a:ea typeface="黑体" panose="02010609060101010101" pitchFamily="2" charset="-122"/>
              </a:rPr>
              <a:t>DNS </a:t>
            </a:r>
            <a:r>
              <a:rPr lang="zh-CN" altLang="en-US" sz="2800" dirty="0">
                <a:ea typeface="黑体" panose="02010609060101010101" pitchFamily="2" charset="-122"/>
              </a:rPr>
              <a:t>解析出清华大学服务器的 </a:t>
            </a:r>
            <a:r>
              <a:rPr lang="en-US" altLang="zh-CN" sz="2800" dirty="0">
                <a:ea typeface="黑体" panose="02010609060101010101" pitchFamily="2" charset="-122"/>
              </a:rPr>
              <a:t>IP </a:t>
            </a:r>
            <a:r>
              <a:rPr lang="zh-CN" altLang="en-US" sz="2800" dirty="0">
                <a:ea typeface="黑体" panose="02010609060101010101" pitchFamily="2" charset="-122"/>
              </a:rPr>
              <a:t>地址。</a:t>
            </a:r>
          </a:p>
          <a:p>
            <a:pPr eaLnBrk="1" hangingPunct="1">
              <a:lnSpc>
                <a:spcPct val="100000"/>
              </a:lnSpc>
              <a:buFont typeface="Wingdings" panose="05000000000000000000" pitchFamily="2" charset="2"/>
              <a:buNone/>
            </a:pPr>
            <a:r>
              <a:rPr lang="en-US" altLang="zh-CN" sz="2800" dirty="0">
                <a:ea typeface="黑体" panose="02010609060101010101" pitchFamily="2" charset="-122"/>
              </a:rPr>
              <a:t>(4) </a:t>
            </a:r>
            <a:r>
              <a:rPr lang="zh-CN" altLang="en-US" sz="2800" dirty="0">
                <a:ea typeface="黑体" panose="02010609060101010101" pitchFamily="2" charset="-122"/>
              </a:rPr>
              <a:t>浏览器与服务器建立 </a:t>
            </a:r>
            <a:r>
              <a:rPr lang="en-US" altLang="zh-CN" sz="2800" dirty="0">
                <a:ea typeface="黑体" panose="02010609060101010101" pitchFamily="2" charset="-122"/>
              </a:rPr>
              <a:t>TCP </a:t>
            </a:r>
            <a:r>
              <a:rPr lang="zh-CN" altLang="en-US" sz="2800" dirty="0">
                <a:ea typeface="黑体" panose="02010609060101010101" pitchFamily="2" charset="-122"/>
              </a:rPr>
              <a:t>连接。</a:t>
            </a:r>
          </a:p>
          <a:p>
            <a:pPr eaLnBrk="1" hangingPunct="1">
              <a:lnSpc>
                <a:spcPct val="100000"/>
              </a:lnSpc>
              <a:buFont typeface="Wingdings" panose="05000000000000000000" pitchFamily="2" charset="2"/>
              <a:buNone/>
            </a:pPr>
            <a:r>
              <a:rPr lang="en-US" altLang="zh-CN" sz="2800" dirty="0">
                <a:ea typeface="黑体" panose="02010609060101010101" pitchFamily="2" charset="-122"/>
              </a:rPr>
              <a:t>(5) </a:t>
            </a:r>
            <a:r>
              <a:rPr lang="zh-CN" altLang="en-US" sz="2800" dirty="0">
                <a:ea typeface="黑体" panose="02010609060101010101" pitchFamily="2" charset="-122"/>
              </a:rPr>
              <a:t>浏览器发出取文件命令：</a:t>
            </a:r>
            <a:r>
              <a:rPr lang="en-US" altLang="zh-CN" sz="2800" dirty="0">
                <a:ea typeface="黑体" panose="02010609060101010101" pitchFamily="2" charset="-122"/>
              </a:rPr>
              <a:t>GET /</a:t>
            </a:r>
            <a:r>
              <a:rPr lang="en-US" altLang="zh-CN" sz="2800" dirty="0" err="1">
                <a:ea typeface="黑体" panose="02010609060101010101" pitchFamily="2" charset="-122"/>
              </a:rPr>
              <a:t>chn</a:t>
            </a:r>
            <a:r>
              <a:rPr lang="en-US" altLang="zh-CN" sz="2800" dirty="0">
                <a:ea typeface="黑体" panose="02010609060101010101" pitchFamily="2" charset="-122"/>
              </a:rPr>
              <a:t>/</a:t>
            </a:r>
            <a:r>
              <a:rPr lang="en-US" altLang="zh-CN" sz="2800" dirty="0" err="1">
                <a:ea typeface="黑体" panose="02010609060101010101" pitchFamily="2" charset="-122"/>
              </a:rPr>
              <a:t>yxsz</a:t>
            </a:r>
            <a:r>
              <a:rPr lang="en-US" altLang="zh-CN" sz="2800" dirty="0">
                <a:ea typeface="黑体" panose="02010609060101010101" pitchFamily="2" charset="-122"/>
              </a:rPr>
              <a:t>/index.htm</a:t>
            </a:r>
            <a:r>
              <a:rPr lang="zh-CN" altLang="en-US" sz="2800" dirty="0">
                <a:ea typeface="黑体" panose="02010609060101010101" pitchFamily="2" charset="-122"/>
              </a:rPr>
              <a:t>。</a:t>
            </a:r>
          </a:p>
          <a:p>
            <a:pPr eaLnBrk="1" hangingPunct="1">
              <a:lnSpc>
                <a:spcPct val="100000"/>
              </a:lnSpc>
              <a:buFont typeface="Wingdings" panose="05000000000000000000" pitchFamily="2" charset="2"/>
              <a:buNone/>
            </a:pPr>
            <a:r>
              <a:rPr lang="en-US" altLang="zh-CN" sz="2800" dirty="0">
                <a:ea typeface="黑体" panose="02010609060101010101" pitchFamily="2" charset="-122"/>
              </a:rPr>
              <a:t>(6) </a:t>
            </a:r>
            <a:r>
              <a:rPr lang="zh-CN" altLang="en-US" sz="2800" dirty="0">
                <a:ea typeface="黑体" panose="02010609060101010101" pitchFamily="2" charset="-122"/>
              </a:rPr>
              <a:t>服务器给出响应，把文件 </a:t>
            </a:r>
            <a:r>
              <a:rPr lang="en-US" altLang="zh-CN" sz="2800" dirty="0">
                <a:ea typeface="黑体" panose="02010609060101010101" pitchFamily="2" charset="-122"/>
              </a:rPr>
              <a:t>index.htm </a:t>
            </a:r>
            <a:r>
              <a:rPr lang="zh-CN" altLang="en-US" sz="2800" dirty="0">
                <a:ea typeface="黑体" panose="02010609060101010101" pitchFamily="2" charset="-122"/>
              </a:rPr>
              <a:t>发给浏览器。</a:t>
            </a:r>
          </a:p>
          <a:p>
            <a:pPr eaLnBrk="1" hangingPunct="1">
              <a:lnSpc>
                <a:spcPct val="100000"/>
              </a:lnSpc>
              <a:buFont typeface="Wingdings" panose="05000000000000000000" pitchFamily="2" charset="2"/>
              <a:buNone/>
            </a:pPr>
            <a:r>
              <a:rPr lang="en-US" altLang="zh-CN" sz="2800" dirty="0">
                <a:ea typeface="黑体" panose="02010609060101010101" pitchFamily="2" charset="-122"/>
              </a:rPr>
              <a:t>(7) TCP </a:t>
            </a:r>
            <a:r>
              <a:rPr lang="zh-CN" altLang="en-US" sz="2800" dirty="0">
                <a:ea typeface="黑体" panose="02010609060101010101" pitchFamily="2" charset="-122"/>
              </a:rPr>
              <a:t>连接释放。</a:t>
            </a:r>
          </a:p>
          <a:p>
            <a:pPr eaLnBrk="1" hangingPunct="1">
              <a:lnSpc>
                <a:spcPct val="100000"/>
              </a:lnSpc>
              <a:buFont typeface="Wingdings" panose="05000000000000000000" pitchFamily="2" charset="2"/>
              <a:buNone/>
            </a:pPr>
            <a:r>
              <a:rPr lang="en-US" altLang="zh-CN" sz="2800" dirty="0">
                <a:ea typeface="黑体" panose="02010609060101010101" pitchFamily="2" charset="-122"/>
              </a:rPr>
              <a:t>(8) </a:t>
            </a:r>
            <a:r>
              <a:rPr lang="zh-CN" altLang="en-US" sz="2800" dirty="0">
                <a:ea typeface="黑体" panose="02010609060101010101" pitchFamily="2" charset="-122"/>
              </a:rPr>
              <a:t>浏览器显示“清华大学院系设置”文件 </a:t>
            </a:r>
            <a:r>
              <a:rPr lang="en-US" altLang="zh-CN" sz="2800" dirty="0">
                <a:ea typeface="黑体" panose="02010609060101010101" pitchFamily="2" charset="-122"/>
              </a:rPr>
              <a:t>index.htm </a:t>
            </a:r>
            <a:r>
              <a:rPr lang="zh-CN" altLang="en-US" sz="2800" dirty="0">
                <a:ea typeface="黑体" panose="02010609060101010101" pitchFamily="2" charset="-122"/>
              </a:rPr>
              <a:t>中的所有文本。</a:t>
            </a: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Line 20"/>
          <p:cNvSpPr>
            <a:spLocks noChangeShapeType="1"/>
          </p:cNvSpPr>
          <p:nvPr/>
        </p:nvSpPr>
        <p:spPr bwMode="auto">
          <a:xfrm flipH="1">
            <a:off x="3149051" y="3932139"/>
            <a:ext cx="5159" cy="971550"/>
          </a:xfrm>
          <a:prstGeom prst="line">
            <a:avLst/>
          </a:prstGeom>
          <a:noFill/>
          <a:ln w="9525">
            <a:solidFill>
              <a:schemeClr val="folHlink"/>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endParaRPr>
          </a:p>
        </p:txBody>
      </p:sp>
      <p:sp>
        <p:nvSpPr>
          <p:cNvPr id="141315" name="Rectangle 25"/>
          <p:cNvSpPr>
            <a:spLocks noChangeArrowheads="1"/>
          </p:cNvSpPr>
          <p:nvPr/>
        </p:nvSpPr>
        <p:spPr bwMode="auto">
          <a:xfrm>
            <a:off x="2860126" y="4284564"/>
            <a:ext cx="560652" cy="27305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2000" b="1">
              <a:solidFill>
                <a:srgbClr val="000099"/>
              </a:solidFill>
            </a:endParaRPr>
          </a:p>
        </p:txBody>
      </p:sp>
      <p:sp>
        <p:nvSpPr>
          <p:cNvPr id="141316" name="Text Box 26"/>
          <p:cNvSpPr txBox="1">
            <a:spLocks noChangeArrowheads="1"/>
          </p:cNvSpPr>
          <p:nvPr/>
        </p:nvSpPr>
        <p:spPr bwMode="auto">
          <a:xfrm>
            <a:off x="2767257" y="4270277"/>
            <a:ext cx="684803" cy="40011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RTT</a:t>
            </a:r>
          </a:p>
        </p:txBody>
      </p:sp>
      <p:sp>
        <p:nvSpPr>
          <p:cNvPr id="141317" name="Line 19"/>
          <p:cNvSpPr>
            <a:spLocks noChangeShapeType="1"/>
          </p:cNvSpPr>
          <p:nvPr/>
        </p:nvSpPr>
        <p:spPr bwMode="auto">
          <a:xfrm flipH="1">
            <a:off x="3154210" y="2955827"/>
            <a:ext cx="6879" cy="969963"/>
          </a:xfrm>
          <a:prstGeom prst="line">
            <a:avLst/>
          </a:prstGeom>
          <a:noFill/>
          <a:ln w="9525">
            <a:solidFill>
              <a:schemeClr val="folHlink"/>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endParaRPr>
          </a:p>
        </p:txBody>
      </p:sp>
      <p:sp>
        <p:nvSpPr>
          <p:cNvPr id="141318" name="Rectangle 22"/>
          <p:cNvSpPr>
            <a:spLocks noChangeArrowheads="1"/>
          </p:cNvSpPr>
          <p:nvPr/>
        </p:nvSpPr>
        <p:spPr bwMode="auto">
          <a:xfrm>
            <a:off x="2860126" y="3333651"/>
            <a:ext cx="560652" cy="27463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2000" b="1">
              <a:solidFill>
                <a:srgbClr val="000099"/>
              </a:solidFill>
            </a:endParaRPr>
          </a:p>
        </p:txBody>
      </p:sp>
      <p:sp>
        <p:nvSpPr>
          <p:cNvPr id="141319" name="Text Box 23"/>
          <p:cNvSpPr txBox="1">
            <a:spLocks noChangeArrowheads="1"/>
          </p:cNvSpPr>
          <p:nvPr/>
        </p:nvSpPr>
        <p:spPr bwMode="auto">
          <a:xfrm>
            <a:off x="2793053" y="3297139"/>
            <a:ext cx="684803" cy="40011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RTT</a:t>
            </a:r>
          </a:p>
        </p:txBody>
      </p:sp>
      <p:sp>
        <p:nvSpPr>
          <p:cNvPr id="130056" name="Rectangle 2"/>
          <p:cNvSpPr>
            <a:spLocks noGrp="1" noChangeArrowheads="1"/>
          </p:cNvSpPr>
          <p:nvPr>
            <p:ph type="title"/>
          </p:nvPr>
        </p:nvSpPr>
        <p:spPr>
          <a:xfrm>
            <a:off x="506507" y="188640"/>
            <a:ext cx="8525683" cy="812453"/>
          </a:xfrm>
        </p:spPr>
        <p:txBody>
          <a:bodyPr/>
          <a:lstStyle/>
          <a:p>
            <a:pPr algn="ctr" eaLnBrk="1" hangingPunct="1">
              <a:defRPr/>
            </a:pPr>
            <a:r>
              <a:rPr dirty="0"/>
              <a:t>请求一个万维网文档所需的时间 </a:t>
            </a:r>
          </a:p>
        </p:txBody>
      </p:sp>
      <p:sp>
        <p:nvSpPr>
          <p:cNvPr id="141321" name="Freeform 4"/>
          <p:cNvSpPr/>
          <p:nvPr/>
        </p:nvSpPr>
        <p:spPr bwMode="auto">
          <a:xfrm>
            <a:off x="3439696" y="4432201"/>
            <a:ext cx="3465381" cy="819150"/>
          </a:xfrm>
          <a:custGeom>
            <a:avLst/>
            <a:gdLst>
              <a:gd name="T0" fmla="*/ 0 w 1679"/>
              <a:gd name="T1" fmla="*/ 2147483646 h 408"/>
              <a:gd name="T2" fmla="*/ 0 w 1679"/>
              <a:gd name="T3" fmla="*/ 2147483646 h 408"/>
              <a:gd name="T4" fmla="*/ 2147483646 w 1679"/>
              <a:gd name="T5" fmla="*/ 0 h 408"/>
              <a:gd name="T6" fmla="*/ 2147483646 w 1679"/>
              <a:gd name="T7" fmla="*/ 2147483646 h 408"/>
              <a:gd name="T8" fmla="*/ 0 w 1679"/>
              <a:gd name="T9" fmla="*/ 2147483646 h 40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679" h="408">
                <a:moveTo>
                  <a:pt x="0" y="408"/>
                </a:moveTo>
                <a:lnTo>
                  <a:pt x="0" y="227"/>
                </a:lnTo>
                <a:lnTo>
                  <a:pt x="1679" y="0"/>
                </a:lnTo>
                <a:lnTo>
                  <a:pt x="1679" y="181"/>
                </a:lnTo>
                <a:lnTo>
                  <a:pt x="0" y="408"/>
                </a:lnTo>
                <a:close/>
              </a:path>
            </a:pathLst>
          </a:custGeom>
          <a:solidFill>
            <a:srgbClr val="99FF99"/>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endParaRPr>
          </a:p>
        </p:txBody>
      </p:sp>
      <p:pic>
        <p:nvPicPr>
          <p:cNvPr id="141322" name="Picture 5"/>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99205" y="1689002"/>
            <a:ext cx="969963" cy="1357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1323" name="Rectangle 6"/>
          <p:cNvSpPr>
            <a:spLocks noChangeArrowheads="1"/>
          </p:cNvSpPr>
          <p:nvPr/>
        </p:nvSpPr>
        <p:spPr bwMode="auto">
          <a:xfrm>
            <a:off x="6201114" y="1412776"/>
            <a:ext cx="1731244"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lnSpc>
                <a:spcPct val="80000"/>
              </a:lnSpc>
            </a:pPr>
            <a:r>
              <a:rPr kumimoji="1" lang="zh-CN" altLang="en-US" sz="2000" b="1">
                <a:solidFill>
                  <a:srgbClr val="000099"/>
                </a:solidFill>
                <a:latin typeface="Arial" panose="020B0604020202020204" pitchFamily="34" charset="0"/>
                <a:ea typeface="黑体" panose="02010609060101010101" pitchFamily="2" charset="-122"/>
              </a:rPr>
              <a:t>万维网服务器</a:t>
            </a:r>
          </a:p>
        </p:txBody>
      </p:sp>
      <p:sp>
        <p:nvSpPr>
          <p:cNvPr id="141324" name="Rectangle 7"/>
          <p:cNvSpPr>
            <a:spLocks noChangeArrowheads="1"/>
          </p:cNvSpPr>
          <p:nvPr/>
        </p:nvSpPr>
        <p:spPr bwMode="auto">
          <a:xfrm>
            <a:off x="2729422" y="1488976"/>
            <a:ext cx="1473161"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kumimoji="1" lang="zh-CN" altLang="en-US" sz="2000" b="1">
                <a:solidFill>
                  <a:srgbClr val="000099"/>
                </a:solidFill>
                <a:latin typeface="Arial" panose="020B0604020202020204" pitchFamily="34" charset="0"/>
                <a:ea typeface="黑体" panose="02010609060101010101" pitchFamily="2" charset="-122"/>
              </a:rPr>
              <a:t>万维网客户</a:t>
            </a:r>
          </a:p>
        </p:txBody>
      </p:sp>
      <p:pic>
        <p:nvPicPr>
          <p:cNvPr id="141325" name="Picture 8"/>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161090" y="1981102"/>
            <a:ext cx="65696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1326" name="Line 9"/>
          <p:cNvSpPr>
            <a:spLocks noChangeShapeType="1"/>
          </p:cNvSpPr>
          <p:nvPr/>
        </p:nvSpPr>
        <p:spPr bwMode="auto">
          <a:xfrm>
            <a:off x="3441415" y="2878040"/>
            <a:ext cx="0" cy="2987675"/>
          </a:xfrm>
          <a:prstGeom prst="line">
            <a:avLst/>
          </a:prstGeom>
          <a:noFill/>
          <a:ln w="9525">
            <a:solidFill>
              <a:schemeClr val="folHlink"/>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endParaRPr>
          </a:p>
        </p:txBody>
      </p:sp>
      <p:sp>
        <p:nvSpPr>
          <p:cNvPr id="141327" name="Text Box 10"/>
          <p:cNvSpPr txBox="1">
            <a:spLocks noChangeArrowheads="1"/>
          </p:cNvSpPr>
          <p:nvPr/>
        </p:nvSpPr>
        <p:spPr bwMode="auto">
          <a:xfrm>
            <a:off x="1079346" y="2752627"/>
            <a:ext cx="1868012" cy="40011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000" b="1" dirty="0">
                <a:solidFill>
                  <a:srgbClr val="000099"/>
                </a:solidFill>
                <a:latin typeface="Arial" panose="020B0604020202020204" pitchFamily="34" charset="0"/>
                <a:ea typeface="黑体" panose="02010609060101010101" pitchFamily="2" charset="-122"/>
              </a:rPr>
              <a:t>发起 </a:t>
            </a:r>
            <a:r>
              <a:rPr kumimoji="1" lang="en-US" altLang="zh-CN" sz="2000" b="1" dirty="0">
                <a:solidFill>
                  <a:srgbClr val="000099"/>
                </a:solidFill>
                <a:latin typeface="Arial" panose="020B0604020202020204" pitchFamily="34" charset="0"/>
                <a:ea typeface="黑体" panose="02010609060101010101" pitchFamily="2" charset="-122"/>
              </a:rPr>
              <a:t>TCP </a:t>
            </a:r>
            <a:r>
              <a:rPr kumimoji="1" lang="zh-CN" altLang="en-US" sz="2000" b="1" dirty="0">
                <a:solidFill>
                  <a:srgbClr val="000099"/>
                </a:solidFill>
                <a:latin typeface="Arial" panose="020B0604020202020204" pitchFamily="34" charset="0"/>
                <a:ea typeface="黑体" panose="02010609060101010101" pitchFamily="2" charset="-122"/>
              </a:rPr>
              <a:t>连接</a:t>
            </a:r>
          </a:p>
        </p:txBody>
      </p:sp>
      <p:sp>
        <p:nvSpPr>
          <p:cNvPr id="141328" name="Text Box 11"/>
          <p:cNvSpPr txBox="1">
            <a:spLocks noChangeArrowheads="1"/>
          </p:cNvSpPr>
          <p:nvPr/>
        </p:nvSpPr>
        <p:spPr bwMode="auto">
          <a:xfrm>
            <a:off x="992784" y="3694014"/>
            <a:ext cx="195457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HTTP </a:t>
            </a:r>
            <a:r>
              <a:rPr kumimoji="1" lang="zh-CN" altLang="en-US" sz="2000" b="1">
                <a:solidFill>
                  <a:srgbClr val="000099"/>
                </a:solidFill>
                <a:latin typeface="Arial" panose="020B0604020202020204" pitchFamily="34" charset="0"/>
                <a:ea typeface="黑体" panose="02010609060101010101" pitchFamily="2" charset="-122"/>
              </a:rPr>
              <a:t>请求报文</a:t>
            </a:r>
          </a:p>
        </p:txBody>
      </p:sp>
      <p:sp>
        <p:nvSpPr>
          <p:cNvPr id="141329" name="Line 12"/>
          <p:cNvSpPr>
            <a:spLocks noChangeShapeType="1"/>
          </p:cNvSpPr>
          <p:nvPr/>
        </p:nvSpPr>
        <p:spPr bwMode="auto">
          <a:xfrm>
            <a:off x="3441415" y="2955826"/>
            <a:ext cx="3465380" cy="454025"/>
          </a:xfrm>
          <a:prstGeom prst="line">
            <a:avLst/>
          </a:prstGeom>
          <a:noFill/>
          <a:ln w="38100">
            <a:solidFill>
              <a:schemeClr val="folHlink"/>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endParaRPr>
          </a:p>
        </p:txBody>
      </p:sp>
      <p:sp>
        <p:nvSpPr>
          <p:cNvPr id="141330" name="Line 13"/>
          <p:cNvSpPr>
            <a:spLocks noChangeShapeType="1"/>
          </p:cNvSpPr>
          <p:nvPr/>
        </p:nvSpPr>
        <p:spPr bwMode="auto">
          <a:xfrm flipH="1">
            <a:off x="3429377" y="3452714"/>
            <a:ext cx="3465381" cy="455612"/>
          </a:xfrm>
          <a:prstGeom prst="line">
            <a:avLst/>
          </a:prstGeom>
          <a:noFill/>
          <a:ln w="38100">
            <a:solidFill>
              <a:schemeClr val="folHlink"/>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endParaRPr>
          </a:p>
        </p:txBody>
      </p:sp>
      <p:sp>
        <p:nvSpPr>
          <p:cNvPr id="141331" name="Line 14"/>
          <p:cNvSpPr>
            <a:spLocks noChangeShapeType="1"/>
          </p:cNvSpPr>
          <p:nvPr/>
        </p:nvSpPr>
        <p:spPr bwMode="auto">
          <a:xfrm>
            <a:off x="3441415" y="3951190"/>
            <a:ext cx="3465380" cy="454025"/>
          </a:xfrm>
          <a:prstGeom prst="line">
            <a:avLst/>
          </a:prstGeom>
          <a:noFill/>
          <a:ln w="38100">
            <a:solidFill>
              <a:schemeClr val="folHlink"/>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endParaRPr>
          </a:p>
        </p:txBody>
      </p:sp>
      <p:sp>
        <p:nvSpPr>
          <p:cNvPr id="141332" name="Line 15"/>
          <p:cNvSpPr>
            <a:spLocks noChangeShapeType="1"/>
          </p:cNvSpPr>
          <p:nvPr/>
        </p:nvSpPr>
        <p:spPr bwMode="auto">
          <a:xfrm>
            <a:off x="2975352" y="2955826"/>
            <a:ext cx="466064" cy="0"/>
          </a:xfrm>
          <a:prstGeom prst="line">
            <a:avLst/>
          </a:prstGeom>
          <a:noFill/>
          <a:ln w="9525">
            <a:solidFill>
              <a:schemeClr val="folHlink"/>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endParaRPr>
          </a:p>
        </p:txBody>
      </p:sp>
      <p:sp>
        <p:nvSpPr>
          <p:cNvPr id="141333" name="Line 16"/>
          <p:cNvSpPr>
            <a:spLocks noChangeShapeType="1"/>
          </p:cNvSpPr>
          <p:nvPr/>
        </p:nvSpPr>
        <p:spPr bwMode="auto">
          <a:xfrm>
            <a:off x="2982231" y="3925789"/>
            <a:ext cx="466064" cy="0"/>
          </a:xfrm>
          <a:prstGeom prst="line">
            <a:avLst/>
          </a:prstGeom>
          <a:noFill/>
          <a:ln w="9525">
            <a:solidFill>
              <a:schemeClr val="folHlink"/>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endParaRPr>
          </a:p>
        </p:txBody>
      </p:sp>
      <p:sp>
        <p:nvSpPr>
          <p:cNvPr id="141334" name="Line 17"/>
          <p:cNvSpPr>
            <a:spLocks noChangeShapeType="1"/>
          </p:cNvSpPr>
          <p:nvPr/>
        </p:nvSpPr>
        <p:spPr bwMode="auto">
          <a:xfrm>
            <a:off x="2963313" y="5254526"/>
            <a:ext cx="466063" cy="0"/>
          </a:xfrm>
          <a:prstGeom prst="line">
            <a:avLst/>
          </a:prstGeom>
          <a:noFill/>
          <a:ln w="9525">
            <a:solidFill>
              <a:schemeClr val="folHlink"/>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endParaRPr>
          </a:p>
        </p:txBody>
      </p:sp>
      <p:sp>
        <p:nvSpPr>
          <p:cNvPr id="141335" name="Line 18"/>
          <p:cNvSpPr>
            <a:spLocks noChangeShapeType="1"/>
          </p:cNvSpPr>
          <p:nvPr/>
        </p:nvSpPr>
        <p:spPr bwMode="auto">
          <a:xfrm>
            <a:off x="2963313" y="4890989"/>
            <a:ext cx="466063" cy="0"/>
          </a:xfrm>
          <a:prstGeom prst="line">
            <a:avLst/>
          </a:prstGeom>
          <a:noFill/>
          <a:ln w="9525">
            <a:solidFill>
              <a:schemeClr val="folHlink"/>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endParaRPr>
          </a:p>
        </p:txBody>
      </p:sp>
      <p:sp>
        <p:nvSpPr>
          <p:cNvPr id="141336" name="Text Box 27"/>
          <p:cNvSpPr txBox="1">
            <a:spLocks noChangeArrowheads="1"/>
          </p:cNvSpPr>
          <p:nvPr/>
        </p:nvSpPr>
        <p:spPr bwMode="auto">
          <a:xfrm>
            <a:off x="7040939" y="4317902"/>
            <a:ext cx="1991251" cy="40011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000" b="1">
                <a:solidFill>
                  <a:srgbClr val="000099"/>
                </a:solidFill>
                <a:latin typeface="Arial" panose="020B0604020202020204" pitchFamily="34" charset="0"/>
                <a:ea typeface="黑体" panose="02010609060101010101" pitchFamily="2" charset="-122"/>
              </a:rPr>
              <a:t>传输文档的时间</a:t>
            </a:r>
          </a:p>
        </p:txBody>
      </p:sp>
      <p:sp>
        <p:nvSpPr>
          <p:cNvPr id="141337" name="Text Box 28"/>
          <p:cNvSpPr txBox="1">
            <a:spLocks noChangeArrowheads="1"/>
          </p:cNvSpPr>
          <p:nvPr/>
        </p:nvSpPr>
        <p:spPr bwMode="auto">
          <a:xfrm>
            <a:off x="1214191" y="5056089"/>
            <a:ext cx="1733167" cy="40011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000" b="1">
                <a:solidFill>
                  <a:srgbClr val="000099"/>
                </a:solidFill>
                <a:latin typeface="Arial" panose="020B0604020202020204" pitchFamily="34" charset="0"/>
                <a:ea typeface="黑体" panose="02010609060101010101" pitchFamily="2" charset="-122"/>
              </a:rPr>
              <a:t>整个文档收到</a:t>
            </a:r>
          </a:p>
        </p:txBody>
      </p:sp>
      <p:sp>
        <p:nvSpPr>
          <p:cNvPr id="141338" name="AutoShape 29"/>
          <p:cNvSpPr>
            <a:spLocks noChangeArrowheads="1"/>
          </p:cNvSpPr>
          <p:nvPr/>
        </p:nvSpPr>
        <p:spPr bwMode="auto">
          <a:xfrm rot="-445727">
            <a:off x="4726100" y="4700489"/>
            <a:ext cx="1030156" cy="273050"/>
          </a:xfrm>
          <a:prstGeom prst="leftArrow">
            <a:avLst>
              <a:gd name="adj1" fmla="val 50000"/>
              <a:gd name="adj2" fmla="val 87064"/>
            </a:avLst>
          </a:prstGeom>
          <a:solidFill>
            <a:schemeClr val="folHlink"/>
          </a:solidFill>
          <a:ln w="9525">
            <a:solidFill>
              <a:schemeClr val="folHlink"/>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2000" b="1">
              <a:solidFill>
                <a:srgbClr val="000099"/>
              </a:solidFill>
            </a:endParaRPr>
          </a:p>
        </p:txBody>
      </p:sp>
      <p:sp>
        <p:nvSpPr>
          <p:cNvPr id="141339" name="Line 30"/>
          <p:cNvSpPr>
            <a:spLocks noChangeShapeType="1"/>
          </p:cNvSpPr>
          <p:nvPr/>
        </p:nvSpPr>
        <p:spPr bwMode="auto">
          <a:xfrm>
            <a:off x="6896476" y="2873276"/>
            <a:ext cx="0" cy="2986088"/>
          </a:xfrm>
          <a:prstGeom prst="line">
            <a:avLst/>
          </a:prstGeom>
          <a:noFill/>
          <a:ln w="9525">
            <a:solidFill>
              <a:schemeClr val="folHlink"/>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endParaRPr>
          </a:p>
        </p:txBody>
      </p:sp>
      <p:sp>
        <p:nvSpPr>
          <p:cNvPr id="141340" name="Text Box 31"/>
          <p:cNvSpPr txBox="1">
            <a:spLocks noChangeArrowheads="1"/>
          </p:cNvSpPr>
          <p:nvPr/>
        </p:nvSpPr>
        <p:spPr bwMode="auto">
          <a:xfrm>
            <a:off x="3107776" y="5745064"/>
            <a:ext cx="700833" cy="40011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000" b="1">
                <a:solidFill>
                  <a:srgbClr val="000099"/>
                </a:solidFill>
                <a:latin typeface="Arial" panose="020B0604020202020204" pitchFamily="34" charset="0"/>
                <a:ea typeface="黑体" panose="02010609060101010101" pitchFamily="2" charset="-122"/>
              </a:rPr>
              <a:t>时间</a:t>
            </a:r>
          </a:p>
        </p:txBody>
      </p:sp>
      <p:sp>
        <p:nvSpPr>
          <p:cNvPr id="141341" name="Text Box 32"/>
          <p:cNvSpPr txBox="1">
            <a:spLocks noChangeArrowheads="1"/>
          </p:cNvSpPr>
          <p:nvPr/>
        </p:nvSpPr>
        <p:spPr bwMode="auto">
          <a:xfrm>
            <a:off x="6554238" y="5745064"/>
            <a:ext cx="700833" cy="40011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000" b="1">
                <a:solidFill>
                  <a:srgbClr val="000099"/>
                </a:solidFill>
                <a:latin typeface="Arial" panose="020B0604020202020204" pitchFamily="34" charset="0"/>
                <a:ea typeface="黑体" panose="02010609060101010101" pitchFamily="2" charset="-122"/>
              </a:rPr>
              <a:t>时间</a:t>
            </a:r>
          </a:p>
        </p:txBody>
      </p:sp>
      <p:sp>
        <p:nvSpPr>
          <p:cNvPr id="141342" name="Text Box 33"/>
          <p:cNvSpPr txBox="1">
            <a:spLocks noChangeArrowheads="1"/>
          </p:cNvSpPr>
          <p:nvPr/>
        </p:nvSpPr>
        <p:spPr bwMode="auto">
          <a:xfrm rot="-440849">
            <a:off x="3954328" y="4268660"/>
            <a:ext cx="195457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HTTP </a:t>
            </a:r>
            <a:r>
              <a:rPr kumimoji="1" lang="zh-CN" altLang="en-US" sz="2000" b="1">
                <a:solidFill>
                  <a:srgbClr val="000099"/>
                </a:solidFill>
                <a:latin typeface="Arial" panose="020B0604020202020204" pitchFamily="34" charset="0"/>
                <a:ea typeface="黑体" panose="02010609060101010101" pitchFamily="2" charset="-122"/>
              </a:rPr>
              <a:t>响应报文</a:t>
            </a:r>
          </a:p>
        </p:txBody>
      </p:sp>
      <p:sp>
        <p:nvSpPr>
          <p:cNvPr id="141343" name="AutoShape 34"/>
          <p:cNvSpPr/>
          <p:nvPr/>
        </p:nvSpPr>
        <p:spPr bwMode="auto">
          <a:xfrm>
            <a:off x="6946351" y="4411565"/>
            <a:ext cx="94588" cy="365125"/>
          </a:xfrm>
          <a:prstGeom prst="rightBracket">
            <a:avLst>
              <a:gd name="adj" fmla="val 34849"/>
            </a:avLst>
          </a:prstGeom>
          <a:noFill/>
          <a:ln w="9525">
            <a:solidFill>
              <a:schemeClr val="folHlink"/>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2000" b="1">
              <a:solidFill>
                <a:srgbClr val="000099"/>
              </a:solidFill>
            </a:endParaRPr>
          </a:p>
        </p:txBody>
      </p:sp>
      <p:sp>
        <p:nvSpPr>
          <p:cNvPr id="141344" name="Line 35"/>
          <p:cNvSpPr>
            <a:spLocks noChangeShapeType="1"/>
          </p:cNvSpPr>
          <p:nvPr/>
        </p:nvSpPr>
        <p:spPr bwMode="auto">
          <a:xfrm>
            <a:off x="7040939" y="4594126"/>
            <a:ext cx="92869"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endParaRPr>
          </a:p>
        </p:txBody>
      </p:sp>
      <p:sp>
        <p:nvSpPr>
          <p:cNvPr id="33" name="Text Box 6"/>
          <p:cNvSpPr txBox="1">
            <a:spLocks noChangeArrowheads="1"/>
          </p:cNvSpPr>
          <p:nvPr/>
        </p:nvSpPr>
        <p:spPr bwMode="auto">
          <a:xfrm>
            <a:off x="495300" y="4925486"/>
            <a:ext cx="9282236" cy="1815882"/>
          </a:xfrm>
          <a:prstGeom prst="rect">
            <a:avLst/>
          </a:prstGeom>
          <a:solidFill>
            <a:srgbClr val="FFFF99"/>
          </a:solidFill>
          <a:ln w="9525">
            <a:solidFill>
              <a:schemeClr val="folHlink"/>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algn="just" eaLnBrk="1" hangingPunct="1"/>
            <a:r>
              <a:rPr lang="en-US" altLang="zh-CN" sz="2800" b="1" dirty="0">
                <a:solidFill>
                  <a:srgbClr val="000099"/>
                </a:solidFill>
                <a:latin typeface="Arial" panose="020B0604020202020204" pitchFamily="34" charset="0"/>
                <a:ea typeface="黑体" panose="02010609060101010101" pitchFamily="2" charset="-122"/>
              </a:rPr>
              <a:t>HTTP</a:t>
            </a:r>
            <a:r>
              <a:rPr lang="zh-CN" altLang="en-US" sz="2800" b="1" dirty="0">
                <a:solidFill>
                  <a:srgbClr val="000099"/>
                </a:solidFill>
                <a:latin typeface="Arial" panose="020B0604020202020204" pitchFamily="34" charset="0"/>
                <a:ea typeface="黑体" panose="02010609060101010101" pitchFamily="2" charset="-122"/>
              </a:rPr>
              <a:t>使用运输层</a:t>
            </a:r>
            <a:r>
              <a:rPr lang="en-US" altLang="zh-CN" sz="2800" b="1" dirty="0">
                <a:solidFill>
                  <a:srgbClr val="000099"/>
                </a:solidFill>
                <a:latin typeface="Arial" panose="020B0604020202020204" pitchFamily="34" charset="0"/>
                <a:ea typeface="黑体" panose="02010609060101010101" pitchFamily="2" charset="-122"/>
              </a:rPr>
              <a:t>TCP</a:t>
            </a:r>
            <a:r>
              <a:rPr lang="zh-CN" altLang="en-US" sz="2800" b="1" dirty="0">
                <a:solidFill>
                  <a:srgbClr val="000099"/>
                </a:solidFill>
                <a:latin typeface="Arial" panose="020B0604020202020204" pitchFamily="34" charset="0"/>
                <a:ea typeface="黑体" panose="02010609060101010101" pitchFamily="2" charset="-122"/>
              </a:rPr>
              <a:t>协议，保证数据传输的可靠性。但是</a:t>
            </a:r>
            <a:r>
              <a:rPr lang="en-US" altLang="zh-CN" sz="2800" b="1" dirty="0">
                <a:solidFill>
                  <a:srgbClr val="FF0000"/>
                </a:solidFill>
                <a:latin typeface="Arial" panose="020B0604020202020204" pitchFamily="34" charset="0"/>
                <a:ea typeface="黑体" panose="02010609060101010101" pitchFamily="2" charset="-122"/>
              </a:rPr>
              <a:t>HTTP</a:t>
            </a:r>
            <a:r>
              <a:rPr lang="zh-CN" altLang="en-US" sz="2800" b="1" dirty="0">
                <a:solidFill>
                  <a:srgbClr val="FF0000"/>
                </a:solidFill>
                <a:latin typeface="Arial" panose="020B0604020202020204" pitchFamily="34" charset="0"/>
                <a:ea typeface="黑体" panose="02010609060101010101" pitchFamily="2" charset="-122"/>
              </a:rPr>
              <a:t>协议本身</a:t>
            </a:r>
            <a:r>
              <a:rPr lang="zh-CN" altLang="en-US" sz="2800" b="1" dirty="0">
                <a:solidFill>
                  <a:srgbClr val="000099"/>
                </a:solidFill>
                <a:latin typeface="Arial" panose="020B0604020202020204" pitchFamily="34" charset="0"/>
                <a:ea typeface="黑体" panose="02010609060101010101" pitchFamily="2" charset="-122"/>
              </a:rPr>
              <a:t>是</a:t>
            </a:r>
            <a:r>
              <a:rPr lang="zh-CN" altLang="en-US" sz="2800" b="1" dirty="0">
                <a:solidFill>
                  <a:srgbClr val="FF0000"/>
                </a:solidFill>
                <a:latin typeface="Arial" panose="020B0604020202020204" pitchFamily="34" charset="0"/>
                <a:ea typeface="黑体" panose="02010609060101010101" pitchFamily="2" charset="-122"/>
              </a:rPr>
              <a:t>无连接的</a:t>
            </a:r>
            <a:r>
              <a:rPr lang="zh-CN" altLang="en-US" sz="2800" b="1" dirty="0">
                <a:solidFill>
                  <a:srgbClr val="000099"/>
                </a:solidFill>
                <a:latin typeface="Arial" panose="020B0604020202020204" pitchFamily="34" charset="0"/>
                <a:ea typeface="黑体" panose="02010609060101010101" pitchFamily="2" charset="-122"/>
              </a:rPr>
              <a:t>，而且是</a:t>
            </a:r>
            <a:r>
              <a:rPr lang="zh-CN" altLang="en-US" sz="2800" b="1" dirty="0">
                <a:solidFill>
                  <a:srgbClr val="FF0000"/>
                </a:solidFill>
                <a:latin typeface="Arial" panose="020B0604020202020204" pitchFamily="34" charset="0"/>
                <a:ea typeface="黑体" panose="02010609060101010101" pitchFamily="2" charset="-122"/>
              </a:rPr>
              <a:t>无状态的</a:t>
            </a:r>
            <a:r>
              <a:rPr lang="zh-CN" altLang="en-US" sz="2800" b="1" dirty="0">
                <a:solidFill>
                  <a:srgbClr val="000099"/>
                </a:solidFill>
                <a:latin typeface="Arial" panose="020B0604020202020204" pitchFamily="34" charset="0"/>
                <a:ea typeface="黑体" panose="02010609060101010101" pitchFamily="2" charset="-122"/>
              </a:rPr>
              <a:t>。</a:t>
            </a:r>
            <a:endParaRPr lang="en-US" altLang="zh-CN" sz="2800" b="1" dirty="0">
              <a:solidFill>
                <a:srgbClr val="000099"/>
              </a:solidFill>
              <a:latin typeface="Arial" panose="020B0604020202020204" pitchFamily="34" charset="0"/>
              <a:ea typeface="黑体" panose="02010609060101010101" pitchFamily="2" charset="-122"/>
            </a:endParaRPr>
          </a:p>
          <a:p>
            <a:pPr algn="just" eaLnBrk="1" hangingPunct="1"/>
            <a:r>
              <a:rPr lang="zh-CN" altLang="en-US" sz="2800" b="1" dirty="0">
                <a:solidFill>
                  <a:srgbClr val="000099"/>
                </a:solidFill>
                <a:latin typeface="Arial" panose="020B0604020202020204" pitchFamily="34" charset="0"/>
                <a:ea typeface="黑体" panose="02010609060101010101" pitchFamily="2" charset="-122"/>
              </a:rPr>
              <a:t>也就是说，用户</a:t>
            </a:r>
            <a:r>
              <a:rPr lang="zh-CN" altLang="en-US" sz="2800" b="1" dirty="0">
                <a:solidFill>
                  <a:srgbClr val="FF0000"/>
                </a:solidFill>
                <a:latin typeface="Arial" panose="020B0604020202020204" pitchFamily="34" charset="0"/>
                <a:ea typeface="黑体" panose="02010609060101010101" pitchFamily="2" charset="-122"/>
              </a:rPr>
              <a:t>第二次访问同一个服务器</a:t>
            </a:r>
            <a:r>
              <a:rPr lang="zh-CN" altLang="en-US" sz="2800" b="1" dirty="0">
                <a:solidFill>
                  <a:srgbClr val="000099"/>
                </a:solidFill>
                <a:latin typeface="Arial" panose="020B0604020202020204" pitchFamily="34" charset="0"/>
                <a:ea typeface="黑体" panose="02010609060101010101" pitchFamily="2" charset="-122"/>
              </a:rPr>
              <a:t>的</a:t>
            </a:r>
            <a:r>
              <a:rPr lang="zh-CN" altLang="en-US" sz="2800" b="1" dirty="0">
                <a:solidFill>
                  <a:srgbClr val="FF0000"/>
                </a:solidFill>
                <a:latin typeface="Arial" panose="020B0604020202020204" pitchFamily="34" charset="0"/>
                <a:ea typeface="黑体" panose="02010609060101010101" pitchFamily="2" charset="-122"/>
              </a:rPr>
              <a:t>相同页面</a:t>
            </a:r>
            <a:r>
              <a:rPr lang="zh-CN" altLang="en-US" sz="2800" b="1" dirty="0">
                <a:solidFill>
                  <a:srgbClr val="000099"/>
                </a:solidFill>
                <a:latin typeface="Arial" panose="020B0604020202020204" pitchFamily="34" charset="0"/>
                <a:ea typeface="黑体" panose="02010609060101010101" pitchFamily="2" charset="-122"/>
              </a:rPr>
              <a:t>时，要</a:t>
            </a:r>
            <a:r>
              <a:rPr lang="zh-CN" altLang="en-US" sz="2800" b="1" dirty="0">
                <a:solidFill>
                  <a:srgbClr val="FF0000"/>
                </a:solidFill>
                <a:latin typeface="Arial" panose="020B0604020202020204" pitchFamily="34" charset="0"/>
                <a:ea typeface="黑体" panose="02010609060101010101" pitchFamily="2" charset="-122"/>
              </a:rPr>
              <a:t>重新建立连接</a:t>
            </a:r>
            <a:r>
              <a:rPr lang="zh-CN" altLang="en-US" sz="2800" b="1" dirty="0">
                <a:solidFill>
                  <a:srgbClr val="000099"/>
                </a:solidFill>
                <a:latin typeface="Arial" panose="020B0604020202020204" pitchFamily="34" charset="0"/>
                <a:ea typeface="黑体" panose="02010609060101010101" pitchFamily="2" charset="-122"/>
              </a:rPr>
              <a:t>，重新传输。</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fade">
                                      <p:cBhvr>
                                        <p:cTn id="7"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p:cNvSpPr>
            <a:spLocks noGrp="1" noChangeArrowheads="1"/>
          </p:cNvSpPr>
          <p:nvPr>
            <p:ph type="title"/>
          </p:nvPr>
        </p:nvSpPr>
        <p:spPr/>
        <p:txBody>
          <a:bodyPr/>
          <a:lstStyle/>
          <a:p>
            <a:pPr algn="ctr" eaLnBrk="1" hangingPunct="1"/>
            <a:r>
              <a:rPr lang="zh-CN" altLang="en-US" dirty="0">
                <a:ea typeface="黑体" panose="02010609060101010101" pitchFamily="2" charset="-122"/>
              </a:rPr>
              <a:t>采用持续连接的</a:t>
            </a:r>
            <a:r>
              <a:rPr lang="en-US" altLang="zh-CN" dirty="0">
                <a:ea typeface="黑体" panose="02010609060101010101" pitchFamily="2" charset="-122"/>
              </a:rPr>
              <a:t>HTTP/1.1</a:t>
            </a:r>
          </a:p>
        </p:txBody>
      </p:sp>
      <p:sp>
        <p:nvSpPr>
          <p:cNvPr id="142339" name="Rectangle 3"/>
          <p:cNvSpPr>
            <a:spLocks noGrp="1" noChangeArrowheads="1"/>
          </p:cNvSpPr>
          <p:nvPr>
            <p:ph idx="1"/>
          </p:nvPr>
        </p:nvSpPr>
        <p:spPr/>
        <p:txBody>
          <a:bodyPr/>
          <a:lstStyle/>
          <a:p>
            <a:r>
              <a:rPr lang="zh-CN" altLang="en-US" sz="3000" dirty="0">
                <a:solidFill>
                  <a:schemeClr val="tx1"/>
                </a:solidFill>
                <a:ea typeface="黑体" panose="02010609060101010101" pitchFamily="2" charset="-122"/>
              </a:rPr>
              <a:t>为了解决重复建立连接的问题，</a:t>
            </a:r>
            <a:r>
              <a:rPr lang="en-US" altLang="zh-CN" sz="3000" dirty="0">
                <a:solidFill>
                  <a:srgbClr val="FF0000"/>
                </a:solidFill>
                <a:ea typeface="黑体" panose="02010609060101010101" pitchFamily="2" charset="-122"/>
              </a:rPr>
              <a:t>HTTP/1.1 </a:t>
            </a:r>
            <a:r>
              <a:rPr lang="zh-CN" altLang="en-US" sz="3000" dirty="0">
                <a:solidFill>
                  <a:srgbClr val="FF0000"/>
                </a:solidFill>
                <a:ea typeface="黑体" panose="02010609060101010101" pitchFamily="2" charset="-122"/>
              </a:rPr>
              <a:t>协议</a:t>
            </a:r>
            <a:r>
              <a:rPr lang="zh-CN" altLang="en-US" sz="3000" dirty="0">
                <a:solidFill>
                  <a:schemeClr val="tx1"/>
                </a:solidFill>
                <a:ea typeface="黑体" panose="02010609060101010101" pitchFamily="2" charset="-122"/>
              </a:rPr>
              <a:t>使用</a:t>
            </a:r>
            <a:r>
              <a:rPr lang="zh-CN" altLang="en-US" sz="3000" dirty="0">
                <a:solidFill>
                  <a:srgbClr val="FF0000"/>
                </a:solidFill>
                <a:ea typeface="黑体" panose="02010609060101010101" pitchFamily="2" charset="-122"/>
              </a:rPr>
              <a:t>持续连接 </a:t>
            </a:r>
            <a:r>
              <a:rPr lang="en-US" altLang="zh-CN" sz="3000" dirty="0">
                <a:solidFill>
                  <a:schemeClr val="tx1"/>
                </a:solidFill>
                <a:ea typeface="黑体" panose="02010609060101010101" pitchFamily="2" charset="-122"/>
              </a:rPr>
              <a:t>(persistent connection)</a:t>
            </a:r>
            <a:r>
              <a:rPr lang="zh-CN" altLang="en-US" sz="3000" dirty="0">
                <a:solidFill>
                  <a:schemeClr val="tx1"/>
                </a:solidFill>
                <a:ea typeface="黑体" panose="02010609060101010101" pitchFamily="2" charset="-122"/>
              </a:rPr>
              <a:t>。</a:t>
            </a:r>
          </a:p>
          <a:p>
            <a:pPr eaLnBrk="1" hangingPunct="1"/>
            <a:r>
              <a:rPr lang="zh-CN" altLang="en-US" sz="3000" dirty="0">
                <a:ea typeface="黑体" panose="02010609060101010101" pitchFamily="2" charset="-122"/>
              </a:rPr>
              <a:t>万维网服务器在</a:t>
            </a:r>
            <a:r>
              <a:rPr lang="zh-CN" altLang="en-US" sz="3000" dirty="0">
                <a:solidFill>
                  <a:srgbClr val="FF0000"/>
                </a:solidFill>
                <a:ea typeface="黑体" panose="02010609060101010101" pitchFamily="2" charset="-122"/>
              </a:rPr>
              <a:t>发送响应</a:t>
            </a:r>
            <a:r>
              <a:rPr lang="zh-CN" altLang="en-US" sz="3000" dirty="0">
                <a:ea typeface="黑体" panose="02010609060101010101" pitchFamily="2" charset="-122"/>
              </a:rPr>
              <a:t>后仍然</a:t>
            </a:r>
            <a:r>
              <a:rPr lang="zh-CN" altLang="en-US" sz="3000" dirty="0">
                <a:solidFill>
                  <a:srgbClr val="FF0000"/>
                </a:solidFill>
                <a:ea typeface="黑体" panose="02010609060101010101" pitchFamily="2" charset="-122"/>
              </a:rPr>
              <a:t>在一段时间内保持这条连接</a:t>
            </a:r>
            <a:r>
              <a:rPr lang="zh-CN" altLang="en-US" sz="3000" dirty="0">
                <a:ea typeface="黑体" panose="02010609060101010101" pitchFamily="2" charset="-122"/>
              </a:rPr>
              <a:t>，</a:t>
            </a:r>
            <a:r>
              <a:rPr lang="zh-CN" altLang="en-US" sz="3000" dirty="0">
                <a:solidFill>
                  <a:srgbClr val="0000FF"/>
                </a:solidFill>
                <a:ea typeface="黑体" panose="02010609060101010101" pitchFamily="2" charset="-122"/>
              </a:rPr>
              <a:t>不会立即释放连接</a:t>
            </a:r>
            <a:r>
              <a:rPr lang="zh-CN" altLang="en-US" sz="3000" dirty="0">
                <a:ea typeface="黑体" panose="02010609060101010101" pitchFamily="2" charset="-122"/>
              </a:rPr>
              <a:t>，使同一个客户（浏览器）和该服务器可以继续在这条连接上</a:t>
            </a:r>
            <a:r>
              <a:rPr lang="zh-CN" altLang="en-US" sz="3000" dirty="0">
                <a:solidFill>
                  <a:srgbClr val="FF0000"/>
                </a:solidFill>
                <a:ea typeface="黑体" panose="02010609060101010101" pitchFamily="2" charset="-122"/>
              </a:rPr>
              <a:t>传送后续的 </a:t>
            </a:r>
            <a:r>
              <a:rPr lang="en-US" altLang="zh-CN" sz="3000" dirty="0">
                <a:solidFill>
                  <a:srgbClr val="FF0000"/>
                </a:solidFill>
                <a:ea typeface="黑体" panose="02010609060101010101" pitchFamily="2" charset="-122"/>
              </a:rPr>
              <a:t>HTTP </a:t>
            </a:r>
            <a:r>
              <a:rPr lang="zh-CN" altLang="en-US" sz="3000" dirty="0">
                <a:solidFill>
                  <a:srgbClr val="FF0000"/>
                </a:solidFill>
                <a:ea typeface="黑体" panose="02010609060101010101" pitchFamily="2" charset="-122"/>
              </a:rPr>
              <a:t>请求报文</a:t>
            </a:r>
            <a:r>
              <a:rPr lang="zh-CN" altLang="en-US" sz="3000" dirty="0">
                <a:ea typeface="黑体" panose="02010609060101010101" pitchFamily="2" charset="-122"/>
              </a:rPr>
              <a:t>和</a:t>
            </a:r>
            <a:r>
              <a:rPr lang="zh-CN" altLang="en-US" sz="3000" dirty="0">
                <a:solidFill>
                  <a:srgbClr val="FF0000"/>
                </a:solidFill>
                <a:ea typeface="黑体" panose="02010609060101010101" pitchFamily="2" charset="-122"/>
              </a:rPr>
              <a:t>响应报文</a:t>
            </a:r>
            <a:r>
              <a:rPr lang="zh-CN" altLang="en-US" sz="3000" dirty="0">
                <a:ea typeface="黑体" panose="02010609060101010101" pitchFamily="2" charset="-122"/>
              </a:rPr>
              <a:t>。不必再重新建立</a:t>
            </a:r>
            <a:r>
              <a:rPr lang="en-US" altLang="zh-CN" sz="3000" dirty="0">
                <a:ea typeface="黑体" panose="02010609060101010101" pitchFamily="2" charset="-122"/>
              </a:rPr>
              <a:t>TCP</a:t>
            </a:r>
            <a:r>
              <a:rPr lang="zh-CN" altLang="en-US" sz="3000" dirty="0">
                <a:ea typeface="黑体" panose="02010609060101010101" pitchFamily="2" charset="-122"/>
              </a:rPr>
              <a:t>连接。</a:t>
            </a: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2"/>
          <p:cNvSpPr>
            <a:spLocks noGrp="1" noChangeArrowheads="1"/>
          </p:cNvSpPr>
          <p:nvPr>
            <p:ph type="title"/>
          </p:nvPr>
        </p:nvSpPr>
        <p:spPr/>
        <p:txBody>
          <a:bodyPr/>
          <a:lstStyle/>
          <a:p>
            <a:pPr eaLnBrk="1" hangingPunct="1"/>
            <a:r>
              <a:rPr lang="en-US" altLang="zh-CN" dirty="0">
                <a:ea typeface="黑体" panose="02010609060101010101" pitchFamily="2" charset="-122"/>
              </a:rPr>
              <a:t>2. </a:t>
            </a:r>
            <a:r>
              <a:rPr lang="zh-CN" altLang="en-US" dirty="0">
                <a:ea typeface="黑体" panose="02010609060101010101" pitchFamily="2" charset="-122"/>
              </a:rPr>
              <a:t>代理服务器</a:t>
            </a:r>
            <a:endParaRPr lang="en-US" altLang="zh-CN" dirty="0">
              <a:ea typeface="黑体" panose="02010609060101010101" pitchFamily="2" charset="-122"/>
            </a:endParaRPr>
          </a:p>
        </p:txBody>
      </p:sp>
      <p:sp>
        <p:nvSpPr>
          <p:cNvPr id="144387" name="Rectangle 3"/>
          <p:cNvSpPr>
            <a:spLocks noGrp="1" noChangeArrowheads="1"/>
          </p:cNvSpPr>
          <p:nvPr>
            <p:ph idx="1"/>
          </p:nvPr>
        </p:nvSpPr>
        <p:spPr/>
        <p:txBody>
          <a:bodyPr/>
          <a:lstStyle/>
          <a:p>
            <a:pPr eaLnBrk="1" hangingPunct="1">
              <a:spcAft>
                <a:spcPct val="20000"/>
              </a:spcAft>
            </a:pPr>
            <a:r>
              <a:rPr lang="zh-CN" altLang="en-US" dirty="0">
                <a:solidFill>
                  <a:srgbClr val="FF0000"/>
                </a:solidFill>
                <a:ea typeface="黑体" panose="02010609060101010101" pitchFamily="2" charset="-122"/>
              </a:rPr>
              <a:t>代理服务器 </a:t>
            </a:r>
            <a:r>
              <a:rPr lang="en-US" altLang="zh-CN" dirty="0">
                <a:ea typeface="黑体" panose="02010609060101010101" pitchFamily="2" charset="-122"/>
              </a:rPr>
              <a:t>(proxy server) </a:t>
            </a:r>
            <a:r>
              <a:rPr lang="zh-CN" altLang="en-US" dirty="0">
                <a:ea typeface="黑体" panose="02010609060101010101" pitchFamily="2" charset="-122"/>
              </a:rPr>
              <a:t>又称为</a:t>
            </a:r>
            <a:r>
              <a:rPr lang="zh-CN" altLang="en-US" dirty="0">
                <a:solidFill>
                  <a:srgbClr val="FF0000"/>
                </a:solidFill>
                <a:ea typeface="黑体" panose="02010609060101010101" pitchFamily="2" charset="-122"/>
              </a:rPr>
              <a:t>万维网高速缓存 </a:t>
            </a:r>
            <a:r>
              <a:rPr lang="en-US" altLang="zh-CN" dirty="0">
                <a:ea typeface="黑体" panose="02010609060101010101" pitchFamily="2" charset="-122"/>
              </a:rPr>
              <a:t>(Web cache)</a:t>
            </a:r>
            <a:r>
              <a:rPr lang="zh-CN" altLang="en-US" dirty="0">
                <a:ea typeface="黑体" panose="02010609060101010101" pitchFamily="2" charset="-122"/>
              </a:rPr>
              <a:t>，它</a:t>
            </a:r>
            <a:r>
              <a:rPr lang="zh-CN" altLang="en-US" dirty="0">
                <a:solidFill>
                  <a:srgbClr val="0000FF"/>
                </a:solidFill>
                <a:ea typeface="黑体" panose="02010609060101010101" pitchFamily="2" charset="-122"/>
              </a:rPr>
              <a:t>代表</a:t>
            </a:r>
            <a:r>
              <a:rPr lang="zh-CN" altLang="en-US" dirty="0">
                <a:solidFill>
                  <a:srgbClr val="FF0000"/>
                </a:solidFill>
                <a:ea typeface="黑体" panose="02010609060101010101" pitchFamily="2" charset="-122"/>
              </a:rPr>
              <a:t>浏览器</a:t>
            </a:r>
            <a:r>
              <a:rPr lang="zh-CN" altLang="en-US" dirty="0">
                <a:ea typeface="黑体" panose="02010609060101010101" pitchFamily="2" charset="-122"/>
              </a:rPr>
              <a:t>发出 </a:t>
            </a:r>
            <a:r>
              <a:rPr lang="en-US" altLang="zh-CN" dirty="0">
                <a:ea typeface="黑体" panose="02010609060101010101" pitchFamily="2" charset="-122"/>
              </a:rPr>
              <a:t>HTTP </a:t>
            </a:r>
            <a:r>
              <a:rPr lang="zh-CN" altLang="en-US" dirty="0">
                <a:ea typeface="黑体" panose="02010609060101010101" pitchFamily="2" charset="-122"/>
              </a:rPr>
              <a:t>请求。</a:t>
            </a:r>
          </a:p>
          <a:p>
            <a:pPr eaLnBrk="1" hangingPunct="1">
              <a:spcAft>
                <a:spcPct val="20000"/>
              </a:spcAft>
            </a:pPr>
            <a:r>
              <a:rPr lang="zh-CN" altLang="en-US" dirty="0">
                <a:ea typeface="黑体" panose="02010609060101010101" pitchFamily="2" charset="-122"/>
              </a:rPr>
              <a:t>代理服务器把最近的一些请求和响应</a:t>
            </a:r>
            <a:r>
              <a:rPr lang="zh-CN" altLang="en-US" dirty="0">
                <a:solidFill>
                  <a:srgbClr val="FF0000"/>
                </a:solidFill>
                <a:ea typeface="黑体" panose="02010609060101010101" pitchFamily="2" charset="-122"/>
              </a:rPr>
              <a:t>暂存</a:t>
            </a:r>
            <a:r>
              <a:rPr lang="zh-CN" altLang="en-US" dirty="0">
                <a:ea typeface="黑体" panose="02010609060101010101" pitchFamily="2" charset="-122"/>
              </a:rPr>
              <a:t>在本地磁盘中。</a:t>
            </a:r>
          </a:p>
          <a:p>
            <a:pPr eaLnBrk="1" hangingPunct="1">
              <a:spcAft>
                <a:spcPct val="20000"/>
              </a:spcAft>
            </a:pPr>
            <a:r>
              <a:rPr lang="zh-CN" altLang="en-US" dirty="0">
                <a:ea typeface="黑体" panose="02010609060101010101" pitchFamily="2" charset="-122"/>
              </a:rPr>
              <a:t>当与暂时存放的请求相同的新请求到达时，</a:t>
            </a:r>
            <a:r>
              <a:rPr lang="zh-CN" altLang="en-US" dirty="0">
                <a:solidFill>
                  <a:srgbClr val="FF0000"/>
                </a:solidFill>
                <a:ea typeface="黑体" panose="02010609060101010101" pitchFamily="2" charset="-122"/>
              </a:rPr>
              <a:t>代理服务器</a:t>
            </a:r>
            <a:r>
              <a:rPr lang="zh-CN" altLang="en-US" dirty="0">
                <a:ea typeface="黑体" panose="02010609060101010101" pitchFamily="2" charset="-122"/>
              </a:rPr>
              <a:t>就把</a:t>
            </a:r>
            <a:r>
              <a:rPr lang="zh-CN" altLang="en-US" dirty="0">
                <a:solidFill>
                  <a:srgbClr val="FF0000"/>
                </a:solidFill>
                <a:ea typeface="黑体" panose="02010609060101010101" pitchFamily="2" charset="-122"/>
              </a:rPr>
              <a:t>暂存的响应</a:t>
            </a:r>
            <a:r>
              <a:rPr lang="zh-CN" altLang="en-US" dirty="0">
                <a:ea typeface="黑体" panose="02010609060101010101" pitchFamily="2" charset="-122"/>
              </a:rPr>
              <a:t>发送出去，而不需要按 </a:t>
            </a:r>
            <a:r>
              <a:rPr lang="en-US" altLang="zh-CN" dirty="0">
                <a:ea typeface="黑体" panose="02010609060101010101" pitchFamily="2" charset="-122"/>
              </a:rPr>
              <a:t>URL </a:t>
            </a:r>
            <a:r>
              <a:rPr lang="zh-CN" altLang="en-US" dirty="0">
                <a:ea typeface="黑体" panose="02010609060101010101" pitchFamily="2" charset="-122"/>
              </a:rPr>
              <a:t>的地址再去互联网访问该资源。 </a:t>
            </a:r>
            <a:r>
              <a:rPr lang="zh-CN" altLang="en-US" sz="2800" dirty="0">
                <a:ea typeface="黑体" panose="02010609060101010101" pitchFamily="2" charset="-122"/>
              </a:rPr>
              <a:t> </a:t>
            </a: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4"/>
          <p:cNvSpPr>
            <a:spLocks noGrp="1" noChangeArrowheads="1"/>
          </p:cNvSpPr>
          <p:nvPr>
            <p:ph type="title" idx="4294967295"/>
          </p:nvPr>
        </p:nvSpPr>
        <p:spPr>
          <a:xfrm>
            <a:off x="416496" y="599976"/>
            <a:ext cx="9047162" cy="812800"/>
          </a:xfrm>
        </p:spPr>
        <p:txBody>
          <a:bodyPr/>
          <a:lstStyle/>
          <a:p>
            <a:pPr algn="ctr" eaLnBrk="1" hangingPunct="1">
              <a:defRPr/>
            </a:pPr>
            <a:r>
              <a:rPr sz="4060" dirty="0"/>
              <a:t>使用</a:t>
            </a:r>
            <a:r>
              <a:rPr lang="zh-CN" altLang="en-US" sz="4060" dirty="0"/>
              <a:t>代理服务器</a:t>
            </a:r>
            <a:r>
              <a:rPr sz="4060" dirty="0"/>
              <a:t>可</a:t>
            </a:r>
            <a:r>
              <a:rPr sz="4060" dirty="0">
                <a:solidFill>
                  <a:srgbClr val="FF0000"/>
                </a:solidFill>
              </a:rPr>
              <a:t>减少</a:t>
            </a:r>
            <a:br>
              <a:rPr sz="4060" dirty="0"/>
            </a:br>
            <a:r>
              <a:rPr sz="4060" dirty="0"/>
              <a:t>访问互联网服务器的时延 </a:t>
            </a:r>
          </a:p>
        </p:txBody>
      </p:sp>
      <p:grpSp>
        <p:nvGrpSpPr>
          <p:cNvPr id="146435" name="Group 24"/>
          <p:cNvGrpSpPr/>
          <p:nvPr/>
        </p:nvGrpSpPr>
        <p:grpSpPr bwMode="auto">
          <a:xfrm>
            <a:off x="215271" y="2908003"/>
            <a:ext cx="3897048" cy="2803525"/>
            <a:chOff x="912" y="768"/>
            <a:chExt cx="2400" cy="1584"/>
          </a:xfrm>
        </p:grpSpPr>
        <p:sp>
          <p:nvSpPr>
            <p:cNvPr id="146717" name="Oval 25"/>
            <p:cNvSpPr>
              <a:spLocks noChangeArrowheads="1"/>
            </p:cNvSpPr>
            <p:nvPr/>
          </p:nvSpPr>
          <p:spPr bwMode="auto">
            <a:xfrm>
              <a:off x="1751" y="799"/>
              <a:ext cx="1026" cy="628"/>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46718" name="Oval 26"/>
            <p:cNvSpPr>
              <a:spLocks noChangeArrowheads="1"/>
            </p:cNvSpPr>
            <p:nvPr/>
          </p:nvSpPr>
          <p:spPr bwMode="auto">
            <a:xfrm>
              <a:off x="1172" y="972"/>
              <a:ext cx="781" cy="627"/>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46719" name="Oval 27"/>
            <p:cNvSpPr>
              <a:spLocks noChangeArrowheads="1"/>
            </p:cNvSpPr>
            <p:nvPr/>
          </p:nvSpPr>
          <p:spPr bwMode="auto">
            <a:xfrm>
              <a:off x="926" y="1364"/>
              <a:ext cx="521" cy="502"/>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46720" name="Oval 28"/>
            <p:cNvSpPr>
              <a:spLocks noChangeArrowheads="1"/>
            </p:cNvSpPr>
            <p:nvPr/>
          </p:nvSpPr>
          <p:spPr bwMode="auto">
            <a:xfrm>
              <a:off x="1085" y="1599"/>
              <a:ext cx="796" cy="549"/>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46721" name="Oval 29"/>
            <p:cNvSpPr>
              <a:spLocks noChangeArrowheads="1"/>
            </p:cNvSpPr>
            <p:nvPr/>
          </p:nvSpPr>
          <p:spPr bwMode="auto">
            <a:xfrm>
              <a:off x="1664" y="1693"/>
              <a:ext cx="1200" cy="659"/>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46722" name="Oval 30"/>
            <p:cNvSpPr>
              <a:spLocks noChangeArrowheads="1"/>
            </p:cNvSpPr>
            <p:nvPr/>
          </p:nvSpPr>
          <p:spPr bwMode="auto">
            <a:xfrm>
              <a:off x="2445" y="988"/>
              <a:ext cx="751"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46723" name="Oval 31"/>
            <p:cNvSpPr>
              <a:spLocks noChangeArrowheads="1"/>
            </p:cNvSpPr>
            <p:nvPr/>
          </p:nvSpPr>
          <p:spPr bwMode="auto">
            <a:xfrm>
              <a:off x="2560" y="1317"/>
              <a:ext cx="752"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46724" name="Oval 32"/>
            <p:cNvSpPr>
              <a:spLocks noChangeArrowheads="1"/>
            </p:cNvSpPr>
            <p:nvPr/>
          </p:nvSpPr>
          <p:spPr bwMode="auto">
            <a:xfrm>
              <a:off x="2488" y="1427"/>
              <a:ext cx="752"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46725" name="Oval 33"/>
            <p:cNvSpPr>
              <a:spLocks noChangeArrowheads="1"/>
            </p:cNvSpPr>
            <p:nvPr/>
          </p:nvSpPr>
          <p:spPr bwMode="auto">
            <a:xfrm>
              <a:off x="1360" y="1176"/>
              <a:ext cx="1547"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grpSp>
          <p:nvGrpSpPr>
            <p:cNvPr id="146726" name="Group 34"/>
            <p:cNvGrpSpPr/>
            <p:nvPr/>
          </p:nvGrpSpPr>
          <p:grpSpPr bwMode="auto">
            <a:xfrm>
              <a:off x="912" y="768"/>
              <a:ext cx="2386" cy="1553"/>
              <a:chOff x="912" y="768"/>
              <a:chExt cx="2386" cy="1553"/>
            </a:xfrm>
          </p:grpSpPr>
          <p:sp>
            <p:nvSpPr>
              <p:cNvPr id="146727" name="Oval 35"/>
              <p:cNvSpPr>
                <a:spLocks noChangeArrowheads="1"/>
              </p:cNvSpPr>
              <p:nvPr/>
            </p:nvSpPr>
            <p:spPr bwMode="auto">
              <a:xfrm>
                <a:off x="1736" y="768"/>
                <a:ext cx="1027"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46728" name="Oval 36"/>
              <p:cNvSpPr>
                <a:spLocks noChangeArrowheads="1"/>
              </p:cNvSpPr>
              <p:nvPr/>
            </p:nvSpPr>
            <p:spPr bwMode="auto">
              <a:xfrm>
                <a:off x="1158" y="941"/>
                <a:ext cx="781"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46729" name="Oval 37"/>
              <p:cNvSpPr>
                <a:spLocks noChangeArrowheads="1"/>
              </p:cNvSpPr>
              <p:nvPr/>
            </p:nvSpPr>
            <p:spPr bwMode="auto">
              <a:xfrm>
                <a:off x="912" y="1333"/>
                <a:ext cx="520" cy="501"/>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46730" name="Oval 38"/>
              <p:cNvSpPr>
                <a:spLocks noChangeArrowheads="1"/>
              </p:cNvSpPr>
              <p:nvPr/>
            </p:nvSpPr>
            <p:spPr bwMode="auto">
              <a:xfrm>
                <a:off x="1071" y="1568"/>
                <a:ext cx="795" cy="549"/>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46731" name="Oval 39"/>
              <p:cNvSpPr>
                <a:spLocks noChangeArrowheads="1"/>
              </p:cNvSpPr>
              <p:nvPr/>
            </p:nvSpPr>
            <p:spPr bwMode="auto">
              <a:xfrm>
                <a:off x="1649" y="1662"/>
                <a:ext cx="1200" cy="659"/>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46732" name="Oval 40"/>
              <p:cNvSpPr>
                <a:spLocks noChangeArrowheads="1"/>
              </p:cNvSpPr>
              <p:nvPr/>
            </p:nvSpPr>
            <p:spPr bwMode="auto">
              <a:xfrm>
                <a:off x="2430" y="95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46733" name="Oval 41"/>
              <p:cNvSpPr>
                <a:spLocks noChangeArrowheads="1"/>
              </p:cNvSpPr>
              <p:nvPr/>
            </p:nvSpPr>
            <p:spPr bwMode="auto">
              <a:xfrm>
                <a:off x="2546" y="128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46734" name="Oval 42"/>
              <p:cNvSpPr>
                <a:spLocks noChangeArrowheads="1"/>
              </p:cNvSpPr>
              <p:nvPr/>
            </p:nvSpPr>
            <p:spPr bwMode="auto">
              <a:xfrm>
                <a:off x="2473" y="1395"/>
                <a:ext cx="752"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46735" name="Oval 43"/>
              <p:cNvSpPr>
                <a:spLocks noChangeArrowheads="1"/>
              </p:cNvSpPr>
              <p:nvPr/>
            </p:nvSpPr>
            <p:spPr bwMode="auto">
              <a:xfrm>
                <a:off x="1346" y="1144"/>
                <a:ext cx="1547"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grpSp>
      </p:grpSp>
      <p:graphicFrame>
        <p:nvGraphicFramePr>
          <p:cNvPr id="146436" name="Object 44"/>
          <p:cNvGraphicFramePr>
            <a:graphicFrameLocks noChangeAspect="1"/>
          </p:cNvGraphicFramePr>
          <p:nvPr/>
        </p:nvGraphicFramePr>
        <p:xfrm>
          <a:off x="7311131" y="3712865"/>
          <a:ext cx="1994958" cy="1257300"/>
        </p:xfrm>
        <a:graphic>
          <a:graphicData uri="http://schemas.openxmlformats.org/presentationml/2006/ole">
            <mc:AlternateContent xmlns:mc="http://schemas.openxmlformats.org/markup-compatibility/2006">
              <mc:Choice xmlns:v="urn:schemas-microsoft-com:vml" Requires="v">
                <p:oleObj spid="_x0000_s20464" name="VISIO" r:id="rId4" imgW="1687195" imgH="964565" progId="Visio.Drawing.6">
                  <p:embed/>
                </p:oleObj>
              </mc:Choice>
              <mc:Fallback>
                <p:oleObj name="VISIO" r:id="rId4" imgW="1687195" imgH="964565" progId="Visio.Drawing.6">
                  <p:embed/>
                  <p:pic>
                    <p:nvPicPr>
                      <p:cNvPr id="0" name="图片 1948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11131" y="3712865"/>
                        <a:ext cx="1994958" cy="1257300"/>
                      </a:xfrm>
                      <a:prstGeom prst="rect">
                        <a:avLst/>
                      </a:prstGeom>
                      <a:noFill/>
                      <a:ln>
                        <a:noFill/>
                      </a:ln>
                      <a:effectLst>
                        <a:outerShdw dist="25400" dir="54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146437" name="Line 45"/>
          <p:cNvSpPr>
            <a:spLocks noChangeShapeType="1"/>
          </p:cNvSpPr>
          <p:nvPr/>
        </p:nvSpPr>
        <p:spPr bwMode="auto">
          <a:xfrm>
            <a:off x="4144995" y="4327227"/>
            <a:ext cx="2847975" cy="0"/>
          </a:xfrm>
          <a:prstGeom prst="line">
            <a:avLst/>
          </a:prstGeom>
          <a:noFill/>
          <a:ln w="38100">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146438" name="Line 46"/>
          <p:cNvSpPr>
            <a:spLocks noChangeShapeType="1"/>
          </p:cNvSpPr>
          <p:nvPr/>
        </p:nvSpPr>
        <p:spPr bwMode="auto">
          <a:xfrm>
            <a:off x="8545942" y="4884441"/>
            <a:ext cx="732631" cy="593725"/>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46439" name="Line 47"/>
          <p:cNvSpPr>
            <a:spLocks noChangeShapeType="1"/>
          </p:cNvSpPr>
          <p:nvPr/>
        </p:nvSpPr>
        <p:spPr bwMode="auto">
          <a:xfrm>
            <a:off x="8969011" y="4579640"/>
            <a:ext cx="588169" cy="125412"/>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46440" name="Line 48"/>
          <p:cNvSpPr>
            <a:spLocks noChangeShapeType="1"/>
          </p:cNvSpPr>
          <p:nvPr/>
        </p:nvSpPr>
        <p:spPr bwMode="auto">
          <a:xfrm flipV="1">
            <a:off x="9001687" y="3835103"/>
            <a:ext cx="555492" cy="168275"/>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46441" name="Line 49"/>
          <p:cNvSpPr>
            <a:spLocks noChangeShapeType="1"/>
          </p:cNvSpPr>
          <p:nvPr/>
        </p:nvSpPr>
        <p:spPr bwMode="auto">
          <a:xfrm flipV="1">
            <a:off x="8511546" y="3158828"/>
            <a:ext cx="767027" cy="650875"/>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nvGrpSpPr>
          <p:cNvPr id="146442" name="Group 51"/>
          <p:cNvGrpSpPr/>
          <p:nvPr/>
        </p:nvGrpSpPr>
        <p:grpSpPr bwMode="auto">
          <a:xfrm>
            <a:off x="9405838" y="3460453"/>
            <a:ext cx="443706" cy="722313"/>
            <a:chOff x="4486" y="2730"/>
            <a:chExt cx="217" cy="339"/>
          </a:xfrm>
        </p:grpSpPr>
        <p:grpSp>
          <p:nvGrpSpPr>
            <p:cNvPr id="146697" name="Group 52"/>
            <p:cNvGrpSpPr/>
            <p:nvPr/>
          </p:nvGrpSpPr>
          <p:grpSpPr bwMode="auto">
            <a:xfrm>
              <a:off x="4491" y="2736"/>
              <a:ext cx="212" cy="333"/>
              <a:chOff x="4491" y="2736"/>
              <a:chExt cx="212" cy="333"/>
            </a:xfrm>
          </p:grpSpPr>
          <p:sp>
            <p:nvSpPr>
              <p:cNvPr id="146708" name="Freeform 53"/>
              <p:cNvSpPr/>
              <p:nvPr/>
            </p:nvSpPr>
            <p:spPr bwMode="auto">
              <a:xfrm>
                <a:off x="4557" y="2736"/>
                <a:ext cx="146" cy="333"/>
              </a:xfrm>
              <a:custGeom>
                <a:avLst/>
                <a:gdLst>
                  <a:gd name="T0" fmla="*/ 50 w 146"/>
                  <a:gd name="T1" fmla="*/ 333 h 333"/>
                  <a:gd name="T2" fmla="*/ 0 w 146"/>
                  <a:gd name="T3" fmla="*/ 51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1"/>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709" name="Freeform 54"/>
              <p:cNvSpPr/>
              <p:nvPr/>
            </p:nvSpPr>
            <p:spPr bwMode="auto">
              <a:xfrm>
                <a:off x="4557" y="2736"/>
                <a:ext cx="146" cy="333"/>
              </a:xfrm>
              <a:custGeom>
                <a:avLst/>
                <a:gdLst>
                  <a:gd name="T0" fmla="*/ 50 w 146"/>
                  <a:gd name="T1" fmla="*/ 333 h 333"/>
                  <a:gd name="T2" fmla="*/ 0 w 146"/>
                  <a:gd name="T3" fmla="*/ 51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1"/>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710" name="Freeform 55"/>
              <p:cNvSpPr/>
              <p:nvPr/>
            </p:nvSpPr>
            <p:spPr bwMode="auto">
              <a:xfrm>
                <a:off x="4491" y="273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711" name="Freeform 56"/>
              <p:cNvSpPr/>
              <p:nvPr/>
            </p:nvSpPr>
            <p:spPr bwMode="auto">
              <a:xfrm>
                <a:off x="4491" y="273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712" name="Rectangle 57"/>
              <p:cNvSpPr>
                <a:spLocks noChangeArrowheads="1"/>
              </p:cNvSpPr>
              <p:nvPr/>
            </p:nvSpPr>
            <p:spPr bwMode="auto">
              <a:xfrm>
                <a:off x="4491" y="2799"/>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6713" name="Rectangle 58"/>
              <p:cNvSpPr>
                <a:spLocks noChangeArrowheads="1"/>
              </p:cNvSpPr>
              <p:nvPr/>
            </p:nvSpPr>
            <p:spPr bwMode="auto">
              <a:xfrm>
                <a:off x="4496" y="2812"/>
                <a:ext cx="66"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6714" name="Line 59"/>
              <p:cNvSpPr>
                <a:spLocks noChangeShapeType="1"/>
              </p:cNvSpPr>
              <p:nvPr/>
            </p:nvSpPr>
            <p:spPr bwMode="auto">
              <a:xfrm>
                <a:off x="4501" y="2837"/>
                <a:ext cx="51"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46715" name="Line 60"/>
              <p:cNvSpPr>
                <a:spLocks noChangeShapeType="1"/>
              </p:cNvSpPr>
              <p:nvPr/>
            </p:nvSpPr>
            <p:spPr bwMode="auto">
              <a:xfrm flipH="1">
                <a:off x="4491" y="3013"/>
                <a:ext cx="116"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46716" name="Line 61"/>
              <p:cNvSpPr>
                <a:spLocks noChangeShapeType="1"/>
              </p:cNvSpPr>
              <p:nvPr/>
            </p:nvSpPr>
            <p:spPr bwMode="auto">
              <a:xfrm flipH="1">
                <a:off x="4491" y="2900"/>
                <a:ext cx="116"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nvGrpSpPr>
            <p:cNvPr id="146698" name="Group 62"/>
            <p:cNvGrpSpPr/>
            <p:nvPr/>
          </p:nvGrpSpPr>
          <p:grpSpPr bwMode="auto">
            <a:xfrm>
              <a:off x="4486" y="2730"/>
              <a:ext cx="212" cy="333"/>
              <a:chOff x="4486" y="2730"/>
              <a:chExt cx="212" cy="333"/>
            </a:xfrm>
          </p:grpSpPr>
          <p:sp>
            <p:nvSpPr>
              <p:cNvPr id="146699" name="Freeform 63"/>
              <p:cNvSpPr/>
              <p:nvPr/>
            </p:nvSpPr>
            <p:spPr bwMode="auto">
              <a:xfrm>
                <a:off x="4552" y="2730"/>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700" name="Freeform 64"/>
              <p:cNvSpPr/>
              <p:nvPr/>
            </p:nvSpPr>
            <p:spPr bwMode="auto">
              <a:xfrm>
                <a:off x="4552" y="2730"/>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701" name="Freeform 65"/>
              <p:cNvSpPr/>
              <p:nvPr/>
            </p:nvSpPr>
            <p:spPr bwMode="auto">
              <a:xfrm>
                <a:off x="4486" y="2730"/>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702" name="Freeform 66"/>
              <p:cNvSpPr/>
              <p:nvPr/>
            </p:nvSpPr>
            <p:spPr bwMode="auto">
              <a:xfrm>
                <a:off x="4486" y="2730"/>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703" name="Rectangle 67"/>
              <p:cNvSpPr>
                <a:spLocks noChangeArrowheads="1"/>
              </p:cNvSpPr>
              <p:nvPr/>
            </p:nvSpPr>
            <p:spPr bwMode="auto">
              <a:xfrm>
                <a:off x="4486" y="2793"/>
                <a:ext cx="116" cy="270"/>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6704" name="Rectangle 68"/>
              <p:cNvSpPr>
                <a:spLocks noChangeArrowheads="1"/>
              </p:cNvSpPr>
              <p:nvPr/>
            </p:nvSpPr>
            <p:spPr bwMode="auto">
              <a:xfrm>
                <a:off x="4491" y="2806"/>
                <a:ext cx="66" cy="43"/>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6705" name="Line 69"/>
              <p:cNvSpPr>
                <a:spLocks noChangeShapeType="1"/>
              </p:cNvSpPr>
              <p:nvPr/>
            </p:nvSpPr>
            <p:spPr bwMode="auto">
              <a:xfrm>
                <a:off x="4501" y="2824"/>
                <a:ext cx="41"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46706" name="Line 70"/>
              <p:cNvSpPr>
                <a:spLocks noChangeShapeType="1"/>
              </p:cNvSpPr>
              <p:nvPr/>
            </p:nvSpPr>
            <p:spPr bwMode="auto">
              <a:xfrm flipH="1">
                <a:off x="4491" y="3006"/>
                <a:ext cx="106"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46707" name="Line 71"/>
              <p:cNvSpPr>
                <a:spLocks noChangeShapeType="1"/>
              </p:cNvSpPr>
              <p:nvPr/>
            </p:nvSpPr>
            <p:spPr bwMode="auto">
              <a:xfrm flipH="1">
                <a:off x="4491" y="2893"/>
                <a:ext cx="106"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grpSp>
        <p:nvGrpSpPr>
          <p:cNvPr id="146443" name="Group 72"/>
          <p:cNvGrpSpPr/>
          <p:nvPr/>
        </p:nvGrpSpPr>
        <p:grpSpPr bwMode="auto">
          <a:xfrm>
            <a:off x="9405838" y="4398665"/>
            <a:ext cx="443706" cy="722312"/>
            <a:chOff x="4486" y="3170"/>
            <a:chExt cx="217" cy="339"/>
          </a:xfrm>
        </p:grpSpPr>
        <p:grpSp>
          <p:nvGrpSpPr>
            <p:cNvPr id="146677" name="Group 73"/>
            <p:cNvGrpSpPr/>
            <p:nvPr/>
          </p:nvGrpSpPr>
          <p:grpSpPr bwMode="auto">
            <a:xfrm>
              <a:off x="4491" y="3176"/>
              <a:ext cx="212" cy="333"/>
              <a:chOff x="4491" y="3176"/>
              <a:chExt cx="212" cy="333"/>
            </a:xfrm>
          </p:grpSpPr>
          <p:sp>
            <p:nvSpPr>
              <p:cNvPr id="146688" name="Freeform 74"/>
              <p:cNvSpPr/>
              <p:nvPr/>
            </p:nvSpPr>
            <p:spPr bwMode="auto">
              <a:xfrm>
                <a:off x="4557" y="3176"/>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689" name="Freeform 75"/>
              <p:cNvSpPr/>
              <p:nvPr/>
            </p:nvSpPr>
            <p:spPr bwMode="auto">
              <a:xfrm>
                <a:off x="4557" y="3176"/>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690" name="Freeform 76"/>
              <p:cNvSpPr/>
              <p:nvPr/>
            </p:nvSpPr>
            <p:spPr bwMode="auto">
              <a:xfrm>
                <a:off x="4491" y="317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691" name="Freeform 77"/>
              <p:cNvSpPr/>
              <p:nvPr/>
            </p:nvSpPr>
            <p:spPr bwMode="auto">
              <a:xfrm>
                <a:off x="4491" y="317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692" name="Rectangle 78"/>
              <p:cNvSpPr>
                <a:spLocks noChangeArrowheads="1"/>
              </p:cNvSpPr>
              <p:nvPr/>
            </p:nvSpPr>
            <p:spPr bwMode="auto">
              <a:xfrm>
                <a:off x="4491" y="3239"/>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6693" name="Rectangle 79"/>
              <p:cNvSpPr>
                <a:spLocks noChangeArrowheads="1"/>
              </p:cNvSpPr>
              <p:nvPr/>
            </p:nvSpPr>
            <p:spPr bwMode="auto">
              <a:xfrm>
                <a:off x="4496" y="3251"/>
                <a:ext cx="66"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6694" name="Line 80"/>
              <p:cNvSpPr>
                <a:spLocks noChangeShapeType="1"/>
              </p:cNvSpPr>
              <p:nvPr/>
            </p:nvSpPr>
            <p:spPr bwMode="auto">
              <a:xfrm>
                <a:off x="4501" y="3276"/>
                <a:ext cx="51"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46695" name="Line 81"/>
              <p:cNvSpPr>
                <a:spLocks noChangeShapeType="1"/>
              </p:cNvSpPr>
              <p:nvPr/>
            </p:nvSpPr>
            <p:spPr bwMode="auto">
              <a:xfrm flipH="1">
                <a:off x="4491" y="3452"/>
                <a:ext cx="116"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46696" name="Line 82"/>
              <p:cNvSpPr>
                <a:spLocks noChangeShapeType="1"/>
              </p:cNvSpPr>
              <p:nvPr/>
            </p:nvSpPr>
            <p:spPr bwMode="auto">
              <a:xfrm flipH="1">
                <a:off x="4491" y="3339"/>
                <a:ext cx="116"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nvGrpSpPr>
            <p:cNvPr id="146678" name="Group 83"/>
            <p:cNvGrpSpPr/>
            <p:nvPr/>
          </p:nvGrpSpPr>
          <p:grpSpPr bwMode="auto">
            <a:xfrm>
              <a:off x="4486" y="3170"/>
              <a:ext cx="212" cy="332"/>
              <a:chOff x="4486" y="3170"/>
              <a:chExt cx="212" cy="332"/>
            </a:xfrm>
          </p:grpSpPr>
          <p:sp>
            <p:nvSpPr>
              <p:cNvPr id="146679" name="Freeform 84"/>
              <p:cNvSpPr/>
              <p:nvPr/>
            </p:nvSpPr>
            <p:spPr bwMode="auto">
              <a:xfrm>
                <a:off x="4552" y="3170"/>
                <a:ext cx="146" cy="332"/>
              </a:xfrm>
              <a:custGeom>
                <a:avLst/>
                <a:gdLst>
                  <a:gd name="T0" fmla="*/ 50 w 146"/>
                  <a:gd name="T1" fmla="*/ 332 h 332"/>
                  <a:gd name="T2" fmla="*/ 0 w 146"/>
                  <a:gd name="T3" fmla="*/ 50 h 332"/>
                  <a:gd name="T4" fmla="*/ 146 w 146"/>
                  <a:gd name="T5" fmla="*/ 0 h 332"/>
                  <a:gd name="T6" fmla="*/ 146 w 146"/>
                  <a:gd name="T7" fmla="*/ 269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69"/>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680" name="Freeform 85"/>
              <p:cNvSpPr/>
              <p:nvPr/>
            </p:nvSpPr>
            <p:spPr bwMode="auto">
              <a:xfrm>
                <a:off x="4552" y="3170"/>
                <a:ext cx="146" cy="332"/>
              </a:xfrm>
              <a:custGeom>
                <a:avLst/>
                <a:gdLst>
                  <a:gd name="T0" fmla="*/ 50 w 146"/>
                  <a:gd name="T1" fmla="*/ 332 h 332"/>
                  <a:gd name="T2" fmla="*/ 0 w 146"/>
                  <a:gd name="T3" fmla="*/ 50 h 332"/>
                  <a:gd name="T4" fmla="*/ 146 w 146"/>
                  <a:gd name="T5" fmla="*/ 0 h 332"/>
                  <a:gd name="T6" fmla="*/ 146 w 146"/>
                  <a:gd name="T7" fmla="*/ 269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69"/>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681" name="Freeform 86"/>
              <p:cNvSpPr/>
              <p:nvPr/>
            </p:nvSpPr>
            <p:spPr bwMode="auto">
              <a:xfrm>
                <a:off x="4486" y="3170"/>
                <a:ext cx="212" cy="62"/>
              </a:xfrm>
              <a:custGeom>
                <a:avLst/>
                <a:gdLst>
                  <a:gd name="T0" fmla="*/ 0 w 212"/>
                  <a:gd name="T1" fmla="*/ 62 h 62"/>
                  <a:gd name="T2" fmla="*/ 91 w 212"/>
                  <a:gd name="T3" fmla="*/ 0 h 62"/>
                  <a:gd name="T4" fmla="*/ 212 w 212"/>
                  <a:gd name="T5" fmla="*/ 0 h 62"/>
                  <a:gd name="T6" fmla="*/ 116 w 212"/>
                  <a:gd name="T7" fmla="*/ 62 h 62"/>
                  <a:gd name="T8" fmla="*/ 0 w 212"/>
                  <a:gd name="T9" fmla="*/ 62 h 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2">
                    <a:moveTo>
                      <a:pt x="0" y="62"/>
                    </a:moveTo>
                    <a:lnTo>
                      <a:pt x="91" y="0"/>
                    </a:lnTo>
                    <a:lnTo>
                      <a:pt x="212" y="0"/>
                    </a:lnTo>
                    <a:lnTo>
                      <a:pt x="116" y="62"/>
                    </a:lnTo>
                    <a:lnTo>
                      <a:pt x="0" y="62"/>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682" name="Freeform 87"/>
              <p:cNvSpPr/>
              <p:nvPr/>
            </p:nvSpPr>
            <p:spPr bwMode="auto">
              <a:xfrm>
                <a:off x="4486" y="3170"/>
                <a:ext cx="212" cy="62"/>
              </a:xfrm>
              <a:custGeom>
                <a:avLst/>
                <a:gdLst>
                  <a:gd name="T0" fmla="*/ 0 w 212"/>
                  <a:gd name="T1" fmla="*/ 62 h 62"/>
                  <a:gd name="T2" fmla="*/ 91 w 212"/>
                  <a:gd name="T3" fmla="*/ 0 h 62"/>
                  <a:gd name="T4" fmla="*/ 212 w 212"/>
                  <a:gd name="T5" fmla="*/ 0 h 62"/>
                  <a:gd name="T6" fmla="*/ 116 w 212"/>
                  <a:gd name="T7" fmla="*/ 62 h 62"/>
                  <a:gd name="T8" fmla="*/ 0 w 212"/>
                  <a:gd name="T9" fmla="*/ 62 h 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2">
                    <a:moveTo>
                      <a:pt x="0" y="62"/>
                    </a:moveTo>
                    <a:lnTo>
                      <a:pt x="91" y="0"/>
                    </a:lnTo>
                    <a:lnTo>
                      <a:pt x="212" y="0"/>
                    </a:lnTo>
                    <a:lnTo>
                      <a:pt x="116" y="62"/>
                    </a:lnTo>
                    <a:lnTo>
                      <a:pt x="0" y="62"/>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683" name="Rectangle 88"/>
              <p:cNvSpPr>
                <a:spLocks noChangeArrowheads="1"/>
              </p:cNvSpPr>
              <p:nvPr/>
            </p:nvSpPr>
            <p:spPr bwMode="auto">
              <a:xfrm>
                <a:off x="4486" y="3232"/>
                <a:ext cx="116" cy="270"/>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6684" name="Rectangle 89"/>
              <p:cNvSpPr>
                <a:spLocks noChangeArrowheads="1"/>
              </p:cNvSpPr>
              <p:nvPr/>
            </p:nvSpPr>
            <p:spPr bwMode="auto">
              <a:xfrm>
                <a:off x="4491" y="3245"/>
                <a:ext cx="66"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6685" name="Line 90"/>
              <p:cNvSpPr>
                <a:spLocks noChangeShapeType="1"/>
              </p:cNvSpPr>
              <p:nvPr/>
            </p:nvSpPr>
            <p:spPr bwMode="auto">
              <a:xfrm>
                <a:off x="4501" y="3264"/>
                <a:ext cx="41"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46686" name="Line 91"/>
              <p:cNvSpPr>
                <a:spLocks noChangeShapeType="1"/>
              </p:cNvSpPr>
              <p:nvPr/>
            </p:nvSpPr>
            <p:spPr bwMode="auto">
              <a:xfrm flipH="1">
                <a:off x="4491" y="3446"/>
                <a:ext cx="106"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46687" name="Line 92"/>
              <p:cNvSpPr>
                <a:spLocks noChangeShapeType="1"/>
              </p:cNvSpPr>
              <p:nvPr/>
            </p:nvSpPr>
            <p:spPr bwMode="auto">
              <a:xfrm flipH="1">
                <a:off x="4491" y="3333"/>
                <a:ext cx="106"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grpSp>
        <p:nvGrpSpPr>
          <p:cNvPr id="146444" name="Group 93"/>
          <p:cNvGrpSpPr/>
          <p:nvPr/>
        </p:nvGrpSpPr>
        <p:grpSpPr bwMode="auto">
          <a:xfrm>
            <a:off x="8941494" y="5133677"/>
            <a:ext cx="443706" cy="723900"/>
            <a:chOff x="4260" y="3515"/>
            <a:chExt cx="216" cy="339"/>
          </a:xfrm>
        </p:grpSpPr>
        <p:grpSp>
          <p:nvGrpSpPr>
            <p:cNvPr id="146657" name="Group 94"/>
            <p:cNvGrpSpPr/>
            <p:nvPr/>
          </p:nvGrpSpPr>
          <p:grpSpPr bwMode="auto">
            <a:xfrm>
              <a:off x="4265" y="3521"/>
              <a:ext cx="211" cy="333"/>
              <a:chOff x="4265" y="3521"/>
              <a:chExt cx="211" cy="333"/>
            </a:xfrm>
          </p:grpSpPr>
          <p:sp>
            <p:nvSpPr>
              <p:cNvPr id="146668" name="Freeform 95"/>
              <p:cNvSpPr/>
              <p:nvPr/>
            </p:nvSpPr>
            <p:spPr bwMode="auto">
              <a:xfrm>
                <a:off x="4330" y="3521"/>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669" name="Freeform 96"/>
              <p:cNvSpPr/>
              <p:nvPr/>
            </p:nvSpPr>
            <p:spPr bwMode="auto">
              <a:xfrm>
                <a:off x="4330" y="3521"/>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670" name="Freeform 97"/>
              <p:cNvSpPr/>
              <p:nvPr/>
            </p:nvSpPr>
            <p:spPr bwMode="auto">
              <a:xfrm>
                <a:off x="4265" y="3521"/>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671" name="Freeform 98"/>
              <p:cNvSpPr/>
              <p:nvPr/>
            </p:nvSpPr>
            <p:spPr bwMode="auto">
              <a:xfrm>
                <a:off x="4265" y="3521"/>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672" name="Rectangle 99"/>
              <p:cNvSpPr>
                <a:spLocks noChangeArrowheads="1"/>
              </p:cNvSpPr>
              <p:nvPr/>
            </p:nvSpPr>
            <p:spPr bwMode="auto">
              <a:xfrm>
                <a:off x="4265" y="3584"/>
                <a:ext cx="115"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6673" name="Rectangle 100"/>
              <p:cNvSpPr>
                <a:spLocks noChangeArrowheads="1"/>
              </p:cNvSpPr>
              <p:nvPr/>
            </p:nvSpPr>
            <p:spPr bwMode="auto">
              <a:xfrm>
                <a:off x="4270" y="3596"/>
                <a:ext cx="65"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6674" name="Line 101"/>
              <p:cNvSpPr>
                <a:spLocks noChangeShapeType="1"/>
              </p:cNvSpPr>
              <p:nvPr/>
            </p:nvSpPr>
            <p:spPr bwMode="auto">
              <a:xfrm>
                <a:off x="4275" y="3622"/>
                <a:ext cx="50"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46675" name="Line 102"/>
              <p:cNvSpPr>
                <a:spLocks noChangeShapeType="1"/>
              </p:cNvSpPr>
              <p:nvPr/>
            </p:nvSpPr>
            <p:spPr bwMode="auto">
              <a:xfrm flipH="1">
                <a:off x="4265" y="3797"/>
                <a:ext cx="115"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46676" name="Line 103"/>
              <p:cNvSpPr>
                <a:spLocks noChangeShapeType="1"/>
              </p:cNvSpPr>
              <p:nvPr/>
            </p:nvSpPr>
            <p:spPr bwMode="auto">
              <a:xfrm flipH="1">
                <a:off x="4265" y="3684"/>
                <a:ext cx="115"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nvGrpSpPr>
            <p:cNvPr id="146658" name="Group 104"/>
            <p:cNvGrpSpPr/>
            <p:nvPr/>
          </p:nvGrpSpPr>
          <p:grpSpPr bwMode="auto">
            <a:xfrm>
              <a:off x="4260" y="3515"/>
              <a:ext cx="211" cy="332"/>
              <a:chOff x="4260" y="3515"/>
              <a:chExt cx="211" cy="332"/>
            </a:xfrm>
          </p:grpSpPr>
          <p:sp>
            <p:nvSpPr>
              <p:cNvPr id="146659" name="Freeform 105"/>
              <p:cNvSpPr/>
              <p:nvPr/>
            </p:nvSpPr>
            <p:spPr bwMode="auto">
              <a:xfrm>
                <a:off x="4325" y="3515"/>
                <a:ext cx="146" cy="332"/>
              </a:xfrm>
              <a:custGeom>
                <a:avLst/>
                <a:gdLst>
                  <a:gd name="T0" fmla="*/ 50 w 146"/>
                  <a:gd name="T1" fmla="*/ 332 h 332"/>
                  <a:gd name="T2" fmla="*/ 0 w 146"/>
                  <a:gd name="T3" fmla="*/ 50 h 332"/>
                  <a:gd name="T4" fmla="*/ 146 w 146"/>
                  <a:gd name="T5" fmla="*/ 0 h 332"/>
                  <a:gd name="T6" fmla="*/ 146 w 146"/>
                  <a:gd name="T7" fmla="*/ 270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70"/>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660" name="Freeform 106"/>
              <p:cNvSpPr/>
              <p:nvPr/>
            </p:nvSpPr>
            <p:spPr bwMode="auto">
              <a:xfrm>
                <a:off x="4325" y="3515"/>
                <a:ext cx="146" cy="332"/>
              </a:xfrm>
              <a:custGeom>
                <a:avLst/>
                <a:gdLst>
                  <a:gd name="T0" fmla="*/ 50 w 146"/>
                  <a:gd name="T1" fmla="*/ 332 h 332"/>
                  <a:gd name="T2" fmla="*/ 0 w 146"/>
                  <a:gd name="T3" fmla="*/ 50 h 332"/>
                  <a:gd name="T4" fmla="*/ 146 w 146"/>
                  <a:gd name="T5" fmla="*/ 0 h 332"/>
                  <a:gd name="T6" fmla="*/ 146 w 146"/>
                  <a:gd name="T7" fmla="*/ 270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70"/>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661" name="Freeform 107"/>
              <p:cNvSpPr/>
              <p:nvPr/>
            </p:nvSpPr>
            <p:spPr bwMode="auto">
              <a:xfrm>
                <a:off x="4260" y="3515"/>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662" name="Freeform 108"/>
              <p:cNvSpPr/>
              <p:nvPr/>
            </p:nvSpPr>
            <p:spPr bwMode="auto">
              <a:xfrm>
                <a:off x="4260" y="3515"/>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663" name="Rectangle 109"/>
              <p:cNvSpPr>
                <a:spLocks noChangeArrowheads="1"/>
              </p:cNvSpPr>
              <p:nvPr/>
            </p:nvSpPr>
            <p:spPr bwMode="auto">
              <a:xfrm>
                <a:off x="4260" y="3578"/>
                <a:ext cx="115" cy="26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6664" name="Rectangle 110"/>
              <p:cNvSpPr>
                <a:spLocks noChangeArrowheads="1"/>
              </p:cNvSpPr>
              <p:nvPr/>
            </p:nvSpPr>
            <p:spPr bwMode="auto">
              <a:xfrm>
                <a:off x="4265" y="3590"/>
                <a:ext cx="65"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6665" name="Line 111"/>
              <p:cNvSpPr>
                <a:spLocks noChangeShapeType="1"/>
              </p:cNvSpPr>
              <p:nvPr/>
            </p:nvSpPr>
            <p:spPr bwMode="auto">
              <a:xfrm>
                <a:off x="4275" y="3609"/>
                <a:ext cx="40"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46666" name="Line 112"/>
              <p:cNvSpPr>
                <a:spLocks noChangeShapeType="1"/>
              </p:cNvSpPr>
              <p:nvPr/>
            </p:nvSpPr>
            <p:spPr bwMode="auto">
              <a:xfrm flipH="1">
                <a:off x="4265" y="3791"/>
                <a:ext cx="105"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46667" name="Line 113"/>
              <p:cNvSpPr>
                <a:spLocks noChangeShapeType="1"/>
              </p:cNvSpPr>
              <p:nvPr/>
            </p:nvSpPr>
            <p:spPr bwMode="auto">
              <a:xfrm flipH="1">
                <a:off x="4265" y="3678"/>
                <a:ext cx="105"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sp>
        <p:nvSpPr>
          <p:cNvPr id="146445" name="Rectangle 114"/>
          <p:cNvSpPr>
            <a:spLocks noChangeArrowheads="1"/>
          </p:cNvSpPr>
          <p:nvPr/>
        </p:nvSpPr>
        <p:spPr bwMode="auto">
          <a:xfrm>
            <a:off x="2311698" y="2871490"/>
            <a:ext cx="36115" cy="2836862"/>
          </a:xfrm>
          <a:prstGeom prst="rect">
            <a:avLst/>
          </a:prstGeom>
          <a:solidFill>
            <a:srgbClr val="000000"/>
          </a:solidFill>
          <a:ln w="38100">
            <a:solidFill>
              <a:srgbClr val="333399"/>
            </a:solidFill>
            <a:miter lim="800000"/>
          </a:ln>
        </p:spPr>
        <p:txBody>
          <a:bodyPr/>
          <a:lstStyle/>
          <a:p>
            <a:pPr eaLnBrk="1" hangingPunct="1"/>
            <a:endParaRPr lang="zh-CN" altLang="en-US" b="1">
              <a:solidFill>
                <a:srgbClr val="000099"/>
              </a:solidFill>
            </a:endParaRPr>
          </a:p>
        </p:txBody>
      </p:sp>
      <p:sp>
        <p:nvSpPr>
          <p:cNvPr id="146446" name="Line 115"/>
          <p:cNvSpPr>
            <a:spLocks noChangeShapeType="1"/>
          </p:cNvSpPr>
          <p:nvPr/>
        </p:nvSpPr>
        <p:spPr bwMode="auto">
          <a:xfrm>
            <a:off x="1420845" y="3295353"/>
            <a:ext cx="926967" cy="3175"/>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46447" name="Line 116"/>
          <p:cNvSpPr>
            <a:spLocks noChangeShapeType="1"/>
          </p:cNvSpPr>
          <p:nvPr/>
        </p:nvSpPr>
        <p:spPr bwMode="auto">
          <a:xfrm>
            <a:off x="1697732" y="4070052"/>
            <a:ext cx="650081" cy="1588"/>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46448" name="Line 117"/>
          <p:cNvSpPr>
            <a:spLocks noChangeShapeType="1"/>
          </p:cNvSpPr>
          <p:nvPr/>
        </p:nvSpPr>
        <p:spPr bwMode="auto">
          <a:xfrm>
            <a:off x="935865" y="4608215"/>
            <a:ext cx="1393031" cy="4762"/>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46449" name="Line 118"/>
          <p:cNvSpPr>
            <a:spLocks noChangeShapeType="1"/>
          </p:cNvSpPr>
          <p:nvPr/>
        </p:nvSpPr>
        <p:spPr bwMode="auto">
          <a:xfrm>
            <a:off x="1513715" y="5325766"/>
            <a:ext cx="835819" cy="3175"/>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46450" name="Line 119"/>
          <p:cNvSpPr>
            <a:spLocks noChangeShapeType="1"/>
          </p:cNvSpPr>
          <p:nvPr/>
        </p:nvSpPr>
        <p:spPr bwMode="auto">
          <a:xfrm>
            <a:off x="2328896" y="4319291"/>
            <a:ext cx="1577048" cy="3175"/>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nvGrpSpPr>
          <p:cNvPr id="146451" name="Group 120"/>
          <p:cNvGrpSpPr/>
          <p:nvPr/>
        </p:nvGrpSpPr>
        <p:grpSpPr bwMode="auto">
          <a:xfrm>
            <a:off x="3739125" y="4106566"/>
            <a:ext cx="631163" cy="409575"/>
            <a:chOff x="2154" y="3033"/>
            <a:chExt cx="309" cy="192"/>
          </a:xfrm>
        </p:grpSpPr>
        <p:sp>
          <p:nvSpPr>
            <p:cNvPr id="146632" name="Oval 121"/>
            <p:cNvSpPr>
              <a:spLocks noChangeArrowheads="1"/>
            </p:cNvSpPr>
            <p:nvPr/>
          </p:nvSpPr>
          <p:spPr bwMode="auto">
            <a:xfrm>
              <a:off x="2155" y="3113"/>
              <a:ext cx="308" cy="112"/>
            </a:xfrm>
            <a:prstGeom prst="ellipse">
              <a:avLst/>
            </a:prstGeom>
            <a:solidFill>
              <a:srgbClr val="0078AA"/>
            </a:solidFill>
            <a:ln w="3175">
              <a:solidFill>
                <a:srgbClr val="AAE6FF"/>
              </a:solidFill>
              <a:round/>
            </a:ln>
          </p:spPr>
          <p:txBody>
            <a:bodyPr/>
            <a:lstStyle/>
            <a:p>
              <a:pPr eaLnBrk="1" hangingPunct="1"/>
              <a:endParaRPr lang="zh-CN" altLang="en-US" b="1">
                <a:solidFill>
                  <a:srgbClr val="000099"/>
                </a:solidFill>
              </a:endParaRPr>
            </a:p>
          </p:txBody>
        </p:sp>
        <p:sp>
          <p:nvSpPr>
            <p:cNvPr id="146633" name="Rectangle 122"/>
            <p:cNvSpPr>
              <a:spLocks noChangeArrowheads="1"/>
            </p:cNvSpPr>
            <p:nvPr/>
          </p:nvSpPr>
          <p:spPr bwMode="auto">
            <a:xfrm>
              <a:off x="2154"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6634" name="Rectangle 123"/>
            <p:cNvSpPr>
              <a:spLocks noChangeArrowheads="1"/>
            </p:cNvSpPr>
            <p:nvPr/>
          </p:nvSpPr>
          <p:spPr bwMode="auto">
            <a:xfrm>
              <a:off x="2154"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6635" name="Oval 124"/>
            <p:cNvSpPr>
              <a:spLocks noChangeArrowheads="1"/>
            </p:cNvSpPr>
            <p:nvPr/>
          </p:nvSpPr>
          <p:spPr bwMode="auto">
            <a:xfrm>
              <a:off x="2155" y="3033"/>
              <a:ext cx="308" cy="112"/>
            </a:xfrm>
            <a:prstGeom prst="ellipse">
              <a:avLst/>
            </a:prstGeom>
            <a:solidFill>
              <a:srgbClr val="00B4FF"/>
            </a:solidFill>
            <a:ln w="3175">
              <a:solidFill>
                <a:srgbClr val="AAE6FF"/>
              </a:solidFill>
              <a:round/>
            </a:ln>
          </p:spPr>
          <p:txBody>
            <a:bodyPr/>
            <a:lstStyle/>
            <a:p>
              <a:pPr eaLnBrk="1" hangingPunct="1"/>
              <a:endParaRPr lang="zh-CN" altLang="en-US" b="1">
                <a:solidFill>
                  <a:srgbClr val="000099"/>
                </a:solidFill>
              </a:endParaRPr>
            </a:p>
          </p:txBody>
        </p:sp>
        <p:grpSp>
          <p:nvGrpSpPr>
            <p:cNvPr id="146636" name="Group 125"/>
            <p:cNvGrpSpPr/>
            <p:nvPr/>
          </p:nvGrpSpPr>
          <p:grpSpPr bwMode="auto">
            <a:xfrm>
              <a:off x="2201" y="3046"/>
              <a:ext cx="214" cy="86"/>
              <a:chOff x="2201" y="3046"/>
              <a:chExt cx="214" cy="86"/>
            </a:xfrm>
          </p:grpSpPr>
          <p:grpSp>
            <p:nvGrpSpPr>
              <p:cNvPr id="146639" name="Group 126"/>
              <p:cNvGrpSpPr/>
              <p:nvPr/>
            </p:nvGrpSpPr>
            <p:grpSpPr bwMode="auto">
              <a:xfrm>
                <a:off x="2201" y="3046"/>
                <a:ext cx="212" cy="84"/>
                <a:chOff x="2201" y="3046"/>
                <a:chExt cx="212" cy="84"/>
              </a:xfrm>
            </p:grpSpPr>
            <p:sp>
              <p:nvSpPr>
                <p:cNvPr id="146649" name="Freeform 127"/>
                <p:cNvSpPr/>
                <p:nvPr/>
              </p:nvSpPr>
              <p:spPr bwMode="auto">
                <a:xfrm>
                  <a:off x="2312"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0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0"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650" name="Freeform 128"/>
                <p:cNvSpPr/>
                <p:nvPr/>
              </p:nvSpPr>
              <p:spPr bwMode="auto">
                <a:xfrm>
                  <a:off x="2312"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0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0"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651" name="Freeform 129"/>
                <p:cNvSpPr/>
                <p:nvPr/>
              </p:nvSpPr>
              <p:spPr bwMode="auto">
                <a:xfrm>
                  <a:off x="2201" y="3090"/>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652" name="Freeform 130"/>
                <p:cNvSpPr/>
                <p:nvPr/>
              </p:nvSpPr>
              <p:spPr bwMode="auto">
                <a:xfrm>
                  <a:off x="2201" y="3090"/>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653" name="Freeform 131"/>
                <p:cNvSpPr/>
                <p:nvPr/>
              </p:nvSpPr>
              <p:spPr bwMode="auto">
                <a:xfrm>
                  <a:off x="2206" y="3046"/>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654" name="Freeform 132"/>
                <p:cNvSpPr/>
                <p:nvPr/>
              </p:nvSpPr>
              <p:spPr bwMode="auto">
                <a:xfrm>
                  <a:off x="2206" y="3046"/>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655" name="Freeform 133"/>
                <p:cNvSpPr/>
                <p:nvPr/>
              </p:nvSpPr>
              <p:spPr bwMode="auto">
                <a:xfrm>
                  <a:off x="2308" y="3094"/>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1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1" y="6"/>
                      </a:lnTo>
                      <a:lnTo>
                        <a:pt x="101" y="2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656" name="Freeform 134"/>
                <p:cNvSpPr/>
                <p:nvPr/>
              </p:nvSpPr>
              <p:spPr bwMode="auto">
                <a:xfrm>
                  <a:off x="2308" y="3094"/>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1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1" y="6"/>
                      </a:lnTo>
                      <a:lnTo>
                        <a:pt x="101" y="2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grpSp>
          <p:grpSp>
            <p:nvGrpSpPr>
              <p:cNvPr id="146640" name="Group 135"/>
              <p:cNvGrpSpPr/>
              <p:nvPr/>
            </p:nvGrpSpPr>
            <p:grpSpPr bwMode="auto">
              <a:xfrm>
                <a:off x="2203" y="3048"/>
                <a:ext cx="212" cy="84"/>
                <a:chOff x="2203" y="3048"/>
                <a:chExt cx="212" cy="84"/>
              </a:xfrm>
            </p:grpSpPr>
            <p:sp>
              <p:nvSpPr>
                <p:cNvPr id="146641" name="Freeform 136"/>
                <p:cNvSpPr/>
                <p:nvPr/>
              </p:nvSpPr>
              <p:spPr bwMode="auto">
                <a:xfrm>
                  <a:off x="2313" y="3050"/>
                  <a:ext cx="102" cy="36"/>
                </a:xfrm>
                <a:custGeom>
                  <a:avLst/>
                  <a:gdLst>
                    <a:gd name="T0" fmla="*/ 0 w 102"/>
                    <a:gd name="T1" fmla="*/ 28 h 36"/>
                    <a:gd name="T2" fmla="*/ 23 w 102"/>
                    <a:gd name="T3" fmla="*/ 36 h 36"/>
                    <a:gd name="T4" fmla="*/ 77 w 102"/>
                    <a:gd name="T5" fmla="*/ 12 h 36"/>
                    <a:gd name="T6" fmla="*/ 102 w 102"/>
                    <a:gd name="T7" fmla="*/ 20 h 36"/>
                    <a:gd name="T8" fmla="*/ 89 w 102"/>
                    <a:gd name="T9" fmla="*/ 0 h 36"/>
                    <a:gd name="T10" fmla="*/ 25 w 102"/>
                    <a:gd name="T11" fmla="*/ 0 h 36"/>
                    <a:gd name="T12" fmla="*/ 51 w 102"/>
                    <a:gd name="T13" fmla="*/ 6 h 36"/>
                    <a:gd name="T14" fmla="*/ 0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28"/>
                      </a:moveTo>
                      <a:lnTo>
                        <a:pt x="23" y="36"/>
                      </a:lnTo>
                      <a:lnTo>
                        <a:pt x="77" y="12"/>
                      </a:lnTo>
                      <a:lnTo>
                        <a:pt x="102" y="20"/>
                      </a:lnTo>
                      <a:lnTo>
                        <a:pt x="89" y="0"/>
                      </a:lnTo>
                      <a:lnTo>
                        <a:pt x="25"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642" name="Freeform 137"/>
                <p:cNvSpPr/>
                <p:nvPr/>
              </p:nvSpPr>
              <p:spPr bwMode="auto">
                <a:xfrm>
                  <a:off x="2313" y="3050"/>
                  <a:ext cx="102" cy="36"/>
                </a:xfrm>
                <a:custGeom>
                  <a:avLst/>
                  <a:gdLst>
                    <a:gd name="T0" fmla="*/ 0 w 102"/>
                    <a:gd name="T1" fmla="*/ 28 h 36"/>
                    <a:gd name="T2" fmla="*/ 23 w 102"/>
                    <a:gd name="T3" fmla="*/ 36 h 36"/>
                    <a:gd name="T4" fmla="*/ 77 w 102"/>
                    <a:gd name="T5" fmla="*/ 12 h 36"/>
                    <a:gd name="T6" fmla="*/ 102 w 102"/>
                    <a:gd name="T7" fmla="*/ 20 h 36"/>
                    <a:gd name="T8" fmla="*/ 89 w 102"/>
                    <a:gd name="T9" fmla="*/ 0 h 36"/>
                    <a:gd name="T10" fmla="*/ 25 w 102"/>
                    <a:gd name="T11" fmla="*/ 0 h 36"/>
                    <a:gd name="T12" fmla="*/ 51 w 102"/>
                    <a:gd name="T13" fmla="*/ 6 h 36"/>
                    <a:gd name="T14" fmla="*/ 0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28"/>
                      </a:moveTo>
                      <a:lnTo>
                        <a:pt x="23" y="36"/>
                      </a:lnTo>
                      <a:lnTo>
                        <a:pt x="77" y="12"/>
                      </a:lnTo>
                      <a:lnTo>
                        <a:pt x="102" y="20"/>
                      </a:lnTo>
                      <a:lnTo>
                        <a:pt x="89" y="0"/>
                      </a:lnTo>
                      <a:lnTo>
                        <a:pt x="25"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643" name="Freeform 138"/>
                <p:cNvSpPr/>
                <p:nvPr/>
              </p:nvSpPr>
              <p:spPr bwMode="auto">
                <a:xfrm>
                  <a:off x="2203"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644" name="Freeform 139"/>
                <p:cNvSpPr/>
                <p:nvPr/>
              </p:nvSpPr>
              <p:spPr bwMode="auto">
                <a:xfrm>
                  <a:off x="2203"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645" name="Freeform 140"/>
                <p:cNvSpPr/>
                <p:nvPr/>
              </p:nvSpPr>
              <p:spPr bwMode="auto">
                <a:xfrm>
                  <a:off x="2208" y="3048"/>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646" name="Freeform 141"/>
                <p:cNvSpPr/>
                <p:nvPr/>
              </p:nvSpPr>
              <p:spPr bwMode="auto">
                <a:xfrm>
                  <a:off x="2208" y="3048"/>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647" name="Freeform 142"/>
                <p:cNvSpPr/>
                <p:nvPr/>
              </p:nvSpPr>
              <p:spPr bwMode="auto">
                <a:xfrm>
                  <a:off x="2310" y="3096"/>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0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0" y="6"/>
                      </a:lnTo>
                      <a:lnTo>
                        <a:pt x="101" y="2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648" name="Freeform 143"/>
                <p:cNvSpPr/>
                <p:nvPr/>
              </p:nvSpPr>
              <p:spPr bwMode="auto">
                <a:xfrm>
                  <a:off x="2310" y="3096"/>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0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0" y="6"/>
                      </a:lnTo>
                      <a:lnTo>
                        <a:pt x="101" y="2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grpSp>
        </p:grpSp>
        <p:sp>
          <p:nvSpPr>
            <p:cNvPr id="146637" name="Line 144"/>
            <p:cNvSpPr>
              <a:spLocks noChangeShapeType="1"/>
            </p:cNvSpPr>
            <p:nvPr/>
          </p:nvSpPr>
          <p:spPr bwMode="auto">
            <a:xfrm>
              <a:off x="2154" y="3088"/>
              <a:ext cx="1" cy="80"/>
            </a:xfrm>
            <a:prstGeom prst="line">
              <a:avLst/>
            </a:prstGeom>
            <a:noFill/>
            <a:ln w="3175">
              <a:solidFill>
                <a:srgbClr val="AAE6FF"/>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46638" name="Line 145"/>
            <p:cNvSpPr>
              <a:spLocks noChangeShapeType="1"/>
            </p:cNvSpPr>
            <p:nvPr/>
          </p:nvSpPr>
          <p:spPr bwMode="auto">
            <a:xfrm>
              <a:off x="2462" y="3088"/>
              <a:ext cx="1" cy="80"/>
            </a:xfrm>
            <a:prstGeom prst="line">
              <a:avLst/>
            </a:prstGeom>
            <a:noFill/>
            <a:ln w="3175">
              <a:solidFill>
                <a:srgbClr val="AAE6FF"/>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nvGrpSpPr>
          <p:cNvPr id="146452" name="Group 146"/>
          <p:cNvGrpSpPr/>
          <p:nvPr/>
        </p:nvGrpSpPr>
        <p:grpSpPr bwMode="auto">
          <a:xfrm>
            <a:off x="1217910" y="2782590"/>
            <a:ext cx="581290" cy="563562"/>
            <a:chOff x="921" y="2412"/>
            <a:chExt cx="284" cy="265"/>
          </a:xfrm>
        </p:grpSpPr>
        <p:grpSp>
          <p:nvGrpSpPr>
            <p:cNvPr id="146606" name="Group 147"/>
            <p:cNvGrpSpPr/>
            <p:nvPr/>
          </p:nvGrpSpPr>
          <p:grpSpPr bwMode="auto">
            <a:xfrm>
              <a:off x="928" y="2417"/>
              <a:ext cx="277" cy="260"/>
              <a:chOff x="928" y="2417"/>
              <a:chExt cx="277" cy="260"/>
            </a:xfrm>
          </p:grpSpPr>
          <p:sp>
            <p:nvSpPr>
              <p:cNvPr id="146620" name="Freeform 148"/>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621" name="Freeform 149"/>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622" name="Freeform 150"/>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623" name="Freeform 151"/>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624" name="Rectangle 152"/>
              <p:cNvSpPr>
                <a:spLocks noChangeArrowheads="1"/>
              </p:cNvSpPr>
              <p:nvPr/>
            </p:nvSpPr>
            <p:spPr bwMode="auto">
              <a:xfrm>
                <a:off x="974" y="2434"/>
                <a:ext cx="185"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6625" name="Rectangle 153"/>
              <p:cNvSpPr>
                <a:spLocks noChangeArrowheads="1"/>
              </p:cNvSpPr>
              <p:nvPr/>
            </p:nvSpPr>
            <p:spPr bwMode="auto">
              <a:xfrm>
                <a:off x="937" y="2576"/>
                <a:ext cx="260"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6626" name="Rectangle 154"/>
              <p:cNvSpPr>
                <a:spLocks noChangeArrowheads="1"/>
              </p:cNvSpPr>
              <p:nvPr/>
            </p:nvSpPr>
            <p:spPr bwMode="auto">
              <a:xfrm>
                <a:off x="992" y="2450"/>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6627" name="Line 155"/>
              <p:cNvSpPr>
                <a:spLocks noChangeShapeType="1"/>
              </p:cNvSpPr>
              <p:nvPr/>
            </p:nvSpPr>
            <p:spPr bwMode="auto">
              <a:xfrm flipH="1">
                <a:off x="1115" y="2598"/>
                <a:ext cx="61" cy="1"/>
              </a:xfrm>
              <a:prstGeom prst="line">
                <a:avLst/>
              </a:prstGeom>
              <a:noFill/>
              <a:ln w="7938">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nvGrpSpPr>
              <p:cNvPr id="146628" name="Group 156"/>
              <p:cNvGrpSpPr/>
              <p:nvPr/>
            </p:nvGrpSpPr>
            <p:grpSpPr bwMode="auto">
              <a:xfrm>
                <a:off x="928" y="2639"/>
                <a:ext cx="277" cy="38"/>
                <a:chOff x="928" y="2639"/>
                <a:chExt cx="277" cy="38"/>
              </a:xfrm>
            </p:grpSpPr>
            <p:sp>
              <p:nvSpPr>
                <p:cNvPr id="146629" name="Freeform 157"/>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630" name="Freeform 158"/>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631" name="Rectangle 159"/>
                <p:cNvSpPr>
                  <a:spLocks noChangeArrowheads="1"/>
                </p:cNvSpPr>
                <p:nvPr/>
              </p:nvSpPr>
              <p:spPr bwMode="auto">
                <a:xfrm>
                  <a:off x="930" y="2666"/>
                  <a:ext cx="274"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grpSp>
        </p:grpSp>
        <p:grpSp>
          <p:nvGrpSpPr>
            <p:cNvPr id="146607" name="Group 160"/>
            <p:cNvGrpSpPr/>
            <p:nvPr/>
          </p:nvGrpSpPr>
          <p:grpSpPr bwMode="auto">
            <a:xfrm>
              <a:off x="921" y="2412"/>
              <a:ext cx="277" cy="261"/>
              <a:chOff x="921" y="2412"/>
              <a:chExt cx="277" cy="261"/>
            </a:xfrm>
          </p:grpSpPr>
          <p:sp>
            <p:nvSpPr>
              <p:cNvPr id="146608" name="Freeform 161"/>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609" name="Freeform 162"/>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610" name="Freeform 163"/>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611" name="Freeform 164"/>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612" name="Rectangle 165"/>
              <p:cNvSpPr>
                <a:spLocks noChangeArrowheads="1"/>
              </p:cNvSpPr>
              <p:nvPr/>
            </p:nvSpPr>
            <p:spPr bwMode="auto">
              <a:xfrm>
                <a:off x="968" y="2429"/>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6613" name="Rectangle 166"/>
              <p:cNvSpPr>
                <a:spLocks noChangeArrowheads="1"/>
              </p:cNvSpPr>
              <p:nvPr/>
            </p:nvSpPr>
            <p:spPr bwMode="auto">
              <a:xfrm>
                <a:off x="930" y="2571"/>
                <a:ext cx="260"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6614" name="Rectangle 167"/>
              <p:cNvSpPr>
                <a:spLocks noChangeArrowheads="1"/>
              </p:cNvSpPr>
              <p:nvPr/>
            </p:nvSpPr>
            <p:spPr bwMode="auto">
              <a:xfrm>
                <a:off x="985" y="2445"/>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6615" name="Line 168"/>
              <p:cNvSpPr>
                <a:spLocks noChangeShapeType="1"/>
              </p:cNvSpPr>
              <p:nvPr/>
            </p:nvSpPr>
            <p:spPr bwMode="auto">
              <a:xfrm flipH="1">
                <a:off x="1108" y="2593"/>
                <a:ext cx="61" cy="1"/>
              </a:xfrm>
              <a:prstGeom prst="line">
                <a:avLst/>
              </a:prstGeom>
              <a:noFill/>
              <a:ln w="7938">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nvGrpSpPr>
              <p:cNvPr id="146616" name="Group 169"/>
              <p:cNvGrpSpPr/>
              <p:nvPr/>
            </p:nvGrpSpPr>
            <p:grpSpPr bwMode="auto">
              <a:xfrm>
                <a:off x="921" y="2635"/>
                <a:ext cx="277" cy="38"/>
                <a:chOff x="921" y="2635"/>
                <a:chExt cx="277" cy="38"/>
              </a:xfrm>
            </p:grpSpPr>
            <p:sp>
              <p:nvSpPr>
                <p:cNvPr id="146617" name="Freeform 170"/>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618" name="Freeform 171"/>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619" name="Rectangle 172"/>
                <p:cNvSpPr>
                  <a:spLocks noChangeArrowheads="1"/>
                </p:cNvSpPr>
                <p:nvPr/>
              </p:nvSpPr>
              <p:spPr bwMode="auto">
                <a:xfrm>
                  <a:off x="923" y="2662"/>
                  <a:ext cx="274"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grpSp>
        </p:grpSp>
      </p:grpSp>
      <p:grpSp>
        <p:nvGrpSpPr>
          <p:cNvPr id="146453" name="Group 173"/>
          <p:cNvGrpSpPr/>
          <p:nvPr/>
        </p:nvGrpSpPr>
        <p:grpSpPr bwMode="auto">
          <a:xfrm>
            <a:off x="1327976" y="3584277"/>
            <a:ext cx="576130" cy="566738"/>
            <a:chOff x="997" y="2775"/>
            <a:chExt cx="282" cy="265"/>
          </a:xfrm>
        </p:grpSpPr>
        <p:grpSp>
          <p:nvGrpSpPr>
            <p:cNvPr id="146580" name="Group 174"/>
            <p:cNvGrpSpPr/>
            <p:nvPr/>
          </p:nvGrpSpPr>
          <p:grpSpPr bwMode="auto">
            <a:xfrm>
              <a:off x="1004" y="2779"/>
              <a:ext cx="275" cy="261"/>
              <a:chOff x="1004" y="2779"/>
              <a:chExt cx="275" cy="261"/>
            </a:xfrm>
          </p:grpSpPr>
          <p:sp>
            <p:nvSpPr>
              <p:cNvPr id="146594" name="Freeform 175"/>
              <p:cNvSpPr/>
              <p:nvPr/>
            </p:nvSpPr>
            <p:spPr bwMode="auto">
              <a:xfrm>
                <a:off x="1011" y="2914"/>
                <a:ext cx="260" cy="26"/>
              </a:xfrm>
              <a:custGeom>
                <a:avLst/>
                <a:gdLst>
                  <a:gd name="T0" fmla="*/ 0 w 260"/>
                  <a:gd name="T1" fmla="*/ 26 h 26"/>
                  <a:gd name="T2" fmla="*/ 30 w 260"/>
                  <a:gd name="T3" fmla="*/ 0 h 26"/>
                  <a:gd name="T4" fmla="*/ 229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0" y="0"/>
                    </a:lnTo>
                    <a:lnTo>
                      <a:pt x="229"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595" name="Freeform 176"/>
              <p:cNvSpPr/>
              <p:nvPr/>
            </p:nvSpPr>
            <p:spPr bwMode="auto">
              <a:xfrm>
                <a:off x="1011" y="2914"/>
                <a:ext cx="260" cy="26"/>
              </a:xfrm>
              <a:custGeom>
                <a:avLst/>
                <a:gdLst>
                  <a:gd name="T0" fmla="*/ 0 w 260"/>
                  <a:gd name="T1" fmla="*/ 26 h 26"/>
                  <a:gd name="T2" fmla="*/ 30 w 260"/>
                  <a:gd name="T3" fmla="*/ 0 h 26"/>
                  <a:gd name="T4" fmla="*/ 229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0" y="0"/>
                    </a:lnTo>
                    <a:lnTo>
                      <a:pt x="229"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596" name="Freeform 177"/>
              <p:cNvSpPr/>
              <p:nvPr/>
            </p:nvSpPr>
            <p:spPr bwMode="auto">
              <a:xfrm>
                <a:off x="1050" y="2779"/>
                <a:ext cx="183" cy="18"/>
              </a:xfrm>
              <a:custGeom>
                <a:avLst/>
                <a:gdLst>
                  <a:gd name="T0" fmla="*/ 0 w 183"/>
                  <a:gd name="T1" fmla="*/ 18 h 18"/>
                  <a:gd name="T2" fmla="*/ 22 w 183"/>
                  <a:gd name="T3" fmla="*/ 0 h 18"/>
                  <a:gd name="T4" fmla="*/ 161 w 183"/>
                  <a:gd name="T5" fmla="*/ 0 h 18"/>
                  <a:gd name="T6" fmla="*/ 183 w 183"/>
                  <a:gd name="T7" fmla="*/ 18 h 18"/>
                  <a:gd name="T8" fmla="*/ 0 w 183"/>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8">
                    <a:moveTo>
                      <a:pt x="0" y="18"/>
                    </a:moveTo>
                    <a:lnTo>
                      <a:pt x="22" y="0"/>
                    </a:lnTo>
                    <a:lnTo>
                      <a:pt x="161" y="0"/>
                    </a:lnTo>
                    <a:lnTo>
                      <a:pt x="183"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597" name="Freeform 178"/>
              <p:cNvSpPr/>
              <p:nvPr/>
            </p:nvSpPr>
            <p:spPr bwMode="auto">
              <a:xfrm>
                <a:off x="1050" y="2779"/>
                <a:ext cx="183" cy="18"/>
              </a:xfrm>
              <a:custGeom>
                <a:avLst/>
                <a:gdLst>
                  <a:gd name="T0" fmla="*/ 0 w 183"/>
                  <a:gd name="T1" fmla="*/ 18 h 18"/>
                  <a:gd name="T2" fmla="*/ 22 w 183"/>
                  <a:gd name="T3" fmla="*/ 0 h 18"/>
                  <a:gd name="T4" fmla="*/ 161 w 183"/>
                  <a:gd name="T5" fmla="*/ 0 h 18"/>
                  <a:gd name="T6" fmla="*/ 183 w 183"/>
                  <a:gd name="T7" fmla="*/ 18 h 18"/>
                  <a:gd name="T8" fmla="*/ 0 w 183"/>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8">
                    <a:moveTo>
                      <a:pt x="0" y="18"/>
                    </a:moveTo>
                    <a:lnTo>
                      <a:pt x="22" y="0"/>
                    </a:lnTo>
                    <a:lnTo>
                      <a:pt x="161" y="0"/>
                    </a:lnTo>
                    <a:lnTo>
                      <a:pt x="183"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598" name="Rectangle 179"/>
              <p:cNvSpPr>
                <a:spLocks noChangeArrowheads="1"/>
              </p:cNvSpPr>
              <p:nvPr/>
            </p:nvSpPr>
            <p:spPr bwMode="auto">
              <a:xfrm>
                <a:off x="1050" y="2797"/>
                <a:ext cx="183"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6599" name="Rectangle 180"/>
              <p:cNvSpPr>
                <a:spLocks noChangeArrowheads="1"/>
              </p:cNvSpPr>
              <p:nvPr/>
            </p:nvSpPr>
            <p:spPr bwMode="auto">
              <a:xfrm>
                <a:off x="1013" y="2938"/>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6600" name="Rectangle 181"/>
              <p:cNvSpPr>
                <a:spLocks noChangeArrowheads="1"/>
              </p:cNvSpPr>
              <p:nvPr/>
            </p:nvSpPr>
            <p:spPr bwMode="auto">
              <a:xfrm>
                <a:off x="1067" y="2813"/>
                <a:ext cx="149" cy="10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6601" name="Line 182"/>
              <p:cNvSpPr>
                <a:spLocks noChangeShapeType="1"/>
              </p:cNvSpPr>
              <p:nvPr/>
            </p:nvSpPr>
            <p:spPr bwMode="auto">
              <a:xfrm flipH="1">
                <a:off x="1189" y="2961"/>
                <a:ext cx="61" cy="1"/>
              </a:xfrm>
              <a:prstGeom prst="line">
                <a:avLst/>
              </a:prstGeom>
              <a:noFill/>
              <a:ln w="7938">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nvGrpSpPr>
              <p:cNvPr id="146602" name="Group 183"/>
              <p:cNvGrpSpPr/>
              <p:nvPr/>
            </p:nvGrpSpPr>
            <p:grpSpPr bwMode="auto">
              <a:xfrm>
                <a:off x="1004" y="3002"/>
                <a:ext cx="275" cy="38"/>
                <a:chOff x="1004" y="3002"/>
                <a:chExt cx="275" cy="38"/>
              </a:xfrm>
            </p:grpSpPr>
            <p:sp>
              <p:nvSpPr>
                <p:cNvPr id="146603" name="Freeform 184"/>
                <p:cNvSpPr/>
                <p:nvPr/>
              </p:nvSpPr>
              <p:spPr bwMode="auto">
                <a:xfrm>
                  <a:off x="1004" y="3002"/>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604" name="Freeform 185"/>
                <p:cNvSpPr/>
                <p:nvPr/>
              </p:nvSpPr>
              <p:spPr bwMode="auto">
                <a:xfrm>
                  <a:off x="1004" y="3002"/>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605" name="Rectangle 186"/>
                <p:cNvSpPr>
                  <a:spLocks noChangeArrowheads="1"/>
                </p:cNvSpPr>
                <p:nvPr/>
              </p:nvSpPr>
              <p:spPr bwMode="auto">
                <a:xfrm>
                  <a:off x="1006" y="3029"/>
                  <a:ext cx="271"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grpSp>
        </p:grpSp>
        <p:grpSp>
          <p:nvGrpSpPr>
            <p:cNvPr id="146581" name="Group 187"/>
            <p:cNvGrpSpPr/>
            <p:nvPr/>
          </p:nvGrpSpPr>
          <p:grpSpPr bwMode="auto">
            <a:xfrm>
              <a:off x="997" y="2775"/>
              <a:ext cx="275" cy="260"/>
              <a:chOff x="997" y="2775"/>
              <a:chExt cx="275" cy="260"/>
            </a:xfrm>
          </p:grpSpPr>
          <p:sp>
            <p:nvSpPr>
              <p:cNvPr id="146582" name="Freeform 188"/>
              <p:cNvSpPr/>
              <p:nvPr/>
            </p:nvSpPr>
            <p:spPr bwMode="auto">
              <a:xfrm>
                <a:off x="1004" y="2910"/>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583" name="Freeform 189"/>
              <p:cNvSpPr/>
              <p:nvPr/>
            </p:nvSpPr>
            <p:spPr bwMode="auto">
              <a:xfrm>
                <a:off x="1004" y="2910"/>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584" name="Freeform 190"/>
              <p:cNvSpPr/>
              <p:nvPr/>
            </p:nvSpPr>
            <p:spPr bwMode="auto">
              <a:xfrm>
                <a:off x="1043" y="2775"/>
                <a:ext cx="184" cy="17"/>
              </a:xfrm>
              <a:custGeom>
                <a:avLst/>
                <a:gdLst>
                  <a:gd name="T0" fmla="*/ 0 w 184"/>
                  <a:gd name="T1" fmla="*/ 17 h 17"/>
                  <a:gd name="T2" fmla="*/ 22 w 184"/>
                  <a:gd name="T3" fmla="*/ 0 h 17"/>
                  <a:gd name="T4" fmla="*/ 161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1"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585" name="Freeform 191"/>
              <p:cNvSpPr/>
              <p:nvPr/>
            </p:nvSpPr>
            <p:spPr bwMode="auto">
              <a:xfrm>
                <a:off x="1043" y="2775"/>
                <a:ext cx="184" cy="17"/>
              </a:xfrm>
              <a:custGeom>
                <a:avLst/>
                <a:gdLst>
                  <a:gd name="T0" fmla="*/ 0 w 184"/>
                  <a:gd name="T1" fmla="*/ 17 h 17"/>
                  <a:gd name="T2" fmla="*/ 22 w 184"/>
                  <a:gd name="T3" fmla="*/ 0 h 17"/>
                  <a:gd name="T4" fmla="*/ 161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1"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586" name="Rectangle 192"/>
              <p:cNvSpPr>
                <a:spLocks noChangeArrowheads="1"/>
              </p:cNvSpPr>
              <p:nvPr/>
            </p:nvSpPr>
            <p:spPr bwMode="auto">
              <a:xfrm>
                <a:off x="1043" y="2792"/>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6587" name="Rectangle 193"/>
              <p:cNvSpPr>
                <a:spLocks noChangeArrowheads="1"/>
              </p:cNvSpPr>
              <p:nvPr/>
            </p:nvSpPr>
            <p:spPr bwMode="auto">
              <a:xfrm>
                <a:off x="1006" y="2934"/>
                <a:ext cx="258" cy="5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6588" name="Rectangle 194"/>
              <p:cNvSpPr>
                <a:spLocks noChangeArrowheads="1"/>
              </p:cNvSpPr>
              <p:nvPr/>
            </p:nvSpPr>
            <p:spPr bwMode="auto">
              <a:xfrm>
                <a:off x="1060" y="2808"/>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6589" name="Line 195"/>
              <p:cNvSpPr>
                <a:spLocks noChangeShapeType="1"/>
              </p:cNvSpPr>
              <p:nvPr/>
            </p:nvSpPr>
            <p:spPr bwMode="auto">
              <a:xfrm flipH="1">
                <a:off x="1182" y="2956"/>
                <a:ext cx="62" cy="1"/>
              </a:xfrm>
              <a:prstGeom prst="line">
                <a:avLst/>
              </a:prstGeom>
              <a:noFill/>
              <a:ln w="7938">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nvGrpSpPr>
              <p:cNvPr id="146590" name="Group 196"/>
              <p:cNvGrpSpPr/>
              <p:nvPr/>
            </p:nvGrpSpPr>
            <p:grpSpPr bwMode="auto">
              <a:xfrm>
                <a:off x="997" y="2997"/>
                <a:ext cx="275" cy="38"/>
                <a:chOff x="997" y="2997"/>
                <a:chExt cx="275" cy="38"/>
              </a:xfrm>
            </p:grpSpPr>
            <p:sp>
              <p:nvSpPr>
                <p:cNvPr id="146591" name="Freeform 197"/>
                <p:cNvSpPr/>
                <p:nvPr/>
              </p:nvSpPr>
              <p:spPr bwMode="auto">
                <a:xfrm>
                  <a:off x="997" y="2997"/>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592" name="Freeform 198"/>
                <p:cNvSpPr/>
                <p:nvPr/>
              </p:nvSpPr>
              <p:spPr bwMode="auto">
                <a:xfrm>
                  <a:off x="997" y="2997"/>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593" name="Rectangle 199"/>
                <p:cNvSpPr>
                  <a:spLocks noChangeArrowheads="1"/>
                </p:cNvSpPr>
                <p:nvPr/>
              </p:nvSpPr>
              <p:spPr bwMode="auto">
                <a:xfrm>
                  <a:off x="999" y="3024"/>
                  <a:ext cx="272"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grpSp>
        </p:grpSp>
      </p:grpSp>
      <p:grpSp>
        <p:nvGrpSpPr>
          <p:cNvPr id="146454" name="Group 200"/>
          <p:cNvGrpSpPr/>
          <p:nvPr/>
        </p:nvGrpSpPr>
        <p:grpSpPr bwMode="auto">
          <a:xfrm>
            <a:off x="540312" y="4135141"/>
            <a:ext cx="576130" cy="566737"/>
            <a:chOff x="590" y="3047"/>
            <a:chExt cx="282" cy="265"/>
          </a:xfrm>
        </p:grpSpPr>
        <p:grpSp>
          <p:nvGrpSpPr>
            <p:cNvPr id="146554" name="Group 201"/>
            <p:cNvGrpSpPr/>
            <p:nvPr/>
          </p:nvGrpSpPr>
          <p:grpSpPr bwMode="auto">
            <a:xfrm>
              <a:off x="596" y="3051"/>
              <a:ext cx="276" cy="261"/>
              <a:chOff x="596" y="3051"/>
              <a:chExt cx="276" cy="261"/>
            </a:xfrm>
          </p:grpSpPr>
          <p:sp>
            <p:nvSpPr>
              <p:cNvPr id="146568" name="Freeform 202"/>
              <p:cNvSpPr/>
              <p:nvPr/>
            </p:nvSpPr>
            <p:spPr bwMode="auto">
              <a:xfrm>
                <a:off x="603" y="3186"/>
                <a:ext cx="260" cy="26"/>
              </a:xfrm>
              <a:custGeom>
                <a:avLst/>
                <a:gdLst>
                  <a:gd name="T0" fmla="*/ 0 w 260"/>
                  <a:gd name="T1" fmla="*/ 26 h 26"/>
                  <a:gd name="T2" fmla="*/ 31 w 260"/>
                  <a:gd name="T3" fmla="*/ 0 h 26"/>
                  <a:gd name="T4" fmla="*/ 230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1" y="0"/>
                    </a:lnTo>
                    <a:lnTo>
                      <a:pt x="230"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569" name="Freeform 203"/>
              <p:cNvSpPr/>
              <p:nvPr/>
            </p:nvSpPr>
            <p:spPr bwMode="auto">
              <a:xfrm>
                <a:off x="603" y="3186"/>
                <a:ext cx="260" cy="26"/>
              </a:xfrm>
              <a:custGeom>
                <a:avLst/>
                <a:gdLst>
                  <a:gd name="T0" fmla="*/ 0 w 260"/>
                  <a:gd name="T1" fmla="*/ 26 h 26"/>
                  <a:gd name="T2" fmla="*/ 31 w 260"/>
                  <a:gd name="T3" fmla="*/ 0 h 26"/>
                  <a:gd name="T4" fmla="*/ 230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1" y="0"/>
                    </a:lnTo>
                    <a:lnTo>
                      <a:pt x="230"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570" name="Freeform 204"/>
              <p:cNvSpPr/>
              <p:nvPr/>
            </p:nvSpPr>
            <p:spPr bwMode="auto">
              <a:xfrm>
                <a:off x="642" y="3051"/>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571" name="Freeform 205"/>
              <p:cNvSpPr/>
              <p:nvPr/>
            </p:nvSpPr>
            <p:spPr bwMode="auto">
              <a:xfrm>
                <a:off x="642" y="3051"/>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572" name="Rectangle 206"/>
              <p:cNvSpPr>
                <a:spLocks noChangeArrowheads="1"/>
              </p:cNvSpPr>
              <p:nvPr/>
            </p:nvSpPr>
            <p:spPr bwMode="auto">
              <a:xfrm>
                <a:off x="642" y="3069"/>
                <a:ext cx="184"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6573" name="Rectangle 207"/>
              <p:cNvSpPr>
                <a:spLocks noChangeArrowheads="1"/>
              </p:cNvSpPr>
              <p:nvPr/>
            </p:nvSpPr>
            <p:spPr bwMode="auto">
              <a:xfrm>
                <a:off x="605" y="3210"/>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6574" name="Rectangle 208"/>
              <p:cNvSpPr>
                <a:spLocks noChangeArrowheads="1"/>
              </p:cNvSpPr>
              <p:nvPr/>
            </p:nvSpPr>
            <p:spPr bwMode="auto">
              <a:xfrm>
                <a:off x="659" y="3085"/>
                <a:ext cx="150" cy="10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6575" name="Line 209"/>
              <p:cNvSpPr>
                <a:spLocks noChangeShapeType="1"/>
              </p:cNvSpPr>
              <p:nvPr/>
            </p:nvSpPr>
            <p:spPr bwMode="auto">
              <a:xfrm flipH="1">
                <a:off x="782" y="3233"/>
                <a:ext cx="61" cy="1"/>
              </a:xfrm>
              <a:prstGeom prst="line">
                <a:avLst/>
              </a:prstGeom>
              <a:noFill/>
              <a:ln w="7938">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nvGrpSpPr>
              <p:cNvPr id="146576" name="Group 210"/>
              <p:cNvGrpSpPr/>
              <p:nvPr/>
            </p:nvGrpSpPr>
            <p:grpSpPr bwMode="auto">
              <a:xfrm>
                <a:off x="596" y="3274"/>
                <a:ext cx="276" cy="38"/>
                <a:chOff x="596" y="3274"/>
                <a:chExt cx="276" cy="38"/>
              </a:xfrm>
            </p:grpSpPr>
            <p:sp>
              <p:nvSpPr>
                <p:cNvPr id="146577" name="Freeform 211"/>
                <p:cNvSpPr/>
                <p:nvPr/>
              </p:nvSpPr>
              <p:spPr bwMode="auto">
                <a:xfrm>
                  <a:off x="596" y="3274"/>
                  <a:ext cx="276" cy="29"/>
                </a:xfrm>
                <a:custGeom>
                  <a:avLst/>
                  <a:gdLst>
                    <a:gd name="T0" fmla="*/ 0 w 276"/>
                    <a:gd name="T1" fmla="*/ 29 h 29"/>
                    <a:gd name="T2" fmla="*/ 33 w 276"/>
                    <a:gd name="T3" fmla="*/ 0 h 29"/>
                    <a:gd name="T4" fmla="*/ 243 w 276"/>
                    <a:gd name="T5" fmla="*/ 0 h 29"/>
                    <a:gd name="T6" fmla="*/ 276 w 276"/>
                    <a:gd name="T7" fmla="*/ 29 h 29"/>
                    <a:gd name="T8" fmla="*/ 0 w 276"/>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6" h="29">
                      <a:moveTo>
                        <a:pt x="0" y="29"/>
                      </a:moveTo>
                      <a:lnTo>
                        <a:pt x="33" y="0"/>
                      </a:lnTo>
                      <a:lnTo>
                        <a:pt x="243" y="0"/>
                      </a:lnTo>
                      <a:lnTo>
                        <a:pt x="276"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578" name="Freeform 212"/>
                <p:cNvSpPr/>
                <p:nvPr/>
              </p:nvSpPr>
              <p:spPr bwMode="auto">
                <a:xfrm>
                  <a:off x="596" y="3274"/>
                  <a:ext cx="276" cy="29"/>
                </a:xfrm>
                <a:custGeom>
                  <a:avLst/>
                  <a:gdLst>
                    <a:gd name="T0" fmla="*/ 0 w 276"/>
                    <a:gd name="T1" fmla="*/ 29 h 29"/>
                    <a:gd name="T2" fmla="*/ 33 w 276"/>
                    <a:gd name="T3" fmla="*/ 0 h 29"/>
                    <a:gd name="T4" fmla="*/ 243 w 276"/>
                    <a:gd name="T5" fmla="*/ 0 h 29"/>
                    <a:gd name="T6" fmla="*/ 276 w 276"/>
                    <a:gd name="T7" fmla="*/ 29 h 29"/>
                    <a:gd name="T8" fmla="*/ 0 w 276"/>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6" h="29">
                      <a:moveTo>
                        <a:pt x="0" y="29"/>
                      </a:moveTo>
                      <a:lnTo>
                        <a:pt x="33" y="0"/>
                      </a:lnTo>
                      <a:lnTo>
                        <a:pt x="243" y="0"/>
                      </a:lnTo>
                      <a:lnTo>
                        <a:pt x="276"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579" name="Rectangle 213"/>
                <p:cNvSpPr>
                  <a:spLocks noChangeArrowheads="1"/>
                </p:cNvSpPr>
                <p:nvPr/>
              </p:nvSpPr>
              <p:spPr bwMode="auto">
                <a:xfrm>
                  <a:off x="598" y="3301"/>
                  <a:ext cx="272"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grpSp>
        </p:grpSp>
        <p:grpSp>
          <p:nvGrpSpPr>
            <p:cNvPr id="146555" name="Group 214"/>
            <p:cNvGrpSpPr/>
            <p:nvPr/>
          </p:nvGrpSpPr>
          <p:grpSpPr bwMode="auto">
            <a:xfrm>
              <a:off x="590" y="3047"/>
              <a:ext cx="275" cy="260"/>
              <a:chOff x="590" y="3047"/>
              <a:chExt cx="275" cy="260"/>
            </a:xfrm>
          </p:grpSpPr>
          <p:sp>
            <p:nvSpPr>
              <p:cNvPr id="146556" name="Freeform 215"/>
              <p:cNvSpPr/>
              <p:nvPr/>
            </p:nvSpPr>
            <p:spPr bwMode="auto">
              <a:xfrm>
                <a:off x="596" y="3182"/>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557" name="Freeform 216"/>
              <p:cNvSpPr/>
              <p:nvPr/>
            </p:nvSpPr>
            <p:spPr bwMode="auto">
              <a:xfrm>
                <a:off x="596" y="3182"/>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558" name="Freeform 217"/>
              <p:cNvSpPr/>
              <p:nvPr/>
            </p:nvSpPr>
            <p:spPr bwMode="auto">
              <a:xfrm>
                <a:off x="636" y="3047"/>
                <a:ext cx="183" cy="17"/>
              </a:xfrm>
              <a:custGeom>
                <a:avLst/>
                <a:gdLst>
                  <a:gd name="T0" fmla="*/ 0 w 183"/>
                  <a:gd name="T1" fmla="*/ 17 h 17"/>
                  <a:gd name="T2" fmla="*/ 22 w 183"/>
                  <a:gd name="T3" fmla="*/ 0 h 17"/>
                  <a:gd name="T4" fmla="*/ 161 w 183"/>
                  <a:gd name="T5" fmla="*/ 0 h 17"/>
                  <a:gd name="T6" fmla="*/ 183 w 183"/>
                  <a:gd name="T7" fmla="*/ 17 h 17"/>
                  <a:gd name="T8" fmla="*/ 0 w 183"/>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7">
                    <a:moveTo>
                      <a:pt x="0" y="17"/>
                    </a:moveTo>
                    <a:lnTo>
                      <a:pt x="22" y="0"/>
                    </a:lnTo>
                    <a:lnTo>
                      <a:pt x="161" y="0"/>
                    </a:lnTo>
                    <a:lnTo>
                      <a:pt x="183"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559" name="Freeform 218"/>
              <p:cNvSpPr/>
              <p:nvPr/>
            </p:nvSpPr>
            <p:spPr bwMode="auto">
              <a:xfrm>
                <a:off x="636" y="3047"/>
                <a:ext cx="183" cy="17"/>
              </a:xfrm>
              <a:custGeom>
                <a:avLst/>
                <a:gdLst>
                  <a:gd name="T0" fmla="*/ 0 w 183"/>
                  <a:gd name="T1" fmla="*/ 17 h 17"/>
                  <a:gd name="T2" fmla="*/ 22 w 183"/>
                  <a:gd name="T3" fmla="*/ 0 h 17"/>
                  <a:gd name="T4" fmla="*/ 161 w 183"/>
                  <a:gd name="T5" fmla="*/ 0 h 17"/>
                  <a:gd name="T6" fmla="*/ 183 w 183"/>
                  <a:gd name="T7" fmla="*/ 17 h 17"/>
                  <a:gd name="T8" fmla="*/ 0 w 183"/>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7">
                    <a:moveTo>
                      <a:pt x="0" y="17"/>
                    </a:moveTo>
                    <a:lnTo>
                      <a:pt x="22" y="0"/>
                    </a:lnTo>
                    <a:lnTo>
                      <a:pt x="161" y="0"/>
                    </a:lnTo>
                    <a:lnTo>
                      <a:pt x="183"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560" name="Rectangle 219"/>
              <p:cNvSpPr>
                <a:spLocks noChangeArrowheads="1"/>
              </p:cNvSpPr>
              <p:nvPr/>
            </p:nvSpPr>
            <p:spPr bwMode="auto">
              <a:xfrm>
                <a:off x="636" y="3064"/>
                <a:ext cx="183"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6561" name="Rectangle 220"/>
              <p:cNvSpPr>
                <a:spLocks noChangeArrowheads="1"/>
              </p:cNvSpPr>
              <p:nvPr/>
            </p:nvSpPr>
            <p:spPr bwMode="auto">
              <a:xfrm>
                <a:off x="598" y="3206"/>
                <a:ext cx="258" cy="5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6562" name="Rectangle 221"/>
              <p:cNvSpPr>
                <a:spLocks noChangeArrowheads="1"/>
              </p:cNvSpPr>
              <p:nvPr/>
            </p:nvSpPr>
            <p:spPr bwMode="auto">
              <a:xfrm>
                <a:off x="653" y="3080"/>
                <a:ext cx="149"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6563" name="Line 222"/>
              <p:cNvSpPr>
                <a:spLocks noChangeShapeType="1"/>
              </p:cNvSpPr>
              <p:nvPr/>
            </p:nvSpPr>
            <p:spPr bwMode="auto">
              <a:xfrm flipH="1">
                <a:off x="775" y="3228"/>
                <a:ext cx="61" cy="1"/>
              </a:xfrm>
              <a:prstGeom prst="line">
                <a:avLst/>
              </a:prstGeom>
              <a:noFill/>
              <a:ln w="7938">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nvGrpSpPr>
              <p:cNvPr id="146564" name="Group 223"/>
              <p:cNvGrpSpPr/>
              <p:nvPr/>
            </p:nvGrpSpPr>
            <p:grpSpPr bwMode="auto">
              <a:xfrm>
                <a:off x="590" y="3269"/>
                <a:ext cx="275" cy="38"/>
                <a:chOff x="590" y="3269"/>
                <a:chExt cx="275" cy="38"/>
              </a:xfrm>
            </p:grpSpPr>
            <p:sp>
              <p:nvSpPr>
                <p:cNvPr id="146565" name="Freeform 224"/>
                <p:cNvSpPr/>
                <p:nvPr/>
              </p:nvSpPr>
              <p:spPr bwMode="auto">
                <a:xfrm>
                  <a:off x="590" y="3269"/>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566" name="Freeform 225"/>
                <p:cNvSpPr/>
                <p:nvPr/>
              </p:nvSpPr>
              <p:spPr bwMode="auto">
                <a:xfrm>
                  <a:off x="590" y="3269"/>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567" name="Rectangle 226"/>
                <p:cNvSpPr>
                  <a:spLocks noChangeArrowheads="1"/>
                </p:cNvSpPr>
                <p:nvPr/>
              </p:nvSpPr>
              <p:spPr bwMode="auto">
                <a:xfrm>
                  <a:off x="591" y="3296"/>
                  <a:ext cx="272"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grpSp>
        </p:grpSp>
      </p:grpSp>
      <p:grpSp>
        <p:nvGrpSpPr>
          <p:cNvPr id="146455" name="Group 227"/>
          <p:cNvGrpSpPr/>
          <p:nvPr/>
        </p:nvGrpSpPr>
        <p:grpSpPr bwMode="auto">
          <a:xfrm>
            <a:off x="1186954" y="4814591"/>
            <a:ext cx="576130" cy="566737"/>
            <a:chOff x="906" y="3365"/>
            <a:chExt cx="281" cy="265"/>
          </a:xfrm>
        </p:grpSpPr>
        <p:grpSp>
          <p:nvGrpSpPr>
            <p:cNvPr id="146528" name="Group 228"/>
            <p:cNvGrpSpPr/>
            <p:nvPr/>
          </p:nvGrpSpPr>
          <p:grpSpPr bwMode="auto">
            <a:xfrm>
              <a:off x="912" y="3369"/>
              <a:ext cx="275" cy="261"/>
              <a:chOff x="912" y="3369"/>
              <a:chExt cx="275" cy="261"/>
            </a:xfrm>
          </p:grpSpPr>
          <p:sp>
            <p:nvSpPr>
              <p:cNvPr id="146542" name="Freeform 229"/>
              <p:cNvSpPr/>
              <p:nvPr/>
            </p:nvSpPr>
            <p:spPr bwMode="auto">
              <a:xfrm>
                <a:off x="919" y="3505"/>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543" name="Freeform 230"/>
              <p:cNvSpPr/>
              <p:nvPr/>
            </p:nvSpPr>
            <p:spPr bwMode="auto">
              <a:xfrm>
                <a:off x="919" y="3505"/>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544" name="Freeform 231"/>
              <p:cNvSpPr/>
              <p:nvPr/>
            </p:nvSpPr>
            <p:spPr bwMode="auto">
              <a:xfrm>
                <a:off x="958" y="3369"/>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545" name="Freeform 232"/>
              <p:cNvSpPr/>
              <p:nvPr/>
            </p:nvSpPr>
            <p:spPr bwMode="auto">
              <a:xfrm>
                <a:off x="958" y="3369"/>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546" name="Rectangle 233"/>
              <p:cNvSpPr>
                <a:spLocks noChangeArrowheads="1"/>
              </p:cNvSpPr>
              <p:nvPr/>
            </p:nvSpPr>
            <p:spPr bwMode="auto">
              <a:xfrm>
                <a:off x="958" y="3387"/>
                <a:ext cx="184"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6547" name="Rectangle 234"/>
              <p:cNvSpPr>
                <a:spLocks noChangeArrowheads="1"/>
              </p:cNvSpPr>
              <p:nvPr/>
            </p:nvSpPr>
            <p:spPr bwMode="auto">
              <a:xfrm>
                <a:off x="921" y="3528"/>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6548" name="Rectangle 235"/>
              <p:cNvSpPr>
                <a:spLocks noChangeArrowheads="1"/>
              </p:cNvSpPr>
              <p:nvPr/>
            </p:nvSpPr>
            <p:spPr bwMode="auto">
              <a:xfrm>
                <a:off x="975" y="3403"/>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6549" name="Line 236"/>
              <p:cNvSpPr>
                <a:spLocks noChangeShapeType="1"/>
              </p:cNvSpPr>
              <p:nvPr/>
            </p:nvSpPr>
            <p:spPr bwMode="auto">
              <a:xfrm flipH="1">
                <a:off x="1097" y="3551"/>
                <a:ext cx="62" cy="1"/>
              </a:xfrm>
              <a:prstGeom prst="line">
                <a:avLst/>
              </a:prstGeom>
              <a:noFill/>
              <a:ln w="7938">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nvGrpSpPr>
              <p:cNvPr id="146550" name="Group 237"/>
              <p:cNvGrpSpPr/>
              <p:nvPr/>
            </p:nvGrpSpPr>
            <p:grpSpPr bwMode="auto">
              <a:xfrm>
                <a:off x="912" y="3592"/>
                <a:ext cx="275" cy="38"/>
                <a:chOff x="912" y="3592"/>
                <a:chExt cx="275" cy="38"/>
              </a:xfrm>
            </p:grpSpPr>
            <p:sp>
              <p:nvSpPr>
                <p:cNvPr id="146551" name="Freeform 238"/>
                <p:cNvSpPr/>
                <p:nvPr/>
              </p:nvSpPr>
              <p:spPr bwMode="auto">
                <a:xfrm>
                  <a:off x="912" y="3592"/>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552" name="Freeform 239"/>
                <p:cNvSpPr/>
                <p:nvPr/>
              </p:nvSpPr>
              <p:spPr bwMode="auto">
                <a:xfrm>
                  <a:off x="912" y="3592"/>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553" name="Rectangle 240"/>
                <p:cNvSpPr>
                  <a:spLocks noChangeArrowheads="1"/>
                </p:cNvSpPr>
                <p:nvPr/>
              </p:nvSpPr>
              <p:spPr bwMode="auto">
                <a:xfrm>
                  <a:off x="914" y="3619"/>
                  <a:ext cx="272"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grpSp>
        </p:grpSp>
        <p:grpSp>
          <p:nvGrpSpPr>
            <p:cNvPr id="146529" name="Group 241"/>
            <p:cNvGrpSpPr/>
            <p:nvPr/>
          </p:nvGrpSpPr>
          <p:grpSpPr bwMode="auto">
            <a:xfrm>
              <a:off x="906" y="3365"/>
              <a:ext cx="275" cy="261"/>
              <a:chOff x="906" y="3365"/>
              <a:chExt cx="275" cy="261"/>
            </a:xfrm>
          </p:grpSpPr>
          <p:sp>
            <p:nvSpPr>
              <p:cNvPr id="146530" name="Freeform 242"/>
              <p:cNvSpPr/>
              <p:nvPr/>
            </p:nvSpPr>
            <p:spPr bwMode="auto">
              <a:xfrm>
                <a:off x="912" y="3500"/>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531" name="Freeform 243"/>
              <p:cNvSpPr/>
              <p:nvPr/>
            </p:nvSpPr>
            <p:spPr bwMode="auto">
              <a:xfrm>
                <a:off x="912" y="3500"/>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532" name="Freeform 244"/>
              <p:cNvSpPr/>
              <p:nvPr/>
            </p:nvSpPr>
            <p:spPr bwMode="auto">
              <a:xfrm>
                <a:off x="951" y="3365"/>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533" name="Freeform 245"/>
              <p:cNvSpPr/>
              <p:nvPr/>
            </p:nvSpPr>
            <p:spPr bwMode="auto">
              <a:xfrm>
                <a:off x="951" y="3365"/>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534" name="Rectangle 246"/>
              <p:cNvSpPr>
                <a:spLocks noChangeArrowheads="1"/>
              </p:cNvSpPr>
              <p:nvPr/>
            </p:nvSpPr>
            <p:spPr bwMode="auto">
              <a:xfrm>
                <a:off x="951" y="3382"/>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6535" name="Rectangle 247"/>
              <p:cNvSpPr>
                <a:spLocks noChangeArrowheads="1"/>
              </p:cNvSpPr>
              <p:nvPr/>
            </p:nvSpPr>
            <p:spPr bwMode="auto">
              <a:xfrm>
                <a:off x="914" y="3524"/>
                <a:ext cx="258"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6536" name="Rectangle 248"/>
              <p:cNvSpPr>
                <a:spLocks noChangeArrowheads="1"/>
              </p:cNvSpPr>
              <p:nvPr/>
            </p:nvSpPr>
            <p:spPr bwMode="auto">
              <a:xfrm>
                <a:off x="968" y="3398"/>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6537" name="Line 249"/>
              <p:cNvSpPr>
                <a:spLocks noChangeShapeType="1"/>
              </p:cNvSpPr>
              <p:nvPr/>
            </p:nvSpPr>
            <p:spPr bwMode="auto">
              <a:xfrm flipH="1">
                <a:off x="1091" y="3546"/>
                <a:ext cx="61" cy="1"/>
              </a:xfrm>
              <a:prstGeom prst="line">
                <a:avLst/>
              </a:prstGeom>
              <a:noFill/>
              <a:ln w="7938">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nvGrpSpPr>
              <p:cNvPr id="146538" name="Group 250"/>
              <p:cNvGrpSpPr/>
              <p:nvPr/>
            </p:nvGrpSpPr>
            <p:grpSpPr bwMode="auto">
              <a:xfrm>
                <a:off x="906" y="3587"/>
                <a:ext cx="275" cy="39"/>
                <a:chOff x="906" y="3587"/>
                <a:chExt cx="275" cy="39"/>
              </a:xfrm>
            </p:grpSpPr>
            <p:sp>
              <p:nvSpPr>
                <p:cNvPr id="146539" name="Freeform 251"/>
                <p:cNvSpPr/>
                <p:nvPr/>
              </p:nvSpPr>
              <p:spPr bwMode="auto">
                <a:xfrm>
                  <a:off x="906" y="3587"/>
                  <a:ext cx="275" cy="29"/>
                </a:xfrm>
                <a:custGeom>
                  <a:avLst/>
                  <a:gdLst>
                    <a:gd name="T0" fmla="*/ 0 w 275"/>
                    <a:gd name="T1" fmla="*/ 29 h 29"/>
                    <a:gd name="T2" fmla="*/ 32 w 275"/>
                    <a:gd name="T3" fmla="*/ 0 h 29"/>
                    <a:gd name="T4" fmla="*/ 242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2"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540" name="Freeform 252"/>
                <p:cNvSpPr/>
                <p:nvPr/>
              </p:nvSpPr>
              <p:spPr bwMode="auto">
                <a:xfrm>
                  <a:off x="906" y="3587"/>
                  <a:ext cx="275" cy="29"/>
                </a:xfrm>
                <a:custGeom>
                  <a:avLst/>
                  <a:gdLst>
                    <a:gd name="T0" fmla="*/ 0 w 275"/>
                    <a:gd name="T1" fmla="*/ 29 h 29"/>
                    <a:gd name="T2" fmla="*/ 32 w 275"/>
                    <a:gd name="T3" fmla="*/ 0 h 29"/>
                    <a:gd name="T4" fmla="*/ 242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2"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541" name="Rectangle 253"/>
                <p:cNvSpPr>
                  <a:spLocks noChangeArrowheads="1"/>
                </p:cNvSpPr>
                <p:nvPr/>
              </p:nvSpPr>
              <p:spPr bwMode="auto">
                <a:xfrm>
                  <a:off x="907" y="3614"/>
                  <a:ext cx="272" cy="12"/>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grpSp>
        </p:grpSp>
      </p:grpSp>
      <p:sp>
        <p:nvSpPr>
          <p:cNvPr id="146456" name="Rectangle 254"/>
          <p:cNvSpPr>
            <a:spLocks noChangeArrowheads="1"/>
          </p:cNvSpPr>
          <p:nvPr/>
        </p:nvSpPr>
        <p:spPr bwMode="auto">
          <a:xfrm>
            <a:off x="2607502" y="3257253"/>
            <a:ext cx="964803" cy="67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6457" name="Rectangle 255"/>
          <p:cNvSpPr>
            <a:spLocks noChangeArrowheads="1"/>
          </p:cNvSpPr>
          <p:nvPr/>
        </p:nvSpPr>
        <p:spPr bwMode="auto">
          <a:xfrm>
            <a:off x="2770881" y="3354090"/>
            <a:ext cx="76944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kumimoji="1" lang="zh-CN" altLang="en-US" sz="2000" b="1">
                <a:solidFill>
                  <a:srgbClr val="000099"/>
                </a:solidFill>
                <a:latin typeface="Arial" panose="020B0604020202020204" pitchFamily="34" charset="0"/>
                <a:ea typeface="黑体" panose="02010609060101010101" pitchFamily="2" charset="-122"/>
              </a:rPr>
              <a:t>校园网</a:t>
            </a:r>
          </a:p>
        </p:txBody>
      </p:sp>
      <p:grpSp>
        <p:nvGrpSpPr>
          <p:cNvPr id="146458" name="Group 257"/>
          <p:cNvGrpSpPr/>
          <p:nvPr/>
        </p:nvGrpSpPr>
        <p:grpSpPr bwMode="auto">
          <a:xfrm>
            <a:off x="9034363" y="2617490"/>
            <a:ext cx="443706" cy="723900"/>
            <a:chOff x="4305" y="2335"/>
            <a:chExt cx="216" cy="339"/>
          </a:xfrm>
        </p:grpSpPr>
        <p:grpSp>
          <p:nvGrpSpPr>
            <p:cNvPr id="146508" name="Group 258"/>
            <p:cNvGrpSpPr/>
            <p:nvPr/>
          </p:nvGrpSpPr>
          <p:grpSpPr bwMode="auto">
            <a:xfrm>
              <a:off x="4310" y="2341"/>
              <a:ext cx="211" cy="333"/>
              <a:chOff x="4310" y="2341"/>
              <a:chExt cx="211" cy="333"/>
            </a:xfrm>
          </p:grpSpPr>
          <p:sp>
            <p:nvSpPr>
              <p:cNvPr id="146519" name="Freeform 259"/>
              <p:cNvSpPr/>
              <p:nvPr/>
            </p:nvSpPr>
            <p:spPr bwMode="auto">
              <a:xfrm>
                <a:off x="4375" y="2341"/>
                <a:ext cx="146" cy="333"/>
              </a:xfrm>
              <a:custGeom>
                <a:avLst/>
                <a:gdLst>
                  <a:gd name="T0" fmla="*/ 51 w 146"/>
                  <a:gd name="T1" fmla="*/ 333 h 333"/>
                  <a:gd name="T2" fmla="*/ 0 w 146"/>
                  <a:gd name="T3" fmla="*/ 50 h 333"/>
                  <a:gd name="T4" fmla="*/ 146 w 146"/>
                  <a:gd name="T5" fmla="*/ 0 h 333"/>
                  <a:gd name="T6" fmla="*/ 146 w 146"/>
                  <a:gd name="T7" fmla="*/ 270 h 333"/>
                  <a:gd name="T8" fmla="*/ 51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1" y="333"/>
                    </a:moveTo>
                    <a:lnTo>
                      <a:pt x="0" y="50"/>
                    </a:lnTo>
                    <a:lnTo>
                      <a:pt x="146" y="0"/>
                    </a:lnTo>
                    <a:lnTo>
                      <a:pt x="146" y="270"/>
                    </a:lnTo>
                    <a:lnTo>
                      <a:pt x="51" y="33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520" name="Freeform 260"/>
              <p:cNvSpPr/>
              <p:nvPr/>
            </p:nvSpPr>
            <p:spPr bwMode="auto">
              <a:xfrm>
                <a:off x="4375" y="2341"/>
                <a:ext cx="146" cy="333"/>
              </a:xfrm>
              <a:custGeom>
                <a:avLst/>
                <a:gdLst>
                  <a:gd name="T0" fmla="*/ 51 w 146"/>
                  <a:gd name="T1" fmla="*/ 333 h 333"/>
                  <a:gd name="T2" fmla="*/ 0 w 146"/>
                  <a:gd name="T3" fmla="*/ 50 h 333"/>
                  <a:gd name="T4" fmla="*/ 146 w 146"/>
                  <a:gd name="T5" fmla="*/ 0 h 333"/>
                  <a:gd name="T6" fmla="*/ 146 w 146"/>
                  <a:gd name="T7" fmla="*/ 270 h 333"/>
                  <a:gd name="T8" fmla="*/ 51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1" y="333"/>
                    </a:moveTo>
                    <a:lnTo>
                      <a:pt x="0" y="50"/>
                    </a:lnTo>
                    <a:lnTo>
                      <a:pt x="146" y="0"/>
                    </a:lnTo>
                    <a:lnTo>
                      <a:pt x="146" y="270"/>
                    </a:lnTo>
                    <a:lnTo>
                      <a:pt x="51" y="33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521" name="Freeform 261"/>
              <p:cNvSpPr/>
              <p:nvPr/>
            </p:nvSpPr>
            <p:spPr bwMode="auto">
              <a:xfrm>
                <a:off x="4310" y="2341"/>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522" name="Freeform 262"/>
              <p:cNvSpPr/>
              <p:nvPr/>
            </p:nvSpPr>
            <p:spPr bwMode="auto">
              <a:xfrm>
                <a:off x="4310" y="2341"/>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523" name="Rectangle 263"/>
              <p:cNvSpPr>
                <a:spLocks noChangeArrowheads="1"/>
              </p:cNvSpPr>
              <p:nvPr/>
            </p:nvSpPr>
            <p:spPr bwMode="auto">
              <a:xfrm>
                <a:off x="4310" y="2404"/>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6524" name="Rectangle 264"/>
              <p:cNvSpPr>
                <a:spLocks noChangeArrowheads="1"/>
              </p:cNvSpPr>
              <p:nvPr/>
            </p:nvSpPr>
            <p:spPr bwMode="auto">
              <a:xfrm>
                <a:off x="4315" y="2416"/>
                <a:ext cx="65"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6525" name="Line 265"/>
              <p:cNvSpPr>
                <a:spLocks noChangeShapeType="1"/>
              </p:cNvSpPr>
              <p:nvPr/>
            </p:nvSpPr>
            <p:spPr bwMode="auto">
              <a:xfrm>
                <a:off x="4320" y="2441"/>
                <a:ext cx="50"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46526" name="Line 266"/>
              <p:cNvSpPr>
                <a:spLocks noChangeShapeType="1"/>
              </p:cNvSpPr>
              <p:nvPr/>
            </p:nvSpPr>
            <p:spPr bwMode="auto">
              <a:xfrm flipH="1">
                <a:off x="4310" y="2617"/>
                <a:ext cx="116"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46527" name="Line 267"/>
              <p:cNvSpPr>
                <a:spLocks noChangeShapeType="1"/>
              </p:cNvSpPr>
              <p:nvPr/>
            </p:nvSpPr>
            <p:spPr bwMode="auto">
              <a:xfrm flipH="1">
                <a:off x="4310" y="2504"/>
                <a:ext cx="116"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nvGrpSpPr>
            <p:cNvPr id="146509" name="Group 268"/>
            <p:cNvGrpSpPr/>
            <p:nvPr/>
          </p:nvGrpSpPr>
          <p:grpSpPr bwMode="auto">
            <a:xfrm>
              <a:off x="4305" y="2335"/>
              <a:ext cx="211" cy="332"/>
              <a:chOff x="4305" y="2335"/>
              <a:chExt cx="211" cy="332"/>
            </a:xfrm>
          </p:grpSpPr>
          <p:sp>
            <p:nvSpPr>
              <p:cNvPr id="146510" name="Freeform 269"/>
              <p:cNvSpPr/>
              <p:nvPr/>
            </p:nvSpPr>
            <p:spPr bwMode="auto">
              <a:xfrm>
                <a:off x="4370" y="2335"/>
                <a:ext cx="146" cy="332"/>
              </a:xfrm>
              <a:custGeom>
                <a:avLst/>
                <a:gdLst>
                  <a:gd name="T0" fmla="*/ 51 w 146"/>
                  <a:gd name="T1" fmla="*/ 332 h 332"/>
                  <a:gd name="T2" fmla="*/ 0 w 146"/>
                  <a:gd name="T3" fmla="*/ 50 h 332"/>
                  <a:gd name="T4" fmla="*/ 146 w 146"/>
                  <a:gd name="T5" fmla="*/ 0 h 332"/>
                  <a:gd name="T6" fmla="*/ 146 w 146"/>
                  <a:gd name="T7" fmla="*/ 270 h 332"/>
                  <a:gd name="T8" fmla="*/ 51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1" y="332"/>
                    </a:moveTo>
                    <a:lnTo>
                      <a:pt x="0" y="50"/>
                    </a:lnTo>
                    <a:lnTo>
                      <a:pt x="146" y="0"/>
                    </a:lnTo>
                    <a:lnTo>
                      <a:pt x="146" y="270"/>
                    </a:lnTo>
                    <a:lnTo>
                      <a:pt x="51" y="332"/>
                    </a:lnTo>
                    <a:close/>
                  </a:path>
                </a:pathLst>
              </a:custGeom>
              <a:solidFill>
                <a:srgbClr val="A5A58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511" name="Freeform 270"/>
              <p:cNvSpPr/>
              <p:nvPr/>
            </p:nvSpPr>
            <p:spPr bwMode="auto">
              <a:xfrm>
                <a:off x="4370" y="2335"/>
                <a:ext cx="146" cy="332"/>
              </a:xfrm>
              <a:custGeom>
                <a:avLst/>
                <a:gdLst>
                  <a:gd name="T0" fmla="*/ 51 w 146"/>
                  <a:gd name="T1" fmla="*/ 332 h 332"/>
                  <a:gd name="T2" fmla="*/ 0 w 146"/>
                  <a:gd name="T3" fmla="*/ 50 h 332"/>
                  <a:gd name="T4" fmla="*/ 146 w 146"/>
                  <a:gd name="T5" fmla="*/ 0 h 332"/>
                  <a:gd name="T6" fmla="*/ 146 w 146"/>
                  <a:gd name="T7" fmla="*/ 270 h 332"/>
                  <a:gd name="T8" fmla="*/ 51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1" y="332"/>
                    </a:moveTo>
                    <a:lnTo>
                      <a:pt x="0" y="50"/>
                    </a:lnTo>
                    <a:lnTo>
                      <a:pt x="146" y="0"/>
                    </a:lnTo>
                    <a:lnTo>
                      <a:pt x="146" y="270"/>
                    </a:lnTo>
                    <a:lnTo>
                      <a:pt x="51" y="332"/>
                    </a:lnTo>
                    <a:close/>
                  </a:path>
                </a:pathLst>
              </a:custGeom>
              <a:solidFill>
                <a:srgbClr val="A5A58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512" name="Freeform 271"/>
              <p:cNvSpPr/>
              <p:nvPr/>
            </p:nvSpPr>
            <p:spPr bwMode="auto">
              <a:xfrm>
                <a:off x="4305" y="2335"/>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513" name="Freeform 272"/>
              <p:cNvSpPr/>
              <p:nvPr/>
            </p:nvSpPr>
            <p:spPr bwMode="auto">
              <a:xfrm>
                <a:off x="4305" y="2335"/>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514" name="Rectangle 273"/>
              <p:cNvSpPr>
                <a:spLocks noChangeArrowheads="1"/>
              </p:cNvSpPr>
              <p:nvPr/>
            </p:nvSpPr>
            <p:spPr bwMode="auto">
              <a:xfrm>
                <a:off x="4305" y="2398"/>
                <a:ext cx="116" cy="26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6515" name="Rectangle 274"/>
              <p:cNvSpPr>
                <a:spLocks noChangeArrowheads="1"/>
              </p:cNvSpPr>
              <p:nvPr/>
            </p:nvSpPr>
            <p:spPr bwMode="auto">
              <a:xfrm>
                <a:off x="4310" y="2410"/>
                <a:ext cx="65"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6516" name="Line 275"/>
              <p:cNvSpPr>
                <a:spLocks noChangeShapeType="1"/>
              </p:cNvSpPr>
              <p:nvPr/>
            </p:nvSpPr>
            <p:spPr bwMode="auto">
              <a:xfrm>
                <a:off x="4320" y="2429"/>
                <a:ext cx="40"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46517" name="Line 276"/>
              <p:cNvSpPr>
                <a:spLocks noChangeShapeType="1"/>
              </p:cNvSpPr>
              <p:nvPr/>
            </p:nvSpPr>
            <p:spPr bwMode="auto">
              <a:xfrm flipH="1">
                <a:off x="4310" y="2611"/>
                <a:ext cx="106"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46518" name="Line 277"/>
              <p:cNvSpPr>
                <a:spLocks noChangeShapeType="1"/>
              </p:cNvSpPr>
              <p:nvPr/>
            </p:nvSpPr>
            <p:spPr bwMode="auto">
              <a:xfrm flipH="1">
                <a:off x="4310" y="2498"/>
                <a:ext cx="106"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sp>
        <p:nvSpPr>
          <p:cNvPr id="146459" name="Rectangle 279"/>
          <p:cNvSpPr>
            <a:spLocks noChangeArrowheads="1"/>
          </p:cNvSpPr>
          <p:nvPr/>
        </p:nvSpPr>
        <p:spPr bwMode="auto">
          <a:xfrm>
            <a:off x="7581139" y="2792115"/>
            <a:ext cx="128240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kumimoji="1" lang="zh-CN" altLang="en-US" sz="2000" b="1">
                <a:solidFill>
                  <a:srgbClr val="000099"/>
                </a:solidFill>
                <a:latin typeface="Arial" panose="020B0604020202020204" pitchFamily="34" charset="0"/>
                <a:ea typeface="黑体" panose="02010609060101010101" pitchFamily="2" charset="-122"/>
              </a:rPr>
              <a:t>源点服务器</a:t>
            </a:r>
          </a:p>
        </p:txBody>
      </p:sp>
      <p:sp>
        <p:nvSpPr>
          <p:cNvPr id="146460" name="Rectangle 280"/>
          <p:cNvSpPr>
            <a:spLocks noChangeArrowheads="1"/>
          </p:cNvSpPr>
          <p:nvPr/>
        </p:nvSpPr>
        <p:spPr bwMode="auto">
          <a:xfrm>
            <a:off x="4645454" y="3893840"/>
            <a:ext cx="921808"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6461" name="Rectangle 281"/>
          <p:cNvSpPr>
            <a:spLocks noChangeArrowheads="1"/>
          </p:cNvSpPr>
          <p:nvPr/>
        </p:nvSpPr>
        <p:spPr bwMode="auto">
          <a:xfrm>
            <a:off x="5385048" y="3965277"/>
            <a:ext cx="95218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kumimoji="1" lang="en-US" altLang="zh-CN" sz="2000" b="1" dirty="0">
                <a:solidFill>
                  <a:srgbClr val="000099"/>
                </a:solidFill>
                <a:latin typeface="Arial" panose="020B0604020202020204" pitchFamily="34" charset="0"/>
                <a:ea typeface="黑体" panose="02010609060101010101" pitchFamily="2" charset="-122"/>
              </a:rPr>
              <a:t>2 Mbit/s</a:t>
            </a:r>
          </a:p>
        </p:txBody>
      </p:sp>
      <p:grpSp>
        <p:nvGrpSpPr>
          <p:cNvPr id="146462" name="Group 282"/>
          <p:cNvGrpSpPr/>
          <p:nvPr/>
        </p:nvGrpSpPr>
        <p:grpSpPr bwMode="auto">
          <a:xfrm>
            <a:off x="6779716" y="4106566"/>
            <a:ext cx="631163" cy="409575"/>
            <a:chOff x="3202" y="3033"/>
            <a:chExt cx="309" cy="192"/>
          </a:xfrm>
        </p:grpSpPr>
        <p:sp>
          <p:nvSpPr>
            <p:cNvPr id="146483" name="Oval 283"/>
            <p:cNvSpPr>
              <a:spLocks noChangeArrowheads="1"/>
            </p:cNvSpPr>
            <p:nvPr/>
          </p:nvSpPr>
          <p:spPr bwMode="auto">
            <a:xfrm>
              <a:off x="3203" y="3113"/>
              <a:ext cx="308" cy="112"/>
            </a:xfrm>
            <a:prstGeom prst="ellipse">
              <a:avLst/>
            </a:prstGeom>
            <a:solidFill>
              <a:srgbClr val="0078AA"/>
            </a:solidFill>
            <a:ln w="3175">
              <a:solidFill>
                <a:srgbClr val="AAE6FF"/>
              </a:solidFill>
              <a:round/>
            </a:ln>
          </p:spPr>
          <p:txBody>
            <a:bodyPr/>
            <a:lstStyle/>
            <a:p>
              <a:pPr eaLnBrk="1" hangingPunct="1"/>
              <a:endParaRPr lang="zh-CN" altLang="en-US" b="1">
                <a:solidFill>
                  <a:srgbClr val="000099"/>
                </a:solidFill>
              </a:endParaRPr>
            </a:p>
          </p:txBody>
        </p:sp>
        <p:sp>
          <p:nvSpPr>
            <p:cNvPr id="146484" name="Rectangle 284"/>
            <p:cNvSpPr>
              <a:spLocks noChangeArrowheads="1"/>
            </p:cNvSpPr>
            <p:nvPr/>
          </p:nvSpPr>
          <p:spPr bwMode="auto">
            <a:xfrm>
              <a:off x="3202"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6485" name="Rectangle 285"/>
            <p:cNvSpPr>
              <a:spLocks noChangeArrowheads="1"/>
            </p:cNvSpPr>
            <p:nvPr/>
          </p:nvSpPr>
          <p:spPr bwMode="auto">
            <a:xfrm>
              <a:off x="3202"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6486" name="Oval 286"/>
            <p:cNvSpPr>
              <a:spLocks noChangeArrowheads="1"/>
            </p:cNvSpPr>
            <p:nvPr/>
          </p:nvSpPr>
          <p:spPr bwMode="auto">
            <a:xfrm>
              <a:off x="3203" y="3033"/>
              <a:ext cx="308" cy="112"/>
            </a:xfrm>
            <a:prstGeom prst="ellipse">
              <a:avLst/>
            </a:prstGeom>
            <a:solidFill>
              <a:srgbClr val="00B4FF"/>
            </a:solidFill>
            <a:ln w="3175">
              <a:solidFill>
                <a:srgbClr val="AAE6FF"/>
              </a:solidFill>
              <a:round/>
            </a:ln>
          </p:spPr>
          <p:txBody>
            <a:bodyPr/>
            <a:lstStyle/>
            <a:p>
              <a:pPr eaLnBrk="1" hangingPunct="1"/>
              <a:endParaRPr lang="zh-CN" altLang="en-US" b="1">
                <a:solidFill>
                  <a:srgbClr val="000099"/>
                </a:solidFill>
              </a:endParaRPr>
            </a:p>
          </p:txBody>
        </p:sp>
        <p:grpSp>
          <p:nvGrpSpPr>
            <p:cNvPr id="146487" name="Group 287"/>
            <p:cNvGrpSpPr/>
            <p:nvPr/>
          </p:nvGrpSpPr>
          <p:grpSpPr bwMode="auto">
            <a:xfrm>
              <a:off x="3249" y="3046"/>
              <a:ext cx="214" cy="86"/>
              <a:chOff x="3249" y="3046"/>
              <a:chExt cx="214" cy="86"/>
            </a:xfrm>
          </p:grpSpPr>
          <p:grpSp>
            <p:nvGrpSpPr>
              <p:cNvPr id="146490" name="Group 288"/>
              <p:cNvGrpSpPr/>
              <p:nvPr/>
            </p:nvGrpSpPr>
            <p:grpSpPr bwMode="auto">
              <a:xfrm>
                <a:off x="3249" y="3046"/>
                <a:ext cx="212" cy="84"/>
                <a:chOff x="3249" y="3046"/>
                <a:chExt cx="212" cy="84"/>
              </a:xfrm>
            </p:grpSpPr>
            <p:sp>
              <p:nvSpPr>
                <p:cNvPr id="146500" name="Freeform 289"/>
                <p:cNvSpPr/>
                <p:nvPr/>
              </p:nvSpPr>
              <p:spPr bwMode="auto">
                <a:xfrm>
                  <a:off x="3360"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501" name="Freeform 290"/>
                <p:cNvSpPr/>
                <p:nvPr/>
              </p:nvSpPr>
              <p:spPr bwMode="auto">
                <a:xfrm>
                  <a:off x="3360"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502" name="Freeform 291"/>
                <p:cNvSpPr/>
                <p:nvPr/>
              </p:nvSpPr>
              <p:spPr bwMode="auto">
                <a:xfrm>
                  <a:off x="3249" y="3090"/>
                  <a:ext cx="102" cy="38"/>
                </a:xfrm>
                <a:custGeom>
                  <a:avLst/>
                  <a:gdLst>
                    <a:gd name="T0" fmla="*/ 102 w 102"/>
                    <a:gd name="T1" fmla="*/ 8 h 38"/>
                    <a:gd name="T2" fmla="*/ 79 w 102"/>
                    <a:gd name="T3" fmla="*/ 0 h 38"/>
                    <a:gd name="T4" fmla="*/ 26 w 102"/>
                    <a:gd name="T5" fmla="*/ 24 h 38"/>
                    <a:gd name="T6" fmla="*/ 0 w 102"/>
                    <a:gd name="T7" fmla="*/ 16 h 38"/>
                    <a:gd name="T8" fmla="*/ 13 w 102"/>
                    <a:gd name="T9" fmla="*/ 38 h 38"/>
                    <a:gd name="T10" fmla="*/ 79 w 102"/>
                    <a:gd name="T11" fmla="*/ 38 h 38"/>
                    <a:gd name="T12" fmla="*/ 51 w 102"/>
                    <a:gd name="T13" fmla="*/ 30 h 38"/>
                    <a:gd name="T14" fmla="*/ 102 w 102"/>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8">
                      <a:moveTo>
                        <a:pt x="102" y="8"/>
                      </a:moveTo>
                      <a:lnTo>
                        <a:pt x="79" y="0"/>
                      </a:lnTo>
                      <a:lnTo>
                        <a:pt x="26" y="24"/>
                      </a:lnTo>
                      <a:lnTo>
                        <a:pt x="0" y="16"/>
                      </a:lnTo>
                      <a:lnTo>
                        <a:pt x="13" y="38"/>
                      </a:lnTo>
                      <a:lnTo>
                        <a:pt x="79" y="38"/>
                      </a:lnTo>
                      <a:lnTo>
                        <a:pt x="51" y="30"/>
                      </a:lnTo>
                      <a:lnTo>
                        <a:pt x="102" y="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503" name="Freeform 292"/>
                <p:cNvSpPr/>
                <p:nvPr/>
              </p:nvSpPr>
              <p:spPr bwMode="auto">
                <a:xfrm>
                  <a:off x="3249" y="3090"/>
                  <a:ext cx="102" cy="38"/>
                </a:xfrm>
                <a:custGeom>
                  <a:avLst/>
                  <a:gdLst>
                    <a:gd name="T0" fmla="*/ 102 w 102"/>
                    <a:gd name="T1" fmla="*/ 8 h 38"/>
                    <a:gd name="T2" fmla="*/ 79 w 102"/>
                    <a:gd name="T3" fmla="*/ 0 h 38"/>
                    <a:gd name="T4" fmla="*/ 26 w 102"/>
                    <a:gd name="T5" fmla="*/ 24 h 38"/>
                    <a:gd name="T6" fmla="*/ 0 w 102"/>
                    <a:gd name="T7" fmla="*/ 16 h 38"/>
                    <a:gd name="T8" fmla="*/ 13 w 102"/>
                    <a:gd name="T9" fmla="*/ 38 h 38"/>
                    <a:gd name="T10" fmla="*/ 79 w 102"/>
                    <a:gd name="T11" fmla="*/ 38 h 38"/>
                    <a:gd name="T12" fmla="*/ 51 w 102"/>
                    <a:gd name="T13" fmla="*/ 30 h 38"/>
                    <a:gd name="T14" fmla="*/ 102 w 102"/>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8">
                      <a:moveTo>
                        <a:pt x="102" y="8"/>
                      </a:moveTo>
                      <a:lnTo>
                        <a:pt x="79" y="0"/>
                      </a:lnTo>
                      <a:lnTo>
                        <a:pt x="26" y="24"/>
                      </a:lnTo>
                      <a:lnTo>
                        <a:pt x="0" y="16"/>
                      </a:lnTo>
                      <a:lnTo>
                        <a:pt x="13" y="38"/>
                      </a:lnTo>
                      <a:lnTo>
                        <a:pt x="79" y="38"/>
                      </a:lnTo>
                      <a:lnTo>
                        <a:pt x="51" y="30"/>
                      </a:lnTo>
                      <a:lnTo>
                        <a:pt x="102" y="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504" name="Freeform 293"/>
                <p:cNvSpPr/>
                <p:nvPr/>
              </p:nvSpPr>
              <p:spPr bwMode="auto">
                <a:xfrm>
                  <a:off x="3255" y="3046"/>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505" name="Freeform 294"/>
                <p:cNvSpPr/>
                <p:nvPr/>
              </p:nvSpPr>
              <p:spPr bwMode="auto">
                <a:xfrm>
                  <a:off x="3255" y="3046"/>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506" name="Freeform 295"/>
                <p:cNvSpPr/>
                <p:nvPr/>
              </p:nvSpPr>
              <p:spPr bwMode="auto">
                <a:xfrm>
                  <a:off x="3356" y="3094"/>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507" name="Freeform 296"/>
                <p:cNvSpPr/>
                <p:nvPr/>
              </p:nvSpPr>
              <p:spPr bwMode="auto">
                <a:xfrm>
                  <a:off x="3356" y="3094"/>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grpSp>
          <p:grpSp>
            <p:nvGrpSpPr>
              <p:cNvPr id="146491" name="Group 297"/>
              <p:cNvGrpSpPr/>
              <p:nvPr/>
            </p:nvGrpSpPr>
            <p:grpSpPr bwMode="auto">
              <a:xfrm>
                <a:off x="3251" y="3048"/>
                <a:ext cx="212" cy="84"/>
                <a:chOff x="3251" y="3048"/>
                <a:chExt cx="212" cy="84"/>
              </a:xfrm>
            </p:grpSpPr>
            <p:sp>
              <p:nvSpPr>
                <p:cNvPr id="146492" name="Freeform 298"/>
                <p:cNvSpPr/>
                <p:nvPr/>
              </p:nvSpPr>
              <p:spPr bwMode="auto">
                <a:xfrm>
                  <a:off x="3362" y="3050"/>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493" name="Freeform 299"/>
                <p:cNvSpPr/>
                <p:nvPr/>
              </p:nvSpPr>
              <p:spPr bwMode="auto">
                <a:xfrm>
                  <a:off x="3362" y="3050"/>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494" name="Freeform 300"/>
                <p:cNvSpPr/>
                <p:nvPr/>
              </p:nvSpPr>
              <p:spPr bwMode="auto">
                <a:xfrm>
                  <a:off x="3251"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1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1"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495" name="Freeform 301"/>
                <p:cNvSpPr/>
                <p:nvPr/>
              </p:nvSpPr>
              <p:spPr bwMode="auto">
                <a:xfrm>
                  <a:off x="3251"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1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1"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496" name="Freeform 302"/>
                <p:cNvSpPr/>
                <p:nvPr/>
              </p:nvSpPr>
              <p:spPr bwMode="auto">
                <a:xfrm>
                  <a:off x="3257" y="3048"/>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497" name="Freeform 303"/>
                <p:cNvSpPr/>
                <p:nvPr/>
              </p:nvSpPr>
              <p:spPr bwMode="auto">
                <a:xfrm>
                  <a:off x="3257" y="3048"/>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498" name="Freeform 304"/>
                <p:cNvSpPr/>
                <p:nvPr/>
              </p:nvSpPr>
              <p:spPr bwMode="auto">
                <a:xfrm>
                  <a:off x="3358" y="3096"/>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6499" name="Freeform 305"/>
                <p:cNvSpPr/>
                <p:nvPr/>
              </p:nvSpPr>
              <p:spPr bwMode="auto">
                <a:xfrm>
                  <a:off x="3358" y="3096"/>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grpSp>
        </p:grpSp>
        <p:sp>
          <p:nvSpPr>
            <p:cNvPr id="146488" name="Line 306"/>
            <p:cNvSpPr>
              <a:spLocks noChangeShapeType="1"/>
            </p:cNvSpPr>
            <p:nvPr/>
          </p:nvSpPr>
          <p:spPr bwMode="auto">
            <a:xfrm>
              <a:off x="3202" y="3088"/>
              <a:ext cx="1" cy="80"/>
            </a:xfrm>
            <a:prstGeom prst="line">
              <a:avLst/>
            </a:prstGeom>
            <a:noFill/>
            <a:ln w="3175">
              <a:solidFill>
                <a:srgbClr val="AAE6FF"/>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46489" name="Line 307"/>
            <p:cNvSpPr>
              <a:spLocks noChangeShapeType="1"/>
            </p:cNvSpPr>
            <p:nvPr/>
          </p:nvSpPr>
          <p:spPr bwMode="auto">
            <a:xfrm>
              <a:off x="3510" y="3088"/>
              <a:ext cx="1" cy="80"/>
            </a:xfrm>
            <a:prstGeom prst="line">
              <a:avLst/>
            </a:prstGeom>
            <a:noFill/>
            <a:ln w="3175">
              <a:solidFill>
                <a:srgbClr val="AAE6FF"/>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sp>
        <p:nvSpPr>
          <p:cNvPr id="146463" name="Rectangle 308"/>
          <p:cNvSpPr>
            <a:spLocks noChangeArrowheads="1"/>
          </p:cNvSpPr>
          <p:nvPr/>
        </p:nvSpPr>
        <p:spPr bwMode="auto">
          <a:xfrm>
            <a:off x="7422919" y="3643016"/>
            <a:ext cx="964803"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6464" name="Rectangle 309"/>
          <p:cNvSpPr>
            <a:spLocks noChangeArrowheads="1"/>
          </p:cNvSpPr>
          <p:nvPr/>
        </p:nvSpPr>
        <p:spPr bwMode="auto">
          <a:xfrm>
            <a:off x="7859745" y="4182766"/>
            <a:ext cx="76944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kumimoji="1" lang="zh-CN" altLang="en-US" sz="2000" b="1">
                <a:solidFill>
                  <a:srgbClr val="000099"/>
                </a:solidFill>
                <a:latin typeface="Arial" panose="020B0604020202020204" pitchFamily="34" charset="0"/>
                <a:ea typeface="黑体" panose="02010609060101010101" pitchFamily="2" charset="-122"/>
              </a:rPr>
              <a:t>互联网</a:t>
            </a:r>
          </a:p>
        </p:txBody>
      </p:sp>
      <p:sp>
        <p:nvSpPr>
          <p:cNvPr id="146465" name="Rectangle 310"/>
          <p:cNvSpPr>
            <a:spLocks noChangeArrowheads="1"/>
          </p:cNvSpPr>
          <p:nvPr/>
        </p:nvSpPr>
        <p:spPr bwMode="auto">
          <a:xfrm>
            <a:off x="4089962" y="3739853"/>
            <a:ext cx="433388" cy="39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6466" name="Rectangle 311"/>
          <p:cNvSpPr>
            <a:spLocks noChangeArrowheads="1"/>
          </p:cNvSpPr>
          <p:nvPr/>
        </p:nvSpPr>
        <p:spPr bwMode="auto">
          <a:xfrm>
            <a:off x="3162994" y="4511377"/>
            <a:ext cx="469504"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6467" name="Rectangle 312"/>
          <p:cNvSpPr>
            <a:spLocks noChangeArrowheads="1"/>
          </p:cNvSpPr>
          <p:nvPr/>
        </p:nvSpPr>
        <p:spPr bwMode="auto">
          <a:xfrm>
            <a:off x="1859392" y="4125615"/>
            <a:ext cx="472943" cy="39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6468" name="Rectangle 313"/>
          <p:cNvSpPr>
            <a:spLocks noChangeArrowheads="1"/>
          </p:cNvSpPr>
          <p:nvPr/>
        </p:nvSpPr>
        <p:spPr bwMode="auto">
          <a:xfrm>
            <a:off x="414767" y="3754140"/>
            <a:ext cx="76944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kumimoji="1" lang="zh-CN" altLang="en-US" sz="2000" b="1">
                <a:solidFill>
                  <a:srgbClr val="000099"/>
                </a:solidFill>
                <a:latin typeface="Arial" panose="020B0604020202020204" pitchFamily="34" charset="0"/>
                <a:ea typeface="黑体" panose="02010609060101010101" pitchFamily="2" charset="-122"/>
              </a:rPr>
              <a:t>浏览器</a:t>
            </a:r>
          </a:p>
        </p:txBody>
      </p:sp>
      <p:sp>
        <p:nvSpPr>
          <p:cNvPr id="146469" name="Rectangle 314"/>
          <p:cNvSpPr>
            <a:spLocks noChangeArrowheads="1"/>
          </p:cNvSpPr>
          <p:nvPr/>
        </p:nvSpPr>
        <p:spPr bwMode="auto">
          <a:xfrm>
            <a:off x="4084803" y="3766840"/>
            <a:ext cx="28052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R</a:t>
            </a:r>
            <a:r>
              <a:rPr kumimoji="1" lang="en-US" altLang="zh-CN" sz="2000" b="1" baseline="-25000">
                <a:solidFill>
                  <a:srgbClr val="000099"/>
                </a:solidFill>
                <a:latin typeface="Arial" panose="020B0604020202020204" pitchFamily="34" charset="0"/>
                <a:ea typeface="黑体" panose="02010609060101010101" pitchFamily="2" charset="-122"/>
              </a:rPr>
              <a:t>1</a:t>
            </a:r>
          </a:p>
        </p:txBody>
      </p:sp>
      <p:sp>
        <p:nvSpPr>
          <p:cNvPr id="146470" name="Rectangle 315"/>
          <p:cNvSpPr>
            <a:spLocks noChangeArrowheads="1"/>
          </p:cNvSpPr>
          <p:nvPr/>
        </p:nvSpPr>
        <p:spPr bwMode="auto">
          <a:xfrm>
            <a:off x="6924179" y="3768427"/>
            <a:ext cx="28052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R</a:t>
            </a:r>
            <a:r>
              <a:rPr kumimoji="1" lang="en-US" altLang="zh-CN" sz="2000" b="1" baseline="-25000">
                <a:solidFill>
                  <a:srgbClr val="000099"/>
                </a:solidFill>
                <a:latin typeface="Arial" panose="020B0604020202020204" pitchFamily="34" charset="0"/>
                <a:ea typeface="黑体" panose="02010609060101010101" pitchFamily="2" charset="-122"/>
              </a:rPr>
              <a:t>2</a:t>
            </a:r>
          </a:p>
        </p:txBody>
      </p:sp>
      <p:sp>
        <p:nvSpPr>
          <p:cNvPr id="146471" name="Freeform 316"/>
          <p:cNvSpPr/>
          <p:nvPr/>
        </p:nvSpPr>
        <p:spPr bwMode="auto">
          <a:xfrm>
            <a:off x="4201749" y="3260427"/>
            <a:ext cx="5025231" cy="1162050"/>
          </a:xfrm>
          <a:custGeom>
            <a:avLst/>
            <a:gdLst>
              <a:gd name="T0" fmla="*/ 0 w 2922"/>
              <a:gd name="T1" fmla="*/ 2147483646 h 732"/>
              <a:gd name="T2" fmla="*/ 2147483646 w 2922"/>
              <a:gd name="T3" fmla="*/ 2147483646 h 732"/>
              <a:gd name="T4" fmla="*/ 2147483646 w 2922"/>
              <a:gd name="T5" fmla="*/ 2147483646 h 732"/>
              <a:gd name="T6" fmla="*/ 2147483646 w 2922"/>
              <a:gd name="T7" fmla="*/ 2147483646 h 732"/>
              <a:gd name="T8" fmla="*/ 2147483646 w 2922"/>
              <a:gd name="T9" fmla="*/ 0 h 7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22" h="732">
                <a:moveTo>
                  <a:pt x="0" y="718"/>
                </a:moveTo>
                <a:cubicBezTo>
                  <a:pt x="127" y="717"/>
                  <a:pt x="481" y="715"/>
                  <a:pt x="765" y="712"/>
                </a:cubicBezTo>
                <a:cubicBezTo>
                  <a:pt x="1049" y="709"/>
                  <a:pt x="1442" y="732"/>
                  <a:pt x="1702" y="700"/>
                </a:cubicBezTo>
                <a:cubicBezTo>
                  <a:pt x="1962" y="668"/>
                  <a:pt x="2121" y="637"/>
                  <a:pt x="2324" y="520"/>
                </a:cubicBezTo>
                <a:cubicBezTo>
                  <a:pt x="2527" y="403"/>
                  <a:pt x="2798" y="108"/>
                  <a:pt x="2922" y="0"/>
                </a:cubicBezTo>
              </a:path>
            </a:pathLst>
          </a:custGeom>
          <a:noFill/>
          <a:ln w="76200" cmpd="sng">
            <a:solidFill>
              <a:schemeClr val="hlink"/>
            </a:solidFill>
            <a:round/>
            <a:headEnd type="triangle" w="med" len="lg"/>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grpSp>
        <p:nvGrpSpPr>
          <p:cNvPr id="558407" name="Group 327"/>
          <p:cNvGrpSpPr/>
          <p:nvPr/>
        </p:nvGrpSpPr>
        <p:grpSpPr bwMode="auto">
          <a:xfrm>
            <a:off x="5225024" y="2904827"/>
            <a:ext cx="1484180" cy="717550"/>
            <a:chOff x="2981" y="1888"/>
            <a:chExt cx="863" cy="452"/>
          </a:xfrm>
        </p:grpSpPr>
        <p:sp>
          <p:nvSpPr>
            <p:cNvPr id="146481" name="AutoShape 318"/>
            <p:cNvSpPr>
              <a:spLocks noChangeArrowheads="1"/>
            </p:cNvSpPr>
            <p:nvPr/>
          </p:nvSpPr>
          <p:spPr bwMode="auto">
            <a:xfrm>
              <a:off x="2981" y="1888"/>
              <a:ext cx="863" cy="452"/>
            </a:xfrm>
            <a:prstGeom prst="wedgeRoundRectCallout">
              <a:avLst>
                <a:gd name="adj1" fmla="val -89051"/>
                <a:gd name="adj2" fmla="val 144468"/>
                <a:gd name="adj3" fmla="val 16667"/>
              </a:avLst>
            </a:prstGeom>
            <a:solidFill>
              <a:srgbClr val="FFFF99"/>
            </a:solidFill>
            <a:ln w="9525">
              <a:solidFill>
                <a:schemeClr val="tx1"/>
              </a:solidFill>
              <a:miter lim="800000"/>
            </a:ln>
            <a:effectLst>
              <a:outerShdw dist="35921" dir="2700000" algn="ctr" rotWithShape="0">
                <a:schemeClr val="bg2"/>
              </a:outerShdw>
            </a:effectLst>
          </p:spPr>
          <p:txBody>
            <a:bodyPr/>
            <a:lstStyle/>
            <a:p>
              <a:pPr algn="ctr" eaLnBrk="1" hangingPunct="1"/>
              <a:endParaRPr kumimoji="1" lang="zh-CN" altLang="zh-CN" sz="3200" b="1">
                <a:solidFill>
                  <a:srgbClr val="000099"/>
                </a:solidFill>
                <a:latin typeface="Arial" panose="020B0604020202020204" pitchFamily="34" charset="0"/>
                <a:ea typeface="黑体" panose="02010609060101010101" pitchFamily="2" charset="-122"/>
              </a:endParaRPr>
            </a:p>
          </p:txBody>
        </p:sp>
        <p:sp>
          <p:nvSpPr>
            <p:cNvPr id="146482" name="Rectangle 319"/>
            <p:cNvSpPr>
              <a:spLocks noChangeArrowheads="1"/>
            </p:cNvSpPr>
            <p:nvPr/>
          </p:nvSpPr>
          <p:spPr bwMode="auto">
            <a:xfrm>
              <a:off x="3016" y="1906"/>
              <a:ext cx="746"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kumimoji="1" lang="zh-CN" altLang="en-US" sz="2000" b="1">
                  <a:solidFill>
                    <a:srgbClr val="000099"/>
                  </a:solidFill>
                  <a:latin typeface="Arial" panose="020B0604020202020204" pitchFamily="34" charset="0"/>
                  <a:ea typeface="黑体" panose="02010609060101010101" pitchFamily="2" charset="-122"/>
                </a:rPr>
                <a:t>这条链路上</a:t>
              </a:r>
            </a:p>
            <a:p>
              <a:pPr eaLnBrk="1" hangingPunct="1"/>
              <a:r>
                <a:rPr kumimoji="1" lang="zh-CN" altLang="en-US" sz="2000" b="1">
                  <a:solidFill>
                    <a:srgbClr val="000099"/>
                  </a:solidFill>
                  <a:latin typeface="Arial" panose="020B0604020202020204" pitchFamily="34" charset="0"/>
                  <a:ea typeface="黑体" panose="02010609060101010101" pitchFamily="2" charset="-122"/>
                </a:rPr>
                <a:t>的时延很大</a:t>
              </a:r>
            </a:p>
          </p:txBody>
        </p:sp>
      </p:grpSp>
      <p:sp>
        <p:nvSpPr>
          <p:cNvPr id="146473" name="Freeform 320"/>
          <p:cNvSpPr/>
          <p:nvPr/>
        </p:nvSpPr>
        <p:spPr bwMode="auto">
          <a:xfrm>
            <a:off x="1697732" y="3101678"/>
            <a:ext cx="2135981" cy="1160463"/>
          </a:xfrm>
          <a:custGeom>
            <a:avLst/>
            <a:gdLst>
              <a:gd name="T0" fmla="*/ 0 w 620"/>
              <a:gd name="T1" fmla="*/ 0 h 909"/>
              <a:gd name="T2" fmla="*/ 2147483646 w 620"/>
              <a:gd name="T3" fmla="*/ 2147483646 h 909"/>
              <a:gd name="T4" fmla="*/ 0 60000 65536"/>
              <a:gd name="T5" fmla="*/ 0 60000 65536"/>
            </a:gdLst>
            <a:ahLst/>
            <a:cxnLst>
              <a:cxn ang="T4">
                <a:pos x="T0" y="T1"/>
              </a:cxn>
              <a:cxn ang="T5">
                <a:pos x="T2" y="T3"/>
              </a:cxn>
            </a:cxnLst>
            <a:rect l="0" t="0" r="r" b="b"/>
            <a:pathLst>
              <a:path w="620" h="909">
                <a:moveTo>
                  <a:pt x="0" y="0"/>
                </a:moveTo>
                <a:cubicBezTo>
                  <a:pt x="103" y="151"/>
                  <a:pt x="491" y="720"/>
                  <a:pt x="620" y="909"/>
                </a:cubicBezTo>
              </a:path>
            </a:pathLst>
          </a:custGeom>
          <a:noFill/>
          <a:ln w="38100" cmpd="sng">
            <a:solidFill>
              <a:schemeClr val="hlink"/>
            </a:solidFill>
            <a:round/>
            <a:headEnd type="triangle" w="med" len="lg"/>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146474" name="Freeform 321"/>
          <p:cNvSpPr/>
          <p:nvPr/>
        </p:nvSpPr>
        <p:spPr bwMode="auto">
          <a:xfrm>
            <a:off x="1883469" y="3876377"/>
            <a:ext cx="1855656" cy="484188"/>
          </a:xfrm>
          <a:custGeom>
            <a:avLst/>
            <a:gdLst>
              <a:gd name="T0" fmla="*/ 0 w 620"/>
              <a:gd name="T1" fmla="*/ 0 h 909"/>
              <a:gd name="T2" fmla="*/ 2147483646 w 620"/>
              <a:gd name="T3" fmla="*/ 2147483646 h 909"/>
              <a:gd name="T4" fmla="*/ 0 60000 65536"/>
              <a:gd name="T5" fmla="*/ 0 60000 65536"/>
            </a:gdLst>
            <a:ahLst/>
            <a:cxnLst>
              <a:cxn ang="T4">
                <a:pos x="T0" y="T1"/>
              </a:cxn>
              <a:cxn ang="T5">
                <a:pos x="T2" y="T3"/>
              </a:cxn>
            </a:cxnLst>
            <a:rect l="0" t="0" r="r" b="b"/>
            <a:pathLst>
              <a:path w="620" h="909">
                <a:moveTo>
                  <a:pt x="0" y="0"/>
                </a:moveTo>
                <a:cubicBezTo>
                  <a:pt x="103" y="151"/>
                  <a:pt x="491" y="720"/>
                  <a:pt x="620" y="909"/>
                </a:cubicBezTo>
              </a:path>
            </a:pathLst>
          </a:custGeom>
          <a:noFill/>
          <a:ln w="38100" cmpd="sng">
            <a:solidFill>
              <a:schemeClr val="hlink"/>
            </a:solidFill>
            <a:round/>
            <a:headEnd type="triangle" w="med" len="lg"/>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146475" name="Freeform 322"/>
          <p:cNvSpPr/>
          <p:nvPr/>
        </p:nvSpPr>
        <p:spPr bwMode="auto">
          <a:xfrm>
            <a:off x="1035613" y="4416127"/>
            <a:ext cx="2748227" cy="38100"/>
          </a:xfrm>
          <a:custGeom>
            <a:avLst/>
            <a:gdLst>
              <a:gd name="T0" fmla="*/ 0 w 1344"/>
              <a:gd name="T1" fmla="*/ 2147483646 h 17"/>
              <a:gd name="T2" fmla="*/ 2147483646 w 1344"/>
              <a:gd name="T3" fmla="*/ 0 h 17"/>
              <a:gd name="T4" fmla="*/ 0 60000 65536"/>
              <a:gd name="T5" fmla="*/ 0 60000 65536"/>
            </a:gdLst>
            <a:ahLst/>
            <a:cxnLst>
              <a:cxn ang="T4">
                <a:pos x="T0" y="T1"/>
              </a:cxn>
              <a:cxn ang="T5">
                <a:pos x="T2" y="T3"/>
              </a:cxn>
            </a:cxnLst>
            <a:rect l="0" t="0" r="r" b="b"/>
            <a:pathLst>
              <a:path w="1344" h="17">
                <a:moveTo>
                  <a:pt x="0" y="17"/>
                </a:moveTo>
                <a:cubicBezTo>
                  <a:pt x="224" y="14"/>
                  <a:pt x="1064" y="4"/>
                  <a:pt x="1344" y="0"/>
                </a:cubicBezTo>
              </a:path>
            </a:pathLst>
          </a:custGeom>
          <a:noFill/>
          <a:ln w="38100" cmpd="sng">
            <a:solidFill>
              <a:schemeClr val="hlink"/>
            </a:solidFill>
            <a:round/>
            <a:headEnd type="triangle" w="med" len="lg"/>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146476" name="Freeform 323"/>
          <p:cNvSpPr/>
          <p:nvPr/>
        </p:nvSpPr>
        <p:spPr bwMode="auto">
          <a:xfrm>
            <a:off x="1697731" y="4485977"/>
            <a:ext cx="2153179" cy="647700"/>
          </a:xfrm>
          <a:custGeom>
            <a:avLst/>
            <a:gdLst>
              <a:gd name="T0" fmla="*/ 0 w 1052"/>
              <a:gd name="T1" fmla="*/ 2147483646 h 304"/>
              <a:gd name="T2" fmla="*/ 2147483646 w 1052"/>
              <a:gd name="T3" fmla="*/ 0 h 304"/>
              <a:gd name="T4" fmla="*/ 0 60000 65536"/>
              <a:gd name="T5" fmla="*/ 0 60000 65536"/>
            </a:gdLst>
            <a:ahLst/>
            <a:cxnLst>
              <a:cxn ang="T4">
                <a:pos x="T0" y="T1"/>
              </a:cxn>
              <a:cxn ang="T5">
                <a:pos x="T2" y="T3"/>
              </a:cxn>
            </a:cxnLst>
            <a:rect l="0" t="0" r="r" b="b"/>
            <a:pathLst>
              <a:path w="1052" h="304">
                <a:moveTo>
                  <a:pt x="0" y="304"/>
                </a:moveTo>
                <a:cubicBezTo>
                  <a:pt x="175" y="253"/>
                  <a:pt x="833" y="63"/>
                  <a:pt x="1052" y="0"/>
                </a:cubicBezTo>
              </a:path>
            </a:pathLst>
          </a:custGeom>
          <a:noFill/>
          <a:ln w="38100" cmpd="sng">
            <a:solidFill>
              <a:schemeClr val="hlink"/>
            </a:solidFill>
            <a:round/>
            <a:headEnd type="triangle" w="med" len="lg"/>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146477" name="Text Box 326"/>
          <p:cNvSpPr txBox="1">
            <a:spLocks noChangeArrowheads="1"/>
          </p:cNvSpPr>
          <p:nvPr/>
        </p:nvSpPr>
        <p:spPr bwMode="auto">
          <a:xfrm>
            <a:off x="2720752" y="1844824"/>
            <a:ext cx="4698722" cy="584775"/>
          </a:xfrm>
          <a:prstGeom prst="rect">
            <a:avLst/>
          </a:prstGeom>
          <a:solidFill>
            <a:srgbClr val="CCECFF"/>
          </a:solidFill>
          <a:ln w="9525">
            <a:solidFill>
              <a:srgbClr val="33339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lang="zh-CN" altLang="en-US" sz="3200" b="1">
                <a:solidFill>
                  <a:srgbClr val="000099"/>
                </a:solidFill>
                <a:ea typeface="黑体" panose="02010609060101010101" pitchFamily="2" charset="-122"/>
              </a:rPr>
              <a:t>没有使用高速缓存的情况</a:t>
            </a:r>
          </a:p>
        </p:txBody>
      </p:sp>
      <p:grpSp>
        <p:nvGrpSpPr>
          <p:cNvPr id="558410" name="Group 330"/>
          <p:cNvGrpSpPr/>
          <p:nvPr/>
        </p:nvGrpSpPr>
        <p:grpSpPr bwMode="auto">
          <a:xfrm>
            <a:off x="4304935" y="4273254"/>
            <a:ext cx="3057790" cy="1746251"/>
            <a:chOff x="2446" y="2750"/>
            <a:chExt cx="1778" cy="1100"/>
          </a:xfrm>
        </p:grpSpPr>
        <p:sp>
          <p:nvSpPr>
            <p:cNvPr id="146479" name="Text Box 328"/>
            <p:cNvSpPr txBox="1">
              <a:spLocks noChangeArrowheads="1"/>
            </p:cNvSpPr>
            <p:nvPr/>
          </p:nvSpPr>
          <p:spPr bwMode="auto">
            <a:xfrm>
              <a:off x="2446" y="3249"/>
              <a:ext cx="1778" cy="6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algn="ctr" eaLnBrk="1" hangingPunct="1"/>
              <a:r>
                <a:rPr lang="zh-CN" altLang="en-US" sz="2800" b="1">
                  <a:solidFill>
                    <a:srgbClr val="000099"/>
                  </a:solidFill>
                  <a:ea typeface="黑体" panose="02010609060101010101" pitchFamily="2" charset="-122"/>
                </a:rPr>
                <a:t>所有万维网通信量</a:t>
              </a:r>
            </a:p>
            <a:p>
              <a:pPr algn="ctr" eaLnBrk="1" hangingPunct="1"/>
              <a:r>
                <a:rPr lang="zh-CN" altLang="en-US" sz="2800" b="1">
                  <a:solidFill>
                    <a:srgbClr val="000099"/>
                  </a:solidFill>
                  <a:ea typeface="黑体" panose="02010609060101010101" pitchFamily="2" charset="-122"/>
                </a:rPr>
                <a:t>都经过这条链路</a:t>
              </a:r>
            </a:p>
          </p:txBody>
        </p:sp>
        <p:sp>
          <p:nvSpPr>
            <p:cNvPr id="146480" name="Line 329"/>
            <p:cNvSpPr>
              <a:spLocks noChangeShapeType="1"/>
            </p:cNvSpPr>
            <p:nvPr/>
          </p:nvSpPr>
          <p:spPr bwMode="auto">
            <a:xfrm flipV="1">
              <a:off x="3334" y="2750"/>
              <a:ext cx="0" cy="589"/>
            </a:xfrm>
            <a:prstGeom prst="line">
              <a:avLst/>
            </a:prstGeom>
            <a:noFill/>
            <a:ln w="76200">
              <a:solidFill>
                <a:srgbClr val="333399"/>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58410"/>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1000"/>
                                  </p:stCondLst>
                                  <p:childTnLst>
                                    <p:set>
                                      <p:cBhvr>
                                        <p:cTn id="9" dur="1" fill="hold">
                                          <p:stCondLst>
                                            <p:cond delay="0"/>
                                          </p:stCondLst>
                                        </p:cTn>
                                        <p:tgtEl>
                                          <p:spTgt spid="558407"/>
                                        </p:tgtEl>
                                        <p:attrNameLst>
                                          <p:attrName>style.visibility</p:attrName>
                                        </p:attrNameLst>
                                      </p:cBhvr>
                                      <p:to>
                                        <p:strVal val="visible"/>
                                      </p:to>
                                    </p:set>
                                  </p:childTnLst>
                                </p:cTn>
                              </p:par>
                            </p:childTnLst>
                          </p:cTn>
                        </p:par>
                        <p:par>
                          <p:cTn id="10" fill="hold">
                            <p:stCondLst>
                              <p:cond delay="1000"/>
                            </p:stCondLst>
                            <p:childTnLst>
                              <p:par>
                                <p:cTn id="11" presetID="35" presetClass="emph" presetSubtype="0" repeatCount="3000" fill="hold" nodeType="afterEffect">
                                  <p:stCondLst>
                                    <p:cond delay="500"/>
                                  </p:stCondLst>
                                  <p:childTnLst>
                                    <p:anim calcmode="discrete" valueType="str">
                                      <p:cBhvr>
                                        <p:cTn id="12" dur="1000" fill="hold"/>
                                        <p:tgtEl>
                                          <p:spTgt spid="558407"/>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2"/>
          <p:cNvSpPr>
            <a:spLocks noGrp="1" noChangeArrowheads="1"/>
          </p:cNvSpPr>
          <p:nvPr>
            <p:ph type="title"/>
          </p:nvPr>
        </p:nvSpPr>
        <p:spPr/>
        <p:txBody>
          <a:bodyPr/>
          <a:lstStyle/>
          <a:p>
            <a:pPr algn="ctr" eaLnBrk="1" hangingPunct="1">
              <a:defRPr/>
            </a:pPr>
            <a:r>
              <a:rPr dirty="0"/>
              <a:t>使用</a:t>
            </a:r>
            <a:r>
              <a:rPr lang="zh-CN" altLang="en-US" dirty="0"/>
              <a:t>代理服务器</a:t>
            </a:r>
            <a:r>
              <a:rPr dirty="0"/>
              <a:t>的情况</a:t>
            </a:r>
          </a:p>
        </p:txBody>
      </p:sp>
      <p:grpSp>
        <p:nvGrpSpPr>
          <p:cNvPr id="148483" name="Group 6"/>
          <p:cNvGrpSpPr/>
          <p:nvPr/>
        </p:nvGrpSpPr>
        <p:grpSpPr bwMode="auto">
          <a:xfrm>
            <a:off x="271727" y="3205932"/>
            <a:ext cx="3742267" cy="2570162"/>
            <a:chOff x="912" y="768"/>
            <a:chExt cx="2400" cy="1584"/>
          </a:xfrm>
        </p:grpSpPr>
        <p:sp>
          <p:nvSpPr>
            <p:cNvPr id="148786" name="Oval 7"/>
            <p:cNvSpPr>
              <a:spLocks noChangeArrowheads="1"/>
            </p:cNvSpPr>
            <p:nvPr/>
          </p:nvSpPr>
          <p:spPr bwMode="auto">
            <a:xfrm>
              <a:off x="1751" y="799"/>
              <a:ext cx="1026" cy="628"/>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48787" name="Oval 8"/>
            <p:cNvSpPr>
              <a:spLocks noChangeArrowheads="1"/>
            </p:cNvSpPr>
            <p:nvPr/>
          </p:nvSpPr>
          <p:spPr bwMode="auto">
            <a:xfrm>
              <a:off x="1172" y="972"/>
              <a:ext cx="781" cy="627"/>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48788" name="Oval 9"/>
            <p:cNvSpPr>
              <a:spLocks noChangeArrowheads="1"/>
            </p:cNvSpPr>
            <p:nvPr/>
          </p:nvSpPr>
          <p:spPr bwMode="auto">
            <a:xfrm>
              <a:off x="926" y="1364"/>
              <a:ext cx="521" cy="502"/>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48789" name="Oval 10"/>
            <p:cNvSpPr>
              <a:spLocks noChangeArrowheads="1"/>
            </p:cNvSpPr>
            <p:nvPr/>
          </p:nvSpPr>
          <p:spPr bwMode="auto">
            <a:xfrm>
              <a:off x="1085" y="1599"/>
              <a:ext cx="796" cy="549"/>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48790" name="Oval 11"/>
            <p:cNvSpPr>
              <a:spLocks noChangeArrowheads="1"/>
            </p:cNvSpPr>
            <p:nvPr/>
          </p:nvSpPr>
          <p:spPr bwMode="auto">
            <a:xfrm>
              <a:off x="1664" y="1693"/>
              <a:ext cx="1200" cy="659"/>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48791" name="Oval 12"/>
            <p:cNvSpPr>
              <a:spLocks noChangeArrowheads="1"/>
            </p:cNvSpPr>
            <p:nvPr/>
          </p:nvSpPr>
          <p:spPr bwMode="auto">
            <a:xfrm>
              <a:off x="2445" y="988"/>
              <a:ext cx="751"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48792" name="Oval 13"/>
            <p:cNvSpPr>
              <a:spLocks noChangeArrowheads="1"/>
            </p:cNvSpPr>
            <p:nvPr/>
          </p:nvSpPr>
          <p:spPr bwMode="auto">
            <a:xfrm>
              <a:off x="2560" y="1317"/>
              <a:ext cx="752"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48793" name="Oval 14"/>
            <p:cNvSpPr>
              <a:spLocks noChangeArrowheads="1"/>
            </p:cNvSpPr>
            <p:nvPr/>
          </p:nvSpPr>
          <p:spPr bwMode="auto">
            <a:xfrm>
              <a:off x="2488" y="1427"/>
              <a:ext cx="752"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48794" name="Oval 15"/>
            <p:cNvSpPr>
              <a:spLocks noChangeArrowheads="1"/>
            </p:cNvSpPr>
            <p:nvPr/>
          </p:nvSpPr>
          <p:spPr bwMode="auto">
            <a:xfrm>
              <a:off x="1360" y="1176"/>
              <a:ext cx="1547"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grpSp>
          <p:nvGrpSpPr>
            <p:cNvPr id="148795" name="Group 16"/>
            <p:cNvGrpSpPr/>
            <p:nvPr/>
          </p:nvGrpSpPr>
          <p:grpSpPr bwMode="auto">
            <a:xfrm>
              <a:off x="912" y="768"/>
              <a:ext cx="2386" cy="1553"/>
              <a:chOff x="912" y="768"/>
              <a:chExt cx="2386" cy="1553"/>
            </a:xfrm>
          </p:grpSpPr>
          <p:sp>
            <p:nvSpPr>
              <p:cNvPr id="148796" name="Oval 17"/>
              <p:cNvSpPr>
                <a:spLocks noChangeArrowheads="1"/>
              </p:cNvSpPr>
              <p:nvPr/>
            </p:nvSpPr>
            <p:spPr bwMode="auto">
              <a:xfrm>
                <a:off x="1736" y="768"/>
                <a:ext cx="1027"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48797" name="Oval 18"/>
              <p:cNvSpPr>
                <a:spLocks noChangeArrowheads="1"/>
              </p:cNvSpPr>
              <p:nvPr/>
            </p:nvSpPr>
            <p:spPr bwMode="auto">
              <a:xfrm>
                <a:off x="1158" y="941"/>
                <a:ext cx="781"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48798" name="Oval 19"/>
              <p:cNvSpPr>
                <a:spLocks noChangeArrowheads="1"/>
              </p:cNvSpPr>
              <p:nvPr/>
            </p:nvSpPr>
            <p:spPr bwMode="auto">
              <a:xfrm>
                <a:off x="912" y="1333"/>
                <a:ext cx="520" cy="501"/>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48799" name="Oval 20"/>
              <p:cNvSpPr>
                <a:spLocks noChangeArrowheads="1"/>
              </p:cNvSpPr>
              <p:nvPr/>
            </p:nvSpPr>
            <p:spPr bwMode="auto">
              <a:xfrm>
                <a:off x="1071" y="1568"/>
                <a:ext cx="795" cy="549"/>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48800" name="Oval 21"/>
              <p:cNvSpPr>
                <a:spLocks noChangeArrowheads="1"/>
              </p:cNvSpPr>
              <p:nvPr/>
            </p:nvSpPr>
            <p:spPr bwMode="auto">
              <a:xfrm>
                <a:off x="1649" y="1662"/>
                <a:ext cx="1200" cy="659"/>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48801" name="Oval 22"/>
              <p:cNvSpPr>
                <a:spLocks noChangeArrowheads="1"/>
              </p:cNvSpPr>
              <p:nvPr/>
            </p:nvSpPr>
            <p:spPr bwMode="auto">
              <a:xfrm>
                <a:off x="2430" y="95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48802" name="Oval 23"/>
              <p:cNvSpPr>
                <a:spLocks noChangeArrowheads="1"/>
              </p:cNvSpPr>
              <p:nvPr/>
            </p:nvSpPr>
            <p:spPr bwMode="auto">
              <a:xfrm>
                <a:off x="2546" y="128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48803" name="Oval 24"/>
              <p:cNvSpPr>
                <a:spLocks noChangeArrowheads="1"/>
              </p:cNvSpPr>
              <p:nvPr/>
            </p:nvSpPr>
            <p:spPr bwMode="auto">
              <a:xfrm>
                <a:off x="2473" y="1395"/>
                <a:ext cx="752"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48804" name="Oval 25"/>
              <p:cNvSpPr>
                <a:spLocks noChangeArrowheads="1"/>
              </p:cNvSpPr>
              <p:nvPr/>
            </p:nvSpPr>
            <p:spPr bwMode="auto">
              <a:xfrm>
                <a:off x="1346" y="1144"/>
                <a:ext cx="1547"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grpSp>
      </p:grpSp>
      <p:graphicFrame>
        <p:nvGraphicFramePr>
          <p:cNvPr id="148484" name="Object 26"/>
          <p:cNvGraphicFramePr>
            <a:graphicFrameLocks noChangeAspect="1"/>
          </p:cNvGraphicFramePr>
          <p:nvPr/>
        </p:nvGraphicFramePr>
        <p:xfrm>
          <a:off x="7087262" y="3929832"/>
          <a:ext cx="1917567" cy="1149350"/>
        </p:xfrm>
        <a:graphic>
          <a:graphicData uri="http://schemas.openxmlformats.org/presentationml/2006/ole">
            <mc:AlternateContent xmlns:mc="http://schemas.openxmlformats.org/markup-compatibility/2006">
              <mc:Choice xmlns:v="urn:schemas-microsoft-com:vml" Requires="v">
                <p:oleObj spid="_x0000_s21488" name="VISIO" r:id="rId4" imgW="1687195" imgH="964565" progId="Visio.Drawing.6">
                  <p:embed/>
                </p:oleObj>
              </mc:Choice>
              <mc:Fallback>
                <p:oleObj name="VISIO" r:id="rId4" imgW="1687195" imgH="964565" progId="Visio.Drawing.6">
                  <p:embed/>
                  <p:pic>
                    <p:nvPicPr>
                      <p:cNvPr id="0" name="图片 2050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87262" y="3929832"/>
                        <a:ext cx="1917567" cy="1149350"/>
                      </a:xfrm>
                      <a:prstGeom prst="rect">
                        <a:avLst/>
                      </a:prstGeom>
                      <a:noFill/>
                      <a:ln>
                        <a:noFill/>
                      </a:ln>
                      <a:effectLst>
                        <a:outerShdw dist="25400" dir="54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148485" name="Line 27"/>
          <p:cNvSpPr>
            <a:spLocks noChangeShapeType="1"/>
          </p:cNvSpPr>
          <p:nvPr/>
        </p:nvSpPr>
        <p:spPr bwMode="auto">
          <a:xfrm>
            <a:off x="4046671" y="4491807"/>
            <a:ext cx="2734469" cy="0"/>
          </a:xfrm>
          <a:prstGeom prst="line">
            <a:avLst/>
          </a:prstGeom>
          <a:noFill/>
          <a:ln w="38100">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148486" name="Line 28"/>
          <p:cNvSpPr>
            <a:spLocks noChangeShapeType="1"/>
          </p:cNvSpPr>
          <p:nvPr/>
        </p:nvSpPr>
        <p:spPr bwMode="auto">
          <a:xfrm>
            <a:off x="8273919" y="5001395"/>
            <a:ext cx="703394" cy="542925"/>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48487" name="Line 29"/>
          <p:cNvSpPr>
            <a:spLocks noChangeShapeType="1"/>
          </p:cNvSpPr>
          <p:nvPr/>
        </p:nvSpPr>
        <p:spPr bwMode="auto">
          <a:xfrm>
            <a:off x="8679789" y="4721994"/>
            <a:ext cx="564092" cy="115888"/>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48488" name="Line 30"/>
          <p:cNvSpPr>
            <a:spLocks noChangeShapeType="1"/>
          </p:cNvSpPr>
          <p:nvPr/>
        </p:nvSpPr>
        <p:spPr bwMode="auto">
          <a:xfrm flipV="1">
            <a:off x="8710746" y="4040958"/>
            <a:ext cx="533135" cy="153987"/>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48489" name="Line 31"/>
          <p:cNvSpPr>
            <a:spLocks noChangeShapeType="1"/>
          </p:cNvSpPr>
          <p:nvPr/>
        </p:nvSpPr>
        <p:spPr bwMode="auto">
          <a:xfrm flipV="1">
            <a:off x="8241242" y="3421832"/>
            <a:ext cx="736071" cy="595312"/>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nvGrpSpPr>
          <p:cNvPr id="148490" name="Group 33"/>
          <p:cNvGrpSpPr/>
          <p:nvPr/>
        </p:nvGrpSpPr>
        <p:grpSpPr bwMode="auto">
          <a:xfrm>
            <a:off x="9099418" y="3696469"/>
            <a:ext cx="426508" cy="661988"/>
            <a:chOff x="4486" y="2730"/>
            <a:chExt cx="217" cy="339"/>
          </a:xfrm>
        </p:grpSpPr>
        <p:grpSp>
          <p:nvGrpSpPr>
            <p:cNvPr id="148766" name="Group 34"/>
            <p:cNvGrpSpPr/>
            <p:nvPr/>
          </p:nvGrpSpPr>
          <p:grpSpPr bwMode="auto">
            <a:xfrm>
              <a:off x="4491" y="2736"/>
              <a:ext cx="212" cy="333"/>
              <a:chOff x="4491" y="2736"/>
              <a:chExt cx="212" cy="333"/>
            </a:xfrm>
          </p:grpSpPr>
          <p:sp>
            <p:nvSpPr>
              <p:cNvPr id="148777" name="Freeform 35"/>
              <p:cNvSpPr/>
              <p:nvPr/>
            </p:nvSpPr>
            <p:spPr bwMode="auto">
              <a:xfrm>
                <a:off x="4557" y="2736"/>
                <a:ext cx="146" cy="333"/>
              </a:xfrm>
              <a:custGeom>
                <a:avLst/>
                <a:gdLst>
                  <a:gd name="T0" fmla="*/ 50 w 146"/>
                  <a:gd name="T1" fmla="*/ 333 h 333"/>
                  <a:gd name="T2" fmla="*/ 0 w 146"/>
                  <a:gd name="T3" fmla="*/ 51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1"/>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778" name="Freeform 36"/>
              <p:cNvSpPr/>
              <p:nvPr/>
            </p:nvSpPr>
            <p:spPr bwMode="auto">
              <a:xfrm>
                <a:off x="4557" y="2736"/>
                <a:ext cx="146" cy="333"/>
              </a:xfrm>
              <a:custGeom>
                <a:avLst/>
                <a:gdLst>
                  <a:gd name="T0" fmla="*/ 50 w 146"/>
                  <a:gd name="T1" fmla="*/ 333 h 333"/>
                  <a:gd name="T2" fmla="*/ 0 w 146"/>
                  <a:gd name="T3" fmla="*/ 51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1"/>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779" name="Freeform 37"/>
              <p:cNvSpPr/>
              <p:nvPr/>
            </p:nvSpPr>
            <p:spPr bwMode="auto">
              <a:xfrm>
                <a:off x="4491" y="273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780" name="Freeform 38"/>
              <p:cNvSpPr/>
              <p:nvPr/>
            </p:nvSpPr>
            <p:spPr bwMode="auto">
              <a:xfrm>
                <a:off x="4491" y="273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781" name="Rectangle 39"/>
              <p:cNvSpPr>
                <a:spLocks noChangeArrowheads="1"/>
              </p:cNvSpPr>
              <p:nvPr/>
            </p:nvSpPr>
            <p:spPr bwMode="auto">
              <a:xfrm>
                <a:off x="4491" y="2799"/>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8782" name="Rectangle 40"/>
              <p:cNvSpPr>
                <a:spLocks noChangeArrowheads="1"/>
              </p:cNvSpPr>
              <p:nvPr/>
            </p:nvSpPr>
            <p:spPr bwMode="auto">
              <a:xfrm>
                <a:off x="4496" y="2812"/>
                <a:ext cx="66"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8783" name="Line 41"/>
              <p:cNvSpPr>
                <a:spLocks noChangeShapeType="1"/>
              </p:cNvSpPr>
              <p:nvPr/>
            </p:nvSpPr>
            <p:spPr bwMode="auto">
              <a:xfrm>
                <a:off x="4501" y="2837"/>
                <a:ext cx="51"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48784" name="Line 42"/>
              <p:cNvSpPr>
                <a:spLocks noChangeShapeType="1"/>
              </p:cNvSpPr>
              <p:nvPr/>
            </p:nvSpPr>
            <p:spPr bwMode="auto">
              <a:xfrm flipH="1">
                <a:off x="4491" y="3013"/>
                <a:ext cx="116"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48785" name="Line 43"/>
              <p:cNvSpPr>
                <a:spLocks noChangeShapeType="1"/>
              </p:cNvSpPr>
              <p:nvPr/>
            </p:nvSpPr>
            <p:spPr bwMode="auto">
              <a:xfrm flipH="1">
                <a:off x="4491" y="2900"/>
                <a:ext cx="116"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nvGrpSpPr>
            <p:cNvPr id="148767" name="Group 44"/>
            <p:cNvGrpSpPr/>
            <p:nvPr/>
          </p:nvGrpSpPr>
          <p:grpSpPr bwMode="auto">
            <a:xfrm>
              <a:off x="4486" y="2730"/>
              <a:ext cx="212" cy="333"/>
              <a:chOff x="4486" y="2730"/>
              <a:chExt cx="212" cy="333"/>
            </a:xfrm>
          </p:grpSpPr>
          <p:sp>
            <p:nvSpPr>
              <p:cNvPr id="148768" name="Freeform 45"/>
              <p:cNvSpPr/>
              <p:nvPr/>
            </p:nvSpPr>
            <p:spPr bwMode="auto">
              <a:xfrm>
                <a:off x="4552" y="2730"/>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769" name="Freeform 46"/>
              <p:cNvSpPr/>
              <p:nvPr/>
            </p:nvSpPr>
            <p:spPr bwMode="auto">
              <a:xfrm>
                <a:off x="4552" y="2730"/>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770" name="Freeform 47"/>
              <p:cNvSpPr/>
              <p:nvPr/>
            </p:nvSpPr>
            <p:spPr bwMode="auto">
              <a:xfrm>
                <a:off x="4486" y="2730"/>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771" name="Freeform 48"/>
              <p:cNvSpPr/>
              <p:nvPr/>
            </p:nvSpPr>
            <p:spPr bwMode="auto">
              <a:xfrm>
                <a:off x="4486" y="2730"/>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772" name="Rectangle 49"/>
              <p:cNvSpPr>
                <a:spLocks noChangeArrowheads="1"/>
              </p:cNvSpPr>
              <p:nvPr/>
            </p:nvSpPr>
            <p:spPr bwMode="auto">
              <a:xfrm>
                <a:off x="4486" y="2793"/>
                <a:ext cx="116" cy="270"/>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8773" name="Rectangle 50"/>
              <p:cNvSpPr>
                <a:spLocks noChangeArrowheads="1"/>
              </p:cNvSpPr>
              <p:nvPr/>
            </p:nvSpPr>
            <p:spPr bwMode="auto">
              <a:xfrm>
                <a:off x="4491" y="2806"/>
                <a:ext cx="66" cy="43"/>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8774" name="Line 51"/>
              <p:cNvSpPr>
                <a:spLocks noChangeShapeType="1"/>
              </p:cNvSpPr>
              <p:nvPr/>
            </p:nvSpPr>
            <p:spPr bwMode="auto">
              <a:xfrm>
                <a:off x="4501" y="2824"/>
                <a:ext cx="41"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48775" name="Line 52"/>
              <p:cNvSpPr>
                <a:spLocks noChangeShapeType="1"/>
              </p:cNvSpPr>
              <p:nvPr/>
            </p:nvSpPr>
            <p:spPr bwMode="auto">
              <a:xfrm flipH="1">
                <a:off x="4491" y="3006"/>
                <a:ext cx="106"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48776" name="Line 53"/>
              <p:cNvSpPr>
                <a:spLocks noChangeShapeType="1"/>
              </p:cNvSpPr>
              <p:nvPr/>
            </p:nvSpPr>
            <p:spPr bwMode="auto">
              <a:xfrm flipH="1">
                <a:off x="4491" y="2893"/>
                <a:ext cx="106"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grpSp>
        <p:nvGrpSpPr>
          <p:cNvPr id="148491" name="Group 54"/>
          <p:cNvGrpSpPr/>
          <p:nvPr/>
        </p:nvGrpSpPr>
        <p:grpSpPr bwMode="auto">
          <a:xfrm>
            <a:off x="9099418" y="4556894"/>
            <a:ext cx="426508" cy="661988"/>
            <a:chOff x="4486" y="3170"/>
            <a:chExt cx="217" cy="339"/>
          </a:xfrm>
        </p:grpSpPr>
        <p:grpSp>
          <p:nvGrpSpPr>
            <p:cNvPr id="148746" name="Group 55"/>
            <p:cNvGrpSpPr/>
            <p:nvPr/>
          </p:nvGrpSpPr>
          <p:grpSpPr bwMode="auto">
            <a:xfrm>
              <a:off x="4491" y="3176"/>
              <a:ext cx="212" cy="333"/>
              <a:chOff x="4491" y="3176"/>
              <a:chExt cx="212" cy="333"/>
            </a:xfrm>
          </p:grpSpPr>
          <p:sp>
            <p:nvSpPr>
              <p:cNvPr id="148757" name="Freeform 56"/>
              <p:cNvSpPr/>
              <p:nvPr/>
            </p:nvSpPr>
            <p:spPr bwMode="auto">
              <a:xfrm>
                <a:off x="4557" y="3176"/>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758" name="Freeform 57"/>
              <p:cNvSpPr/>
              <p:nvPr/>
            </p:nvSpPr>
            <p:spPr bwMode="auto">
              <a:xfrm>
                <a:off x="4557" y="3176"/>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759" name="Freeform 58"/>
              <p:cNvSpPr/>
              <p:nvPr/>
            </p:nvSpPr>
            <p:spPr bwMode="auto">
              <a:xfrm>
                <a:off x="4491" y="317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760" name="Freeform 59"/>
              <p:cNvSpPr/>
              <p:nvPr/>
            </p:nvSpPr>
            <p:spPr bwMode="auto">
              <a:xfrm>
                <a:off x="4491" y="317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761" name="Rectangle 60"/>
              <p:cNvSpPr>
                <a:spLocks noChangeArrowheads="1"/>
              </p:cNvSpPr>
              <p:nvPr/>
            </p:nvSpPr>
            <p:spPr bwMode="auto">
              <a:xfrm>
                <a:off x="4491" y="3239"/>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8762" name="Rectangle 61"/>
              <p:cNvSpPr>
                <a:spLocks noChangeArrowheads="1"/>
              </p:cNvSpPr>
              <p:nvPr/>
            </p:nvSpPr>
            <p:spPr bwMode="auto">
              <a:xfrm>
                <a:off x="4496" y="3251"/>
                <a:ext cx="66"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8763" name="Line 62"/>
              <p:cNvSpPr>
                <a:spLocks noChangeShapeType="1"/>
              </p:cNvSpPr>
              <p:nvPr/>
            </p:nvSpPr>
            <p:spPr bwMode="auto">
              <a:xfrm>
                <a:off x="4501" y="3276"/>
                <a:ext cx="51"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48764" name="Line 63"/>
              <p:cNvSpPr>
                <a:spLocks noChangeShapeType="1"/>
              </p:cNvSpPr>
              <p:nvPr/>
            </p:nvSpPr>
            <p:spPr bwMode="auto">
              <a:xfrm flipH="1">
                <a:off x="4491" y="3452"/>
                <a:ext cx="116"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48765" name="Line 64"/>
              <p:cNvSpPr>
                <a:spLocks noChangeShapeType="1"/>
              </p:cNvSpPr>
              <p:nvPr/>
            </p:nvSpPr>
            <p:spPr bwMode="auto">
              <a:xfrm flipH="1">
                <a:off x="4491" y="3339"/>
                <a:ext cx="116"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nvGrpSpPr>
            <p:cNvPr id="148747" name="Group 65"/>
            <p:cNvGrpSpPr/>
            <p:nvPr/>
          </p:nvGrpSpPr>
          <p:grpSpPr bwMode="auto">
            <a:xfrm>
              <a:off x="4486" y="3170"/>
              <a:ext cx="212" cy="332"/>
              <a:chOff x="4486" y="3170"/>
              <a:chExt cx="212" cy="332"/>
            </a:xfrm>
          </p:grpSpPr>
          <p:sp>
            <p:nvSpPr>
              <p:cNvPr id="148748" name="Freeform 66"/>
              <p:cNvSpPr/>
              <p:nvPr/>
            </p:nvSpPr>
            <p:spPr bwMode="auto">
              <a:xfrm>
                <a:off x="4552" y="3170"/>
                <a:ext cx="146" cy="332"/>
              </a:xfrm>
              <a:custGeom>
                <a:avLst/>
                <a:gdLst>
                  <a:gd name="T0" fmla="*/ 50 w 146"/>
                  <a:gd name="T1" fmla="*/ 332 h 332"/>
                  <a:gd name="T2" fmla="*/ 0 w 146"/>
                  <a:gd name="T3" fmla="*/ 50 h 332"/>
                  <a:gd name="T4" fmla="*/ 146 w 146"/>
                  <a:gd name="T5" fmla="*/ 0 h 332"/>
                  <a:gd name="T6" fmla="*/ 146 w 146"/>
                  <a:gd name="T7" fmla="*/ 269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69"/>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749" name="Freeform 67"/>
              <p:cNvSpPr/>
              <p:nvPr/>
            </p:nvSpPr>
            <p:spPr bwMode="auto">
              <a:xfrm>
                <a:off x="4552" y="3170"/>
                <a:ext cx="146" cy="332"/>
              </a:xfrm>
              <a:custGeom>
                <a:avLst/>
                <a:gdLst>
                  <a:gd name="T0" fmla="*/ 50 w 146"/>
                  <a:gd name="T1" fmla="*/ 332 h 332"/>
                  <a:gd name="T2" fmla="*/ 0 w 146"/>
                  <a:gd name="T3" fmla="*/ 50 h 332"/>
                  <a:gd name="T4" fmla="*/ 146 w 146"/>
                  <a:gd name="T5" fmla="*/ 0 h 332"/>
                  <a:gd name="T6" fmla="*/ 146 w 146"/>
                  <a:gd name="T7" fmla="*/ 269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69"/>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750" name="Freeform 68"/>
              <p:cNvSpPr/>
              <p:nvPr/>
            </p:nvSpPr>
            <p:spPr bwMode="auto">
              <a:xfrm>
                <a:off x="4486" y="3170"/>
                <a:ext cx="212" cy="62"/>
              </a:xfrm>
              <a:custGeom>
                <a:avLst/>
                <a:gdLst>
                  <a:gd name="T0" fmla="*/ 0 w 212"/>
                  <a:gd name="T1" fmla="*/ 62 h 62"/>
                  <a:gd name="T2" fmla="*/ 91 w 212"/>
                  <a:gd name="T3" fmla="*/ 0 h 62"/>
                  <a:gd name="T4" fmla="*/ 212 w 212"/>
                  <a:gd name="T5" fmla="*/ 0 h 62"/>
                  <a:gd name="T6" fmla="*/ 116 w 212"/>
                  <a:gd name="T7" fmla="*/ 62 h 62"/>
                  <a:gd name="T8" fmla="*/ 0 w 212"/>
                  <a:gd name="T9" fmla="*/ 62 h 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2">
                    <a:moveTo>
                      <a:pt x="0" y="62"/>
                    </a:moveTo>
                    <a:lnTo>
                      <a:pt x="91" y="0"/>
                    </a:lnTo>
                    <a:lnTo>
                      <a:pt x="212" y="0"/>
                    </a:lnTo>
                    <a:lnTo>
                      <a:pt x="116" y="62"/>
                    </a:lnTo>
                    <a:lnTo>
                      <a:pt x="0" y="62"/>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751" name="Freeform 69"/>
              <p:cNvSpPr/>
              <p:nvPr/>
            </p:nvSpPr>
            <p:spPr bwMode="auto">
              <a:xfrm>
                <a:off x="4486" y="3170"/>
                <a:ext cx="212" cy="62"/>
              </a:xfrm>
              <a:custGeom>
                <a:avLst/>
                <a:gdLst>
                  <a:gd name="T0" fmla="*/ 0 w 212"/>
                  <a:gd name="T1" fmla="*/ 62 h 62"/>
                  <a:gd name="T2" fmla="*/ 91 w 212"/>
                  <a:gd name="T3" fmla="*/ 0 h 62"/>
                  <a:gd name="T4" fmla="*/ 212 w 212"/>
                  <a:gd name="T5" fmla="*/ 0 h 62"/>
                  <a:gd name="T6" fmla="*/ 116 w 212"/>
                  <a:gd name="T7" fmla="*/ 62 h 62"/>
                  <a:gd name="T8" fmla="*/ 0 w 212"/>
                  <a:gd name="T9" fmla="*/ 62 h 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2">
                    <a:moveTo>
                      <a:pt x="0" y="62"/>
                    </a:moveTo>
                    <a:lnTo>
                      <a:pt x="91" y="0"/>
                    </a:lnTo>
                    <a:lnTo>
                      <a:pt x="212" y="0"/>
                    </a:lnTo>
                    <a:lnTo>
                      <a:pt x="116" y="62"/>
                    </a:lnTo>
                    <a:lnTo>
                      <a:pt x="0" y="62"/>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752" name="Rectangle 70"/>
              <p:cNvSpPr>
                <a:spLocks noChangeArrowheads="1"/>
              </p:cNvSpPr>
              <p:nvPr/>
            </p:nvSpPr>
            <p:spPr bwMode="auto">
              <a:xfrm>
                <a:off x="4486" y="3232"/>
                <a:ext cx="116" cy="270"/>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8753" name="Rectangle 71"/>
              <p:cNvSpPr>
                <a:spLocks noChangeArrowheads="1"/>
              </p:cNvSpPr>
              <p:nvPr/>
            </p:nvSpPr>
            <p:spPr bwMode="auto">
              <a:xfrm>
                <a:off x="4491" y="3245"/>
                <a:ext cx="66"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8754" name="Line 72"/>
              <p:cNvSpPr>
                <a:spLocks noChangeShapeType="1"/>
              </p:cNvSpPr>
              <p:nvPr/>
            </p:nvSpPr>
            <p:spPr bwMode="auto">
              <a:xfrm>
                <a:off x="4501" y="3264"/>
                <a:ext cx="41"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48755" name="Line 73"/>
              <p:cNvSpPr>
                <a:spLocks noChangeShapeType="1"/>
              </p:cNvSpPr>
              <p:nvPr/>
            </p:nvSpPr>
            <p:spPr bwMode="auto">
              <a:xfrm flipH="1">
                <a:off x="4491" y="3446"/>
                <a:ext cx="106"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48756" name="Line 74"/>
              <p:cNvSpPr>
                <a:spLocks noChangeShapeType="1"/>
              </p:cNvSpPr>
              <p:nvPr/>
            </p:nvSpPr>
            <p:spPr bwMode="auto">
              <a:xfrm flipH="1">
                <a:off x="4491" y="3333"/>
                <a:ext cx="106"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grpSp>
        <p:nvGrpSpPr>
          <p:cNvPr id="148492" name="Group 75"/>
          <p:cNvGrpSpPr/>
          <p:nvPr/>
        </p:nvGrpSpPr>
        <p:grpSpPr bwMode="auto">
          <a:xfrm>
            <a:off x="8655712" y="5229994"/>
            <a:ext cx="423069" cy="661988"/>
            <a:chOff x="4260" y="3515"/>
            <a:chExt cx="216" cy="339"/>
          </a:xfrm>
        </p:grpSpPr>
        <p:grpSp>
          <p:nvGrpSpPr>
            <p:cNvPr id="148726" name="Group 76"/>
            <p:cNvGrpSpPr/>
            <p:nvPr/>
          </p:nvGrpSpPr>
          <p:grpSpPr bwMode="auto">
            <a:xfrm>
              <a:off x="4265" y="3521"/>
              <a:ext cx="211" cy="333"/>
              <a:chOff x="4265" y="3521"/>
              <a:chExt cx="211" cy="333"/>
            </a:xfrm>
          </p:grpSpPr>
          <p:sp>
            <p:nvSpPr>
              <p:cNvPr id="148737" name="Freeform 77"/>
              <p:cNvSpPr/>
              <p:nvPr/>
            </p:nvSpPr>
            <p:spPr bwMode="auto">
              <a:xfrm>
                <a:off x="4330" y="3521"/>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738" name="Freeform 78"/>
              <p:cNvSpPr/>
              <p:nvPr/>
            </p:nvSpPr>
            <p:spPr bwMode="auto">
              <a:xfrm>
                <a:off x="4330" y="3521"/>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739" name="Freeform 79"/>
              <p:cNvSpPr/>
              <p:nvPr/>
            </p:nvSpPr>
            <p:spPr bwMode="auto">
              <a:xfrm>
                <a:off x="4265" y="3521"/>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740" name="Freeform 80"/>
              <p:cNvSpPr/>
              <p:nvPr/>
            </p:nvSpPr>
            <p:spPr bwMode="auto">
              <a:xfrm>
                <a:off x="4265" y="3521"/>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741" name="Rectangle 81"/>
              <p:cNvSpPr>
                <a:spLocks noChangeArrowheads="1"/>
              </p:cNvSpPr>
              <p:nvPr/>
            </p:nvSpPr>
            <p:spPr bwMode="auto">
              <a:xfrm>
                <a:off x="4265" y="3584"/>
                <a:ext cx="115"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8742" name="Rectangle 82"/>
              <p:cNvSpPr>
                <a:spLocks noChangeArrowheads="1"/>
              </p:cNvSpPr>
              <p:nvPr/>
            </p:nvSpPr>
            <p:spPr bwMode="auto">
              <a:xfrm>
                <a:off x="4270" y="3596"/>
                <a:ext cx="65"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8743" name="Line 83"/>
              <p:cNvSpPr>
                <a:spLocks noChangeShapeType="1"/>
              </p:cNvSpPr>
              <p:nvPr/>
            </p:nvSpPr>
            <p:spPr bwMode="auto">
              <a:xfrm>
                <a:off x="4275" y="3622"/>
                <a:ext cx="50"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48744" name="Line 84"/>
              <p:cNvSpPr>
                <a:spLocks noChangeShapeType="1"/>
              </p:cNvSpPr>
              <p:nvPr/>
            </p:nvSpPr>
            <p:spPr bwMode="auto">
              <a:xfrm flipH="1">
                <a:off x="4265" y="3797"/>
                <a:ext cx="115"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48745" name="Line 85"/>
              <p:cNvSpPr>
                <a:spLocks noChangeShapeType="1"/>
              </p:cNvSpPr>
              <p:nvPr/>
            </p:nvSpPr>
            <p:spPr bwMode="auto">
              <a:xfrm flipH="1">
                <a:off x="4265" y="3684"/>
                <a:ext cx="115"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nvGrpSpPr>
            <p:cNvPr id="148727" name="Group 86"/>
            <p:cNvGrpSpPr/>
            <p:nvPr/>
          </p:nvGrpSpPr>
          <p:grpSpPr bwMode="auto">
            <a:xfrm>
              <a:off x="4260" y="3515"/>
              <a:ext cx="211" cy="332"/>
              <a:chOff x="4260" y="3515"/>
              <a:chExt cx="211" cy="332"/>
            </a:xfrm>
          </p:grpSpPr>
          <p:sp>
            <p:nvSpPr>
              <p:cNvPr id="148728" name="Freeform 87"/>
              <p:cNvSpPr/>
              <p:nvPr/>
            </p:nvSpPr>
            <p:spPr bwMode="auto">
              <a:xfrm>
                <a:off x="4325" y="3515"/>
                <a:ext cx="146" cy="332"/>
              </a:xfrm>
              <a:custGeom>
                <a:avLst/>
                <a:gdLst>
                  <a:gd name="T0" fmla="*/ 50 w 146"/>
                  <a:gd name="T1" fmla="*/ 332 h 332"/>
                  <a:gd name="T2" fmla="*/ 0 w 146"/>
                  <a:gd name="T3" fmla="*/ 50 h 332"/>
                  <a:gd name="T4" fmla="*/ 146 w 146"/>
                  <a:gd name="T5" fmla="*/ 0 h 332"/>
                  <a:gd name="T6" fmla="*/ 146 w 146"/>
                  <a:gd name="T7" fmla="*/ 270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70"/>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729" name="Freeform 88"/>
              <p:cNvSpPr/>
              <p:nvPr/>
            </p:nvSpPr>
            <p:spPr bwMode="auto">
              <a:xfrm>
                <a:off x="4325" y="3515"/>
                <a:ext cx="146" cy="332"/>
              </a:xfrm>
              <a:custGeom>
                <a:avLst/>
                <a:gdLst>
                  <a:gd name="T0" fmla="*/ 50 w 146"/>
                  <a:gd name="T1" fmla="*/ 332 h 332"/>
                  <a:gd name="T2" fmla="*/ 0 w 146"/>
                  <a:gd name="T3" fmla="*/ 50 h 332"/>
                  <a:gd name="T4" fmla="*/ 146 w 146"/>
                  <a:gd name="T5" fmla="*/ 0 h 332"/>
                  <a:gd name="T6" fmla="*/ 146 w 146"/>
                  <a:gd name="T7" fmla="*/ 270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70"/>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730" name="Freeform 89"/>
              <p:cNvSpPr/>
              <p:nvPr/>
            </p:nvSpPr>
            <p:spPr bwMode="auto">
              <a:xfrm>
                <a:off x="4260" y="3515"/>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731" name="Freeform 90"/>
              <p:cNvSpPr/>
              <p:nvPr/>
            </p:nvSpPr>
            <p:spPr bwMode="auto">
              <a:xfrm>
                <a:off x="4260" y="3515"/>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732" name="Rectangle 91"/>
              <p:cNvSpPr>
                <a:spLocks noChangeArrowheads="1"/>
              </p:cNvSpPr>
              <p:nvPr/>
            </p:nvSpPr>
            <p:spPr bwMode="auto">
              <a:xfrm>
                <a:off x="4260" y="3578"/>
                <a:ext cx="115" cy="26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8733" name="Rectangle 92"/>
              <p:cNvSpPr>
                <a:spLocks noChangeArrowheads="1"/>
              </p:cNvSpPr>
              <p:nvPr/>
            </p:nvSpPr>
            <p:spPr bwMode="auto">
              <a:xfrm>
                <a:off x="4265" y="3590"/>
                <a:ext cx="65"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8734" name="Line 93"/>
              <p:cNvSpPr>
                <a:spLocks noChangeShapeType="1"/>
              </p:cNvSpPr>
              <p:nvPr/>
            </p:nvSpPr>
            <p:spPr bwMode="auto">
              <a:xfrm>
                <a:off x="4275" y="3609"/>
                <a:ext cx="40"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48735" name="Line 94"/>
              <p:cNvSpPr>
                <a:spLocks noChangeShapeType="1"/>
              </p:cNvSpPr>
              <p:nvPr/>
            </p:nvSpPr>
            <p:spPr bwMode="auto">
              <a:xfrm flipH="1">
                <a:off x="4265" y="3791"/>
                <a:ext cx="105"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48736" name="Line 95"/>
              <p:cNvSpPr>
                <a:spLocks noChangeShapeType="1"/>
              </p:cNvSpPr>
              <p:nvPr/>
            </p:nvSpPr>
            <p:spPr bwMode="auto">
              <a:xfrm flipH="1">
                <a:off x="4265" y="3678"/>
                <a:ext cx="105"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sp>
        <p:nvSpPr>
          <p:cNvPr id="148493" name="Rectangle 96"/>
          <p:cNvSpPr>
            <a:spLocks noChangeArrowheads="1"/>
          </p:cNvSpPr>
          <p:nvPr/>
        </p:nvSpPr>
        <p:spPr bwMode="auto">
          <a:xfrm>
            <a:off x="2285603" y="3156719"/>
            <a:ext cx="32676" cy="2598738"/>
          </a:xfrm>
          <a:prstGeom prst="rect">
            <a:avLst/>
          </a:prstGeom>
          <a:solidFill>
            <a:srgbClr val="000000"/>
          </a:solidFill>
          <a:ln w="28575">
            <a:solidFill>
              <a:srgbClr val="333399"/>
            </a:solidFill>
            <a:miter lim="800000"/>
          </a:ln>
        </p:spPr>
        <p:txBody>
          <a:bodyPr/>
          <a:lstStyle/>
          <a:p>
            <a:pPr eaLnBrk="1" hangingPunct="1"/>
            <a:endParaRPr lang="zh-CN" altLang="en-US" b="1">
              <a:solidFill>
                <a:srgbClr val="000099"/>
              </a:solidFill>
            </a:endParaRPr>
          </a:p>
        </p:txBody>
      </p:sp>
      <p:sp>
        <p:nvSpPr>
          <p:cNvPr id="148494" name="Line 97"/>
          <p:cNvSpPr>
            <a:spLocks noChangeShapeType="1"/>
          </p:cNvSpPr>
          <p:nvPr/>
        </p:nvSpPr>
        <p:spPr bwMode="auto">
          <a:xfrm>
            <a:off x="1411950" y="3537720"/>
            <a:ext cx="889132" cy="3175"/>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48495" name="Line 98"/>
          <p:cNvSpPr>
            <a:spLocks noChangeShapeType="1"/>
          </p:cNvSpPr>
          <p:nvPr/>
        </p:nvSpPr>
        <p:spPr bwMode="auto">
          <a:xfrm>
            <a:off x="1678517" y="4247333"/>
            <a:ext cx="622565" cy="1587"/>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48496" name="Line 99"/>
          <p:cNvSpPr>
            <a:spLocks noChangeShapeType="1"/>
          </p:cNvSpPr>
          <p:nvPr/>
        </p:nvSpPr>
        <p:spPr bwMode="auto">
          <a:xfrm>
            <a:off x="964804" y="4748983"/>
            <a:ext cx="1336278" cy="3175"/>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48497" name="Line 100"/>
          <p:cNvSpPr>
            <a:spLocks noChangeShapeType="1"/>
          </p:cNvSpPr>
          <p:nvPr/>
        </p:nvSpPr>
        <p:spPr bwMode="auto">
          <a:xfrm>
            <a:off x="1499659" y="5366520"/>
            <a:ext cx="801423" cy="3175"/>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48498" name="Line 101"/>
          <p:cNvSpPr>
            <a:spLocks noChangeShapeType="1"/>
          </p:cNvSpPr>
          <p:nvPr/>
        </p:nvSpPr>
        <p:spPr bwMode="auto">
          <a:xfrm>
            <a:off x="2301082" y="5544320"/>
            <a:ext cx="445427" cy="3175"/>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48499" name="Line 339"/>
          <p:cNvSpPr>
            <a:spLocks noChangeShapeType="1"/>
          </p:cNvSpPr>
          <p:nvPr/>
        </p:nvSpPr>
        <p:spPr bwMode="auto">
          <a:xfrm flipV="1">
            <a:off x="3159258" y="4580707"/>
            <a:ext cx="779065" cy="647700"/>
          </a:xfrm>
          <a:prstGeom prst="line">
            <a:avLst/>
          </a:prstGeom>
          <a:noFill/>
          <a:ln w="2857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148500" name="Line 102"/>
          <p:cNvSpPr>
            <a:spLocks noChangeShapeType="1"/>
          </p:cNvSpPr>
          <p:nvPr/>
        </p:nvSpPr>
        <p:spPr bwMode="auto">
          <a:xfrm>
            <a:off x="2301081" y="4483869"/>
            <a:ext cx="1515137" cy="1588"/>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nvGrpSpPr>
          <p:cNvPr id="148501" name="Group 103"/>
          <p:cNvGrpSpPr/>
          <p:nvPr/>
        </p:nvGrpSpPr>
        <p:grpSpPr bwMode="auto">
          <a:xfrm>
            <a:off x="3656277" y="4288607"/>
            <a:ext cx="607087" cy="374650"/>
            <a:chOff x="2154" y="3033"/>
            <a:chExt cx="309" cy="192"/>
          </a:xfrm>
        </p:grpSpPr>
        <p:sp>
          <p:nvSpPr>
            <p:cNvPr id="148701" name="Oval 104"/>
            <p:cNvSpPr>
              <a:spLocks noChangeArrowheads="1"/>
            </p:cNvSpPr>
            <p:nvPr/>
          </p:nvSpPr>
          <p:spPr bwMode="auto">
            <a:xfrm>
              <a:off x="2155" y="3113"/>
              <a:ext cx="308" cy="112"/>
            </a:xfrm>
            <a:prstGeom prst="ellipse">
              <a:avLst/>
            </a:prstGeom>
            <a:solidFill>
              <a:srgbClr val="0078AA"/>
            </a:solidFill>
            <a:ln w="3175">
              <a:solidFill>
                <a:srgbClr val="AAE6FF"/>
              </a:solidFill>
              <a:round/>
            </a:ln>
          </p:spPr>
          <p:txBody>
            <a:bodyPr/>
            <a:lstStyle/>
            <a:p>
              <a:pPr eaLnBrk="1" hangingPunct="1"/>
              <a:endParaRPr lang="zh-CN" altLang="en-US" b="1">
                <a:solidFill>
                  <a:srgbClr val="000099"/>
                </a:solidFill>
              </a:endParaRPr>
            </a:p>
          </p:txBody>
        </p:sp>
        <p:sp>
          <p:nvSpPr>
            <p:cNvPr id="148702" name="Rectangle 105"/>
            <p:cNvSpPr>
              <a:spLocks noChangeArrowheads="1"/>
            </p:cNvSpPr>
            <p:nvPr/>
          </p:nvSpPr>
          <p:spPr bwMode="auto">
            <a:xfrm>
              <a:off x="2154"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8703" name="Rectangle 106"/>
            <p:cNvSpPr>
              <a:spLocks noChangeArrowheads="1"/>
            </p:cNvSpPr>
            <p:nvPr/>
          </p:nvSpPr>
          <p:spPr bwMode="auto">
            <a:xfrm>
              <a:off x="2154"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8704" name="Oval 107"/>
            <p:cNvSpPr>
              <a:spLocks noChangeArrowheads="1"/>
            </p:cNvSpPr>
            <p:nvPr/>
          </p:nvSpPr>
          <p:spPr bwMode="auto">
            <a:xfrm>
              <a:off x="2155" y="3033"/>
              <a:ext cx="308" cy="112"/>
            </a:xfrm>
            <a:prstGeom prst="ellipse">
              <a:avLst/>
            </a:prstGeom>
            <a:solidFill>
              <a:srgbClr val="00B4FF"/>
            </a:solidFill>
            <a:ln w="3175">
              <a:solidFill>
                <a:srgbClr val="AAE6FF"/>
              </a:solidFill>
              <a:round/>
            </a:ln>
          </p:spPr>
          <p:txBody>
            <a:bodyPr/>
            <a:lstStyle/>
            <a:p>
              <a:pPr eaLnBrk="1" hangingPunct="1"/>
              <a:endParaRPr lang="zh-CN" altLang="en-US" b="1">
                <a:solidFill>
                  <a:srgbClr val="000099"/>
                </a:solidFill>
              </a:endParaRPr>
            </a:p>
          </p:txBody>
        </p:sp>
        <p:grpSp>
          <p:nvGrpSpPr>
            <p:cNvPr id="148705" name="Group 108"/>
            <p:cNvGrpSpPr/>
            <p:nvPr/>
          </p:nvGrpSpPr>
          <p:grpSpPr bwMode="auto">
            <a:xfrm>
              <a:off x="2201" y="3046"/>
              <a:ext cx="214" cy="86"/>
              <a:chOff x="2201" y="3046"/>
              <a:chExt cx="214" cy="86"/>
            </a:xfrm>
          </p:grpSpPr>
          <p:grpSp>
            <p:nvGrpSpPr>
              <p:cNvPr id="148708" name="Group 109"/>
              <p:cNvGrpSpPr/>
              <p:nvPr/>
            </p:nvGrpSpPr>
            <p:grpSpPr bwMode="auto">
              <a:xfrm>
                <a:off x="2201" y="3046"/>
                <a:ext cx="212" cy="84"/>
                <a:chOff x="2201" y="3046"/>
                <a:chExt cx="212" cy="84"/>
              </a:xfrm>
            </p:grpSpPr>
            <p:sp>
              <p:nvSpPr>
                <p:cNvPr id="148718" name="Freeform 110"/>
                <p:cNvSpPr/>
                <p:nvPr/>
              </p:nvSpPr>
              <p:spPr bwMode="auto">
                <a:xfrm>
                  <a:off x="2312"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0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0"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719" name="Freeform 111"/>
                <p:cNvSpPr/>
                <p:nvPr/>
              </p:nvSpPr>
              <p:spPr bwMode="auto">
                <a:xfrm>
                  <a:off x="2312"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0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0"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720" name="Freeform 112"/>
                <p:cNvSpPr/>
                <p:nvPr/>
              </p:nvSpPr>
              <p:spPr bwMode="auto">
                <a:xfrm>
                  <a:off x="2201" y="3090"/>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721" name="Freeform 113"/>
                <p:cNvSpPr/>
                <p:nvPr/>
              </p:nvSpPr>
              <p:spPr bwMode="auto">
                <a:xfrm>
                  <a:off x="2201" y="3090"/>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722" name="Freeform 114"/>
                <p:cNvSpPr/>
                <p:nvPr/>
              </p:nvSpPr>
              <p:spPr bwMode="auto">
                <a:xfrm>
                  <a:off x="2206" y="3046"/>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723" name="Freeform 115"/>
                <p:cNvSpPr/>
                <p:nvPr/>
              </p:nvSpPr>
              <p:spPr bwMode="auto">
                <a:xfrm>
                  <a:off x="2206" y="3046"/>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724" name="Freeform 116"/>
                <p:cNvSpPr/>
                <p:nvPr/>
              </p:nvSpPr>
              <p:spPr bwMode="auto">
                <a:xfrm>
                  <a:off x="2308" y="3094"/>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1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1" y="6"/>
                      </a:lnTo>
                      <a:lnTo>
                        <a:pt x="101" y="2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725" name="Freeform 117"/>
                <p:cNvSpPr/>
                <p:nvPr/>
              </p:nvSpPr>
              <p:spPr bwMode="auto">
                <a:xfrm>
                  <a:off x="2308" y="3094"/>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1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1" y="6"/>
                      </a:lnTo>
                      <a:lnTo>
                        <a:pt x="101" y="2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grpSp>
          <p:grpSp>
            <p:nvGrpSpPr>
              <p:cNvPr id="148709" name="Group 118"/>
              <p:cNvGrpSpPr/>
              <p:nvPr/>
            </p:nvGrpSpPr>
            <p:grpSpPr bwMode="auto">
              <a:xfrm>
                <a:off x="2203" y="3048"/>
                <a:ext cx="212" cy="84"/>
                <a:chOff x="2203" y="3048"/>
                <a:chExt cx="212" cy="84"/>
              </a:xfrm>
            </p:grpSpPr>
            <p:sp>
              <p:nvSpPr>
                <p:cNvPr id="148710" name="Freeform 119"/>
                <p:cNvSpPr/>
                <p:nvPr/>
              </p:nvSpPr>
              <p:spPr bwMode="auto">
                <a:xfrm>
                  <a:off x="2313" y="3050"/>
                  <a:ext cx="102" cy="36"/>
                </a:xfrm>
                <a:custGeom>
                  <a:avLst/>
                  <a:gdLst>
                    <a:gd name="T0" fmla="*/ 0 w 102"/>
                    <a:gd name="T1" fmla="*/ 28 h 36"/>
                    <a:gd name="T2" fmla="*/ 23 w 102"/>
                    <a:gd name="T3" fmla="*/ 36 h 36"/>
                    <a:gd name="T4" fmla="*/ 77 w 102"/>
                    <a:gd name="T5" fmla="*/ 12 h 36"/>
                    <a:gd name="T6" fmla="*/ 102 w 102"/>
                    <a:gd name="T7" fmla="*/ 20 h 36"/>
                    <a:gd name="T8" fmla="*/ 89 w 102"/>
                    <a:gd name="T9" fmla="*/ 0 h 36"/>
                    <a:gd name="T10" fmla="*/ 25 w 102"/>
                    <a:gd name="T11" fmla="*/ 0 h 36"/>
                    <a:gd name="T12" fmla="*/ 51 w 102"/>
                    <a:gd name="T13" fmla="*/ 6 h 36"/>
                    <a:gd name="T14" fmla="*/ 0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28"/>
                      </a:moveTo>
                      <a:lnTo>
                        <a:pt x="23" y="36"/>
                      </a:lnTo>
                      <a:lnTo>
                        <a:pt x="77" y="12"/>
                      </a:lnTo>
                      <a:lnTo>
                        <a:pt x="102" y="20"/>
                      </a:lnTo>
                      <a:lnTo>
                        <a:pt x="89" y="0"/>
                      </a:lnTo>
                      <a:lnTo>
                        <a:pt x="25"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711" name="Freeform 120"/>
                <p:cNvSpPr/>
                <p:nvPr/>
              </p:nvSpPr>
              <p:spPr bwMode="auto">
                <a:xfrm>
                  <a:off x="2313" y="3050"/>
                  <a:ext cx="102" cy="36"/>
                </a:xfrm>
                <a:custGeom>
                  <a:avLst/>
                  <a:gdLst>
                    <a:gd name="T0" fmla="*/ 0 w 102"/>
                    <a:gd name="T1" fmla="*/ 28 h 36"/>
                    <a:gd name="T2" fmla="*/ 23 w 102"/>
                    <a:gd name="T3" fmla="*/ 36 h 36"/>
                    <a:gd name="T4" fmla="*/ 77 w 102"/>
                    <a:gd name="T5" fmla="*/ 12 h 36"/>
                    <a:gd name="T6" fmla="*/ 102 w 102"/>
                    <a:gd name="T7" fmla="*/ 20 h 36"/>
                    <a:gd name="T8" fmla="*/ 89 w 102"/>
                    <a:gd name="T9" fmla="*/ 0 h 36"/>
                    <a:gd name="T10" fmla="*/ 25 w 102"/>
                    <a:gd name="T11" fmla="*/ 0 h 36"/>
                    <a:gd name="T12" fmla="*/ 51 w 102"/>
                    <a:gd name="T13" fmla="*/ 6 h 36"/>
                    <a:gd name="T14" fmla="*/ 0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28"/>
                      </a:moveTo>
                      <a:lnTo>
                        <a:pt x="23" y="36"/>
                      </a:lnTo>
                      <a:lnTo>
                        <a:pt x="77" y="12"/>
                      </a:lnTo>
                      <a:lnTo>
                        <a:pt x="102" y="20"/>
                      </a:lnTo>
                      <a:lnTo>
                        <a:pt x="89" y="0"/>
                      </a:lnTo>
                      <a:lnTo>
                        <a:pt x="25"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712" name="Freeform 121"/>
                <p:cNvSpPr/>
                <p:nvPr/>
              </p:nvSpPr>
              <p:spPr bwMode="auto">
                <a:xfrm>
                  <a:off x="2203"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713" name="Freeform 122"/>
                <p:cNvSpPr/>
                <p:nvPr/>
              </p:nvSpPr>
              <p:spPr bwMode="auto">
                <a:xfrm>
                  <a:off x="2203"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714" name="Freeform 123"/>
                <p:cNvSpPr/>
                <p:nvPr/>
              </p:nvSpPr>
              <p:spPr bwMode="auto">
                <a:xfrm>
                  <a:off x="2208" y="3048"/>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715" name="Freeform 124"/>
                <p:cNvSpPr/>
                <p:nvPr/>
              </p:nvSpPr>
              <p:spPr bwMode="auto">
                <a:xfrm>
                  <a:off x="2208" y="3048"/>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716" name="Freeform 125"/>
                <p:cNvSpPr/>
                <p:nvPr/>
              </p:nvSpPr>
              <p:spPr bwMode="auto">
                <a:xfrm>
                  <a:off x="2310" y="3096"/>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0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0" y="6"/>
                      </a:lnTo>
                      <a:lnTo>
                        <a:pt x="101" y="2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717" name="Freeform 126"/>
                <p:cNvSpPr/>
                <p:nvPr/>
              </p:nvSpPr>
              <p:spPr bwMode="auto">
                <a:xfrm>
                  <a:off x="2310" y="3096"/>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0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0" y="6"/>
                      </a:lnTo>
                      <a:lnTo>
                        <a:pt x="101" y="2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grpSp>
        </p:grpSp>
        <p:sp>
          <p:nvSpPr>
            <p:cNvPr id="148706" name="Line 127"/>
            <p:cNvSpPr>
              <a:spLocks noChangeShapeType="1"/>
            </p:cNvSpPr>
            <p:nvPr/>
          </p:nvSpPr>
          <p:spPr bwMode="auto">
            <a:xfrm>
              <a:off x="2154" y="3088"/>
              <a:ext cx="1" cy="80"/>
            </a:xfrm>
            <a:prstGeom prst="line">
              <a:avLst/>
            </a:prstGeom>
            <a:noFill/>
            <a:ln w="3175">
              <a:solidFill>
                <a:srgbClr val="AAE6FF"/>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48707" name="Line 128"/>
            <p:cNvSpPr>
              <a:spLocks noChangeShapeType="1"/>
            </p:cNvSpPr>
            <p:nvPr/>
          </p:nvSpPr>
          <p:spPr bwMode="auto">
            <a:xfrm>
              <a:off x="2462" y="3088"/>
              <a:ext cx="1" cy="80"/>
            </a:xfrm>
            <a:prstGeom prst="line">
              <a:avLst/>
            </a:prstGeom>
            <a:noFill/>
            <a:ln w="3175">
              <a:solidFill>
                <a:srgbClr val="AAE6FF"/>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nvGrpSpPr>
          <p:cNvPr id="148502" name="Group 129"/>
          <p:cNvGrpSpPr/>
          <p:nvPr/>
        </p:nvGrpSpPr>
        <p:grpSpPr bwMode="auto">
          <a:xfrm>
            <a:off x="1234810" y="3075758"/>
            <a:ext cx="557213" cy="517525"/>
            <a:chOff x="921" y="2412"/>
            <a:chExt cx="284" cy="265"/>
          </a:xfrm>
        </p:grpSpPr>
        <p:grpSp>
          <p:nvGrpSpPr>
            <p:cNvPr id="148675" name="Group 130"/>
            <p:cNvGrpSpPr/>
            <p:nvPr/>
          </p:nvGrpSpPr>
          <p:grpSpPr bwMode="auto">
            <a:xfrm>
              <a:off x="928" y="2417"/>
              <a:ext cx="277" cy="260"/>
              <a:chOff x="928" y="2417"/>
              <a:chExt cx="277" cy="260"/>
            </a:xfrm>
          </p:grpSpPr>
          <p:sp>
            <p:nvSpPr>
              <p:cNvPr id="148689" name="Freeform 131"/>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690" name="Freeform 132"/>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691" name="Freeform 133"/>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692" name="Freeform 134"/>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693" name="Rectangle 135"/>
              <p:cNvSpPr>
                <a:spLocks noChangeArrowheads="1"/>
              </p:cNvSpPr>
              <p:nvPr/>
            </p:nvSpPr>
            <p:spPr bwMode="auto">
              <a:xfrm>
                <a:off x="974" y="2434"/>
                <a:ext cx="185"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8694" name="Rectangle 136"/>
              <p:cNvSpPr>
                <a:spLocks noChangeArrowheads="1"/>
              </p:cNvSpPr>
              <p:nvPr/>
            </p:nvSpPr>
            <p:spPr bwMode="auto">
              <a:xfrm>
                <a:off x="937" y="2576"/>
                <a:ext cx="260"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8695" name="Rectangle 137"/>
              <p:cNvSpPr>
                <a:spLocks noChangeArrowheads="1"/>
              </p:cNvSpPr>
              <p:nvPr/>
            </p:nvSpPr>
            <p:spPr bwMode="auto">
              <a:xfrm>
                <a:off x="992" y="2450"/>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8696" name="Line 138"/>
              <p:cNvSpPr>
                <a:spLocks noChangeShapeType="1"/>
              </p:cNvSpPr>
              <p:nvPr/>
            </p:nvSpPr>
            <p:spPr bwMode="auto">
              <a:xfrm flipH="1">
                <a:off x="1115" y="2598"/>
                <a:ext cx="61" cy="1"/>
              </a:xfrm>
              <a:prstGeom prst="line">
                <a:avLst/>
              </a:prstGeom>
              <a:noFill/>
              <a:ln w="7938">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nvGrpSpPr>
              <p:cNvPr id="148697" name="Group 139"/>
              <p:cNvGrpSpPr/>
              <p:nvPr/>
            </p:nvGrpSpPr>
            <p:grpSpPr bwMode="auto">
              <a:xfrm>
                <a:off x="928" y="2639"/>
                <a:ext cx="277" cy="38"/>
                <a:chOff x="928" y="2639"/>
                <a:chExt cx="277" cy="38"/>
              </a:xfrm>
            </p:grpSpPr>
            <p:sp>
              <p:nvSpPr>
                <p:cNvPr id="148698" name="Freeform 140"/>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699" name="Freeform 141"/>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700" name="Rectangle 142"/>
                <p:cNvSpPr>
                  <a:spLocks noChangeArrowheads="1"/>
                </p:cNvSpPr>
                <p:nvPr/>
              </p:nvSpPr>
              <p:spPr bwMode="auto">
                <a:xfrm>
                  <a:off x="930" y="2666"/>
                  <a:ext cx="274"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grpSp>
        </p:grpSp>
        <p:grpSp>
          <p:nvGrpSpPr>
            <p:cNvPr id="148676" name="Group 143"/>
            <p:cNvGrpSpPr/>
            <p:nvPr/>
          </p:nvGrpSpPr>
          <p:grpSpPr bwMode="auto">
            <a:xfrm>
              <a:off x="921" y="2412"/>
              <a:ext cx="277" cy="261"/>
              <a:chOff x="921" y="2412"/>
              <a:chExt cx="277" cy="261"/>
            </a:xfrm>
          </p:grpSpPr>
          <p:sp>
            <p:nvSpPr>
              <p:cNvPr id="148677" name="Freeform 144"/>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678" name="Freeform 145"/>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679" name="Freeform 146"/>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680" name="Freeform 147"/>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681" name="Rectangle 148"/>
              <p:cNvSpPr>
                <a:spLocks noChangeArrowheads="1"/>
              </p:cNvSpPr>
              <p:nvPr/>
            </p:nvSpPr>
            <p:spPr bwMode="auto">
              <a:xfrm>
                <a:off x="968" y="2429"/>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8682" name="Rectangle 149"/>
              <p:cNvSpPr>
                <a:spLocks noChangeArrowheads="1"/>
              </p:cNvSpPr>
              <p:nvPr/>
            </p:nvSpPr>
            <p:spPr bwMode="auto">
              <a:xfrm>
                <a:off x="930" y="2571"/>
                <a:ext cx="260"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8683" name="Rectangle 150"/>
              <p:cNvSpPr>
                <a:spLocks noChangeArrowheads="1"/>
              </p:cNvSpPr>
              <p:nvPr/>
            </p:nvSpPr>
            <p:spPr bwMode="auto">
              <a:xfrm>
                <a:off x="985" y="2445"/>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8684" name="Line 151"/>
              <p:cNvSpPr>
                <a:spLocks noChangeShapeType="1"/>
              </p:cNvSpPr>
              <p:nvPr/>
            </p:nvSpPr>
            <p:spPr bwMode="auto">
              <a:xfrm flipH="1">
                <a:off x="1108" y="2593"/>
                <a:ext cx="61" cy="1"/>
              </a:xfrm>
              <a:prstGeom prst="line">
                <a:avLst/>
              </a:prstGeom>
              <a:noFill/>
              <a:ln w="7938">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nvGrpSpPr>
              <p:cNvPr id="148685" name="Group 152"/>
              <p:cNvGrpSpPr/>
              <p:nvPr/>
            </p:nvGrpSpPr>
            <p:grpSpPr bwMode="auto">
              <a:xfrm>
                <a:off x="921" y="2635"/>
                <a:ext cx="277" cy="38"/>
                <a:chOff x="921" y="2635"/>
                <a:chExt cx="277" cy="38"/>
              </a:xfrm>
            </p:grpSpPr>
            <p:sp>
              <p:nvSpPr>
                <p:cNvPr id="148686" name="Freeform 153"/>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687" name="Freeform 154"/>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688" name="Rectangle 155"/>
                <p:cNvSpPr>
                  <a:spLocks noChangeArrowheads="1"/>
                </p:cNvSpPr>
                <p:nvPr/>
              </p:nvSpPr>
              <p:spPr bwMode="auto">
                <a:xfrm>
                  <a:off x="923" y="2662"/>
                  <a:ext cx="274"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grpSp>
        </p:grpSp>
      </p:grpSp>
      <p:grpSp>
        <p:nvGrpSpPr>
          <p:cNvPr id="148503" name="Group 156"/>
          <p:cNvGrpSpPr/>
          <p:nvPr/>
        </p:nvGrpSpPr>
        <p:grpSpPr bwMode="auto">
          <a:xfrm>
            <a:off x="1384433" y="3785370"/>
            <a:ext cx="553773" cy="517525"/>
            <a:chOff x="997" y="2775"/>
            <a:chExt cx="282" cy="265"/>
          </a:xfrm>
        </p:grpSpPr>
        <p:grpSp>
          <p:nvGrpSpPr>
            <p:cNvPr id="148649" name="Group 157"/>
            <p:cNvGrpSpPr/>
            <p:nvPr/>
          </p:nvGrpSpPr>
          <p:grpSpPr bwMode="auto">
            <a:xfrm>
              <a:off x="1004" y="2779"/>
              <a:ext cx="275" cy="261"/>
              <a:chOff x="1004" y="2779"/>
              <a:chExt cx="275" cy="261"/>
            </a:xfrm>
          </p:grpSpPr>
          <p:sp>
            <p:nvSpPr>
              <p:cNvPr id="148663" name="Freeform 158"/>
              <p:cNvSpPr/>
              <p:nvPr/>
            </p:nvSpPr>
            <p:spPr bwMode="auto">
              <a:xfrm>
                <a:off x="1011" y="2914"/>
                <a:ext cx="260" cy="26"/>
              </a:xfrm>
              <a:custGeom>
                <a:avLst/>
                <a:gdLst>
                  <a:gd name="T0" fmla="*/ 0 w 260"/>
                  <a:gd name="T1" fmla="*/ 26 h 26"/>
                  <a:gd name="T2" fmla="*/ 30 w 260"/>
                  <a:gd name="T3" fmla="*/ 0 h 26"/>
                  <a:gd name="T4" fmla="*/ 229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0" y="0"/>
                    </a:lnTo>
                    <a:lnTo>
                      <a:pt x="229"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664" name="Freeform 159"/>
              <p:cNvSpPr/>
              <p:nvPr/>
            </p:nvSpPr>
            <p:spPr bwMode="auto">
              <a:xfrm>
                <a:off x="1011" y="2914"/>
                <a:ext cx="260" cy="26"/>
              </a:xfrm>
              <a:custGeom>
                <a:avLst/>
                <a:gdLst>
                  <a:gd name="T0" fmla="*/ 0 w 260"/>
                  <a:gd name="T1" fmla="*/ 26 h 26"/>
                  <a:gd name="T2" fmla="*/ 30 w 260"/>
                  <a:gd name="T3" fmla="*/ 0 h 26"/>
                  <a:gd name="T4" fmla="*/ 229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0" y="0"/>
                    </a:lnTo>
                    <a:lnTo>
                      <a:pt x="229"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665" name="Freeform 160"/>
              <p:cNvSpPr/>
              <p:nvPr/>
            </p:nvSpPr>
            <p:spPr bwMode="auto">
              <a:xfrm>
                <a:off x="1050" y="2779"/>
                <a:ext cx="183" cy="18"/>
              </a:xfrm>
              <a:custGeom>
                <a:avLst/>
                <a:gdLst>
                  <a:gd name="T0" fmla="*/ 0 w 183"/>
                  <a:gd name="T1" fmla="*/ 18 h 18"/>
                  <a:gd name="T2" fmla="*/ 22 w 183"/>
                  <a:gd name="T3" fmla="*/ 0 h 18"/>
                  <a:gd name="T4" fmla="*/ 161 w 183"/>
                  <a:gd name="T5" fmla="*/ 0 h 18"/>
                  <a:gd name="T6" fmla="*/ 183 w 183"/>
                  <a:gd name="T7" fmla="*/ 18 h 18"/>
                  <a:gd name="T8" fmla="*/ 0 w 183"/>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8">
                    <a:moveTo>
                      <a:pt x="0" y="18"/>
                    </a:moveTo>
                    <a:lnTo>
                      <a:pt x="22" y="0"/>
                    </a:lnTo>
                    <a:lnTo>
                      <a:pt x="161" y="0"/>
                    </a:lnTo>
                    <a:lnTo>
                      <a:pt x="183"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666" name="Freeform 161"/>
              <p:cNvSpPr/>
              <p:nvPr/>
            </p:nvSpPr>
            <p:spPr bwMode="auto">
              <a:xfrm>
                <a:off x="1050" y="2779"/>
                <a:ext cx="183" cy="18"/>
              </a:xfrm>
              <a:custGeom>
                <a:avLst/>
                <a:gdLst>
                  <a:gd name="T0" fmla="*/ 0 w 183"/>
                  <a:gd name="T1" fmla="*/ 18 h 18"/>
                  <a:gd name="T2" fmla="*/ 22 w 183"/>
                  <a:gd name="T3" fmla="*/ 0 h 18"/>
                  <a:gd name="T4" fmla="*/ 161 w 183"/>
                  <a:gd name="T5" fmla="*/ 0 h 18"/>
                  <a:gd name="T6" fmla="*/ 183 w 183"/>
                  <a:gd name="T7" fmla="*/ 18 h 18"/>
                  <a:gd name="T8" fmla="*/ 0 w 183"/>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8">
                    <a:moveTo>
                      <a:pt x="0" y="18"/>
                    </a:moveTo>
                    <a:lnTo>
                      <a:pt x="22" y="0"/>
                    </a:lnTo>
                    <a:lnTo>
                      <a:pt x="161" y="0"/>
                    </a:lnTo>
                    <a:lnTo>
                      <a:pt x="183"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667" name="Rectangle 162"/>
              <p:cNvSpPr>
                <a:spLocks noChangeArrowheads="1"/>
              </p:cNvSpPr>
              <p:nvPr/>
            </p:nvSpPr>
            <p:spPr bwMode="auto">
              <a:xfrm>
                <a:off x="1050" y="2797"/>
                <a:ext cx="183"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8668" name="Rectangle 163"/>
              <p:cNvSpPr>
                <a:spLocks noChangeArrowheads="1"/>
              </p:cNvSpPr>
              <p:nvPr/>
            </p:nvSpPr>
            <p:spPr bwMode="auto">
              <a:xfrm>
                <a:off x="1013" y="2938"/>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8669" name="Rectangle 164"/>
              <p:cNvSpPr>
                <a:spLocks noChangeArrowheads="1"/>
              </p:cNvSpPr>
              <p:nvPr/>
            </p:nvSpPr>
            <p:spPr bwMode="auto">
              <a:xfrm>
                <a:off x="1067" y="2813"/>
                <a:ext cx="149" cy="10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8670" name="Line 165"/>
              <p:cNvSpPr>
                <a:spLocks noChangeShapeType="1"/>
              </p:cNvSpPr>
              <p:nvPr/>
            </p:nvSpPr>
            <p:spPr bwMode="auto">
              <a:xfrm flipH="1">
                <a:off x="1189" y="2961"/>
                <a:ext cx="61" cy="1"/>
              </a:xfrm>
              <a:prstGeom prst="line">
                <a:avLst/>
              </a:prstGeom>
              <a:noFill/>
              <a:ln w="7938">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nvGrpSpPr>
              <p:cNvPr id="148671" name="Group 166"/>
              <p:cNvGrpSpPr/>
              <p:nvPr/>
            </p:nvGrpSpPr>
            <p:grpSpPr bwMode="auto">
              <a:xfrm>
                <a:off x="1004" y="3002"/>
                <a:ext cx="275" cy="38"/>
                <a:chOff x="1004" y="3002"/>
                <a:chExt cx="275" cy="38"/>
              </a:xfrm>
            </p:grpSpPr>
            <p:sp>
              <p:nvSpPr>
                <p:cNvPr id="148672" name="Freeform 167"/>
                <p:cNvSpPr/>
                <p:nvPr/>
              </p:nvSpPr>
              <p:spPr bwMode="auto">
                <a:xfrm>
                  <a:off x="1004" y="3002"/>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673" name="Freeform 168"/>
                <p:cNvSpPr/>
                <p:nvPr/>
              </p:nvSpPr>
              <p:spPr bwMode="auto">
                <a:xfrm>
                  <a:off x="1004" y="3002"/>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674" name="Rectangle 169"/>
                <p:cNvSpPr>
                  <a:spLocks noChangeArrowheads="1"/>
                </p:cNvSpPr>
                <p:nvPr/>
              </p:nvSpPr>
              <p:spPr bwMode="auto">
                <a:xfrm>
                  <a:off x="1006" y="3029"/>
                  <a:ext cx="271"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grpSp>
        </p:grpSp>
        <p:grpSp>
          <p:nvGrpSpPr>
            <p:cNvPr id="148650" name="Group 170"/>
            <p:cNvGrpSpPr/>
            <p:nvPr/>
          </p:nvGrpSpPr>
          <p:grpSpPr bwMode="auto">
            <a:xfrm>
              <a:off x="997" y="2775"/>
              <a:ext cx="275" cy="260"/>
              <a:chOff x="997" y="2775"/>
              <a:chExt cx="275" cy="260"/>
            </a:xfrm>
          </p:grpSpPr>
          <p:sp>
            <p:nvSpPr>
              <p:cNvPr id="148651" name="Freeform 171"/>
              <p:cNvSpPr/>
              <p:nvPr/>
            </p:nvSpPr>
            <p:spPr bwMode="auto">
              <a:xfrm>
                <a:off x="1004" y="2910"/>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652" name="Freeform 172"/>
              <p:cNvSpPr/>
              <p:nvPr/>
            </p:nvSpPr>
            <p:spPr bwMode="auto">
              <a:xfrm>
                <a:off x="1004" y="2910"/>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653" name="Freeform 173"/>
              <p:cNvSpPr/>
              <p:nvPr/>
            </p:nvSpPr>
            <p:spPr bwMode="auto">
              <a:xfrm>
                <a:off x="1043" y="2775"/>
                <a:ext cx="184" cy="17"/>
              </a:xfrm>
              <a:custGeom>
                <a:avLst/>
                <a:gdLst>
                  <a:gd name="T0" fmla="*/ 0 w 184"/>
                  <a:gd name="T1" fmla="*/ 17 h 17"/>
                  <a:gd name="T2" fmla="*/ 22 w 184"/>
                  <a:gd name="T3" fmla="*/ 0 h 17"/>
                  <a:gd name="T4" fmla="*/ 161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1"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654" name="Freeform 174"/>
              <p:cNvSpPr/>
              <p:nvPr/>
            </p:nvSpPr>
            <p:spPr bwMode="auto">
              <a:xfrm>
                <a:off x="1043" y="2775"/>
                <a:ext cx="184" cy="17"/>
              </a:xfrm>
              <a:custGeom>
                <a:avLst/>
                <a:gdLst>
                  <a:gd name="T0" fmla="*/ 0 w 184"/>
                  <a:gd name="T1" fmla="*/ 17 h 17"/>
                  <a:gd name="T2" fmla="*/ 22 w 184"/>
                  <a:gd name="T3" fmla="*/ 0 h 17"/>
                  <a:gd name="T4" fmla="*/ 161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1"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655" name="Rectangle 175"/>
              <p:cNvSpPr>
                <a:spLocks noChangeArrowheads="1"/>
              </p:cNvSpPr>
              <p:nvPr/>
            </p:nvSpPr>
            <p:spPr bwMode="auto">
              <a:xfrm>
                <a:off x="1043" y="2792"/>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8656" name="Rectangle 176"/>
              <p:cNvSpPr>
                <a:spLocks noChangeArrowheads="1"/>
              </p:cNvSpPr>
              <p:nvPr/>
            </p:nvSpPr>
            <p:spPr bwMode="auto">
              <a:xfrm>
                <a:off x="1006" y="2934"/>
                <a:ext cx="258" cy="5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8657" name="Rectangle 177"/>
              <p:cNvSpPr>
                <a:spLocks noChangeArrowheads="1"/>
              </p:cNvSpPr>
              <p:nvPr/>
            </p:nvSpPr>
            <p:spPr bwMode="auto">
              <a:xfrm>
                <a:off x="1060" y="2808"/>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8658" name="Line 178"/>
              <p:cNvSpPr>
                <a:spLocks noChangeShapeType="1"/>
              </p:cNvSpPr>
              <p:nvPr/>
            </p:nvSpPr>
            <p:spPr bwMode="auto">
              <a:xfrm flipH="1">
                <a:off x="1182" y="2956"/>
                <a:ext cx="62" cy="1"/>
              </a:xfrm>
              <a:prstGeom prst="line">
                <a:avLst/>
              </a:prstGeom>
              <a:noFill/>
              <a:ln w="7938">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nvGrpSpPr>
              <p:cNvPr id="148659" name="Group 179"/>
              <p:cNvGrpSpPr/>
              <p:nvPr/>
            </p:nvGrpSpPr>
            <p:grpSpPr bwMode="auto">
              <a:xfrm>
                <a:off x="997" y="2997"/>
                <a:ext cx="275" cy="38"/>
                <a:chOff x="997" y="2997"/>
                <a:chExt cx="275" cy="38"/>
              </a:xfrm>
            </p:grpSpPr>
            <p:sp>
              <p:nvSpPr>
                <p:cNvPr id="148660" name="Freeform 180"/>
                <p:cNvSpPr/>
                <p:nvPr/>
              </p:nvSpPr>
              <p:spPr bwMode="auto">
                <a:xfrm>
                  <a:off x="997" y="2997"/>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661" name="Freeform 181"/>
                <p:cNvSpPr/>
                <p:nvPr/>
              </p:nvSpPr>
              <p:spPr bwMode="auto">
                <a:xfrm>
                  <a:off x="997" y="2997"/>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662" name="Rectangle 182"/>
                <p:cNvSpPr>
                  <a:spLocks noChangeArrowheads="1"/>
                </p:cNvSpPr>
                <p:nvPr/>
              </p:nvSpPr>
              <p:spPr bwMode="auto">
                <a:xfrm>
                  <a:off x="999" y="3024"/>
                  <a:ext cx="272"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grpSp>
        </p:grpSp>
      </p:grpSp>
      <p:grpSp>
        <p:nvGrpSpPr>
          <p:cNvPr id="148504" name="Group 183"/>
          <p:cNvGrpSpPr/>
          <p:nvPr/>
        </p:nvGrpSpPr>
        <p:grpSpPr bwMode="auto">
          <a:xfrm>
            <a:off x="584730" y="4315595"/>
            <a:ext cx="553773" cy="517525"/>
            <a:chOff x="590" y="3047"/>
            <a:chExt cx="282" cy="265"/>
          </a:xfrm>
        </p:grpSpPr>
        <p:grpSp>
          <p:nvGrpSpPr>
            <p:cNvPr id="148623" name="Group 184"/>
            <p:cNvGrpSpPr/>
            <p:nvPr/>
          </p:nvGrpSpPr>
          <p:grpSpPr bwMode="auto">
            <a:xfrm>
              <a:off x="596" y="3051"/>
              <a:ext cx="276" cy="261"/>
              <a:chOff x="596" y="3051"/>
              <a:chExt cx="276" cy="261"/>
            </a:xfrm>
          </p:grpSpPr>
          <p:sp>
            <p:nvSpPr>
              <p:cNvPr id="148637" name="Freeform 185"/>
              <p:cNvSpPr/>
              <p:nvPr/>
            </p:nvSpPr>
            <p:spPr bwMode="auto">
              <a:xfrm>
                <a:off x="603" y="3186"/>
                <a:ext cx="260" cy="26"/>
              </a:xfrm>
              <a:custGeom>
                <a:avLst/>
                <a:gdLst>
                  <a:gd name="T0" fmla="*/ 0 w 260"/>
                  <a:gd name="T1" fmla="*/ 26 h 26"/>
                  <a:gd name="T2" fmla="*/ 31 w 260"/>
                  <a:gd name="T3" fmla="*/ 0 h 26"/>
                  <a:gd name="T4" fmla="*/ 230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1" y="0"/>
                    </a:lnTo>
                    <a:lnTo>
                      <a:pt x="230"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638" name="Freeform 186"/>
              <p:cNvSpPr/>
              <p:nvPr/>
            </p:nvSpPr>
            <p:spPr bwMode="auto">
              <a:xfrm>
                <a:off x="603" y="3186"/>
                <a:ext cx="260" cy="26"/>
              </a:xfrm>
              <a:custGeom>
                <a:avLst/>
                <a:gdLst>
                  <a:gd name="T0" fmla="*/ 0 w 260"/>
                  <a:gd name="T1" fmla="*/ 26 h 26"/>
                  <a:gd name="T2" fmla="*/ 31 w 260"/>
                  <a:gd name="T3" fmla="*/ 0 h 26"/>
                  <a:gd name="T4" fmla="*/ 230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1" y="0"/>
                    </a:lnTo>
                    <a:lnTo>
                      <a:pt x="230"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639" name="Freeform 187"/>
              <p:cNvSpPr/>
              <p:nvPr/>
            </p:nvSpPr>
            <p:spPr bwMode="auto">
              <a:xfrm>
                <a:off x="642" y="3051"/>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640" name="Freeform 188"/>
              <p:cNvSpPr/>
              <p:nvPr/>
            </p:nvSpPr>
            <p:spPr bwMode="auto">
              <a:xfrm>
                <a:off x="642" y="3051"/>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641" name="Rectangle 189"/>
              <p:cNvSpPr>
                <a:spLocks noChangeArrowheads="1"/>
              </p:cNvSpPr>
              <p:nvPr/>
            </p:nvSpPr>
            <p:spPr bwMode="auto">
              <a:xfrm>
                <a:off x="642" y="3069"/>
                <a:ext cx="184"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8642" name="Rectangle 190"/>
              <p:cNvSpPr>
                <a:spLocks noChangeArrowheads="1"/>
              </p:cNvSpPr>
              <p:nvPr/>
            </p:nvSpPr>
            <p:spPr bwMode="auto">
              <a:xfrm>
                <a:off x="605" y="3210"/>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8643" name="Rectangle 191"/>
              <p:cNvSpPr>
                <a:spLocks noChangeArrowheads="1"/>
              </p:cNvSpPr>
              <p:nvPr/>
            </p:nvSpPr>
            <p:spPr bwMode="auto">
              <a:xfrm>
                <a:off x="659" y="3085"/>
                <a:ext cx="150" cy="10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8644" name="Line 192"/>
              <p:cNvSpPr>
                <a:spLocks noChangeShapeType="1"/>
              </p:cNvSpPr>
              <p:nvPr/>
            </p:nvSpPr>
            <p:spPr bwMode="auto">
              <a:xfrm flipH="1">
                <a:off x="782" y="3233"/>
                <a:ext cx="61" cy="1"/>
              </a:xfrm>
              <a:prstGeom prst="line">
                <a:avLst/>
              </a:prstGeom>
              <a:noFill/>
              <a:ln w="7938">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nvGrpSpPr>
              <p:cNvPr id="148645" name="Group 193"/>
              <p:cNvGrpSpPr/>
              <p:nvPr/>
            </p:nvGrpSpPr>
            <p:grpSpPr bwMode="auto">
              <a:xfrm>
                <a:off x="596" y="3274"/>
                <a:ext cx="276" cy="38"/>
                <a:chOff x="596" y="3274"/>
                <a:chExt cx="276" cy="38"/>
              </a:xfrm>
            </p:grpSpPr>
            <p:sp>
              <p:nvSpPr>
                <p:cNvPr id="148646" name="Freeform 194"/>
                <p:cNvSpPr/>
                <p:nvPr/>
              </p:nvSpPr>
              <p:spPr bwMode="auto">
                <a:xfrm>
                  <a:off x="596" y="3274"/>
                  <a:ext cx="276" cy="29"/>
                </a:xfrm>
                <a:custGeom>
                  <a:avLst/>
                  <a:gdLst>
                    <a:gd name="T0" fmla="*/ 0 w 276"/>
                    <a:gd name="T1" fmla="*/ 29 h 29"/>
                    <a:gd name="T2" fmla="*/ 33 w 276"/>
                    <a:gd name="T3" fmla="*/ 0 h 29"/>
                    <a:gd name="T4" fmla="*/ 243 w 276"/>
                    <a:gd name="T5" fmla="*/ 0 h 29"/>
                    <a:gd name="T6" fmla="*/ 276 w 276"/>
                    <a:gd name="T7" fmla="*/ 29 h 29"/>
                    <a:gd name="T8" fmla="*/ 0 w 276"/>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6" h="29">
                      <a:moveTo>
                        <a:pt x="0" y="29"/>
                      </a:moveTo>
                      <a:lnTo>
                        <a:pt x="33" y="0"/>
                      </a:lnTo>
                      <a:lnTo>
                        <a:pt x="243" y="0"/>
                      </a:lnTo>
                      <a:lnTo>
                        <a:pt x="276"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647" name="Freeform 195"/>
                <p:cNvSpPr/>
                <p:nvPr/>
              </p:nvSpPr>
              <p:spPr bwMode="auto">
                <a:xfrm>
                  <a:off x="596" y="3274"/>
                  <a:ext cx="276" cy="29"/>
                </a:xfrm>
                <a:custGeom>
                  <a:avLst/>
                  <a:gdLst>
                    <a:gd name="T0" fmla="*/ 0 w 276"/>
                    <a:gd name="T1" fmla="*/ 29 h 29"/>
                    <a:gd name="T2" fmla="*/ 33 w 276"/>
                    <a:gd name="T3" fmla="*/ 0 h 29"/>
                    <a:gd name="T4" fmla="*/ 243 w 276"/>
                    <a:gd name="T5" fmla="*/ 0 h 29"/>
                    <a:gd name="T6" fmla="*/ 276 w 276"/>
                    <a:gd name="T7" fmla="*/ 29 h 29"/>
                    <a:gd name="T8" fmla="*/ 0 w 276"/>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6" h="29">
                      <a:moveTo>
                        <a:pt x="0" y="29"/>
                      </a:moveTo>
                      <a:lnTo>
                        <a:pt x="33" y="0"/>
                      </a:lnTo>
                      <a:lnTo>
                        <a:pt x="243" y="0"/>
                      </a:lnTo>
                      <a:lnTo>
                        <a:pt x="276"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648" name="Rectangle 196"/>
                <p:cNvSpPr>
                  <a:spLocks noChangeArrowheads="1"/>
                </p:cNvSpPr>
                <p:nvPr/>
              </p:nvSpPr>
              <p:spPr bwMode="auto">
                <a:xfrm>
                  <a:off x="598" y="3301"/>
                  <a:ext cx="272"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grpSp>
        </p:grpSp>
        <p:grpSp>
          <p:nvGrpSpPr>
            <p:cNvPr id="148624" name="Group 197"/>
            <p:cNvGrpSpPr/>
            <p:nvPr/>
          </p:nvGrpSpPr>
          <p:grpSpPr bwMode="auto">
            <a:xfrm>
              <a:off x="590" y="3047"/>
              <a:ext cx="275" cy="260"/>
              <a:chOff x="590" y="3047"/>
              <a:chExt cx="275" cy="260"/>
            </a:xfrm>
          </p:grpSpPr>
          <p:sp>
            <p:nvSpPr>
              <p:cNvPr id="148625" name="Freeform 198"/>
              <p:cNvSpPr/>
              <p:nvPr/>
            </p:nvSpPr>
            <p:spPr bwMode="auto">
              <a:xfrm>
                <a:off x="596" y="3182"/>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626" name="Freeform 199"/>
              <p:cNvSpPr/>
              <p:nvPr/>
            </p:nvSpPr>
            <p:spPr bwMode="auto">
              <a:xfrm>
                <a:off x="596" y="3182"/>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627" name="Freeform 200"/>
              <p:cNvSpPr/>
              <p:nvPr/>
            </p:nvSpPr>
            <p:spPr bwMode="auto">
              <a:xfrm>
                <a:off x="636" y="3047"/>
                <a:ext cx="183" cy="17"/>
              </a:xfrm>
              <a:custGeom>
                <a:avLst/>
                <a:gdLst>
                  <a:gd name="T0" fmla="*/ 0 w 183"/>
                  <a:gd name="T1" fmla="*/ 17 h 17"/>
                  <a:gd name="T2" fmla="*/ 22 w 183"/>
                  <a:gd name="T3" fmla="*/ 0 h 17"/>
                  <a:gd name="T4" fmla="*/ 161 w 183"/>
                  <a:gd name="T5" fmla="*/ 0 h 17"/>
                  <a:gd name="T6" fmla="*/ 183 w 183"/>
                  <a:gd name="T7" fmla="*/ 17 h 17"/>
                  <a:gd name="T8" fmla="*/ 0 w 183"/>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7">
                    <a:moveTo>
                      <a:pt x="0" y="17"/>
                    </a:moveTo>
                    <a:lnTo>
                      <a:pt x="22" y="0"/>
                    </a:lnTo>
                    <a:lnTo>
                      <a:pt x="161" y="0"/>
                    </a:lnTo>
                    <a:lnTo>
                      <a:pt x="183"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628" name="Freeform 201"/>
              <p:cNvSpPr/>
              <p:nvPr/>
            </p:nvSpPr>
            <p:spPr bwMode="auto">
              <a:xfrm>
                <a:off x="636" y="3047"/>
                <a:ext cx="183" cy="17"/>
              </a:xfrm>
              <a:custGeom>
                <a:avLst/>
                <a:gdLst>
                  <a:gd name="T0" fmla="*/ 0 w 183"/>
                  <a:gd name="T1" fmla="*/ 17 h 17"/>
                  <a:gd name="T2" fmla="*/ 22 w 183"/>
                  <a:gd name="T3" fmla="*/ 0 h 17"/>
                  <a:gd name="T4" fmla="*/ 161 w 183"/>
                  <a:gd name="T5" fmla="*/ 0 h 17"/>
                  <a:gd name="T6" fmla="*/ 183 w 183"/>
                  <a:gd name="T7" fmla="*/ 17 h 17"/>
                  <a:gd name="T8" fmla="*/ 0 w 183"/>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7">
                    <a:moveTo>
                      <a:pt x="0" y="17"/>
                    </a:moveTo>
                    <a:lnTo>
                      <a:pt x="22" y="0"/>
                    </a:lnTo>
                    <a:lnTo>
                      <a:pt x="161" y="0"/>
                    </a:lnTo>
                    <a:lnTo>
                      <a:pt x="183"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629" name="Rectangle 202"/>
              <p:cNvSpPr>
                <a:spLocks noChangeArrowheads="1"/>
              </p:cNvSpPr>
              <p:nvPr/>
            </p:nvSpPr>
            <p:spPr bwMode="auto">
              <a:xfrm>
                <a:off x="636" y="3064"/>
                <a:ext cx="183"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8630" name="Rectangle 203"/>
              <p:cNvSpPr>
                <a:spLocks noChangeArrowheads="1"/>
              </p:cNvSpPr>
              <p:nvPr/>
            </p:nvSpPr>
            <p:spPr bwMode="auto">
              <a:xfrm>
                <a:off x="598" y="3206"/>
                <a:ext cx="258" cy="5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8631" name="Rectangle 204"/>
              <p:cNvSpPr>
                <a:spLocks noChangeArrowheads="1"/>
              </p:cNvSpPr>
              <p:nvPr/>
            </p:nvSpPr>
            <p:spPr bwMode="auto">
              <a:xfrm>
                <a:off x="653" y="3080"/>
                <a:ext cx="149"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8632" name="Line 205"/>
              <p:cNvSpPr>
                <a:spLocks noChangeShapeType="1"/>
              </p:cNvSpPr>
              <p:nvPr/>
            </p:nvSpPr>
            <p:spPr bwMode="auto">
              <a:xfrm flipH="1">
                <a:off x="775" y="3228"/>
                <a:ext cx="61" cy="1"/>
              </a:xfrm>
              <a:prstGeom prst="line">
                <a:avLst/>
              </a:prstGeom>
              <a:noFill/>
              <a:ln w="7938">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nvGrpSpPr>
              <p:cNvPr id="148633" name="Group 206"/>
              <p:cNvGrpSpPr/>
              <p:nvPr/>
            </p:nvGrpSpPr>
            <p:grpSpPr bwMode="auto">
              <a:xfrm>
                <a:off x="590" y="3269"/>
                <a:ext cx="275" cy="38"/>
                <a:chOff x="590" y="3269"/>
                <a:chExt cx="275" cy="38"/>
              </a:xfrm>
            </p:grpSpPr>
            <p:sp>
              <p:nvSpPr>
                <p:cNvPr id="148634" name="Freeform 207"/>
                <p:cNvSpPr/>
                <p:nvPr/>
              </p:nvSpPr>
              <p:spPr bwMode="auto">
                <a:xfrm>
                  <a:off x="590" y="3269"/>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635" name="Freeform 208"/>
                <p:cNvSpPr/>
                <p:nvPr/>
              </p:nvSpPr>
              <p:spPr bwMode="auto">
                <a:xfrm>
                  <a:off x="590" y="3269"/>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636" name="Rectangle 209"/>
                <p:cNvSpPr>
                  <a:spLocks noChangeArrowheads="1"/>
                </p:cNvSpPr>
                <p:nvPr/>
              </p:nvSpPr>
              <p:spPr bwMode="auto">
                <a:xfrm>
                  <a:off x="591" y="3296"/>
                  <a:ext cx="272"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grpSp>
        </p:grpSp>
      </p:grpSp>
      <p:grpSp>
        <p:nvGrpSpPr>
          <p:cNvPr id="148505" name="Group 210"/>
          <p:cNvGrpSpPr/>
          <p:nvPr/>
        </p:nvGrpSpPr>
        <p:grpSpPr bwMode="auto">
          <a:xfrm>
            <a:off x="1205575" y="4937895"/>
            <a:ext cx="552053" cy="517525"/>
            <a:chOff x="906" y="3365"/>
            <a:chExt cx="281" cy="265"/>
          </a:xfrm>
        </p:grpSpPr>
        <p:grpSp>
          <p:nvGrpSpPr>
            <p:cNvPr id="148597" name="Group 211"/>
            <p:cNvGrpSpPr/>
            <p:nvPr/>
          </p:nvGrpSpPr>
          <p:grpSpPr bwMode="auto">
            <a:xfrm>
              <a:off x="912" y="3369"/>
              <a:ext cx="275" cy="261"/>
              <a:chOff x="912" y="3369"/>
              <a:chExt cx="275" cy="261"/>
            </a:xfrm>
          </p:grpSpPr>
          <p:sp>
            <p:nvSpPr>
              <p:cNvPr id="148611" name="Freeform 212"/>
              <p:cNvSpPr/>
              <p:nvPr/>
            </p:nvSpPr>
            <p:spPr bwMode="auto">
              <a:xfrm>
                <a:off x="919" y="3505"/>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612" name="Freeform 213"/>
              <p:cNvSpPr/>
              <p:nvPr/>
            </p:nvSpPr>
            <p:spPr bwMode="auto">
              <a:xfrm>
                <a:off x="919" y="3505"/>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613" name="Freeform 214"/>
              <p:cNvSpPr/>
              <p:nvPr/>
            </p:nvSpPr>
            <p:spPr bwMode="auto">
              <a:xfrm>
                <a:off x="958" y="3369"/>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614" name="Freeform 215"/>
              <p:cNvSpPr/>
              <p:nvPr/>
            </p:nvSpPr>
            <p:spPr bwMode="auto">
              <a:xfrm>
                <a:off x="958" y="3369"/>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615" name="Rectangle 216"/>
              <p:cNvSpPr>
                <a:spLocks noChangeArrowheads="1"/>
              </p:cNvSpPr>
              <p:nvPr/>
            </p:nvSpPr>
            <p:spPr bwMode="auto">
              <a:xfrm>
                <a:off x="958" y="3387"/>
                <a:ext cx="184"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8616" name="Rectangle 217"/>
              <p:cNvSpPr>
                <a:spLocks noChangeArrowheads="1"/>
              </p:cNvSpPr>
              <p:nvPr/>
            </p:nvSpPr>
            <p:spPr bwMode="auto">
              <a:xfrm>
                <a:off x="921" y="3528"/>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8617" name="Rectangle 218"/>
              <p:cNvSpPr>
                <a:spLocks noChangeArrowheads="1"/>
              </p:cNvSpPr>
              <p:nvPr/>
            </p:nvSpPr>
            <p:spPr bwMode="auto">
              <a:xfrm>
                <a:off x="975" y="3403"/>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8618" name="Line 219"/>
              <p:cNvSpPr>
                <a:spLocks noChangeShapeType="1"/>
              </p:cNvSpPr>
              <p:nvPr/>
            </p:nvSpPr>
            <p:spPr bwMode="auto">
              <a:xfrm flipH="1">
                <a:off x="1097" y="3551"/>
                <a:ext cx="62" cy="1"/>
              </a:xfrm>
              <a:prstGeom prst="line">
                <a:avLst/>
              </a:prstGeom>
              <a:noFill/>
              <a:ln w="7938">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nvGrpSpPr>
              <p:cNvPr id="148619" name="Group 220"/>
              <p:cNvGrpSpPr/>
              <p:nvPr/>
            </p:nvGrpSpPr>
            <p:grpSpPr bwMode="auto">
              <a:xfrm>
                <a:off x="912" y="3592"/>
                <a:ext cx="275" cy="38"/>
                <a:chOff x="912" y="3592"/>
                <a:chExt cx="275" cy="38"/>
              </a:xfrm>
            </p:grpSpPr>
            <p:sp>
              <p:nvSpPr>
                <p:cNvPr id="148620" name="Freeform 221"/>
                <p:cNvSpPr/>
                <p:nvPr/>
              </p:nvSpPr>
              <p:spPr bwMode="auto">
                <a:xfrm>
                  <a:off x="912" y="3592"/>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621" name="Freeform 222"/>
                <p:cNvSpPr/>
                <p:nvPr/>
              </p:nvSpPr>
              <p:spPr bwMode="auto">
                <a:xfrm>
                  <a:off x="912" y="3592"/>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622" name="Rectangle 223"/>
                <p:cNvSpPr>
                  <a:spLocks noChangeArrowheads="1"/>
                </p:cNvSpPr>
                <p:nvPr/>
              </p:nvSpPr>
              <p:spPr bwMode="auto">
                <a:xfrm>
                  <a:off x="914" y="3619"/>
                  <a:ext cx="272"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grpSp>
        </p:grpSp>
        <p:grpSp>
          <p:nvGrpSpPr>
            <p:cNvPr id="148598" name="Group 224"/>
            <p:cNvGrpSpPr/>
            <p:nvPr/>
          </p:nvGrpSpPr>
          <p:grpSpPr bwMode="auto">
            <a:xfrm>
              <a:off x="906" y="3365"/>
              <a:ext cx="275" cy="261"/>
              <a:chOff x="906" y="3365"/>
              <a:chExt cx="275" cy="261"/>
            </a:xfrm>
          </p:grpSpPr>
          <p:sp>
            <p:nvSpPr>
              <p:cNvPr id="148599" name="Freeform 225"/>
              <p:cNvSpPr/>
              <p:nvPr/>
            </p:nvSpPr>
            <p:spPr bwMode="auto">
              <a:xfrm>
                <a:off x="912" y="3500"/>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600" name="Freeform 226"/>
              <p:cNvSpPr/>
              <p:nvPr/>
            </p:nvSpPr>
            <p:spPr bwMode="auto">
              <a:xfrm>
                <a:off x="912" y="3500"/>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601" name="Freeform 227"/>
              <p:cNvSpPr/>
              <p:nvPr/>
            </p:nvSpPr>
            <p:spPr bwMode="auto">
              <a:xfrm>
                <a:off x="951" y="3365"/>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602" name="Freeform 228"/>
              <p:cNvSpPr/>
              <p:nvPr/>
            </p:nvSpPr>
            <p:spPr bwMode="auto">
              <a:xfrm>
                <a:off x="951" y="3365"/>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603" name="Rectangle 229"/>
              <p:cNvSpPr>
                <a:spLocks noChangeArrowheads="1"/>
              </p:cNvSpPr>
              <p:nvPr/>
            </p:nvSpPr>
            <p:spPr bwMode="auto">
              <a:xfrm>
                <a:off x="951" y="3382"/>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8604" name="Rectangle 230"/>
              <p:cNvSpPr>
                <a:spLocks noChangeArrowheads="1"/>
              </p:cNvSpPr>
              <p:nvPr/>
            </p:nvSpPr>
            <p:spPr bwMode="auto">
              <a:xfrm>
                <a:off x="914" y="3524"/>
                <a:ext cx="258"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8605" name="Rectangle 231"/>
              <p:cNvSpPr>
                <a:spLocks noChangeArrowheads="1"/>
              </p:cNvSpPr>
              <p:nvPr/>
            </p:nvSpPr>
            <p:spPr bwMode="auto">
              <a:xfrm>
                <a:off x="968" y="3398"/>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8606" name="Line 232"/>
              <p:cNvSpPr>
                <a:spLocks noChangeShapeType="1"/>
              </p:cNvSpPr>
              <p:nvPr/>
            </p:nvSpPr>
            <p:spPr bwMode="auto">
              <a:xfrm flipH="1">
                <a:off x="1091" y="3546"/>
                <a:ext cx="61" cy="1"/>
              </a:xfrm>
              <a:prstGeom prst="line">
                <a:avLst/>
              </a:prstGeom>
              <a:noFill/>
              <a:ln w="7938">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nvGrpSpPr>
              <p:cNvPr id="148607" name="Group 233"/>
              <p:cNvGrpSpPr/>
              <p:nvPr/>
            </p:nvGrpSpPr>
            <p:grpSpPr bwMode="auto">
              <a:xfrm>
                <a:off x="906" y="3587"/>
                <a:ext cx="275" cy="39"/>
                <a:chOff x="906" y="3587"/>
                <a:chExt cx="275" cy="39"/>
              </a:xfrm>
            </p:grpSpPr>
            <p:sp>
              <p:nvSpPr>
                <p:cNvPr id="148608" name="Freeform 234"/>
                <p:cNvSpPr/>
                <p:nvPr/>
              </p:nvSpPr>
              <p:spPr bwMode="auto">
                <a:xfrm>
                  <a:off x="906" y="3587"/>
                  <a:ext cx="275" cy="29"/>
                </a:xfrm>
                <a:custGeom>
                  <a:avLst/>
                  <a:gdLst>
                    <a:gd name="T0" fmla="*/ 0 w 275"/>
                    <a:gd name="T1" fmla="*/ 29 h 29"/>
                    <a:gd name="T2" fmla="*/ 32 w 275"/>
                    <a:gd name="T3" fmla="*/ 0 h 29"/>
                    <a:gd name="T4" fmla="*/ 242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2"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609" name="Freeform 235"/>
                <p:cNvSpPr/>
                <p:nvPr/>
              </p:nvSpPr>
              <p:spPr bwMode="auto">
                <a:xfrm>
                  <a:off x="906" y="3587"/>
                  <a:ext cx="275" cy="29"/>
                </a:xfrm>
                <a:custGeom>
                  <a:avLst/>
                  <a:gdLst>
                    <a:gd name="T0" fmla="*/ 0 w 275"/>
                    <a:gd name="T1" fmla="*/ 29 h 29"/>
                    <a:gd name="T2" fmla="*/ 32 w 275"/>
                    <a:gd name="T3" fmla="*/ 0 h 29"/>
                    <a:gd name="T4" fmla="*/ 242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2"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610" name="Rectangle 236"/>
                <p:cNvSpPr>
                  <a:spLocks noChangeArrowheads="1"/>
                </p:cNvSpPr>
                <p:nvPr/>
              </p:nvSpPr>
              <p:spPr bwMode="auto">
                <a:xfrm>
                  <a:off x="907" y="3614"/>
                  <a:ext cx="272" cy="12"/>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grpSp>
        </p:grpSp>
      </p:grpSp>
      <p:grpSp>
        <p:nvGrpSpPr>
          <p:cNvPr id="148506" name="Group 237"/>
          <p:cNvGrpSpPr/>
          <p:nvPr/>
        </p:nvGrpSpPr>
        <p:grpSpPr bwMode="auto">
          <a:xfrm>
            <a:off x="2820458" y="5058544"/>
            <a:ext cx="481542" cy="839788"/>
            <a:chOff x="1660" y="3427"/>
            <a:chExt cx="217" cy="339"/>
          </a:xfrm>
        </p:grpSpPr>
        <p:grpSp>
          <p:nvGrpSpPr>
            <p:cNvPr id="148577" name="Group 238"/>
            <p:cNvGrpSpPr/>
            <p:nvPr/>
          </p:nvGrpSpPr>
          <p:grpSpPr bwMode="auto">
            <a:xfrm>
              <a:off x="1665" y="3433"/>
              <a:ext cx="212" cy="333"/>
              <a:chOff x="1665" y="3433"/>
              <a:chExt cx="212" cy="333"/>
            </a:xfrm>
          </p:grpSpPr>
          <p:sp>
            <p:nvSpPr>
              <p:cNvPr id="148588" name="Freeform 239"/>
              <p:cNvSpPr/>
              <p:nvPr/>
            </p:nvSpPr>
            <p:spPr bwMode="auto">
              <a:xfrm>
                <a:off x="1731" y="3433"/>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589" name="Freeform 240"/>
              <p:cNvSpPr/>
              <p:nvPr/>
            </p:nvSpPr>
            <p:spPr bwMode="auto">
              <a:xfrm>
                <a:off x="1731" y="3433"/>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590" name="Freeform 241"/>
              <p:cNvSpPr/>
              <p:nvPr/>
            </p:nvSpPr>
            <p:spPr bwMode="auto">
              <a:xfrm>
                <a:off x="1665" y="3433"/>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591" name="Freeform 242"/>
              <p:cNvSpPr/>
              <p:nvPr/>
            </p:nvSpPr>
            <p:spPr bwMode="auto">
              <a:xfrm>
                <a:off x="1665" y="3433"/>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592" name="Rectangle 243"/>
              <p:cNvSpPr>
                <a:spLocks noChangeArrowheads="1"/>
              </p:cNvSpPr>
              <p:nvPr/>
            </p:nvSpPr>
            <p:spPr bwMode="auto">
              <a:xfrm>
                <a:off x="1665" y="3496"/>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8593" name="Rectangle 244"/>
              <p:cNvSpPr>
                <a:spLocks noChangeArrowheads="1"/>
              </p:cNvSpPr>
              <p:nvPr/>
            </p:nvSpPr>
            <p:spPr bwMode="auto">
              <a:xfrm>
                <a:off x="1671" y="3509"/>
                <a:ext cx="65" cy="4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8594" name="Line 245"/>
              <p:cNvSpPr>
                <a:spLocks noChangeShapeType="1"/>
              </p:cNvSpPr>
              <p:nvPr/>
            </p:nvSpPr>
            <p:spPr bwMode="auto">
              <a:xfrm>
                <a:off x="1676" y="3534"/>
                <a:ext cx="50"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48595" name="Line 246"/>
              <p:cNvSpPr>
                <a:spLocks noChangeShapeType="1"/>
              </p:cNvSpPr>
              <p:nvPr/>
            </p:nvSpPr>
            <p:spPr bwMode="auto">
              <a:xfrm flipH="1">
                <a:off x="1665" y="3709"/>
                <a:ext cx="116"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48596" name="Line 247"/>
              <p:cNvSpPr>
                <a:spLocks noChangeShapeType="1"/>
              </p:cNvSpPr>
              <p:nvPr/>
            </p:nvSpPr>
            <p:spPr bwMode="auto">
              <a:xfrm flipH="1">
                <a:off x="1665" y="3596"/>
                <a:ext cx="116"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nvGrpSpPr>
            <p:cNvPr id="148578" name="Group 248"/>
            <p:cNvGrpSpPr/>
            <p:nvPr/>
          </p:nvGrpSpPr>
          <p:grpSpPr bwMode="auto">
            <a:xfrm>
              <a:off x="1660" y="3427"/>
              <a:ext cx="212" cy="333"/>
              <a:chOff x="1660" y="3427"/>
              <a:chExt cx="212" cy="333"/>
            </a:xfrm>
          </p:grpSpPr>
          <p:sp>
            <p:nvSpPr>
              <p:cNvPr id="148579" name="Freeform 249"/>
              <p:cNvSpPr/>
              <p:nvPr/>
            </p:nvSpPr>
            <p:spPr bwMode="auto">
              <a:xfrm>
                <a:off x="1726" y="3427"/>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580" name="Freeform 250"/>
              <p:cNvSpPr/>
              <p:nvPr/>
            </p:nvSpPr>
            <p:spPr bwMode="auto">
              <a:xfrm>
                <a:off x="1726" y="3427"/>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581" name="Freeform 251"/>
              <p:cNvSpPr/>
              <p:nvPr/>
            </p:nvSpPr>
            <p:spPr bwMode="auto">
              <a:xfrm>
                <a:off x="1660" y="3427"/>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582" name="Freeform 252"/>
              <p:cNvSpPr/>
              <p:nvPr/>
            </p:nvSpPr>
            <p:spPr bwMode="auto">
              <a:xfrm>
                <a:off x="1660" y="3427"/>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583" name="Rectangle 253"/>
              <p:cNvSpPr>
                <a:spLocks noChangeArrowheads="1"/>
              </p:cNvSpPr>
              <p:nvPr/>
            </p:nvSpPr>
            <p:spPr bwMode="auto">
              <a:xfrm>
                <a:off x="1660" y="3490"/>
                <a:ext cx="116" cy="270"/>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8584" name="Rectangle 254"/>
              <p:cNvSpPr>
                <a:spLocks noChangeArrowheads="1"/>
              </p:cNvSpPr>
              <p:nvPr/>
            </p:nvSpPr>
            <p:spPr bwMode="auto">
              <a:xfrm>
                <a:off x="1665" y="3502"/>
                <a:ext cx="66"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8585" name="Line 255"/>
              <p:cNvSpPr>
                <a:spLocks noChangeShapeType="1"/>
              </p:cNvSpPr>
              <p:nvPr/>
            </p:nvSpPr>
            <p:spPr bwMode="auto">
              <a:xfrm>
                <a:off x="1676" y="3521"/>
                <a:ext cx="40"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48586" name="Line 256"/>
              <p:cNvSpPr>
                <a:spLocks noChangeShapeType="1"/>
              </p:cNvSpPr>
              <p:nvPr/>
            </p:nvSpPr>
            <p:spPr bwMode="auto">
              <a:xfrm flipH="1">
                <a:off x="1665" y="3703"/>
                <a:ext cx="106"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48587" name="Line 257"/>
              <p:cNvSpPr>
                <a:spLocks noChangeShapeType="1"/>
              </p:cNvSpPr>
              <p:nvPr/>
            </p:nvSpPr>
            <p:spPr bwMode="auto">
              <a:xfrm flipH="1">
                <a:off x="1665" y="3590"/>
                <a:ext cx="106"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sp>
        <p:nvSpPr>
          <p:cNvPr id="148507" name="Rectangle 258"/>
          <p:cNvSpPr>
            <a:spLocks noChangeArrowheads="1"/>
          </p:cNvSpPr>
          <p:nvPr/>
        </p:nvSpPr>
        <p:spPr bwMode="auto">
          <a:xfrm>
            <a:off x="2567649" y="3510733"/>
            <a:ext cx="928688"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8508" name="Rectangle 259"/>
          <p:cNvSpPr>
            <a:spLocks noChangeArrowheads="1"/>
          </p:cNvSpPr>
          <p:nvPr/>
        </p:nvSpPr>
        <p:spPr bwMode="auto">
          <a:xfrm>
            <a:off x="2675996" y="3650432"/>
            <a:ext cx="76944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kumimoji="1" lang="zh-CN" altLang="en-US" sz="2000" b="1">
                <a:solidFill>
                  <a:srgbClr val="000099"/>
                </a:solidFill>
                <a:latin typeface="Arial" panose="020B0604020202020204" pitchFamily="34" charset="0"/>
                <a:ea typeface="黑体" panose="02010609060101010101" pitchFamily="2" charset="-122"/>
              </a:rPr>
              <a:t>校园网</a:t>
            </a:r>
          </a:p>
        </p:txBody>
      </p:sp>
      <p:sp>
        <p:nvSpPr>
          <p:cNvPr id="148509" name="Rectangle 260"/>
          <p:cNvSpPr>
            <a:spLocks noChangeArrowheads="1"/>
          </p:cNvSpPr>
          <p:nvPr/>
        </p:nvSpPr>
        <p:spPr bwMode="auto">
          <a:xfrm>
            <a:off x="3458502" y="5544320"/>
            <a:ext cx="1164298" cy="620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8510" name="Rectangle 261"/>
          <p:cNvSpPr>
            <a:spLocks noChangeArrowheads="1"/>
          </p:cNvSpPr>
          <p:nvPr/>
        </p:nvSpPr>
        <p:spPr bwMode="auto">
          <a:xfrm>
            <a:off x="3896121" y="5661794"/>
            <a:ext cx="2051844"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eaLnBrk="1" hangingPunct="1"/>
            <a:r>
              <a:rPr kumimoji="1" lang="zh-CN" altLang="en-US" sz="2000" b="1" dirty="0">
                <a:solidFill>
                  <a:srgbClr val="000099"/>
                </a:solidFill>
                <a:latin typeface="Arial" panose="020B0604020202020204" pitchFamily="34" charset="0"/>
                <a:ea typeface="黑体" panose="02010609060101010101" pitchFamily="2" charset="-122"/>
              </a:rPr>
              <a:t>校园网的高速缓存</a:t>
            </a:r>
          </a:p>
          <a:p>
            <a:pPr algn="ctr" eaLnBrk="1" hangingPunct="1"/>
            <a:r>
              <a:rPr kumimoji="1" lang="zh-CN" altLang="en-US" sz="2000" b="1" dirty="0">
                <a:solidFill>
                  <a:srgbClr val="000099"/>
                </a:solidFill>
                <a:latin typeface="Arial" panose="020B0604020202020204" pitchFamily="34" charset="0"/>
                <a:ea typeface="黑体" panose="02010609060101010101" pitchFamily="2" charset="-122"/>
              </a:rPr>
              <a:t>（</a:t>
            </a:r>
            <a:r>
              <a:rPr kumimoji="1" lang="zh-CN" altLang="en-US" sz="2000" b="1" dirty="0">
                <a:solidFill>
                  <a:srgbClr val="FF0000"/>
                </a:solidFill>
                <a:latin typeface="Arial" panose="020B0604020202020204" pitchFamily="34" charset="0"/>
                <a:ea typeface="黑体" panose="02010609060101010101" pitchFamily="2" charset="-122"/>
              </a:rPr>
              <a:t>代理服务器</a:t>
            </a:r>
            <a:r>
              <a:rPr kumimoji="1" lang="zh-CN" altLang="en-US" sz="2000" b="1" dirty="0">
                <a:solidFill>
                  <a:srgbClr val="000099"/>
                </a:solidFill>
                <a:latin typeface="Arial" panose="020B0604020202020204" pitchFamily="34" charset="0"/>
                <a:ea typeface="黑体" panose="02010609060101010101" pitchFamily="2" charset="-122"/>
              </a:rPr>
              <a:t>）</a:t>
            </a:r>
          </a:p>
        </p:txBody>
      </p:sp>
      <p:grpSp>
        <p:nvGrpSpPr>
          <p:cNvPr id="148511" name="Group 262"/>
          <p:cNvGrpSpPr/>
          <p:nvPr/>
        </p:nvGrpSpPr>
        <p:grpSpPr bwMode="auto">
          <a:xfrm>
            <a:off x="8743421" y="2924944"/>
            <a:ext cx="424789" cy="661988"/>
            <a:chOff x="4305" y="2335"/>
            <a:chExt cx="216" cy="339"/>
          </a:xfrm>
        </p:grpSpPr>
        <p:grpSp>
          <p:nvGrpSpPr>
            <p:cNvPr id="148557" name="Group 263"/>
            <p:cNvGrpSpPr/>
            <p:nvPr/>
          </p:nvGrpSpPr>
          <p:grpSpPr bwMode="auto">
            <a:xfrm>
              <a:off x="4310" y="2341"/>
              <a:ext cx="211" cy="333"/>
              <a:chOff x="4310" y="2341"/>
              <a:chExt cx="211" cy="333"/>
            </a:xfrm>
          </p:grpSpPr>
          <p:sp>
            <p:nvSpPr>
              <p:cNvPr id="148568" name="Freeform 264"/>
              <p:cNvSpPr/>
              <p:nvPr/>
            </p:nvSpPr>
            <p:spPr bwMode="auto">
              <a:xfrm>
                <a:off x="4375" y="2341"/>
                <a:ext cx="146" cy="333"/>
              </a:xfrm>
              <a:custGeom>
                <a:avLst/>
                <a:gdLst>
                  <a:gd name="T0" fmla="*/ 51 w 146"/>
                  <a:gd name="T1" fmla="*/ 333 h 333"/>
                  <a:gd name="T2" fmla="*/ 0 w 146"/>
                  <a:gd name="T3" fmla="*/ 50 h 333"/>
                  <a:gd name="T4" fmla="*/ 146 w 146"/>
                  <a:gd name="T5" fmla="*/ 0 h 333"/>
                  <a:gd name="T6" fmla="*/ 146 w 146"/>
                  <a:gd name="T7" fmla="*/ 270 h 333"/>
                  <a:gd name="T8" fmla="*/ 51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1" y="333"/>
                    </a:moveTo>
                    <a:lnTo>
                      <a:pt x="0" y="50"/>
                    </a:lnTo>
                    <a:lnTo>
                      <a:pt x="146" y="0"/>
                    </a:lnTo>
                    <a:lnTo>
                      <a:pt x="146" y="270"/>
                    </a:lnTo>
                    <a:lnTo>
                      <a:pt x="51" y="33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569" name="Freeform 265"/>
              <p:cNvSpPr/>
              <p:nvPr/>
            </p:nvSpPr>
            <p:spPr bwMode="auto">
              <a:xfrm>
                <a:off x="4375" y="2341"/>
                <a:ext cx="146" cy="333"/>
              </a:xfrm>
              <a:custGeom>
                <a:avLst/>
                <a:gdLst>
                  <a:gd name="T0" fmla="*/ 51 w 146"/>
                  <a:gd name="T1" fmla="*/ 333 h 333"/>
                  <a:gd name="T2" fmla="*/ 0 w 146"/>
                  <a:gd name="T3" fmla="*/ 50 h 333"/>
                  <a:gd name="T4" fmla="*/ 146 w 146"/>
                  <a:gd name="T5" fmla="*/ 0 h 333"/>
                  <a:gd name="T6" fmla="*/ 146 w 146"/>
                  <a:gd name="T7" fmla="*/ 270 h 333"/>
                  <a:gd name="T8" fmla="*/ 51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1" y="333"/>
                    </a:moveTo>
                    <a:lnTo>
                      <a:pt x="0" y="50"/>
                    </a:lnTo>
                    <a:lnTo>
                      <a:pt x="146" y="0"/>
                    </a:lnTo>
                    <a:lnTo>
                      <a:pt x="146" y="270"/>
                    </a:lnTo>
                    <a:lnTo>
                      <a:pt x="51" y="33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570" name="Freeform 266"/>
              <p:cNvSpPr/>
              <p:nvPr/>
            </p:nvSpPr>
            <p:spPr bwMode="auto">
              <a:xfrm>
                <a:off x="4310" y="2341"/>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571" name="Freeform 267"/>
              <p:cNvSpPr/>
              <p:nvPr/>
            </p:nvSpPr>
            <p:spPr bwMode="auto">
              <a:xfrm>
                <a:off x="4310" y="2341"/>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572" name="Rectangle 268"/>
              <p:cNvSpPr>
                <a:spLocks noChangeArrowheads="1"/>
              </p:cNvSpPr>
              <p:nvPr/>
            </p:nvSpPr>
            <p:spPr bwMode="auto">
              <a:xfrm>
                <a:off x="4310" y="2404"/>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8573" name="Rectangle 269"/>
              <p:cNvSpPr>
                <a:spLocks noChangeArrowheads="1"/>
              </p:cNvSpPr>
              <p:nvPr/>
            </p:nvSpPr>
            <p:spPr bwMode="auto">
              <a:xfrm>
                <a:off x="4315" y="2416"/>
                <a:ext cx="65"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8574" name="Line 270"/>
              <p:cNvSpPr>
                <a:spLocks noChangeShapeType="1"/>
              </p:cNvSpPr>
              <p:nvPr/>
            </p:nvSpPr>
            <p:spPr bwMode="auto">
              <a:xfrm>
                <a:off x="4320" y="2441"/>
                <a:ext cx="50"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48575" name="Line 271"/>
              <p:cNvSpPr>
                <a:spLocks noChangeShapeType="1"/>
              </p:cNvSpPr>
              <p:nvPr/>
            </p:nvSpPr>
            <p:spPr bwMode="auto">
              <a:xfrm flipH="1">
                <a:off x="4310" y="2617"/>
                <a:ext cx="116"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48576" name="Line 272"/>
              <p:cNvSpPr>
                <a:spLocks noChangeShapeType="1"/>
              </p:cNvSpPr>
              <p:nvPr/>
            </p:nvSpPr>
            <p:spPr bwMode="auto">
              <a:xfrm flipH="1">
                <a:off x="4310" y="2504"/>
                <a:ext cx="116"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nvGrpSpPr>
            <p:cNvPr id="148558" name="Group 273"/>
            <p:cNvGrpSpPr/>
            <p:nvPr/>
          </p:nvGrpSpPr>
          <p:grpSpPr bwMode="auto">
            <a:xfrm>
              <a:off x="4305" y="2335"/>
              <a:ext cx="211" cy="332"/>
              <a:chOff x="4305" y="2335"/>
              <a:chExt cx="211" cy="332"/>
            </a:xfrm>
          </p:grpSpPr>
          <p:sp>
            <p:nvSpPr>
              <p:cNvPr id="148559" name="Freeform 274"/>
              <p:cNvSpPr/>
              <p:nvPr/>
            </p:nvSpPr>
            <p:spPr bwMode="auto">
              <a:xfrm>
                <a:off x="4370" y="2335"/>
                <a:ext cx="146" cy="332"/>
              </a:xfrm>
              <a:custGeom>
                <a:avLst/>
                <a:gdLst>
                  <a:gd name="T0" fmla="*/ 51 w 146"/>
                  <a:gd name="T1" fmla="*/ 332 h 332"/>
                  <a:gd name="T2" fmla="*/ 0 w 146"/>
                  <a:gd name="T3" fmla="*/ 50 h 332"/>
                  <a:gd name="T4" fmla="*/ 146 w 146"/>
                  <a:gd name="T5" fmla="*/ 0 h 332"/>
                  <a:gd name="T6" fmla="*/ 146 w 146"/>
                  <a:gd name="T7" fmla="*/ 270 h 332"/>
                  <a:gd name="T8" fmla="*/ 51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1" y="332"/>
                    </a:moveTo>
                    <a:lnTo>
                      <a:pt x="0" y="50"/>
                    </a:lnTo>
                    <a:lnTo>
                      <a:pt x="146" y="0"/>
                    </a:lnTo>
                    <a:lnTo>
                      <a:pt x="146" y="270"/>
                    </a:lnTo>
                    <a:lnTo>
                      <a:pt x="51" y="332"/>
                    </a:lnTo>
                    <a:close/>
                  </a:path>
                </a:pathLst>
              </a:custGeom>
              <a:solidFill>
                <a:srgbClr val="A5A58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560" name="Freeform 275"/>
              <p:cNvSpPr/>
              <p:nvPr/>
            </p:nvSpPr>
            <p:spPr bwMode="auto">
              <a:xfrm>
                <a:off x="4370" y="2335"/>
                <a:ext cx="146" cy="332"/>
              </a:xfrm>
              <a:custGeom>
                <a:avLst/>
                <a:gdLst>
                  <a:gd name="T0" fmla="*/ 51 w 146"/>
                  <a:gd name="T1" fmla="*/ 332 h 332"/>
                  <a:gd name="T2" fmla="*/ 0 w 146"/>
                  <a:gd name="T3" fmla="*/ 50 h 332"/>
                  <a:gd name="T4" fmla="*/ 146 w 146"/>
                  <a:gd name="T5" fmla="*/ 0 h 332"/>
                  <a:gd name="T6" fmla="*/ 146 w 146"/>
                  <a:gd name="T7" fmla="*/ 270 h 332"/>
                  <a:gd name="T8" fmla="*/ 51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1" y="332"/>
                    </a:moveTo>
                    <a:lnTo>
                      <a:pt x="0" y="50"/>
                    </a:lnTo>
                    <a:lnTo>
                      <a:pt x="146" y="0"/>
                    </a:lnTo>
                    <a:lnTo>
                      <a:pt x="146" y="270"/>
                    </a:lnTo>
                    <a:lnTo>
                      <a:pt x="51" y="332"/>
                    </a:lnTo>
                    <a:close/>
                  </a:path>
                </a:pathLst>
              </a:custGeom>
              <a:solidFill>
                <a:srgbClr val="A5A58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561" name="Freeform 276"/>
              <p:cNvSpPr/>
              <p:nvPr/>
            </p:nvSpPr>
            <p:spPr bwMode="auto">
              <a:xfrm>
                <a:off x="4305" y="2335"/>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562" name="Freeform 277"/>
              <p:cNvSpPr/>
              <p:nvPr/>
            </p:nvSpPr>
            <p:spPr bwMode="auto">
              <a:xfrm>
                <a:off x="4305" y="2335"/>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563" name="Rectangle 278"/>
              <p:cNvSpPr>
                <a:spLocks noChangeArrowheads="1"/>
              </p:cNvSpPr>
              <p:nvPr/>
            </p:nvSpPr>
            <p:spPr bwMode="auto">
              <a:xfrm>
                <a:off x="4305" y="2398"/>
                <a:ext cx="116" cy="26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8564" name="Rectangle 279"/>
              <p:cNvSpPr>
                <a:spLocks noChangeArrowheads="1"/>
              </p:cNvSpPr>
              <p:nvPr/>
            </p:nvSpPr>
            <p:spPr bwMode="auto">
              <a:xfrm>
                <a:off x="4310" y="2410"/>
                <a:ext cx="65"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8565" name="Line 280"/>
              <p:cNvSpPr>
                <a:spLocks noChangeShapeType="1"/>
              </p:cNvSpPr>
              <p:nvPr/>
            </p:nvSpPr>
            <p:spPr bwMode="auto">
              <a:xfrm>
                <a:off x="4320" y="2429"/>
                <a:ext cx="40"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48566" name="Line 281"/>
              <p:cNvSpPr>
                <a:spLocks noChangeShapeType="1"/>
              </p:cNvSpPr>
              <p:nvPr/>
            </p:nvSpPr>
            <p:spPr bwMode="auto">
              <a:xfrm flipH="1">
                <a:off x="4310" y="2611"/>
                <a:ext cx="106"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48567" name="Line 282"/>
              <p:cNvSpPr>
                <a:spLocks noChangeShapeType="1"/>
              </p:cNvSpPr>
              <p:nvPr/>
            </p:nvSpPr>
            <p:spPr bwMode="auto">
              <a:xfrm flipH="1">
                <a:off x="4310" y="2498"/>
                <a:ext cx="106"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sp>
        <p:nvSpPr>
          <p:cNvPr id="148512" name="Rectangle 284"/>
          <p:cNvSpPr>
            <a:spLocks noChangeArrowheads="1"/>
          </p:cNvSpPr>
          <p:nvPr/>
        </p:nvSpPr>
        <p:spPr bwMode="auto">
          <a:xfrm>
            <a:off x="7346951" y="3085282"/>
            <a:ext cx="128240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kumimoji="1" lang="zh-CN" altLang="en-US" sz="2000" b="1">
                <a:solidFill>
                  <a:srgbClr val="000099"/>
                </a:solidFill>
                <a:latin typeface="Arial" panose="020B0604020202020204" pitchFamily="34" charset="0"/>
                <a:ea typeface="黑体" panose="02010609060101010101" pitchFamily="2" charset="-122"/>
              </a:rPr>
              <a:t>源点服务器</a:t>
            </a:r>
          </a:p>
        </p:txBody>
      </p:sp>
      <p:sp>
        <p:nvSpPr>
          <p:cNvPr id="148513" name="Rectangle 285"/>
          <p:cNvSpPr>
            <a:spLocks noChangeArrowheads="1"/>
          </p:cNvSpPr>
          <p:nvPr/>
        </p:nvSpPr>
        <p:spPr bwMode="auto">
          <a:xfrm>
            <a:off x="4526492" y="4093345"/>
            <a:ext cx="885693"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8514" name="Rectangle 286"/>
          <p:cNvSpPr>
            <a:spLocks noChangeArrowheads="1"/>
          </p:cNvSpPr>
          <p:nvPr/>
        </p:nvSpPr>
        <p:spPr bwMode="auto">
          <a:xfrm>
            <a:off x="5025008" y="4160019"/>
            <a:ext cx="95218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kumimoji="1" lang="en-US" altLang="zh-CN" sz="2000" b="1" dirty="0">
                <a:solidFill>
                  <a:srgbClr val="000099"/>
                </a:solidFill>
                <a:latin typeface="Arial" panose="020B0604020202020204" pitchFamily="34" charset="0"/>
                <a:ea typeface="黑体" panose="02010609060101010101" pitchFamily="2" charset="-122"/>
              </a:rPr>
              <a:t>2 Mbit/s</a:t>
            </a:r>
          </a:p>
        </p:txBody>
      </p:sp>
      <p:grpSp>
        <p:nvGrpSpPr>
          <p:cNvPr id="148515" name="Group 287"/>
          <p:cNvGrpSpPr/>
          <p:nvPr/>
        </p:nvGrpSpPr>
        <p:grpSpPr bwMode="auto">
          <a:xfrm>
            <a:off x="3102504" y="5544319"/>
            <a:ext cx="565812" cy="260350"/>
            <a:chOff x="1872" y="3676"/>
            <a:chExt cx="227" cy="136"/>
          </a:xfrm>
        </p:grpSpPr>
        <p:sp>
          <p:nvSpPr>
            <p:cNvPr id="148555" name="Line 288"/>
            <p:cNvSpPr>
              <a:spLocks noChangeShapeType="1"/>
            </p:cNvSpPr>
            <p:nvPr/>
          </p:nvSpPr>
          <p:spPr bwMode="auto">
            <a:xfrm>
              <a:off x="1919" y="3702"/>
              <a:ext cx="180" cy="11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48556" name="Freeform 289"/>
            <p:cNvSpPr/>
            <p:nvPr/>
          </p:nvSpPr>
          <p:spPr bwMode="auto">
            <a:xfrm>
              <a:off x="1872" y="3676"/>
              <a:ext cx="62" cy="47"/>
            </a:xfrm>
            <a:custGeom>
              <a:avLst/>
              <a:gdLst>
                <a:gd name="T0" fmla="*/ 62 w 62"/>
                <a:gd name="T1" fmla="*/ 15 h 47"/>
                <a:gd name="T2" fmla="*/ 0 w 62"/>
                <a:gd name="T3" fmla="*/ 0 h 47"/>
                <a:gd name="T4" fmla="*/ 42 w 62"/>
                <a:gd name="T5" fmla="*/ 47 h 47"/>
                <a:gd name="T6" fmla="*/ 62 w 62"/>
                <a:gd name="T7" fmla="*/ 15 h 4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2" h="47">
                  <a:moveTo>
                    <a:pt x="62" y="15"/>
                  </a:moveTo>
                  <a:lnTo>
                    <a:pt x="0" y="0"/>
                  </a:lnTo>
                  <a:lnTo>
                    <a:pt x="42" y="47"/>
                  </a:lnTo>
                  <a:lnTo>
                    <a:pt x="62" y="15"/>
                  </a:lnTo>
                  <a:close/>
                </a:path>
              </a:pathLst>
            </a:custGeom>
            <a:solidFill>
              <a:srgbClr val="000000"/>
            </a:solidFill>
            <a:ln w="28575" cmpd="sng">
              <a:solidFill>
                <a:srgbClr val="333399"/>
              </a:solidFill>
              <a:round/>
            </a:ln>
          </p:spPr>
          <p:txBody>
            <a:bodyPr/>
            <a:lstStyle/>
            <a:p>
              <a:endParaRPr lang="zh-CN" altLang="en-US" b="1">
                <a:solidFill>
                  <a:srgbClr val="000099"/>
                </a:solidFill>
              </a:endParaRPr>
            </a:p>
          </p:txBody>
        </p:sp>
      </p:grpSp>
      <p:grpSp>
        <p:nvGrpSpPr>
          <p:cNvPr id="148516" name="Group 290"/>
          <p:cNvGrpSpPr/>
          <p:nvPr/>
        </p:nvGrpSpPr>
        <p:grpSpPr bwMode="auto">
          <a:xfrm>
            <a:off x="6576483" y="4288607"/>
            <a:ext cx="607087" cy="374650"/>
            <a:chOff x="3202" y="3033"/>
            <a:chExt cx="309" cy="192"/>
          </a:xfrm>
        </p:grpSpPr>
        <p:sp>
          <p:nvSpPr>
            <p:cNvPr id="148530" name="Oval 291"/>
            <p:cNvSpPr>
              <a:spLocks noChangeArrowheads="1"/>
            </p:cNvSpPr>
            <p:nvPr/>
          </p:nvSpPr>
          <p:spPr bwMode="auto">
            <a:xfrm>
              <a:off x="3203" y="3113"/>
              <a:ext cx="308" cy="112"/>
            </a:xfrm>
            <a:prstGeom prst="ellipse">
              <a:avLst/>
            </a:prstGeom>
            <a:solidFill>
              <a:srgbClr val="0078AA"/>
            </a:solidFill>
            <a:ln w="3175">
              <a:solidFill>
                <a:srgbClr val="AAE6FF"/>
              </a:solidFill>
              <a:round/>
            </a:ln>
          </p:spPr>
          <p:txBody>
            <a:bodyPr/>
            <a:lstStyle/>
            <a:p>
              <a:pPr eaLnBrk="1" hangingPunct="1"/>
              <a:endParaRPr lang="zh-CN" altLang="en-US" b="1">
                <a:solidFill>
                  <a:srgbClr val="000099"/>
                </a:solidFill>
              </a:endParaRPr>
            </a:p>
          </p:txBody>
        </p:sp>
        <p:sp>
          <p:nvSpPr>
            <p:cNvPr id="148531" name="Rectangle 292"/>
            <p:cNvSpPr>
              <a:spLocks noChangeArrowheads="1"/>
            </p:cNvSpPr>
            <p:nvPr/>
          </p:nvSpPr>
          <p:spPr bwMode="auto">
            <a:xfrm>
              <a:off x="3202"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8532" name="Rectangle 293"/>
            <p:cNvSpPr>
              <a:spLocks noChangeArrowheads="1"/>
            </p:cNvSpPr>
            <p:nvPr/>
          </p:nvSpPr>
          <p:spPr bwMode="auto">
            <a:xfrm>
              <a:off x="3202"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8533" name="Oval 294"/>
            <p:cNvSpPr>
              <a:spLocks noChangeArrowheads="1"/>
            </p:cNvSpPr>
            <p:nvPr/>
          </p:nvSpPr>
          <p:spPr bwMode="auto">
            <a:xfrm>
              <a:off x="3203" y="3033"/>
              <a:ext cx="308" cy="112"/>
            </a:xfrm>
            <a:prstGeom prst="ellipse">
              <a:avLst/>
            </a:prstGeom>
            <a:solidFill>
              <a:srgbClr val="00B4FF"/>
            </a:solidFill>
            <a:ln w="3175">
              <a:solidFill>
                <a:srgbClr val="AAE6FF"/>
              </a:solidFill>
              <a:round/>
            </a:ln>
          </p:spPr>
          <p:txBody>
            <a:bodyPr/>
            <a:lstStyle/>
            <a:p>
              <a:pPr eaLnBrk="1" hangingPunct="1"/>
              <a:endParaRPr lang="zh-CN" altLang="en-US" b="1">
                <a:solidFill>
                  <a:srgbClr val="000099"/>
                </a:solidFill>
              </a:endParaRPr>
            </a:p>
          </p:txBody>
        </p:sp>
        <p:grpSp>
          <p:nvGrpSpPr>
            <p:cNvPr id="148534" name="Group 295"/>
            <p:cNvGrpSpPr/>
            <p:nvPr/>
          </p:nvGrpSpPr>
          <p:grpSpPr bwMode="auto">
            <a:xfrm>
              <a:off x="3249" y="3046"/>
              <a:ext cx="214" cy="86"/>
              <a:chOff x="3249" y="3046"/>
              <a:chExt cx="214" cy="86"/>
            </a:xfrm>
          </p:grpSpPr>
          <p:grpSp>
            <p:nvGrpSpPr>
              <p:cNvPr id="148537" name="Group 296"/>
              <p:cNvGrpSpPr/>
              <p:nvPr/>
            </p:nvGrpSpPr>
            <p:grpSpPr bwMode="auto">
              <a:xfrm>
                <a:off x="3249" y="3046"/>
                <a:ext cx="212" cy="84"/>
                <a:chOff x="3249" y="3046"/>
                <a:chExt cx="212" cy="84"/>
              </a:xfrm>
            </p:grpSpPr>
            <p:sp>
              <p:nvSpPr>
                <p:cNvPr id="148547" name="Freeform 297"/>
                <p:cNvSpPr/>
                <p:nvPr/>
              </p:nvSpPr>
              <p:spPr bwMode="auto">
                <a:xfrm>
                  <a:off x="3360"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548" name="Freeform 298"/>
                <p:cNvSpPr/>
                <p:nvPr/>
              </p:nvSpPr>
              <p:spPr bwMode="auto">
                <a:xfrm>
                  <a:off x="3360"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549" name="Freeform 299"/>
                <p:cNvSpPr/>
                <p:nvPr/>
              </p:nvSpPr>
              <p:spPr bwMode="auto">
                <a:xfrm>
                  <a:off x="3249" y="3090"/>
                  <a:ext cx="102" cy="38"/>
                </a:xfrm>
                <a:custGeom>
                  <a:avLst/>
                  <a:gdLst>
                    <a:gd name="T0" fmla="*/ 102 w 102"/>
                    <a:gd name="T1" fmla="*/ 8 h 38"/>
                    <a:gd name="T2" fmla="*/ 79 w 102"/>
                    <a:gd name="T3" fmla="*/ 0 h 38"/>
                    <a:gd name="T4" fmla="*/ 26 w 102"/>
                    <a:gd name="T5" fmla="*/ 24 h 38"/>
                    <a:gd name="T6" fmla="*/ 0 w 102"/>
                    <a:gd name="T7" fmla="*/ 16 h 38"/>
                    <a:gd name="T8" fmla="*/ 13 w 102"/>
                    <a:gd name="T9" fmla="*/ 38 h 38"/>
                    <a:gd name="T10" fmla="*/ 79 w 102"/>
                    <a:gd name="T11" fmla="*/ 38 h 38"/>
                    <a:gd name="T12" fmla="*/ 51 w 102"/>
                    <a:gd name="T13" fmla="*/ 30 h 38"/>
                    <a:gd name="T14" fmla="*/ 102 w 102"/>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8">
                      <a:moveTo>
                        <a:pt x="102" y="8"/>
                      </a:moveTo>
                      <a:lnTo>
                        <a:pt x="79" y="0"/>
                      </a:lnTo>
                      <a:lnTo>
                        <a:pt x="26" y="24"/>
                      </a:lnTo>
                      <a:lnTo>
                        <a:pt x="0" y="16"/>
                      </a:lnTo>
                      <a:lnTo>
                        <a:pt x="13" y="38"/>
                      </a:lnTo>
                      <a:lnTo>
                        <a:pt x="79" y="38"/>
                      </a:lnTo>
                      <a:lnTo>
                        <a:pt x="51" y="30"/>
                      </a:lnTo>
                      <a:lnTo>
                        <a:pt x="102" y="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550" name="Freeform 300"/>
                <p:cNvSpPr/>
                <p:nvPr/>
              </p:nvSpPr>
              <p:spPr bwMode="auto">
                <a:xfrm>
                  <a:off x="3249" y="3090"/>
                  <a:ext cx="102" cy="38"/>
                </a:xfrm>
                <a:custGeom>
                  <a:avLst/>
                  <a:gdLst>
                    <a:gd name="T0" fmla="*/ 102 w 102"/>
                    <a:gd name="T1" fmla="*/ 8 h 38"/>
                    <a:gd name="T2" fmla="*/ 79 w 102"/>
                    <a:gd name="T3" fmla="*/ 0 h 38"/>
                    <a:gd name="T4" fmla="*/ 26 w 102"/>
                    <a:gd name="T5" fmla="*/ 24 h 38"/>
                    <a:gd name="T6" fmla="*/ 0 w 102"/>
                    <a:gd name="T7" fmla="*/ 16 h 38"/>
                    <a:gd name="T8" fmla="*/ 13 w 102"/>
                    <a:gd name="T9" fmla="*/ 38 h 38"/>
                    <a:gd name="T10" fmla="*/ 79 w 102"/>
                    <a:gd name="T11" fmla="*/ 38 h 38"/>
                    <a:gd name="T12" fmla="*/ 51 w 102"/>
                    <a:gd name="T13" fmla="*/ 30 h 38"/>
                    <a:gd name="T14" fmla="*/ 102 w 102"/>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8">
                      <a:moveTo>
                        <a:pt x="102" y="8"/>
                      </a:moveTo>
                      <a:lnTo>
                        <a:pt x="79" y="0"/>
                      </a:lnTo>
                      <a:lnTo>
                        <a:pt x="26" y="24"/>
                      </a:lnTo>
                      <a:lnTo>
                        <a:pt x="0" y="16"/>
                      </a:lnTo>
                      <a:lnTo>
                        <a:pt x="13" y="38"/>
                      </a:lnTo>
                      <a:lnTo>
                        <a:pt x="79" y="38"/>
                      </a:lnTo>
                      <a:lnTo>
                        <a:pt x="51" y="30"/>
                      </a:lnTo>
                      <a:lnTo>
                        <a:pt x="102" y="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551" name="Freeform 301"/>
                <p:cNvSpPr/>
                <p:nvPr/>
              </p:nvSpPr>
              <p:spPr bwMode="auto">
                <a:xfrm>
                  <a:off x="3255" y="3046"/>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552" name="Freeform 302"/>
                <p:cNvSpPr/>
                <p:nvPr/>
              </p:nvSpPr>
              <p:spPr bwMode="auto">
                <a:xfrm>
                  <a:off x="3255" y="3046"/>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553" name="Freeform 303"/>
                <p:cNvSpPr/>
                <p:nvPr/>
              </p:nvSpPr>
              <p:spPr bwMode="auto">
                <a:xfrm>
                  <a:off x="3356" y="3094"/>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554" name="Freeform 304"/>
                <p:cNvSpPr/>
                <p:nvPr/>
              </p:nvSpPr>
              <p:spPr bwMode="auto">
                <a:xfrm>
                  <a:off x="3356" y="3094"/>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grpSp>
          <p:grpSp>
            <p:nvGrpSpPr>
              <p:cNvPr id="148538" name="Group 305"/>
              <p:cNvGrpSpPr/>
              <p:nvPr/>
            </p:nvGrpSpPr>
            <p:grpSpPr bwMode="auto">
              <a:xfrm>
                <a:off x="3251" y="3048"/>
                <a:ext cx="212" cy="84"/>
                <a:chOff x="3251" y="3048"/>
                <a:chExt cx="212" cy="84"/>
              </a:xfrm>
            </p:grpSpPr>
            <p:sp>
              <p:nvSpPr>
                <p:cNvPr id="148539" name="Freeform 306"/>
                <p:cNvSpPr/>
                <p:nvPr/>
              </p:nvSpPr>
              <p:spPr bwMode="auto">
                <a:xfrm>
                  <a:off x="3362" y="3050"/>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540" name="Freeform 307"/>
                <p:cNvSpPr/>
                <p:nvPr/>
              </p:nvSpPr>
              <p:spPr bwMode="auto">
                <a:xfrm>
                  <a:off x="3362" y="3050"/>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541" name="Freeform 308"/>
                <p:cNvSpPr/>
                <p:nvPr/>
              </p:nvSpPr>
              <p:spPr bwMode="auto">
                <a:xfrm>
                  <a:off x="3251"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1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1"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542" name="Freeform 309"/>
                <p:cNvSpPr/>
                <p:nvPr/>
              </p:nvSpPr>
              <p:spPr bwMode="auto">
                <a:xfrm>
                  <a:off x="3251"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1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1"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543" name="Freeform 310"/>
                <p:cNvSpPr/>
                <p:nvPr/>
              </p:nvSpPr>
              <p:spPr bwMode="auto">
                <a:xfrm>
                  <a:off x="3257" y="3048"/>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544" name="Freeform 311"/>
                <p:cNvSpPr/>
                <p:nvPr/>
              </p:nvSpPr>
              <p:spPr bwMode="auto">
                <a:xfrm>
                  <a:off x="3257" y="3048"/>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545" name="Freeform 312"/>
                <p:cNvSpPr/>
                <p:nvPr/>
              </p:nvSpPr>
              <p:spPr bwMode="auto">
                <a:xfrm>
                  <a:off x="3358" y="3096"/>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48546" name="Freeform 313"/>
                <p:cNvSpPr/>
                <p:nvPr/>
              </p:nvSpPr>
              <p:spPr bwMode="auto">
                <a:xfrm>
                  <a:off x="3358" y="3096"/>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grpSp>
        </p:grpSp>
        <p:sp>
          <p:nvSpPr>
            <p:cNvPr id="148535" name="Line 314"/>
            <p:cNvSpPr>
              <a:spLocks noChangeShapeType="1"/>
            </p:cNvSpPr>
            <p:nvPr/>
          </p:nvSpPr>
          <p:spPr bwMode="auto">
            <a:xfrm>
              <a:off x="3202" y="3088"/>
              <a:ext cx="1" cy="80"/>
            </a:xfrm>
            <a:prstGeom prst="line">
              <a:avLst/>
            </a:prstGeom>
            <a:noFill/>
            <a:ln w="3175">
              <a:solidFill>
                <a:srgbClr val="AAE6FF"/>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48536" name="Line 315"/>
            <p:cNvSpPr>
              <a:spLocks noChangeShapeType="1"/>
            </p:cNvSpPr>
            <p:nvPr/>
          </p:nvSpPr>
          <p:spPr bwMode="auto">
            <a:xfrm>
              <a:off x="3510" y="3088"/>
              <a:ext cx="1" cy="80"/>
            </a:xfrm>
            <a:prstGeom prst="line">
              <a:avLst/>
            </a:prstGeom>
            <a:noFill/>
            <a:ln w="3175">
              <a:solidFill>
                <a:srgbClr val="AAE6FF"/>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sp>
        <p:nvSpPr>
          <p:cNvPr id="148517" name="Rectangle 316"/>
          <p:cNvSpPr>
            <a:spLocks noChangeArrowheads="1"/>
          </p:cNvSpPr>
          <p:nvPr/>
        </p:nvSpPr>
        <p:spPr bwMode="auto">
          <a:xfrm>
            <a:off x="7195609" y="3864745"/>
            <a:ext cx="926968"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8518" name="Rectangle 317"/>
          <p:cNvSpPr>
            <a:spLocks noChangeArrowheads="1"/>
          </p:cNvSpPr>
          <p:nvPr/>
        </p:nvSpPr>
        <p:spPr bwMode="auto">
          <a:xfrm>
            <a:off x="7527529" y="4293369"/>
            <a:ext cx="76944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kumimoji="1" lang="zh-CN" altLang="en-US" sz="2000" b="1">
                <a:solidFill>
                  <a:srgbClr val="000099"/>
                </a:solidFill>
                <a:latin typeface="Arial" panose="020B0604020202020204" pitchFamily="34" charset="0"/>
                <a:ea typeface="黑体" panose="02010609060101010101" pitchFamily="2" charset="-122"/>
              </a:rPr>
              <a:t>互联网</a:t>
            </a:r>
          </a:p>
        </p:txBody>
      </p:sp>
      <p:sp>
        <p:nvSpPr>
          <p:cNvPr id="148519" name="Rectangle 318"/>
          <p:cNvSpPr>
            <a:spLocks noChangeArrowheads="1"/>
          </p:cNvSpPr>
          <p:nvPr/>
        </p:nvSpPr>
        <p:spPr bwMode="auto">
          <a:xfrm>
            <a:off x="3993357" y="3952057"/>
            <a:ext cx="41619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8520" name="Rectangle 319"/>
          <p:cNvSpPr>
            <a:spLocks noChangeArrowheads="1"/>
          </p:cNvSpPr>
          <p:nvPr/>
        </p:nvSpPr>
        <p:spPr bwMode="auto">
          <a:xfrm>
            <a:off x="3102505" y="4660083"/>
            <a:ext cx="452306"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8521" name="Rectangle 321"/>
          <p:cNvSpPr>
            <a:spLocks noChangeArrowheads="1"/>
          </p:cNvSpPr>
          <p:nvPr/>
        </p:nvSpPr>
        <p:spPr bwMode="auto">
          <a:xfrm>
            <a:off x="1850496" y="4306070"/>
            <a:ext cx="45402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48522" name="Rectangle 323"/>
          <p:cNvSpPr>
            <a:spLocks noChangeArrowheads="1"/>
          </p:cNvSpPr>
          <p:nvPr/>
        </p:nvSpPr>
        <p:spPr bwMode="auto">
          <a:xfrm>
            <a:off x="462625" y="3966344"/>
            <a:ext cx="76944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kumimoji="1" lang="zh-CN" altLang="en-US" sz="2000" b="1">
                <a:solidFill>
                  <a:srgbClr val="000099"/>
                </a:solidFill>
                <a:latin typeface="Arial" panose="020B0604020202020204" pitchFamily="34" charset="0"/>
                <a:ea typeface="黑体" panose="02010609060101010101" pitchFamily="2" charset="-122"/>
              </a:rPr>
              <a:t>浏览器</a:t>
            </a:r>
          </a:p>
        </p:txBody>
      </p:sp>
      <p:sp>
        <p:nvSpPr>
          <p:cNvPr id="148523" name="Rectangle 324"/>
          <p:cNvSpPr>
            <a:spLocks noChangeArrowheads="1"/>
          </p:cNvSpPr>
          <p:nvPr/>
        </p:nvSpPr>
        <p:spPr bwMode="auto">
          <a:xfrm>
            <a:off x="4043231" y="3980632"/>
            <a:ext cx="28052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R</a:t>
            </a:r>
            <a:r>
              <a:rPr kumimoji="1" lang="en-US" altLang="zh-CN" sz="2000" b="1" baseline="-25000">
                <a:solidFill>
                  <a:srgbClr val="000099"/>
                </a:solidFill>
                <a:latin typeface="Arial" panose="020B0604020202020204" pitchFamily="34" charset="0"/>
                <a:ea typeface="黑体" panose="02010609060101010101" pitchFamily="2" charset="-122"/>
              </a:rPr>
              <a:t>1</a:t>
            </a:r>
          </a:p>
        </p:txBody>
      </p:sp>
      <p:sp>
        <p:nvSpPr>
          <p:cNvPr id="148524" name="Rectangle 325"/>
          <p:cNvSpPr>
            <a:spLocks noChangeArrowheads="1"/>
          </p:cNvSpPr>
          <p:nvPr/>
        </p:nvSpPr>
        <p:spPr bwMode="auto">
          <a:xfrm>
            <a:off x="6387307" y="4006032"/>
            <a:ext cx="28052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R</a:t>
            </a:r>
            <a:r>
              <a:rPr kumimoji="1" lang="en-US" altLang="zh-CN" sz="2000" b="1" baseline="-25000">
                <a:solidFill>
                  <a:srgbClr val="000099"/>
                </a:solidFill>
                <a:latin typeface="Arial" panose="020B0604020202020204" pitchFamily="34" charset="0"/>
                <a:ea typeface="黑体" panose="02010609060101010101" pitchFamily="2" charset="-122"/>
              </a:rPr>
              <a:t>2</a:t>
            </a:r>
          </a:p>
        </p:txBody>
      </p:sp>
      <p:sp>
        <p:nvSpPr>
          <p:cNvPr id="562502" name="Freeform 326"/>
          <p:cNvSpPr/>
          <p:nvPr/>
        </p:nvSpPr>
        <p:spPr bwMode="auto">
          <a:xfrm>
            <a:off x="1836738" y="4269558"/>
            <a:ext cx="990600" cy="1023937"/>
          </a:xfrm>
          <a:custGeom>
            <a:avLst/>
            <a:gdLst>
              <a:gd name="T0" fmla="*/ 0 w 504"/>
              <a:gd name="T1" fmla="*/ 0 h 524"/>
              <a:gd name="T2" fmla="*/ 2147483646 w 504"/>
              <a:gd name="T3" fmla="*/ 2147483646 h 524"/>
              <a:gd name="T4" fmla="*/ 0 60000 65536"/>
              <a:gd name="T5" fmla="*/ 0 60000 65536"/>
            </a:gdLst>
            <a:ahLst/>
            <a:cxnLst>
              <a:cxn ang="T4">
                <a:pos x="T0" y="T1"/>
              </a:cxn>
              <a:cxn ang="T5">
                <a:pos x="T2" y="T3"/>
              </a:cxn>
            </a:cxnLst>
            <a:rect l="0" t="0" r="r" b="b"/>
            <a:pathLst>
              <a:path w="504" h="524">
                <a:moveTo>
                  <a:pt x="0" y="0"/>
                </a:moveTo>
                <a:cubicBezTo>
                  <a:pt x="84" y="87"/>
                  <a:pt x="399" y="415"/>
                  <a:pt x="504" y="524"/>
                </a:cubicBezTo>
              </a:path>
            </a:pathLst>
          </a:custGeom>
          <a:noFill/>
          <a:ln w="38100" cmpd="sng">
            <a:solidFill>
              <a:schemeClr val="hlink"/>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562506" name="Freeform 330"/>
          <p:cNvSpPr/>
          <p:nvPr/>
        </p:nvSpPr>
        <p:spPr bwMode="auto">
          <a:xfrm>
            <a:off x="1073150" y="4625158"/>
            <a:ext cx="1802342" cy="871537"/>
          </a:xfrm>
          <a:custGeom>
            <a:avLst/>
            <a:gdLst>
              <a:gd name="T0" fmla="*/ 0 w 917"/>
              <a:gd name="T1" fmla="*/ 0 h 446"/>
              <a:gd name="T2" fmla="*/ 2147483646 w 917"/>
              <a:gd name="T3" fmla="*/ 2147483646 h 446"/>
              <a:gd name="T4" fmla="*/ 0 60000 65536"/>
              <a:gd name="T5" fmla="*/ 0 60000 65536"/>
            </a:gdLst>
            <a:ahLst/>
            <a:cxnLst>
              <a:cxn ang="T4">
                <a:pos x="T0" y="T1"/>
              </a:cxn>
              <a:cxn ang="T5">
                <a:pos x="T2" y="T3"/>
              </a:cxn>
            </a:cxnLst>
            <a:rect l="0" t="0" r="r" b="b"/>
            <a:pathLst>
              <a:path w="917" h="446">
                <a:moveTo>
                  <a:pt x="0" y="0"/>
                </a:moveTo>
                <a:cubicBezTo>
                  <a:pt x="153" y="74"/>
                  <a:pt x="726" y="353"/>
                  <a:pt x="917" y="446"/>
                </a:cubicBezTo>
              </a:path>
            </a:pathLst>
          </a:custGeom>
          <a:noFill/>
          <a:ln w="38100" cmpd="sng">
            <a:solidFill>
              <a:schemeClr val="hlink"/>
            </a:solidFill>
            <a:round/>
            <a:headEnd type="none" w="med" len="lg"/>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562507" name="Freeform 331"/>
          <p:cNvSpPr/>
          <p:nvPr/>
        </p:nvSpPr>
        <p:spPr bwMode="auto">
          <a:xfrm>
            <a:off x="1683677" y="5277620"/>
            <a:ext cx="1155700" cy="366713"/>
          </a:xfrm>
          <a:custGeom>
            <a:avLst/>
            <a:gdLst>
              <a:gd name="T0" fmla="*/ 0 w 588"/>
              <a:gd name="T1" fmla="*/ 0 h 188"/>
              <a:gd name="T2" fmla="*/ 2147483646 w 588"/>
              <a:gd name="T3" fmla="*/ 2147483646 h 188"/>
              <a:gd name="T4" fmla="*/ 0 60000 65536"/>
              <a:gd name="T5" fmla="*/ 0 60000 65536"/>
            </a:gdLst>
            <a:ahLst/>
            <a:cxnLst>
              <a:cxn ang="T4">
                <a:pos x="T0" y="T1"/>
              </a:cxn>
              <a:cxn ang="T5">
                <a:pos x="T2" y="T3"/>
              </a:cxn>
            </a:cxnLst>
            <a:rect l="0" t="0" r="r" b="b"/>
            <a:pathLst>
              <a:path w="588" h="188">
                <a:moveTo>
                  <a:pt x="0" y="0"/>
                </a:moveTo>
                <a:cubicBezTo>
                  <a:pt x="98" y="31"/>
                  <a:pt x="466" y="149"/>
                  <a:pt x="588" y="188"/>
                </a:cubicBezTo>
              </a:path>
            </a:pathLst>
          </a:custGeom>
          <a:noFill/>
          <a:ln w="38100" cmpd="sng">
            <a:solidFill>
              <a:schemeClr val="hlink"/>
            </a:solidFill>
            <a:round/>
            <a:headEnd type="none" w="med" len="lg"/>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562508" name="Freeform 332"/>
          <p:cNvSpPr/>
          <p:nvPr/>
        </p:nvSpPr>
        <p:spPr bwMode="auto">
          <a:xfrm>
            <a:off x="1695715" y="3383732"/>
            <a:ext cx="1219333" cy="1776412"/>
          </a:xfrm>
          <a:custGeom>
            <a:avLst/>
            <a:gdLst>
              <a:gd name="T0" fmla="*/ 0 w 620"/>
              <a:gd name="T1" fmla="*/ 0 h 909"/>
              <a:gd name="T2" fmla="*/ 2147483646 w 620"/>
              <a:gd name="T3" fmla="*/ 2147483646 h 909"/>
              <a:gd name="T4" fmla="*/ 0 60000 65536"/>
              <a:gd name="T5" fmla="*/ 0 60000 65536"/>
            </a:gdLst>
            <a:ahLst/>
            <a:cxnLst>
              <a:cxn ang="T4">
                <a:pos x="T0" y="T1"/>
              </a:cxn>
              <a:cxn ang="T5">
                <a:pos x="T2" y="T3"/>
              </a:cxn>
            </a:cxnLst>
            <a:rect l="0" t="0" r="r" b="b"/>
            <a:pathLst>
              <a:path w="620" h="909">
                <a:moveTo>
                  <a:pt x="0" y="0"/>
                </a:moveTo>
                <a:cubicBezTo>
                  <a:pt x="103" y="151"/>
                  <a:pt x="491" y="720"/>
                  <a:pt x="620" y="909"/>
                </a:cubicBezTo>
              </a:path>
            </a:pathLst>
          </a:custGeom>
          <a:noFill/>
          <a:ln w="38100" cmpd="sng">
            <a:solidFill>
              <a:schemeClr val="hlink"/>
            </a:solidFill>
            <a:round/>
            <a:headEnd type="none" w="med" len="lg"/>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148529" name="Text Box 340"/>
          <p:cNvSpPr txBox="1">
            <a:spLocks noChangeArrowheads="1"/>
          </p:cNvSpPr>
          <p:nvPr/>
        </p:nvSpPr>
        <p:spPr bwMode="auto">
          <a:xfrm>
            <a:off x="575824" y="1263725"/>
            <a:ext cx="8913680" cy="1373187"/>
          </a:xfrm>
          <a:prstGeom prst="rect">
            <a:avLst/>
          </a:prstGeom>
          <a:solidFill>
            <a:srgbClr val="FFFF66"/>
          </a:solidFill>
          <a:ln>
            <a:solidFill>
              <a:srgbClr val="000066"/>
            </a:solidFill>
          </a:ln>
          <a:effectLst/>
        </p:spPr>
        <p:txBody>
          <a:bodyPr>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lang="en-US" altLang="zh-CN" sz="2800" b="1" dirty="0">
                <a:solidFill>
                  <a:srgbClr val="000066"/>
                </a:solidFill>
                <a:latin typeface="Arial" panose="020B0604020202020204" pitchFamily="34" charset="0"/>
                <a:ea typeface="黑体" panose="02010609060101010101" pitchFamily="2" charset="-122"/>
              </a:rPr>
              <a:t>(1) </a:t>
            </a:r>
            <a:r>
              <a:rPr lang="zh-CN" altLang="en-US" sz="2800" b="1" dirty="0">
                <a:solidFill>
                  <a:srgbClr val="000066"/>
                </a:solidFill>
                <a:latin typeface="Arial" panose="020B0604020202020204" pitchFamily="34" charset="0"/>
                <a:ea typeface="黑体" panose="02010609060101010101" pitchFamily="2" charset="-122"/>
              </a:rPr>
              <a:t>浏览器访问互联网的服务器时，要</a:t>
            </a:r>
            <a:r>
              <a:rPr lang="zh-CN" altLang="en-US" sz="2800" b="1" dirty="0">
                <a:solidFill>
                  <a:srgbClr val="FF0000"/>
                </a:solidFill>
                <a:latin typeface="Arial" panose="020B0604020202020204" pitchFamily="34" charset="0"/>
                <a:ea typeface="黑体" panose="02010609060101010101" pitchFamily="2" charset="-122"/>
              </a:rPr>
              <a:t>先与</a:t>
            </a:r>
            <a:r>
              <a:rPr lang="zh-CN" altLang="en-US" sz="2800" b="1" dirty="0">
                <a:solidFill>
                  <a:srgbClr val="000066"/>
                </a:solidFill>
                <a:latin typeface="Arial" panose="020B0604020202020204" pitchFamily="34" charset="0"/>
                <a:ea typeface="黑体" panose="02010609060101010101" pitchFamily="2" charset="-122"/>
              </a:rPr>
              <a:t>校园网的</a:t>
            </a:r>
            <a:r>
              <a:rPr lang="zh-CN" altLang="en-US" sz="2800" b="1" dirty="0">
                <a:solidFill>
                  <a:srgbClr val="FF0000"/>
                </a:solidFill>
                <a:latin typeface="Arial" panose="020B0604020202020204" pitchFamily="34" charset="0"/>
                <a:ea typeface="黑体" panose="02010609060101010101" pitchFamily="2" charset="-122"/>
              </a:rPr>
              <a:t>代理服务器</a:t>
            </a:r>
            <a:r>
              <a:rPr lang="zh-CN" altLang="en-US" sz="2800" b="1" dirty="0">
                <a:solidFill>
                  <a:srgbClr val="000066"/>
                </a:solidFill>
                <a:latin typeface="Arial" panose="020B0604020202020204" pitchFamily="34" charset="0"/>
                <a:ea typeface="黑体" panose="02010609060101010101" pitchFamily="2" charset="-122"/>
              </a:rPr>
              <a:t>建立 </a:t>
            </a:r>
            <a:r>
              <a:rPr lang="en-US" altLang="zh-CN" sz="2800" b="1" dirty="0">
                <a:solidFill>
                  <a:srgbClr val="000066"/>
                </a:solidFill>
                <a:latin typeface="Arial" panose="020B0604020202020204" pitchFamily="34" charset="0"/>
                <a:ea typeface="黑体" panose="02010609060101010101" pitchFamily="2" charset="-122"/>
              </a:rPr>
              <a:t>TCP </a:t>
            </a:r>
            <a:r>
              <a:rPr lang="zh-CN" altLang="en-US" sz="2800" b="1" dirty="0">
                <a:solidFill>
                  <a:srgbClr val="000066"/>
                </a:solidFill>
                <a:latin typeface="Arial" panose="020B0604020202020204" pitchFamily="34" charset="0"/>
                <a:ea typeface="黑体" panose="02010609060101010101" pitchFamily="2" charset="-122"/>
              </a:rPr>
              <a:t>连接，并向代理服务器发出 </a:t>
            </a:r>
            <a:r>
              <a:rPr lang="en-US" altLang="zh-CN" sz="2800" b="1" dirty="0">
                <a:solidFill>
                  <a:srgbClr val="000066"/>
                </a:solidFill>
                <a:latin typeface="Arial" panose="020B0604020202020204" pitchFamily="34" charset="0"/>
                <a:ea typeface="黑体" panose="02010609060101010101" pitchFamily="2" charset="-122"/>
              </a:rPr>
              <a:t>HTTP </a:t>
            </a:r>
            <a:r>
              <a:rPr lang="zh-CN" altLang="en-US" sz="2800" b="1" dirty="0">
                <a:solidFill>
                  <a:srgbClr val="000066"/>
                </a:solidFill>
                <a:latin typeface="Arial" panose="020B0604020202020204" pitchFamily="34" charset="0"/>
                <a:ea typeface="黑体" panose="02010609060101010101" pitchFamily="2" charset="-122"/>
              </a:rPr>
              <a:t>请求报文。</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62508"/>
                                        </p:tgtEl>
                                        <p:attrNameLst>
                                          <p:attrName>style.visibility</p:attrName>
                                        </p:attrNameLst>
                                      </p:cBhvr>
                                      <p:to>
                                        <p:strVal val="visible"/>
                                      </p:to>
                                    </p:set>
                                    <p:animEffect transition="in" filter="wipe(up)">
                                      <p:cBhvr>
                                        <p:cTn id="7" dur="500"/>
                                        <p:tgtEl>
                                          <p:spTgt spid="562508"/>
                                        </p:tgtEl>
                                      </p:cBhvr>
                                    </p:animEffect>
                                  </p:childTnLst>
                                </p:cTn>
                              </p:par>
                            </p:childTnLst>
                          </p:cTn>
                        </p:par>
                        <p:par>
                          <p:cTn id="8" fill="hold">
                            <p:stCondLst>
                              <p:cond delay="500"/>
                            </p:stCondLst>
                            <p:childTnLst>
                              <p:par>
                                <p:cTn id="9" presetID="22" presetClass="entr" presetSubtype="1" fill="hold" grpId="0" nodeType="afterEffect">
                                  <p:stCondLst>
                                    <p:cond delay="500"/>
                                  </p:stCondLst>
                                  <p:childTnLst>
                                    <p:set>
                                      <p:cBhvr>
                                        <p:cTn id="10" dur="1" fill="hold">
                                          <p:stCondLst>
                                            <p:cond delay="0"/>
                                          </p:stCondLst>
                                        </p:cTn>
                                        <p:tgtEl>
                                          <p:spTgt spid="562502"/>
                                        </p:tgtEl>
                                        <p:attrNameLst>
                                          <p:attrName>style.visibility</p:attrName>
                                        </p:attrNameLst>
                                      </p:cBhvr>
                                      <p:to>
                                        <p:strVal val="visible"/>
                                      </p:to>
                                    </p:set>
                                    <p:animEffect transition="in" filter="wipe(up)">
                                      <p:cBhvr>
                                        <p:cTn id="11" dur="500"/>
                                        <p:tgtEl>
                                          <p:spTgt spid="562502"/>
                                        </p:tgtEl>
                                      </p:cBhvr>
                                    </p:animEffect>
                                  </p:childTnLst>
                                </p:cTn>
                              </p:par>
                            </p:childTnLst>
                          </p:cTn>
                        </p:par>
                        <p:par>
                          <p:cTn id="12" fill="hold">
                            <p:stCondLst>
                              <p:cond delay="1500"/>
                            </p:stCondLst>
                            <p:childTnLst>
                              <p:par>
                                <p:cTn id="13" presetID="22" presetClass="entr" presetSubtype="8" fill="hold" grpId="0" nodeType="afterEffect">
                                  <p:stCondLst>
                                    <p:cond delay="500"/>
                                  </p:stCondLst>
                                  <p:childTnLst>
                                    <p:set>
                                      <p:cBhvr>
                                        <p:cTn id="14" dur="1" fill="hold">
                                          <p:stCondLst>
                                            <p:cond delay="0"/>
                                          </p:stCondLst>
                                        </p:cTn>
                                        <p:tgtEl>
                                          <p:spTgt spid="562506"/>
                                        </p:tgtEl>
                                        <p:attrNameLst>
                                          <p:attrName>style.visibility</p:attrName>
                                        </p:attrNameLst>
                                      </p:cBhvr>
                                      <p:to>
                                        <p:strVal val="visible"/>
                                      </p:to>
                                    </p:set>
                                    <p:animEffect transition="in" filter="wipe(left)">
                                      <p:cBhvr>
                                        <p:cTn id="15" dur="500"/>
                                        <p:tgtEl>
                                          <p:spTgt spid="562506"/>
                                        </p:tgtEl>
                                      </p:cBhvr>
                                    </p:animEffect>
                                  </p:childTnLst>
                                </p:cTn>
                              </p:par>
                            </p:childTnLst>
                          </p:cTn>
                        </p:par>
                        <p:par>
                          <p:cTn id="16" fill="hold">
                            <p:stCondLst>
                              <p:cond delay="2500"/>
                            </p:stCondLst>
                            <p:childTnLst>
                              <p:par>
                                <p:cTn id="17" presetID="22" presetClass="entr" presetSubtype="8" fill="hold" grpId="0" nodeType="afterEffect">
                                  <p:stCondLst>
                                    <p:cond delay="500"/>
                                  </p:stCondLst>
                                  <p:childTnLst>
                                    <p:set>
                                      <p:cBhvr>
                                        <p:cTn id="18" dur="1" fill="hold">
                                          <p:stCondLst>
                                            <p:cond delay="0"/>
                                          </p:stCondLst>
                                        </p:cTn>
                                        <p:tgtEl>
                                          <p:spTgt spid="562507"/>
                                        </p:tgtEl>
                                        <p:attrNameLst>
                                          <p:attrName>style.visibility</p:attrName>
                                        </p:attrNameLst>
                                      </p:cBhvr>
                                      <p:to>
                                        <p:strVal val="visible"/>
                                      </p:to>
                                    </p:set>
                                    <p:animEffect transition="in" filter="wipe(left)">
                                      <p:cBhvr>
                                        <p:cTn id="19" dur="500"/>
                                        <p:tgtEl>
                                          <p:spTgt spid="5625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2502" grpId="0" animBg="1"/>
      <p:bldP spid="562506" grpId="0" animBg="1"/>
      <p:bldP spid="562507" grpId="0" animBg="1"/>
      <p:bldP spid="562508" grpId="0" animBg="1"/>
    </p:bld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2"/>
          <p:cNvSpPr>
            <a:spLocks noGrp="1" noChangeArrowheads="1"/>
          </p:cNvSpPr>
          <p:nvPr>
            <p:ph type="title"/>
          </p:nvPr>
        </p:nvSpPr>
        <p:spPr/>
        <p:txBody>
          <a:bodyPr/>
          <a:lstStyle/>
          <a:p>
            <a:pPr algn="ctr" eaLnBrk="1" hangingPunct="1">
              <a:defRPr/>
            </a:pPr>
            <a:r>
              <a:rPr dirty="0"/>
              <a:t>使用</a:t>
            </a:r>
            <a:r>
              <a:rPr lang="zh-CN" altLang="en-US" dirty="0"/>
              <a:t>代理服务器</a:t>
            </a:r>
            <a:r>
              <a:rPr dirty="0"/>
              <a:t>的情况</a:t>
            </a:r>
          </a:p>
        </p:txBody>
      </p:sp>
      <p:grpSp>
        <p:nvGrpSpPr>
          <p:cNvPr id="150531" name="Group 3"/>
          <p:cNvGrpSpPr/>
          <p:nvPr/>
        </p:nvGrpSpPr>
        <p:grpSpPr bwMode="auto">
          <a:xfrm>
            <a:off x="271727" y="3205932"/>
            <a:ext cx="3742267" cy="2570162"/>
            <a:chOff x="912" y="768"/>
            <a:chExt cx="2400" cy="1584"/>
          </a:xfrm>
        </p:grpSpPr>
        <p:sp>
          <p:nvSpPr>
            <p:cNvPr id="150834" name="Oval 4"/>
            <p:cNvSpPr>
              <a:spLocks noChangeArrowheads="1"/>
            </p:cNvSpPr>
            <p:nvPr/>
          </p:nvSpPr>
          <p:spPr bwMode="auto">
            <a:xfrm>
              <a:off x="1751" y="799"/>
              <a:ext cx="1026" cy="628"/>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50835" name="Oval 5"/>
            <p:cNvSpPr>
              <a:spLocks noChangeArrowheads="1"/>
            </p:cNvSpPr>
            <p:nvPr/>
          </p:nvSpPr>
          <p:spPr bwMode="auto">
            <a:xfrm>
              <a:off x="1172" y="972"/>
              <a:ext cx="781" cy="627"/>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50836" name="Oval 6"/>
            <p:cNvSpPr>
              <a:spLocks noChangeArrowheads="1"/>
            </p:cNvSpPr>
            <p:nvPr/>
          </p:nvSpPr>
          <p:spPr bwMode="auto">
            <a:xfrm>
              <a:off x="926" y="1364"/>
              <a:ext cx="521" cy="502"/>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50837" name="Oval 7"/>
            <p:cNvSpPr>
              <a:spLocks noChangeArrowheads="1"/>
            </p:cNvSpPr>
            <p:nvPr/>
          </p:nvSpPr>
          <p:spPr bwMode="auto">
            <a:xfrm>
              <a:off x="1085" y="1599"/>
              <a:ext cx="796" cy="549"/>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50838" name="Oval 8"/>
            <p:cNvSpPr>
              <a:spLocks noChangeArrowheads="1"/>
            </p:cNvSpPr>
            <p:nvPr/>
          </p:nvSpPr>
          <p:spPr bwMode="auto">
            <a:xfrm>
              <a:off x="1664" y="1693"/>
              <a:ext cx="1200" cy="659"/>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50839" name="Oval 9"/>
            <p:cNvSpPr>
              <a:spLocks noChangeArrowheads="1"/>
            </p:cNvSpPr>
            <p:nvPr/>
          </p:nvSpPr>
          <p:spPr bwMode="auto">
            <a:xfrm>
              <a:off x="2445" y="988"/>
              <a:ext cx="751"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50840" name="Oval 10"/>
            <p:cNvSpPr>
              <a:spLocks noChangeArrowheads="1"/>
            </p:cNvSpPr>
            <p:nvPr/>
          </p:nvSpPr>
          <p:spPr bwMode="auto">
            <a:xfrm>
              <a:off x="2560" y="1317"/>
              <a:ext cx="752"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50841" name="Oval 11"/>
            <p:cNvSpPr>
              <a:spLocks noChangeArrowheads="1"/>
            </p:cNvSpPr>
            <p:nvPr/>
          </p:nvSpPr>
          <p:spPr bwMode="auto">
            <a:xfrm>
              <a:off x="2488" y="1427"/>
              <a:ext cx="752"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50842" name="Oval 12"/>
            <p:cNvSpPr>
              <a:spLocks noChangeArrowheads="1"/>
            </p:cNvSpPr>
            <p:nvPr/>
          </p:nvSpPr>
          <p:spPr bwMode="auto">
            <a:xfrm>
              <a:off x="1360" y="1176"/>
              <a:ext cx="1547"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grpSp>
          <p:nvGrpSpPr>
            <p:cNvPr id="150843" name="Group 13"/>
            <p:cNvGrpSpPr/>
            <p:nvPr/>
          </p:nvGrpSpPr>
          <p:grpSpPr bwMode="auto">
            <a:xfrm>
              <a:off x="912" y="768"/>
              <a:ext cx="2386" cy="1553"/>
              <a:chOff x="912" y="768"/>
              <a:chExt cx="2386" cy="1553"/>
            </a:xfrm>
          </p:grpSpPr>
          <p:sp>
            <p:nvSpPr>
              <p:cNvPr id="150844" name="Oval 14"/>
              <p:cNvSpPr>
                <a:spLocks noChangeArrowheads="1"/>
              </p:cNvSpPr>
              <p:nvPr/>
            </p:nvSpPr>
            <p:spPr bwMode="auto">
              <a:xfrm>
                <a:off x="1736" y="768"/>
                <a:ext cx="1027"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50845" name="Oval 15"/>
              <p:cNvSpPr>
                <a:spLocks noChangeArrowheads="1"/>
              </p:cNvSpPr>
              <p:nvPr/>
            </p:nvSpPr>
            <p:spPr bwMode="auto">
              <a:xfrm>
                <a:off x="1158" y="941"/>
                <a:ext cx="781"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50846" name="Oval 16"/>
              <p:cNvSpPr>
                <a:spLocks noChangeArrowheads="1"/>
              </p:cNvSpPr>
              <p:nvPr/>
            </p:nvSpPr>
            <p:spPr bwMode="auto">
              <a:xfrm>
                <a:off x="912" y="1333"/>
                <a:ext cx="520" cy="501"/>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50847" name="Oval 17"/>
              <p:cNvSpPr>
                <a:spLocks noChangeArrowheads="1"/>
              </p:cNvSpPr>
              <p:nvPr/>
            </p:nvSpPr>
            <p:spPr bwMode="auto">
              <a:xfrm>
                <a:off x="1071" y="1568"/>
                <a:ext cx="795" cy="549"/>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50848" name="Oval 18"/>
              <p:cNvSpPr>
                <a:spLocks noChangeArrowheads="1"/>
              </p:cNvSpPr>
              <p:nvPr/>
            </p:nvSpPr>
            <p:spPr bwMode="auto">
              <a:xfrm>
                <a:off x="1649" y="1662"/>
                <a:ext cx="1200" cy="659"/>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50849" name="Oval 19"/>
              <p:cNvSpPr>
                <a:spLocks noChangeArrowheads="1"/>
              </p:cNvSpPr>
              <p:nvPr/>
            </p:nvSpPr>
            <p:spPr bwMode="auto">
              <a:xfrm>
                <a:off x="2430" y="95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50850" name="Oval 20"/>
              <p:cNvSpPr>
                <a:spLocks noChangeArrowheads="1"/>
              </p:cNvSpPr>
              <p:nvPr/>
            </p:nvSpPr>
            <p:spPr bwMode="auto">
              <a:xfrm>
                <a:off x="2546" y="128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50851" name="Oval 21"/>
              <p:cNvSpPr>
                <a:spLocks noChangeArrowheads="1"/>
              </p:cNvSpPr>
              <p:nvPr/>
            </p:nvSpPr>
            <p:spPr bwMode="auto">
              <a:xfrm>
                <a:off x="2473" y="1395"/>
                <a:ext cx="752"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50852" name="Oval 22"/>
              <p:cNvSpPr>
                <a:spLocks noChangeArrowheads="1"/>
              </p:cNvSpPr>
              <p:nvPr/>
            </p:nvSpPr>
            <p:spPr bwMode="auto">
              <a:xfrm>
                <a:off x="1346" y="1144"/>
                <a:ext cx="1547"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grpSp>
      </p:grpSp>
      <p:graphicFrame>
        <p:nvGraphicFramePr>
          <p:cNvPr id="150532" name="Object 23"/>
          <p:cNvGraphicFramePr>
            <a:graphicFrameLocks noChangeAspect="1"/>
          </p:cNvGraphicFramePr>
          <p:nvPr/>
        </p:nvGraphicFramePr>
        <p:xfrm>
          <a:off x="7087262" y="3929832"/>
          <a:ext cx="1917567" cy="1149350"/>
        </p:xfrm>
        <a:graphic>
          <a:graphicData uri="http://schemas.openxmlformats.org/presentationml/2006/ole">
            <mc:AlternateContent xmlns:mc="http://schemas.openxmlformats.org/markup-compatibility/2006">
              <mc:Choice xmlns:v="urn:schemas-microsoft-com:vml" Requires="v">
                <p:oleObj spid="_x0000_s22512" name="VISIO" r:id="rId4" imgW="1687195" imgH="964565" progId="Visio.Drawing.6">
                  <p:embed/>
                </p:oleObj>
              </mc:Choice>
              <mc:Fallback>
                <p:oleObj name="VISIO" r:id="rId4" imgW="1687195" imgH="964565" progId="Visio.Drawing.6">
                  <p:embed/>
                  <p:pic>
                    <p:nvPicPr>
                      <p:cNvPr id="0" name="图片 2152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87262" y="3929832"/>
                        <a:ext cx="1917567" cy="1149350"/>
                      </a:xfrm>
                      <a:prstGeom prst="rect">
                        <a:avLst/>
                      </a:prstGeom>
                      <a:noFill/>
                      <a:ln>
                        <a:noFill/>
                      </a:ln>
                      <a:effectLst>
                        <a:outerShdw dist="25400" dir="54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150533" name="Line 24"/>
          <p:cNvSpPr>
            <a:spLocks noChangeShapeType="1"/>
          </p:cNvSpPr>
          <p:nvPr/>
        </p:nvSpPr>
        <p:spPr bwMode="auto">
          <a:xfrm>
            <a:off x="4046671" y="4491807"/>
            <a:ext cx="2734469" cy="0"/>
          </a:xfrm>
          <a:prstGeom prst="line">
            <a:avLst/>
          </a:prstGeom>
          <a:noFill/>
          <a:ln w="38100">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150534" name="Line 25"/>
          <p:cNvSpPr>
            <a:spLocks noChangeShapeType="1"/>
          </p:cNvSpPr>
          <p:nvPr/>
        </p:nvSpPr>
        <p:spPr bwMode="auto">
          <a:xfrm>
            <a:off x="8273919" y="5001395"/>
            <a:ext cx="703394" cy="542925"/>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0535" name="Line 26"/>
          <p:cNvSpPr>
            <a:spLocks noChangeShapeType="1"/>
          </p:cNvSpPr>
          <p:nvPr/>
        </p:nvSpPr>
        <p:spPr bwMode="auto">
          <a:xfrm>
            <a:off x="8679789" y="4721994"/>
            <a:ext cx="564092" cy="115888"/>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0536" name="Line 27"/>
          <p:cNvSpPr>
            <a:spLocks noChangeShapeType="1"/>
          </p:cNvSpPr>
          <p:nvPr/>
        </p:nvSpPr>
        <p:spPr bwMode="auto">
          <a:xfrm flipV="1">
            <a:off x="8710746" y="4040958"/>
            <a:ext cx="533135" cy="153987"/>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0537" name="Line 28"/>
          <p:cNvSpPr>
            <a:spLocks noChangeShapeType="1"/>
          </p:cNvSpPr>
          <p:nvPr/>
        </p:nvSpPr>
        <p:spPr bwMode="auto">
          <a:xfrm flipV="1">
            <a:off x="8241242" y="3421832"/>
            <a:ext cx="736071" cy="595312"/>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nvGrpSpPr>
          <p:cNvPr id="150538" name="Group 29"/>
          <p:cNvGrpSpPr/>
          <p:nvPr/>
        </p:nvGrpSpPr>
        <p:grpSpPr bwMode="auto">
          <a:xfrm>
            <a:off x="9099418" y="3696469"/>
            <a:ext cx="426508" cy="661988"/>
            <a:chOff x="4486" y="2730"/>
            <a:chExt cx="217" cy="339"/>
          </a:xfrm>
        </p:grpSpPr>
        <p:grpSp>
          <p:nvGrpSpPr>
            <p:cNvPr id="150814" name="Group 30"/>
            <p:cNvGrpSpPr/>
            <p:nvPr/>
          </p:nvGrpSpPr>
          <p:grpSpPr bwMode="auto">
            <a:xfrm>
              <a:off x="4491" y="2736"/>
              <a:ext cx="212" cy="333"/>
              <a:chOff x="4491" y="2736"/>
              <a:chExt cx="212" cy="333"/>
            </a:xfrm>
          </p:grpSpPr>
          <p:sp>
            <p:nvSpPr>
              <p:cNvPr id="150825" name="Freeform 31"/>
              <p:cNvSpPr/>
              <p:nvPr/>
            </p:nvSpPr>
            <p:spPr bwMode="auto">
              <a:xfrm>
                <a:off x="4557" y="2736"/>
                <a:ext cx="146" cy="333"/>
              </a:xfrm>
              <a:custGeom>
                <a:avLst/>
                <a:gdLst>
                  <a:gd name="T0" fmla="*/ 50 w 146"/>
                  <a:gd name="T1" fmla="*/ 333 h 333"/>
                  <a:gd name="T2" fmla="*/ 0 w 146"/>
                  <a:gd name="T3" fmla="*/ 51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1"/>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826" name="Freeform 32"/>
              <p:cNvSpPr/>
              <p:nvPr/>
            </p:nvSpPr>
            <p:spPr bwMode="auto">
              <a:xfrm>
                <a:off x="4557" y="2736"/>
                <a:ext cx="146" cy="333"/>
              </a:xfrm>
              <a:custGeom>
                <a:avLst/>
                <a:gdLst>
                  <a:gd name="T0" fmla="*/ 50 w 146"/>
                  <a:gd name="T1" fmla="*/ 333 h 333"/>
                  <a:gd name="T2" fmla="*/ 0 w 146"/>
                  <a:gd name="T3" fmla="*/ 51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1"/>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827" name="Freeform 33"/>
              <p:cNvSpPr/>
              <p:nvPr/>
            </p:nvSpPr>
            <p:spPr bwMode="auto">
              <a:xfrm>
                <a:off x="4491" y="273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828" name="Freeform 34"/>
              <p:cNvSpPr/>
              <p:nvPr/>
            </p:nvSpPr>
            <p:spPr bwMode="auto">
              <a:xfrm>
                <a:off x="4491" y="273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829" name="Rectangle 35"/>
              <p:cNvSpPr>
                <a:spLocks noChangeArrowheads="1"/>
              </p:cNvSpPr>
              <p:nvPr/>
            </p:nvSpPr>
            <p:spPr bwMode="auto">
              <a:xfrm>
                <a:off x="4491" y="2799"/>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0830" name="Rectangle 36"/>
              <p:cNvSpPr>
                <a:spLocks noChangeArrowheads="1"/>
              </p:cNvSpPr>
              <p:nvPr/>
            </p:nvSpPr>
            <p:spPr bwMode="auto">
              <a:xfrm>
                <a:off x="4496" y="2812"/>
                <a:ext cx="66"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0831" name="Line 37"/>
              <p:cNvSpPr>
                <a:spLocks noChangeShapeType="1"/>
              </p:cNvSpPr>
              <p:nvPr/>
            </p:nvSpPr>
            <p:spPr bwMode="auto">
              <a:xfrm>
                <a:off x="4501" y="2837"/>
                <a:ext cx="51"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0832" name="Line 38"/>
              <p:cNvSpPr>
                <a:spLocks noChangeShapeType="1"/>
              </p:cNvSpPr>
              <p:nvPr/>
            </p:nvSpPr>
            <p:spPr bwMode="auto">
              <a:xfrm flipH="1">
                <a:off x="4491" y="3013"/>
                <a:ext cx="116"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0833" name="Line 39"/>
              <p:cNvSpPr>
                <a:spLocks noChangeShapeType="1"/>
              </p:cNvSpPr>
              <p:nvPr/>
            </p:nvSpPr>
            <p:spPr bwMode="auto">
              <a:xfrm flipH="1">
                <a:off x="4491" y="2900"/>
                <a:ext cx="116"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nvGrpSpPr>
            <p:cNvPr id="150815" name="Group 40"/>
            <p:cNvGrpSpPr/>
            <p:nvPr/>
          </p:nvGrpSpPr>
          <p:grpSpPr bwMode="auto">
            <a:xfrm>
              <a:off x="4486" y="2730"/>
              <a:ext cx="212" cy="333"/>
              <a:chOff x="4486" y="2730"/>
              <a:chExt cx="212" cy="333"/>
            </a:xfrm>
          </p:grpSpPr>
          <p:sp>
            <p:nvSpPr>
              <p:cNvPr id="150816" name="Freeform 41"/>
              <p:cNvSpPr/>
              <p:nvPr/>
            </p:nvSpPr>
            <p:spPr bwMode="auto">
              <a:xfrm>
                <a:off x="4552" y="2730"/>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817" name="Freeform 42"/>
              <p:cNvSpPr/>
              <p:nvPr/>
            </p:nvSpPr>
            <p:spPr bwMode="auto">
              <a:xfrm>
                <a:off x="4552" y="2730"/>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818" name="Freeform 43"/>
              <p:cNvSpPr/>
              <p:nvPr/>
            </p:nvSpPr>
            <p:spPr bwMode="auto">
              <a:xfrm>
                <a:off x="4486" y="2730"/>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819" name="Freeform 44"/>
              <p:cNvSpPr/>
              <p:nvPr/>
            </p:nvSpPr>
            <p:spPr bwMode="auto">
              <a:xfrm>
                <a:off x="4486" y="2730"/>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820" name="Rectangle 45"/>
              <p:cNvSpPr>
                <a:spLocks noChangeArrowheads="1"/>
              </p:cNvSpPr>
              <p:nvPr/>
            </p:nvSpPr>
            <p:spPr bwMode="auto">
              <a:xfrm>
                <a:off x="4486" y="2793"/>
                <a:ext cx="116" cy="270"/>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0821" name="Rectangle 46"/>
              <p:cNvSpPr>
                <a:spLocks noChangeArrowheads="1"/>
              </p:cNvSpPr>
              <p:nvPr/>
            </p:nvSpPr>
            <p:spPr bwMode="auto">
              <a:xfrm>
                <a:off x="4491" y="2806"/>
                <a:ext cx="66" cy="43"/>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0822" name="Line 47"/>
              <p:cNvSpPr>
                <a:spLocks noChangeShapeType="1"/>
              </p:cNvSpPr>
              <p:nvPr/>
            </p:nvSpPr>
            <p:spPr bwMode="auto">
              <a:xfrm>
                <a:off x="4501" y="2824"/>
                <a:ext cx="41"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0823" name="Line 48"/>
              <p:cNvSpPr>
                <a:spLocks noChangeShapeType="1"/>
              </p:cNvSpPr>
              <p:nvPr/>
            </p:nvSpPr>
            <p:spPr bwMode="auto">
              <a:xfrm flipH="1">
                <a:off x="4491" y="3006"/>
                <a:ext cx="106"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0824" name="Line 49"/>
              <p:cNvSpPr>
                <a:spLocks noChangeShapeType="1"/>
              </p:cNvSpPr>
              <p:nvPr/>
            </p:nvSpPr>
            <p:spPr bwMode="auto">
              <a:xfrm flipH="1">
                <a:off x="4491" y="2893"/>
                <a:ext cx="106"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grpSp>
        <p:nvGrpSpPr>
          <p:cNvPr id="150539" name="Group 50"/>
          <p:cNvGrpSpPr/>
          <p:nvPr/>
        </p:nvGrpSpPr>
        <p:grpSpPr bwMode="auto">
          <a:xfrm>
            <a:off x="9099418" y="4556894"/>
            <a:ext cx="426508" cy="661988"/>
            <a:chOff x="4486" y="3170"/>
            <a:chExt cx="217" cy="339"/>
          </a:xfrm>
        </p:grpSpPr>
        <p:grpSp>
          <p:nvGrpSpPr>
            <p:cNvPr id="150794" name="Group 51"/>
            <p:cNvGrpSpPr/>
            <p:nvPr/>
          </p:nvGrpSpPr>
          <p:grpSpPr bwMode="auto">
            <a:xfrm>
              <a:off x="4491" y="3176"/>
              <a:ext cx="212" cy="333"/>
              <a:chOff x="4491" y="3176"/>
              <a:chExt cx="212" cy="333"/>
            </a:xfrm>
          </p:grpSpPr>
          <p:sp>
            <p:nvSpPr>
              <p:cNvPr id="150805" name="Freeform 52"/>
              <p:cNvSpPr/>
              <p:nvPr/>
            </p:nvSpPr>
            <p:spPr bwMode="auto">
              <a:xfrm>
                <a:off x="4557" y="3176"/>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806" name="Freeform 53"/>
              <p:cNvSpPr/>
              <p:nvPr/>
            </p:nvSpPr>
            <p:spPr bwMode="auto">
              <a:xfrm>
                <a:off x="4557" y="3176"/>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807" name="Freeform 54"/>
              <p:cNvSpPr/>
              <p:nvPr/>
            </p:nvSpPr>
            <p:spPr bwMode="auto">
              <a:xfrm>
                <a:off x="4491" y="317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808" name="Freeform 55"/>
              <p:cNvSpPr/>
              <p:nvPr/>
            </p:nvSpPr>
            <p:spPr bwMode="auto">
              <a:xfrm>
                <a:off x="4491" y="317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809" name="Rectangle 56"/>
              <p:cNvSpPr>
                <a:spLocks noChangeArrowheads="1"/>
              </p:cNvSpPr>
              <p:nvPr/>
            </p:nvSpPr>
            <p:spPr bwMode="auto">
              <a:xfrm>
                <a:off x="4491" y="3239"/>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0810" name="Rectangle 57"/>
              <p:cNvSpPr>
                <a:spLocks noChangeArrowheads="1"/>
              </p:cNvSpPr>
              <p:nvPr/>
            </p:nvSpPr>
            <p:spPr bwMode="auto">
              <a:xfrm>
                <a:off x="4496" y="3251"/>
                <a:ext cx="66"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0811" name="Line 58"/>
              <p:cNvSpPr>
                <a:spLocks noChangeShapeType="1"/>
              </p:cNvSpPr>
              <p:nvPr/>
            </p:nvSpPr>
            <p:spPr bwMode="auto">
              <a:xfrm>
                <a:off x="4501" y="3276"/>
                <a:ext cx="51"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0812" name="Line 59"/>
              <p:cNvSpPr>
                <a:spLocks noChangeShapeType="1"/>
              </p:cNvSpPr>
              <p:nvPr/>
            </p:nvSpPr>
            <p:spPr bwMode="auto">
              <a:xfrm flipH="1">
                <a:off x="4491" y="3452"/>
                <a:ext cx="116"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0813" name="Line 60"/>
              <p:cNvSpPr>
                <a:spLocks noChangeShapeType="1"/>
              </p:cNvSpPr>
              <p:nvPr/>
            </p:nvSpPr>
            <p:spPr bwMode="auto">
              <a:xfrm flipH="1">
                <a:off x="4491" y="3339"/>
                <a:ext cx="116"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nvGrpSpPr>
            <p:cNvPr id="150795" name="Group 61"/>
            <p:cNvGrpSpPr/>
            <p:nvPr/>
          </p:nvGrpSpPr>
          <p:grpSpPr bwMode="auto">
            <a:xfrm>
              <a:off x="4486" y="3170"/>
              <a:ext cx="212" cy="332"/>
              <a:chOff x="4486" y="3170"/>
              <a:chExt cx="212" cy="332"/>
            </a:xfrm>
          </p:grpSpPr>
          <p:sp>
            <p:nvSpPr>
              <p:cNvPr id="150796" name="Freeform 62"/>
              <p:cNvSpPr/>
              <p:nvPr/>
            </p:nvSpPr>
            <p:spPr bwMode="auto">
              <a:xfrm>
                <a:off x="4552" y="3170"/>
                <a:ext cx="146" cy="332"/>
              </a:xfrm>
              <a:custGeom>
                <a:avLst/>
                <a:gdLst>
                  <a:gd name="T0" fmla="*/ 50 w 146"/>
                  <a:gd name="T1" fmla="*/ 332 h 332"/>
                  <a:gd name="T2" fmla="*/ 0 w 146"/>
                  <a:gd name="T3" fmla="*/ 50 h 332"/>
                  <a:gd name="T4" fmla="*/ 146 w 146"/>
                  <a:gd name="T5" fmla="*/ 0 h 332"/>
                  <a:gd name="T6" fmla="*/ 146 w 146"/>
                  <a:gd name="T7" fmla="*/ 269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69"/>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797" name="Freeform 63"/>
              <p:cNvSpPr/>
              <p:nvPr/>
            </p:nvSpPr>
            <p:spPr bwMode="auto">
              <a:xfrm>
                <a:off x="4552" y="3170"/>
                <a:ext cx="146" cy="332"/>
              </a:xfrm>
              <a:custGeom>
                <a:avLst/>
                <a:gdLst>
                  <a:gd name="T0" fmla="*/ 50 w 146"/>
                  <a:gd name="T1" fmla="*/ 332 h 332"/>
                  <a:gd name="T2" fmla="*/ 0 w 146"/>
                  <a:gd name="T3" fmla="*/ 50 h 332"/>
                  <a:gd name="T4" fmla="*/ 146 w 146"/>
                  <a:gd name="T5" fmla="*/ 0 h 332"/>
                  <a:gd name="T6" fmla="*/ 146 w 146"/>
                  <a:gd name="T7" fmla="*/ 269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69"/>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798" name="Freeform 64"/>
              <p:cNvSpPr/>
              <p:nvPr/>
            </p:nvSpPr>
            <p:spPr bwMode="auto">
              <a:xfrm>
                <a:off x="4486" y="3170"/>
                <a:ext cx="212" cy="62"/>
              </a:xfrm>
              <a:custGeom>
                <a:avLst/>
                <a:gdLst>
                  <a:gd name="T0" fmla="*/ 0 w 212"/>
                  <a:gd name="T1" fmla="*/ 62 h 62"/>
                  <a:gd name="T2" fmla="*/ 91 w 212"/>
                  <a:gd name="T3" fmla="*/ 0 h 62"/>
                  <a:gd name="T4" fmla="*/ 212 w 212"/>
                  <a:gd name="T5" fmla="*/ 0 h 62"/>
                  <a:gd name="T6" fmla="*/ 116 w 212"/>
                  <a:gd name="T7" fmla="*/ 62 h 62"/>
                  <a:gd name="T8" fmla="*/ 0 w 212"/>
                  <a:gd name="T9" fmla="*/ 62 h 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2">
                    <a:moveTo>
                      <a:pt x="0" y="62"/>
                    </a:moveTo>
                    <a:lnTo>
                      <a:pt x="91" y="0"/>
                    </a:lnTo>
                    <a:lnTo>
                      <a:pt x="212" y="0"/>
                    </a:lnTo>
                    <a:lnTo>
                      <a:pt x="116" y="62"/>
                    </a:lnTo>
                    <a:lnTo>
                      <a:pt x="0" y="62"/>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799" name="Freeform 65"/>
              <p:cNvSpPr/>
              <p:nvPr/>
            </p:nvSpPr>
            <p:spPr bwMode="auto">
              <a:xfrm>
                <a:off x="4486" y="3170"/>
                <a:ext cx="212" cy="62"/>
              </a:xfrm>
              <a:custGeom>
                <a:avLst/>
                <a:gdLst>
                  <a:gd name="T0" fmla="*/ 0 w 212"/>
                  <a:gd name="T1" fmla="*/ 62 h 62"/>
                  <a:gd name="T2" fmla="*/ 91 w 212"/>
                  <a:gd name="T3" fmla="*/ 0 h 62"/>
                  <a:gd name="T4" fmla="*/ 212 w 212"/>
                  <a:gd name="T5" fmla="*/ 0 h 62"/>
                  <a:gd name="T6" fmla="*/ 116 w 212"/>
                  <a:gd name="T7" fmla="*/ 62 h 62"/>
                  <a:gd name="T8" fmla="*/ 0 w 212"/>
                  <a:gd name="T9" fmla="*/ 62 h 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2">
                    <a:moveTo>
                      <a:pt x="0" y="62"/>
                    </a:moveTo>
                    <a:lnTo>
                      <a:pt x="91" y="0"/>
                    </a:lnTo>
                    <a:lnTo>
                      <a:pt x="212" y="0"/>
                    </a:lnTo>
                    <a:lnTo>
                      <a:pt x="116" y="62"/>
                    </a:lnTo>
                    <a:lnTo>
                      <a:pt x="0" y="62"/>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800" name="Rectangle 66"/>
              <p:cNvSpPr>
                <a:spLocks noChangeArrowheads="1"/>
              </p:cNvSpPr>
              <p:nvPr/>
            </p:nvSpPr>
            <p:spPr bwMode="auto">
              <a:xfrm>
                <a:off x="4486" y="3232"/>
                <a:ext cx="116" cy="270"/>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0801" name="Rectangle 67"/>
              <p:cNvSpPr>
                <a:spLocks noChangeArrowheads="1"/>
              </p:cNvSpPr>
              <p:nvPr/>
            </p:nvSpPr>
            <p:spPr bwMode="auto">
              <a:xfrm>
                <a:off x="4491" y="3245"/>
                <a:ext cx="66"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0802" name="Line 68"/>
              <p:cNvSpPr>
                <a:spLocks noChangeShapeType="1"/>
              </p:cNvSpPr>
              <p:nvPr/>
            </p:nvSpPr>
            <p:spPr bwMode="auto">
              <a:xfrm>
                <a:off x="4501" y="3264"/>
                <a:ext cx="41"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0803" name="Line 69"/>
              <p:cNvSpPr>
                <a:spLocks noChangeShapeType="1"/>
              </p:cNvSpPr>
              <p:nvPr/>
            </p:nvSpPr>
            <p:spPr bwMode="auto">
              <a:xfrm flipH="1">
                <a:off x="4491" y="3446"/>
                <a:ext cx="106"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0804" name="Line 70"/>
              <p:cNvSpPr>
                <a:spLocks noChangeShapeType="1"/>
              </p:cNvSpPr>
              <p:nvPr/>
            </p:nvSpPr>
            <p:spPr bwMode="auto">
              <a:xfrm flipH="1">
                <a:off x="4491" y="3333"/>
                <a:ext cx="106"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grpSp>
        <p:nvGrpSpPr>
          <p:cNvPr id="150540" name="Group 71"/>
          <p:cNvGrpSpPr/>
          <p:nvPr/>
        </p:nvGrpSpPr>
        <p:grpSpPr bwMode="auto">
          <a:xfrm>
            <a:off x="8655712" y="5229994"/>
            <a:ext cx="423069" cy="661988"/>
            <a:chOff x="4260" y="3515"/>
            <a:chExt cx="216" cy="339"/>
          </a:xfrm>
        </p:grpSpPr>
        <p:grpSp>
          <p:nvGrpSpPr>
            <p:cNvPr id="150774" name="Group 72"/>
            <p:cNvGrpSpPr/>
            <p:nvPr/>
          </p:nvGrpSpPr>
          <p:grpSpPr bwMode="auto">
            <a:xfrm>
              <a:off x="4265" y="3521"/>
              <a:ext cx="211" cy="333"/>
              <a:chOff x="4265" y="3521"/>
              <a:chExt cx="211" cy="333"/>
            </a:xfrm>
          </p:grpSpPr>
          <p:sp>
            <p:nvSpPr>
              <p:cNvPr id="150785" name="Freeform 73"/>
              <p:cNvSpPr/>
              <p:nvPr/>
            </p:nvSpPr>
            <p:spPr bwMode="auto">
              <a:xfrm>
                <a:off x="4330" y="3521"/>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786" name="Freeform 74"/>
              <p:cNvSpPr/>
              <p:nvPr/>
            </p:nvSpPr>
            <p:spPr bwMode="auto">
              <a:xfrm>
                <a:off x="4330" y="3521"/>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787" name="Freeform 75"/>
              <p:cNvSpPr/>
              <p:nvPr/>
            </p:nvSpPr>
            <p:spPr bwMode="auto">
              <a:xfrm>
                <a:off x="4265" y="3521"/>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788" name="Freeform 76"/>
              <p:cNvSpPr/>
              <p:nvPr/>
            </p:nvSpPr>
            <p:spPr bwMode="auto">
              <a:xfrm>
                <a:off x="4265" y="3521"/>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789" name="Rectangle 77"/>
              <p:cNvSpPr>
                <a:spLocks noChangeArrowheads="1"/>
              </p:cNvSpPr>
              <p:nvPr/>
            </p:nvSpPr>
            <p:spPr bwMode="auto">
              <a:xfrm>
                <a:off x="4265" y="3584"/>
                <a:ext cx="115"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0790" name="Rectangle 78"/>
              <p:cNvSpPr>
                <a:spLocks noChangeArrowheads="1"/>
              </p:cNvSpPr>
              <p:nvPr/>
            </p:nvSpPr>
            <p:spPr bwMode="auto">
              <a:xfrm>
                <a:off x="4270" y="3596"/>
                <a:ext cx="65"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0791" name="Line 79"/>
              <p:cNvSpPr>
                <a:spLocks noChangeShapeType="1"/>
              </p:cNvSpPr>
              <p:nvPr/>
            </p:nvSpPr>
            <p:spPr bwMode="auto">
              <a:xfrm>
                <a:off x="4275" y="3622"/>
                <a:ext cx="50"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0792" name="Line 80"/>
              <p:cNvSpPr>
                <a:spLocks noChangeShapeType="1"/>
              </p:cNvSpPr>
              <p:nvPr/>
            </p:nvSpPr>
            <p:spPr bwMode="auto">
              <a:xfrm flipH="1">
                <a:off x="4265" y="3797"/>
                <a:ext cx="115"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0793" name="Line 81"/>
              <p:cNvSpPr>
                <a:spLocks noChangeShapeType="1"/>
              </p:cNvSpPr>
              <p:nvPr/>
            </p:nvSpPr>
            <p:spPr bwMode="auto">
              <a:xfrm flipH="1">
                <a:off x="4265" y="3684"/>
                <a:ext cx="115"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nvGrpSpPr>
            <p:cNvPr id="150775" name="Group 82"/>
            <p:cNvGrpSpPr/>
            <p:nvPr/>
          </p:nvGrpSpPr>
          <p:grpSpPr bwMode="auto">
            <a:xfrm>
              <a:off x="4260" y="3515"/>
              <a:ext cx="211" cy="332"/>
              <a:chOff x="4260" y="3515"/>
              <a:chExt cx="211" cy="332"/>
            </a:xfrm>
          </p:grpSpPr>
          <p:sp>
            <p:nvSpPr>
              <p:cNvPr id="150776" name="Freeform 83"/>
              <p:cNvSpPr/>
              <p:nvPr/>
            </p:nvSpPr>
            <p:spPr bwMode="auto">
              <a:xfrm>
                <a:off x="4325" y="3515"/>
                <a:ext cx="146" cy="332"/>
              </a:xfrm>
              <a:custGeom>
                <a:avLst/>
                <a:gdLst>
                  <a:gd name="T0" fmla="*/ 50 w 146"/>
                  <a:gd name="T1" fmla="*/ 332 h 332"/>
                  <a:gd name="T2" fmla="*/ 0 w 146"/>
                  <a:gd name="T3" fmla="*/ 50 h 332"/>
                  <a:gd name="T4" fmla="*/ 146 w 146"/>
                  <a:gd name="T5" fmla="*/ 0 h 332"/>
                  <a:gd name="T6" fmla="*/ 146 w 146"/>
                  <a:gd name="T7" fmla="*/ 270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70"/>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777" name="Freeform 84"/>
              <p:cNvSpPr/>
              <p:nvPr/>
            </p:nvSpPr>
            <p:spPr bwMode="auto">
              <a:xfrm>
                <a:off x="4325" y="3515"/>
                <a:ext cx="146" cy="332"/>
              </a:xfrm>
              <a:custGeom>
                <a:avLst/>
                <a:gdLst>
                  <a:gd name="T0" fmla="*/ 50 w 146"/>
                  <a:gd name="T1" fmla="*/ 332 h 332"/>
                  <a:gd name="T2" fmla="*/ 0 w 146"/>
                  <a:gd name="T3" fmla="*/ 50 h 332"/>
                  <a:gd name="T4" fmla="*/ 146 w 146"/>
                  <a:gd name="T5" fmla="*/ 0 h 332"/>
                  <a:gd name="T6" fmla="*/ 146 w 146"/>
                  <a:gd name="T7" fmla="*/ 270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70"/>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778" name="Freeform 85"/>
              <p:cNvSpPr/>
              <p:nvPr/>
            </p:nvSpPr>
            <p:spPr bwMode="auto">
              <a:xfrm>
                <a:off x="4260" y="3515"/>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779" name="Freeform 86"/>
              <p:cNvSpPr/>
              <p:nvPr/>
            </p:nvSpPr>
            <p:spPr bwMode="auto">
              <a:xfrm>
                <a:off x="4260" y="3515"/>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780" name="Rectangle 87"/>
              <p:cNvSpPr>
                <a:spLocks noChangeArrowheads="1"/>
              </p:cNvSpPr>
              <p:nvPr/>
            </p:nvSpPr>
            <p:spPr bwMode="auto">
              <a:xfrm>
                <a:off x="4260" y="3578"/>
                <a:ext cx="115" cy="26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0781" name="Rectangle 88"/>
              <p:cNvSpPr>
                <a:spLocks noChangeArrowheads="1"/>
              </p:cNvSpPr>
              <p:nvPr/>
            </p:nvSpPr>
            <p:spPr bwMode="auto">
              <a:xfrm>
                <a:off x="4265" y="3590"/>
                <a:ext cx="65"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0782" name="Line 89"/>
              <p:cNvSpPr>
                <a:spLocks noChangeShapeType="1"/>
              </p:cNvSpPr>
              <p:nvPr/>
            </p:nvSpPr>
            <p:spPr bwMode="auto">
              <a:xfrm>
                <a:off x="4275" y="3609"/>
                <a:ext cx="40"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0783" name="Line 90"/>
              <p:cNvSpPr>
                <a:spLocks noChangeShapeType="1"/>
              </p:cNvSpPr>
              <p:nvPr/>
            </p:nvSpPr>
            <p:spPr bwMode="auto">
              <a:xfrm flipH="1">
                <a:off x="4265" y="3791"/>
                <a:ext cx="105"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0784" name="Line 91"/>
              <p:cNvSpPr>
                <a:spLocks noChangeShapeType="1"/>
              </p:cNvSpPr>
              <p:nvPr/>
            </p:nvSpPr>
            <p:spPr bwMode="auto">
              <a:xfrm flipH="1">
                <a:off x="4265" y="3678"/>
                <a:ext cx="105"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sp>
        <p:nvSpPr>
          <p:cNvPr id="150541" name="Rectangle 92"/>
          <p:cNvSpPr>
            <a:spLocks noChangeArrowheads="1"/>
          </p:cNvSpPr>
          <p:nvPr/>
        </p:nvSpPr>
        <p:spPr bwMode="auto">
          <a:xfrm>
            <a:off x="2285603" y="3156719"/>
            <a:ext cx="32676" cy="2598738"/>
          </a:xfrm>
          <a:prstGeom prst="rect">
            <a:avLst/>
          </a:prstGeom>
          <a:solidFill>
            <a:srgbClr val="000000"/>
          </a:solidFill>
          <a:ln w="28575">
            <a:solidFill>
              <a:srgbClr val="333399"/>
            </a:solidFill>
            <a:miter lim="800000"/>
          </a:ln>
        </p:spPr>
        <p:txBody>
          <a:bodyPr/>
          <a:lstStyle/>
          <a:p>
            <a:pPr eaLnBrk="1" hangingPunct="1"/>
            <a:endParaRPr lang="zh-CN" altLang="en-US" b="1">
              <a:solidFill>
                <a:srgbClr val="000099"/>
              </a:solidFill>
            </a:endParaRPr>
          </a:p>
        </p:txBody>
      </p:sp>
      <p:sp>
        <p:nvSpPr>
          <p:cNvPr id="150542" name="Line 93"/>
          <p:cNvSpPr>
            <a:spLocks noChangeShapeType="1"/>
          </p:cNvSpPr>
          <p:nvPr/>
        </p:nvSpPr>
        <p:spPr bwMode="auto">
          <a:xfrm>
            <a:off x="1411950" y="3537720"/>
            <a:ext cx="889132" cy="3175"/>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0543" name="Line 94"/>
          <p:cNvSpPr>
            <a:spLocks noChangeShapeType="1"/>
          </p:cNvSpPr>
          <p:nvPr/>
        </p:nvSpPr>
        <p:spPr bwMode="auto">
          <a:xfrm>
            <a:off x="1678517" y="4247333"/>
            <a:ext cx="622565" cy="1587"/>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0544" name="Line 95"/>
          <p:cNvSpPr>
            <a:spLocks noChangeShapeType="1"/>
          </p:cNvSpPr>
          <p:nvPr/>
        </p:nvSpPr>
        <p:spPr bwMode="auto">
          <a:xfrm>
            <a:off x="964804" y="4748983"/>
            <a:ext cx="1336278" cy="3175"/>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0545" name="Line 96"/>
          <p:cNvSpPr>
            <a:spLocks noChangeShapeType="1"/>
          </p:cNvSpPr>
          <p:nvPr/>
        </p:nvSpPr>
        <p:spPr bwMode="auto">
          <a:xfrm>
            <a:off x="1499659" y="5366520"/>
            <a:ext cx="801423" cy="3175"/>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0546" name="Line 97"/>
          <p:cNvSpPr>
            <a:spLocks noChangeShapeType="1"/>
          </p:cNvSpPr>
          <p:nvPr/>
        </p:nvSpPr>
        <p:spPr bwMode="auto">
          <a:xfrm>
            <a:off x="2301082" y="5544320"/>
            <a:ext cx="445427" cy="3175"/>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0547" name="Line 98"/>
          <p:cNvSpPr>
            <a:spLocks noChangeShapeType="1"/>
          </p:cNvSpPr>
          <p:nvPr/>
        </p:nvSpPr>
        <p:spPr bwMode="auto">
          <a:xfrm flipV="1">
            <a:off x="3159258" y="4580707"/>
            <a:ext cx="779065" cy="647700"/>
          </a:xfrm>
          <a:prstGeom prst="line">
            <a:avLst/>
          </a:prstGeom>
          <a:noFill/>
          <a:ln w="2857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150548" name="Line 99"/>
          <p:cNvSpPr>
            <a:spLocks noChangeShapeType="1"/>
          </p:cNvSpPr>
          <p:nvPr/>
        </p:nvSpPr>
        <p:spPr bwMode="auto">
          <a:xfrm>
            <a:off x="2301081" y="4483869"/>
            <a:ext cx="1515137" cy="158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nvGrpSpPr>
          <p:cNvPr id="150549" name="Group 100"/>
          <p:cNvGrpSpPr/>
          <p:nvPr/>
        </p:nvGrpSpPr>
        <p:grpSpPr bwMode="auto">
          <a:xfrm>
            <a:off x="3656277" y="4288607"/>
            <a:ext cx="607087" cy="374650"/>
            <a:chOff x="2154" y="3033"/>
            <a:chExt cx="309" cy="192"/>
          </a:xfrm>
        </p:grpSpPr>
        <p:sp>
          <p:nvSpPr>
            <p:cNvPr id="150749" name="Oval 101"/>
            <p:cNvSpPr>
              <a:spLocks noChangeArrowheads="1"/>
            </p:cNvSpPr>
            <p:nvPr/>
          </p:nvSpPr>
          <p:spPr bwMode="auto">
            <a:xfrm>
              <a:off x="2155" y="3113"/>
              <a:ext cx="308" cy="112"/>
            </a:xfrm>
            <a:prstGeom prst="ellipse">
              <a:avLst/>
            </a:prstGeom>
            <a:solidFill>
              <a:srgbClr val="0078AA"/>
            </a:solidFill>
            <a:ln w="3175">
              <a:solidFill>
                <a:srgbClr val="AAE6FF"/>
              </a:solidFill>
              <a:round/>
            </a:ln>
          </p:spPr>
          <p:txBody>
            <a:bodyPr/>
            <a:lstStyle/>
            <a:p>
              <a:pPr eaLnBrk="1" hangingPunct="1"/>
              <a:endParaRPr lang="zh-CN" altLang="en-US" b="1">
                <a:solidFill>
                  <a:srgbClr val="000099"/>
                </a:solidFill>
              </a:endParaRPr>
            </a:p>
          </p:txBody>
        </p:sp>
        <p:sp>
          <p:nvSpPr>
            <p:cNvPr id="150750" name="Rectangle 102"/>
            <p:cNvSpPr>
              <a:spLocks noChangeArrowheads="1"/>
            </p:cNvSpPr>
            <p:nvPr/>
          </p:nvSpPr>
          <p:spPr bwMode="auto">
            <a:xfrm>
              <a:off x="2154"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0751" name="Rectangle 103"/>
            <p:cNvSpPr>
              <a:spLocks noChangeArrowheads="1"/>
            </p:cNvSpPr>
            <p:nvPr/>
          </p:nvSpPr>
          <p:spPr bwMode="auto">
            <a:xfrm>
              <a:off x="2154"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0752" name="Oval 104"/>
            <p:cNvSpPr>
              <a:spLocks noChangeArrowheads="1"/>
            </p:cNvSpPr>
            <p:nvPr/>
          </p:nvSpPr>
          <p:spPr bwMode="auto">
            <a:xfrm>
              <a:off x="2155" y="3033"/>
              <a:ext cx="308" cy="112"/>
            </a:xfrm>
            <a:prstGeom prst="ellipse">
              <a:avLst/>
            </a:prstGeom>
            <a:solidFill>
              <a:srgbClr val="00B4FF"/>
            </a:solidFill>
            <a:ln w="3175">
              <a:solidFill>
                <a:srgbClr val="AAE6FF"/>
              </a:solidFill>
              <a:round/>
            </a:ln>
          </p:spPr>
          <p:txBody>
            <a:bodyPr/>
            <a:lstStyle/>
            <a:p>
              <a:pPr eaLnBrk="1" hangingPunct="1"/>
              <a:endParaRPr lang="zh-CN" altLang="en-US" b="1">
                <a:solidFill>
                  <a:srgbClr val="000099"/>
                </a:solidFill>
              </a:endParaRPr>
            </a:p>
          </p:txBody>
        </p:sp>
        <p:grpSp>
          <p:nvGrpSpPr>
            <p:cNvPr id="150753" name="Group 105"/>
            <p:cNvGrpSpPr/>
            <p:nvPr/>
          </p:nvGrpSpPr>
          <p:grpSpPr bwMode="auto">
            <a:xfrm>
              <a:off x="2201" y="3046"/>
              <a:ext cx="214" cy="86"/>
              <a:chOff x="2201" y="3046"/>
              <a:chExt cx="214" cy="86"/>
            </a:xfrm>
          </p:grpSpPr>
          <p:grpSp>
            <p:nvGrpSpPr>
              <p:cNvPr id="150756" name="Group 106"/>
              <p:cNvGrpSpPr/>
              <p:nvPr/>
            </p:nvGrpSpPr>
            <p:grpSpPr bwMode="auto">
              <a:xfrm>
                <a:off x="2201" y="3046"/>
                <a:ext cx="212" cy="84"/>
                <a:chOff x="2201" y="3046"/>
                <a:chExt cx="212" cy="84"/>
              </a:xfrm>
            </p:grpSpPr>
            <p:sp>
              <p:nvSpPr>
                <p:cNvPr id="150766" name="Freeform 107"/>
                <p:cNvSpPr/>
                <p:nvPr/>
              </p:nvSpPr>
              <p:spPr bwMode="auto">
                <a:xfrm>
                  <a:off x="2312"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0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0"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767" name="Freeform 108"/>
                <p:cNvSpPr/>
                <p:nvPr/>
              </p:nvSpPr>
              <p:spPr bwMode="auto">
                <a:xfrm>
                  <a:off x="2312"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0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0"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768" name="Freeform 109"/>
                <p:cNvSpPr/>
                <p:nvPr/>
              </p:nvSpPr>
              <p:spPr bwMode="auto">
                <a:xfrm>
                  <a:off x="2201" y="3090"/>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769" name="Freeform 110"/>
                <p:cNvSpPr/>
                <p:nvPr/>
              </p:nvSpPr>
              <p:spPr bwMode="auto">
                <a:xfrm>
                  <a:off x="2201" y="3090"/>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770" name="Freeform 111"/>
                <p:cNvSpPr/>
                <p:nvPr/>
              </p:nvSpPr>
              <p:spPr bwMode="auto">
                <a:xfrm>
                  <a:off x="2206" y="3046"/>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771" name="Freeform 112"/>
                <p:cNvSpPr/>
                <p:nvPr/>
              </p:nvSpPr>
              <p:spPr bwMode="auto">
                <a:xfrm>
                  <a:off x="2206" y="3046"/>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772" name="Freeform 113"/>
                <p:cNvSpPr/>
                <p:nvPr/>
              </p:nvSpPr>
              <p:spPr bwMode="auto">
                <a:xfrm>
                  <a:off x="2308" y="3094"/>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1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1" y="6"/>
                      </a:lnTo>
                      <a:lnTo>
                        <a:pt x="101" y="2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773" name="Freeform 114"/>
                <p:cNvSpPr/>
                <p:nvPr/>
              </p:nvSpPr>
              <p:spPr bwMode="auto">
                <a:xfrm>
                  <a:off x="2308" y="3094"/>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1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1" y="6"/>
                      </a:lnTo>
                      <a:lnTo>
                        <a:pt x="101" y="2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grpSp>
          <p:grpSp>
            <p:nvGrpSpPr>
              <p:cNvPr id="150757" name="Group 115"/>
              <p:cNvGrpSpPr/>
              <p:nvPr/>
            </p:nvGrpSpPr>
            <p:grpSpPr bwMode="auto">
              <a:xfrm>
                <a:off x="2203" y="3048"/>
                <a:ext cx="212" cy="84"/>
                <a:chOff x="2203" y="3048"/>
                <a:chExt cx="212" cy="84"/>
              </a:xfrm>
            </p:grpSpPr>
            <p:sp>
              <p:nvSpPr>
                <p:cNvPr id="150758" name="Freeform 116"/>
                <p:cNvSpPr/>
                <p:nvPr/>
              </p:nvSpPr>
              <p:spPr bwMode="auto">
                <a:xfrm>
                  <a:off x="2313" y="3050"/>
                  <a:ext cx="102" cy="36"/>
                </a:xfrm>
                <a:custGeom>
                  <a:avLst/>
                  <a:gdLst>
                    <a:gd name="T0" fmla="*/ 0 w 102"/>
                    <a:gd name="T1" fmla="*/ 28 h 36"/>
                    <a:gd name="T2" fmla="*/ 23 w 102"/>
                    <a:gd name="T3" fmla="*/ 36 h 36"/>
                    <a:gd name="T4" fmla="*/ 77 w 102"/>
                    <a:gd name="T5" fmla="*/ 12 h 36"/>
                    <a:gd name="T6" fmla="*/ 102 w 102"/>
                    <a:gd name="T7" fmla="*/ 20 h 36"/>
                    <a:gd name="T8" fmla="*/ 89 w 102"/>
                    <a:gd name="T9" fmla="*/ 0 h 36"/>
                    <a:gd name="T10" fmla="*/ 25 w 102"/>
                    <a:gd name="T11" fmla="*/ 0 h 36"/>
                    <a:gd name="T12" fmla="*/ 51 w 102"/>
                    <a:gd name="T13" fmla="*/ 6 h 36"/>
                    <a:gd name="T14" fmla="*/ 0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28"/>
                      </a:moveTo>
                      <a:lnTo>
                        <a:pt x="23" y="36"/>
                      </a:lnTo>
                      <a:lnTo>
                        <a:pt x="77" y="12"/>
                      </a:lnTo>
                      <a:lnTo>
                        <a:pt x="102" y="20"/>
                      </a:lnTo>
                      <a:lnTo>
                        <a:pt x="89" y="0"/>
                      </a:lnTo>
                      <a:lnTo>
                        <a:pt x="25"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759" name="Freeform 117"/>
                <p:cNvSpPr/>
                <p:nvPr/>
              </p:nvSpPr>
              <p:spPr bwMode="auto">
                <a:xfrm>
                  <a:off x="2313" y="3050"/>
                  <a:ext cx="102" cy="36"/>
                </a:xfrm>
                <a:custGeom>
                  <a:avLst/>
                  <a:gdLst>
                    <a:gd name="T0" fmla="*/ 0 w 102"/>
                    <a:gd name="T1" fmla="*/ 28 h 36"/>
                    <a:gd name="T2" fmla="*/ 23 w 102"/>
                    <a:gd name="T3" fmla="*/ 36 h 36"/>
                    <a:gd name="T4" fmla="*/ 77 w 102"/>
                    <a:gd name="T5" fmla="*/ 12 h 36"/>
                    <a:gd name="T6" fmla="*/ 102 w 102"/>
                    <a:gd name="T7" fmla="*/ 20 h 36"/>
                    <a:gd name="T8" fmla="*/ 89 w 102"/>
                    <a:gd name="T9" fmla="*/ 0 h 36"/>
                    <a:gd name="T10" fmla="*/ 25 w 102"/>
                    <a:gd name="T11" fmla="*/ 0 h 36"/>
                    <a:gd name="T12" fmla="*/ 51 w 102"/>
                    <a:gd name="T13" fmla="*/ 6 h 36"/>
                    <a:gd name="T14" fmla="*/ 0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28"/>
                      </a:moveTo>
                      <a:lnTo>
                        <a:pt x="23" y="36"/>
                      </a:lnTo>
                      <a:lnTo>
                        <a:pt x="77" y="12"/>
                      </a:lnTo>
                      <a:lnTo>
                        <a:pt x="102" y="20"/>
                      </a:lnTo>
                      <a:lnTo>
                        <a:pt x="89" y="0"/>
                      </a:lnTo>
                      <a:lnTo>
                        <a:pt x="25"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760" name="Freeform 118"/>
                <p:cNvSpPr/>
                <p:nvPr/>
              </p:nvSpPr>
              <p:spPr bwMode="auto">
                <a:xfrm>
                  <a:off x="2203"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761" name="Freeform 119"/>
                <p:cNvSpPr/>
                <p:nvPr/>
              </p:nvSpPr>
              <p:spPr bwMode="auto">
                <a:xfrm>
                  <a:off x="2203"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762" name="Freeform 120"/>
                <p:cNvSpPr/>
                <p:nvPr/>
              </p:nvSpPr>
              <p:spPr bwMode="auto">
                <a:xfrm>
                  <a:off x="2208" y="3048"/>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763" name="Freeform 121"/>
                <p:cNvSpPr/>
                <p:nvPr/>
              </p:nvSpPr>
              <p:spPr bwMode="auto">
                <a:xfrm>
                  <a:off x="2208" y="3048"/>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764" name="Freeform 122"/>
                <p:cNvSpPr/>
                <p:nvPr/>
              </p:nvSpPr>
              <p:spPr bwMode="auto">
                <a:xfrm>
                  <a:off x="2310" y="3096"/>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0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0" y="6"/>
                      </a:lnTo>
                      <a:lnTo>
                        <a:pt x="101" y="2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765" name="Freeform 123"/>
                <p:cNvSpPr/>
                <p:nvPr/>
              </p:nvSpPr>
              <p:spPr bwMode="auto">
                <a:xfrm>
                  <a:off x="2310" y="3096"/>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0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0" y="6"/>
                      </a:lnTo>
                      <a:lnTo>
                        <a:pt x="101" y="2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grpSp>
        </p:grpSp>
        <p:sp>
          <p:nvSpPr>
            <p:cNvPr id="150754" name="Line 124"/>
            <p:cNvSpPr>
              <a:spLocks noChangeShapeType="1"/>
            </p:cNvSpPr>
            <p:nvPr/>
          </p:nvSpPr>
          <p:spPr bwMode="auto">
            <a:xfrm>
              <a:off x="2154" y="3088"/>
              <a:ext cx="1" cy="80"/>
            </a:xfrm>
            <a:prstGeom prst="line">
              <a:avLst/>
            </a:prstGeom>
            <a:noFill/>
            <a:ln w="3175">
              <a:solidFill>
                <a:srgbClr val="AAE6FF"/>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0755" name="Line 125"/>
            <p:cNvSpPr>
              <a:spLocks noChangeShapeType="1"/>
            </p:cNvSpPr>
            <p:nvPr/>
          </p:nvSpPr>
          <p:spPr bwMode="auto">
            <a:xfrm>
              <a:off x="2462" y="3088"/>
              <a:ext cx="1" cy="80"/>
            </a:xfrm>
            <a:prstGeom prst="line">
              <a:avLst/>
            </a:prstGeom>
            <a:noFill/>
            <a:ln w="3175">
              <a:solidFill>
                <a:srgbClr val="AAE6FF"/>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nvGrpSpPr>
          <p:cNvPr id="150550" name="Group 126"/>
          <p:cNvGrpSpPr/>
          <p:nvPr/>
        </p:nvGrpSpPr>
        <p:grpSpPr bwMode="auto">
          <a:xfrm>
            <a:off x="1234810" y="3075758"/>
            <a:ext cx="557213" cy="517525"/>
            <a:chOff x="921" y="2412"/>
            <a:chExt cx="284" cy="265"/>
          </a:xfrm>
        </p:grpSpPr>
        <p:grpSp>
          <p:nvGrpSpPr>
            <p:cNvPr id="150723" name="Group 127"/>
            <p:cNvGrpSpPr/>
            <p:nvPr/>
          </p:nvGrpSpPr>
          <p:grpSpPr bwMode="auto">
            <a:xfrm>
              <a:off x="928" y="2417"/>
              <a:ext cx="277" cy="260"/>
              <a:chOff x="928" y="2417"/>
              <a:chExt cx="277" cy="260"/>
            </a:xfrm>
          </p:grpSpPr>
          <p:sp>
            <p:nvSpPr>
              <p:cNvPr id="150737" name="Freeform 128"/>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738" name="Freeform 129"/>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739" name="Freeform 130"/>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740" name="Freeform 131"/>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741" name="Rectangle 132"/>
              <p:cNvSpPr>
                <a:spLocks noChangeArrowheads="1"/>
              </p:cNvSpPr>
              <p:nvPr/>
            </p:nvSpPr>
            <p:spPr bwMode="auto">
              <a:xfrm>
                <a:off x="974" y="2434"/>
                <a:ext cx="185"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0742" name="Rectangle 133"/>
              <p:cNvSpPr>
                <a:spLocks noChangeArrowheads="1"/>
              </p:cNvSpPr>
              <p:nvPr/>
            </p:nvSpPr>
            <p:spPr bwMode="auto">
              <a:xfrm>
                <a:off x="937" y="2576"/>
                <a:ext cx="260"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0743" name="Rectangle 134"/>
              <p:cNvSpPr>
                <a:spLocks noChangeArrowheads="1"/>
              </p:cNvSpPr>
              <p:nvPr/>
            </p:nvSpPr>
            <p:spPr bwMode="auto">
              <a:xfrm>
                <a:off x="992" y="2450"/>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0744" name="Line 135"/>
              <p:cNvSpPr>
                <a:spLocks noChangeShapeType="1"/>
              </p:cNvSpPr>
              <p:nvPr/>
            </p:nvSpPr>
            <p:spPr bwMode="auto">
              <a:xfrm flipH="1">
                <a:off x="1115" y="2598"/>
                <a:ext cx="61" cy="1"/>
              </a:xfrm>
              <a:prstGeom prst="line">
                <a:avLst/>
              </a:prstGeom>
              <a:noFill/>
              <a:ln w="7938">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nvGrpSpPr>
              <p:cNvPr id="150745" name="Group 136"/>
              <p:cNvGrpSpPr/>
              <p:nvPr/>
            </p:nvGrpSpPr>
            <p:grpSpPr bwMode="auto">
              <a:xfrm>
                <a:off x="928" y="2639"/>
                <a:ext cx="277" cy="38"/>
                <a:chOff x="928" y="2639"/>
                <a:chExt cx="277" cy="38"/>
              </a:xfrm>
            </p:grpSpPr>
            <p:sp>
              <p:nvSpPr>
                <p:cNvPr id="150746" name="Freeform 137"/>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747" name="Freeform 138"/>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748" name="Rectangle 139"/>
                <p:cNvSpPr>
                  <a:spLocks noChangeArrowheads="1"/>
                </p:cNvSpPr>
                <p:nvPr/>
              </p:nvSpPr>
              <p:spPr bwMode="auto">
                <a:xfrm>
                  <a:off x="930" y="2666"/>
                  <a:ext cx="274"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grpSp>
        </p:grpSp>
        <p:grpSp>
          <p:nvGrpSpPr>
            <p:cNvPr id="150724" name="Group 140"/>
            <p:cNvGrpSpPr/>
            <p:nvPr/>
          </p:nvGrpSpPr>
          <p:grpSpPr bwMode="auto">
            <a:xfrm>
              <a:off x="921" y="2412"/>
              <a:ext cx="277" cy="261"/>
              <a:chOff x="921" y="2412"/>
              <a:chExt cx="277" cy="261"/>
            </a:xfrm>
          </p:grpSpPr>
          <p:sp>
            <p:nvSpPr>
              <p:cNvPr id="150725" name="Freeform 141"/>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726" name="Freeform 142"/>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727" name="Freeform 143"/>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728" name="Freeform 144"/>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729" name="Rectangle 145"/>
              <p:cNvSpPr>
                <a:spLocks noChangeArrowheads="1"/>
              </p:cNvSpPr>
              <p:nvPr/>
            </p:nvSpPr>
            <p:spPr bwMode="auto">
              <a:xfrm>
                <a:off x="968" y="2429"/>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0730" name="Rectangle 146"/>
              <p:cNvSpPr>
                <a:spLocks noChangeArrowheads="1"/>
              </p:cNvSpPr>
              <p:nvPr/>
            </p:nvSpPr>
            <p:spPr bwMode="auto">
              <a:xfrm>
                <a:off x="930" y="2571"/>
                <a:ext cx="260"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0731" name="Rectangle 147"/>
              <p:cNvSpPr>
                <a:spLocks noChangeArrowheads="1"/>
              </p:cNvSpPr>
              <p:nvPr/>
            </p:nvSpPr>
            <p:spPr bwMode="auto">
              <a:xfrm>
                <a:off x="985" y="2445"/>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0732" name="Line 148"/>
              <p:cNvSpPr>
                <a:spLocks noChangeShapeType="1"/>
              </p:cNvSpPr>
              <p:nvPr/>
            </p:nvSpPr>
            <p:spPr bwMode="auto">
              <a:xfrm flipH="1">
                <a:off x="1108" y="2593"/>
                <a:ext cx="61" cy="1"/>
              </a:xfrm>
              <a:prstGeom prst="line">
                <a:avLst/>
              </a:prstGeom>
              <a:noFill/>
              <a:ln w="7938">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nvGrpSpPr>
              <p:cNvPr id="150733" name="Group 149"/>
              <p:cNvGrpSpPr/>
              <p:nvPr/>
            </p:nvGrpSpPr>
            <p:grpSpPr bwMode="auto">
              <a:xfrm>
                <a:off x="921" y="2635"/>
                <a:ext cx="277" cy="38"/>
                <a:chOff x="921" y="2635"/>
                <a:chExt cx="277" cy="38"/>
              </a:xfrm>
            </p:grpSpPr>
            <p:sp>
              <p:nvSpPr>
                <p:cNvPr id="150734" name="Freeform 150"/>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735" name="Freeform 151"/>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736" name="Rectangle 152"/>
                <p:cNvSpPr>
                  <a:spLocks noChangeArrowheads="1"/>
                </p:cNvSpPr>
                <p:nvPr/>
              </p:nvSpPr>
              <p:spPr bwMode="auto">
                <a:xfrm>
                  <a:off x="923" y="2662"/>
                  <a:ext cx="274"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grpSp>
        </p:grpSp>
      </p:grpSp>
      <p:grpSp>
        <p:nvGrpSpPr>
          <p:cNvPr id="150551" name="Group 153"/>
          <p:cNvGrpSpPr/>
          <p:nvPr/>
        </p:nvGrpSpPr>
        <p:grpSpPr bwMode="auto">
          <a:xfrm>
            <a:off x="1384433" y="3785370"/>
            <a:ext cx="553773" cy="517525"/>
            <a:chOff x="997" y="2775"/>
            <a:chExt cx="282" cy="265"/>
          </a:xfrm>
        </p:grpSpPr>
        <p:grpSp>
          <p:nvGrpSpPr>
            <p:cNvPr id="150697" name="Group 154"/>
            <p:cNvGrpSpPr/>
            <p:nvPr/>
          </p:nvGrpSpPr>
          <p:grpSpPr bwMode="auto">
            <a:xfrm>
              <a:off x="1004" y="2779"/>
              <a:ext cx="275" cy="261"/>
              <a:chOff x="1004" y="2779"/>
              <a:chExt cx="275" cy="261"/>
            </a:xfrm>
          </p:grpSpPr>
          <p:sp>
            <p:nvSpPr>
              <p:cNvPr id="150711" name="Freeform 155"/>
              <p:cNvSpPr/>
              <p:nvPr/>
            </p:nvSpPr>
            <p:spPr bwMode="auto">
              <a:xfrm>
                <a:off x="1011" y="2914"/>
                <a:ext cx="260" cy="26"/>
              </a:xfrm>
              <a:custGeom>
                <a:avLst/>
                <a:gdLst>
                  <a:gd name="T0" fmla="*/ 0 w 260"/>
                  <a:gd name="T1" fmla="*/ 26 h 26"/>
                  <a:gd name="T2" fmla="*/ 30 w 260"/>
                  <a:gd name="T3" fmla="*/ 0 h 26"/>
                  <a:gd name="T4" fmla="*/ 229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0" y="0"/>
                    </a:lnTo>
                    <a:lnTo>
                      <a:pt x="229"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712" name="Freeform 156"/>
              <p:cNvSpPr/>
              <p:nvPr/>
            </p:nvSpPr>
            <p:spPr bwMode="auto">
              <a:xfrm>
                <a:off x="1011" y="2914"/>
                <a:ext cx="260" cy="26"/>
              </a:xfrm>
              <a:custGeom>
                <a:avLst/>
                <a:gdLst>
                  <a:gd name="T0" fmla="*/ 0 w 260"/>
                  <a:gd name="T1" fmla="*/ 26 h 26"/>
                  <a:gd name="T2" fmla="*/ 30 w 260"/>
                  <a:gd name="T3" fmla="*/ 0 h 26"/>
                  <a:gd name="T4" fmla="*/ 229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0" y="0"/>
                    </a:lnTo>
                    <a:lnTo>
                      <a:pt x="229"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713" name="Freeform 157"/>
              <p:cNvSpPr/>
              <p:nvPr/>
            </p:nvSpPr>
            <p:spPr bwMode="auto">
              <a:xfrm>
                <a:off x="1050" y="2779"/>
                <a:ext cx="183" cy="18"/>
              </a:xfrm>
              <a:custGeom>
                <a:avLst/>
                <a:gdLst>
                  <a:gd name="T0" fmla="*/ 0 w 183"/>
                  <a:gd name="T1" fmla="*/ 18 h 18"/>
                  <a:gd name="T2" fmla="*/ 22 w 183"/>
                  <a:gd name="T3" fmla="*/ 0 h 18"/>
                  <a:gd name="T4" fmla="*/ 161 w 183"/>
                  <a:gd name="T5" fmla="*/ 0 h 18"/>
                  <a:gd name="T6" fmla="*/ 183 w 183"/>
                  <a:gd name="T7" fmla="*/ 18 h 18"/>
                  <a:gd name="T8" fmla="*/ 0 w 183"/>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8">
                    <a:moveTo>
                      <a:pt x="0" y="18"/>
                    </a:moveTo>
                    <a:lnTo>
                      <a:pt x="22" y="0"/>
                    </a:lnTo>
                    <a:lnTo>
                      <a:pt x="161" y="0"/>
                    </a:lnTo>
                    <a:lnTo>
                      <a:pt x="183"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714" name="Freeform 158"/>
              <p:cNvSpPr/>
              <p:nvPr/>
            </p:nvSpPr>
            <p:spPr bwMode="auto">
              <a:xfrm>
                <a:off x="1050" y="2779"/>
                <a:ext cx="183" cy="18"/>
              </a:xfrm>
              <a:custGeom>
                <a:avLst/>
                <a:gdLst>
                  <a:gd name="T0" fmla="*/ 0 w 183"/>
                  <a:gd name="T1" fmla="*/ 18 h 18"/>
                  <a:gd name="T2" fmla="*/ 22 w 183"/>
                  <a:gd name="T3" fmla="*/ 0 h 18"/>
                  <a:gd name="T4" fmla="*/ 161 w 183"/>
                  <a:gd name="T5" fmla="*/ 0 h 18"/>
                  <a:gd name="T6" fmla="*/ 183 w 183"/>
                  <a:gd name="T7" fmla="*/ 18 h 18"/>
                  <a:gd name="T8" fmla="*/ 0 w 183"/>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8">
                    <a:moveTo>
                      <a:pt x="0" y="18"/>
                    </a:moveTo>
                    <a:lnTo>
                      <a:pt x="22" y="0"/>
                    </a:lnTo>
                    <a:lnTo>
                      <a:pt x="161" y="0"/>
                    </a:lnTo>
                    <a:lnTo>
                      <a:pt x="183"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715" name="Rectangle 159"/>
              <p:cNvSpPr>
                <a:spLocks noChangeArrowheads="1"/>
              </p:cNvSpPr>
              <p:nvPr/>
            </p:nvSpPr>
            <p:spPr bwMode="auto">
              <a:xfrm>
                <a:off x="1050" y="2797"/>
                <a:ext cx="183"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0716" name="Rectangle 160"/>
              <p:cNvSpPr>
                <a:spLocks noChangeArrowheads="1"/>
              </p:cNvSpPr>
              <p:nvPr/>
            </p:nvSpPr>
            <p:spPr bwMode="auto">
              <a:xfrm>
                <a:off x="1013" y="2938"/>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0717" name="Rectangle 161"/>
              <p:cNvSpPr>
                <a:spLocks noChangeArrowheads="1"/>
              </p:cNvSpPr>
              <p:nvPr/>
            </p:nvSpPr>
            <p:spPr bwMode="auto">
              <a:xfrm>
                <a:off x="1067" y="2813"/>
                <a:ext cx="149" cy="10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0718" name="Line 162"/>
              <p:cNvSpPr>
                <a:spLocks noChangeShapeType="1"/>
              </p:cNvSpPr>
              <p:nvPr/>
            </p:nvSpPr>
            <p:spPr bwMode="auto">
              <a:xfrm flipH="1">
                <a:off x="1189" y="2961"/>
                <a:ext cx="61" cy="1"/>
              </a:xfrm>
              <a:prstGeom prst="line">
                <a:avLst/>
              </a:prstGeom>
              <a:noFill/>
              <a:ln w="7938">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nvGrpSpPr>
              <p:cNvPr id="150719" name="Group 163"/>
              <p:cNvGrpSpPr/>
              <p:nvPr/>
            </p:nvGrpSpPr>
            <p:grpSpPr bwMode="auto">
              <a:xfrm>
                <a:off x="1004" y="3002"/>
                <a:ext cx="275" cy="38"/>
                <a:chOff x="1004" y="3002"/>
                <a:chExt cx="275" cy="38"/>
              </a:xfrm>
            </p:grpSpPr>
            <p:sp>
              <p:nvSpPr>
                <p:cNvPr id="150720" name="Freeform 164"/>
                <p:cNvSpPr/>
                <p:nvPr/>
              </p:nvSpPr>
              <p:spPr bwMode="auto">
                <a:xfrm>
                  <a:off x="1004" y="3002"/>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721" name="Freeform 165"/>
                <p:cNvSpPr/>
                <p:nvPr/>
              </p:nvSpPr>
              <p:spPr bwMode="auto">
                <a:xfrm>
                  <a:off x="1004" y="3002"/>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722" name="Rectangle 166"/>
                <p:cNvSpPr>
                  <a:spLocks noChangeArrowheads="1"/>
                </p:cNvSpPr>
                <p:nvPr/>
              </p:nvSpPr>
              <p:spPr bwMode="auto">
                <a:xfrm>
                  <a:off x="1006" y="3029"/>
                  <a:ext cx="271"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grpSp>
        </p:grpSp>
        <p:grpSp>
          <p:nvGrpSpPr>
            <p:cNvPr id="150698" name="Group 167"/>
            <p:cNvGrpSpPr/>
            <p:nvPr/>
          </p:nvGrpSpPr>
          <p:grpSpPr bwMode="auto">
            <a:xfrm>
              <a:off x="997" y="2775"/>
              <a:ext cx="275" cy="260"/>
              <a:chOff x="997" y="2775"/>
              <a:chExt cx="275" cy="260"/>
            </a:xfrm>
          </p:grpSpPr>
          <p:sp>
            <p:nvSpPr>
              <p:cNvPr id="150699" name="Freeform 168"/>
              <p:cNvSpPr/>
              <p:nvPr/>
            </p:nvSpPr>
            <p:spPr bwMode="auto">
              <a:xfrm>
                <a:off x="1004" y="2910"/>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700" name="Freeform 169"/>
              <p:cNvSpPr/>
              <p:nvPr/>
            </p:nvSpPr>
            <p:spPr bwMode="auto">
              <a:xfrm>
                <a:off x="1004" y="2910"/>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701" name="Freeform 170"/>
              <p:cNvSpPr/>
              <p:nvPr/>
            </p:nvSpPr>
            <p:spPr bwMode="auto">
              <a:xfrm>
                <a:off x="1043" y="2775"/>
                <a:ext cx="184" cy="17"/>
              </a:xfrm>
              <a:custGeom>
                <a:avLst/>
                <a:gdLst>
                  <a:gd name="T0" fmla="*/ 0 w 184"/>
                  <a:gd name="T1" fmla="*/ 17 h 17"/>
                  <a:gd name="T2" fmla="*/ 22 w 184"/>
                  <a:gd name="T3" fmla="*/ 0 h 17"/>
                  <a:gd name="T4" fmla="*/ 161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1"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702" name="Freeform 171"/>
              <p:cNvSpPr/>
              <p:nvPr/>
            </p:nvSpPr>
            <p:spPr bwMode="auto">
              <a:xfrm>
                <a:off x="1043" y="2775"/>
                <a:ext cx="184" cy="17"/>
              </a:xfrm>
              <a:custGeom>
                <a:avLst/>
                <a:gdLst>
                  <a:gd name="T0" fmla="*/ 0 w 184"/>
                  <a:gd name="T1" fmla="*/ 17 h 17"/>
                  <a:gd name="T2" fmla="*/ 22 w 184"/>
                  <a:gd name="T3" fmla="*/ 0 h 17"/>
                  <a:gd name="T4" fmla="*/ 161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1"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703" name="Rectangle 172"/>
              <p:cNvSpPr>
                <a:spLocks noChangeArrowheads="1"/>
              </p:cNvSpPr>
              <p:nvPr/>
            </p:nvSpPr>
            <p:spPr bwMode="auto">
              <a:xfrm>
                <a:off x="1043" y="2792"/>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0704" name="Rectangle 173"/>
              <p:cNvSpPr>
                <a:spLocks noChangeArrowheads="1"/>
              </p:cNvSpPr>
              <p:nvPr/>
            </p:nvSpPr>
            <p:spPr bwMode="auto">
              <a:xfrm>
                <a:off x="1006" y="2934"/>
                <a:ext cx="258" cy="5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0705" name="Rectangle 174"/>
              <p:cNvSpPr>
                <a:spLocks noChangeArrowheads="1"/>
              </p:cNvSpPr>
              <p:nvPr/>
            </p:nvSpPr>
            <p:spPr bwMode="auto">
              <a:xfrm>
                <a:off x="1060" y="2808"/>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0706" name="Line 175"/>
              <p:cNvSpPr>
                <a:spLocks noChangeShapeType="1"/>
              </p:cNvSpPr>
              <p:nvPr/>
            </p:nvSpPr>
            <p:spPr bwMode="auto">
              <a:xfrm flipH="1">
                <a:off x="1182" y="2956"/>
                <a:ext cx="62" cy="1"/>
              </a:xfrm>
              <a:prstGeom prst="line">
                <a:avLst/>
              </a:prstGeom>
              <a:noFill/>
              <a:ln w="7938">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nvGrpSpPr>
              <p:cNvPr id="150707" name="Group 176"/>
              <p:cNvGrpSpPr/>
              <p:nvPr/>
            </p:nvGrpSpPr>
            <p:grpSpPr bwMode="auto">
              <a:xfrm>
                <a:off x="997" y="2997"/>
                <a:ext cx="275" cy="38"/>
                <a:chOff x="997" y="2997"/>
                <a:chExt cx="275" cy="38"/>
              </a:xfrm>
            </p:grpSpPr>
            <p:sp>
              <p:nvSpPr>
                <p:cNvPr id="150708" name="Freeform 177"/>
                <p:cNvSpPr/>
                <p:nvPr/>
              </p:nvSpPr>
              <p:spPr bwMode="auto">
                <a:xfrm>
                  <a:off x="997" y="2997"/>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709" name="Freeform 178"/>
                <p:cNvSpPr/>
                <p:nvPr/>
              </p:nvSpPr>
              <p:spPr bwMode="auto">
                <a:xfrm>
                  <a:off x="997" y="2997"/>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710" name="Rectangle 179"/>
                <p:cNvSpPr>
                  <a:spLocks noChangeArrowheads="1"/>
                </p:cNvSpPr>
                <p:nvPr/>
              </p:nvSpPr>
              <p:spPr bwMode="auto">
                <a:xfrm>
                  <a:off x="999" y="3024"/>
                  <a:ext cx="272"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grpSp>
        </p:grpSp>
      </p:grpSp>
      <p:grpSp>
        <p:nvGrpSpPr>
          <p:cNvPr id="150552" name="Group 180"/>
          <p:cNvGrpSpPr/>
          <p:nvPr/>
        </p:nvGrpSpPr>
        <p:grpSpPr bwMode="auto">
          <a:xfrm>
            <a:off x="584730" y="4315595"/>
            <a:ext cx="553773" cy="517525"/>
            <a:chOff x="590" y="3047"/>
            <a:chExt cx="282" cy="265"/>
          </a:xfrm>
        </p:grpSpPr>
        <p:grpSp>
          <p:nvGrpSpPr>
            <p:cNvPr id="150671" name="Group 181"/>
            <p:cNvGrpSpPr/>
            <p:nvPr/>
          </p:nvGrpSpPr>
          <p:grpSpPr bwMode="auto">
            <a:xfrm>
              <a:off x="596" y="3051"/>
              <a:ext cx="276" cy="261"/>
              <a:chOff x="596" y="3051"/>
              <a:chExt cx="276" cy="261"/>
            </a:xfrm>
          </p:grpSpPr>
          <p:sp>
            <p:nvSpPr>
              <p:cNvPr id="150685" name="Freeform 182"/>
              <p:cNvSpPr/>
              <p:nvPr/>
            </p:nvSpPr>
            <p:spPr bwMode="auto">
              <a:xfrm>
                <a:off x="603" y="3186"/>
                <a:ext cx="260" cy="26"/>
              </a:xfrm>
              <a:custGeom>
                <a:avLst/>
                <a:gdLst>
                  <a:gd name="T0" fmla="*/ 0 w 260"/>
                  <a:gd name="T1" fmla="*/ 26 h 26"/>
                  <a:gd name="T2" fmla="*/ 31 w 260"/>
                  <a:gd name="T3" fmla="*/ 0 h 26"/>
                  <a:gd name="T4" fmla="*/ 230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1" y="0"/>
                    </a:lnTo>
                    <a:lnTo>
                      <a:pt x="230"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686" name="Freeform 183"/>
              <p:cNvSpPr/>
              <p:nvPr/>
            </p:nvSpPr>
            <p:spPr bwMode="auto">
              <a:xfrm>
                <a:off x="603" y="3186"/>
                <a:ext cx="260" cy="26"/>
              </a:xfrm>
              <a:custGeom>
                <a:avLst/>
                <a:gdLst>
                  <a:gd name="T0" fmla="*/ 0 w 260"/>
                  <a:gd name="T1" fmla="*/ 26 h 26"/>
                  <a:gd name="T2" fmla="*/ 31 w 260"/>
                  <a:gd name="T3" fmla="*/ 0 h 26"/>
                  <a:gd name="T4" fmla="*/ 230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1" y="0"/>
                    </a:lnTo>
                    <a:lnTo>
                      <a:pt x="230"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687" name="Freeform 184"/>
              <p:cNvSpPr/>
              <p:nvPr/>
            </p:nvSpPr>
            <p:spPr bwMode="auto">
              <a:xfrm>
                <a:off x="642" y="3051"/>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688" name="Freeform 185"/>
              <p:cNvSpPr/>
              <p:nvPr/>
            </p:nvSpPr>
            <p:spPr bwMode="auto">
              <a:xfrm>
                <a:off x="642" y="3051"/>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689" name="Rectangle 186"/>
              <p:cNvSpPr>
                <a:spLocks noChangeArrowheads="1"/>
              </p:cNvSpPr>
              <p:nvPr/>
            </p:nvSpPr>
            <p:spPr bwMode="auto">
              <a:xfrm>
                <a:off x="642" y="3069"/>
                <a:ext cx="184"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0690" name="Rectangle 187"/>
              <p:cNvSpPr>
                <a:spLocks noChangeArrowheads="1"/>
              </p:cNvSpPr>
              <p:nvPr/>
            </p:nvSpPr>
            <p:spPr bwMode="auto">
              <a:xfrm>
                <a:off x="605" y="3210"/>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0691" name="Rectangle 188"/>
              <p:cNvSpPr>
                <a:spLocks noChangeArrowheads="1"/>
              </p:cNvSpPr>
              <p:nvPr/>
            </p:nvSpPr>
            <p:spPr bwMode="auto">
              <a:xfrm>
                <a:off x="659" y="3085"/>
                <a:ext cx="150" cy="10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0692" name="Line 189"/>
              <p:cNvSpPr>
                <a:spLocks noChangeShapeType="1"/>
              </p:cNvSpPr>
              <p:nvPr/>
            </p:nvSpPr>
            <p:spPr bwMode="auto">
              <a:xfrm flipH="1">
                <a:off x="782" y="3233"/>
                <a:ext cx="61" cy="1"/>
              </a:xfrm>
              <a:prstGeom prst="line">
                <a:avLst/>
              </a:prstGeom>
              <a:noFill/>
              <a:ln w="7938">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nvGrpSpPr>
              <p:cNvPr id="150693" name="Group 190"/>
              <p:cNvGrpSpPr/>
              <p:nvPr/>
            </p:nvGrpSpPr>
            <p:grpSpPr bwMode="auto">
              <a:xfrm>
                <a:off x="596" y="3274"/>
                <a:ext cx="276" cy="38"/>
                <a:chOff x="596" y="3274"/>
                <a:chExt cx="276" cy="38"/>
              </a:xfrm>
            </p:grpSpPr>
            <p:sp>
              <p:nvSpPr>
                <p:cNvPr id="150694" name="Freeform 191"/>
                <p:cNvSpPr/>
                <p:nvPr/>
              </p:nvSpPr>
              <p:spPr bwMode="auto">
                <a:xfrm>
                  <a:off x="596" y="3274"/>
                  <a:ext cx="276" cy="29"/>
                </a:xfrm>
                <a:custGeom>
                  <a:avLst/>
                  <a:gdLst>
                    <a:gd name="T0" fmla="*/ 0 w 276"/>
                    <a:gd name="T1" fmla="*/ 29 h 29"/>
                    <a:gd name="T2" fmla="*/ 33 w 276"/>
                    <a:gd name="T3" fmla="*/ 0 h 29"/>
                    <a:gd name="T4" fmla="*/ 243 w 276"/>
                    <a:gd name="T5" fmla="*/ 0 h 29"/>
                    <a:gd name="T6" fmla="*/ 276 w 276"/>
                    <a:gd name="T7" fmla="*/ 29 h 29"/>
                    <a:gd name="T8" fmla="*/ 0 w 276"/>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6" h="29">
                      <a:moveTo>
                        <a:pt x="0" y="29"/>
                      </a:moveTo>
                      <a:lnTo>
                        <a:pt x="33" y="0"/>
                      </a:lnTo>
                      <a:lnTo>
                        <a:pt x="243" y="0"/>
                      </a:lnTo>
                      <a:lnTo>
                        <a:pt x="276"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695" name="Freeform 192"/>
                <p:cNvSpPr/>
                <p:nvPr/>
              </p:nvSpPr>
              <p:spPr bwMode="auto">
                <a:xfrm>
                  <a:off x="596" y="3274"/>
                  <a:ext cx="276" cy="29"/>
                </a:xfrm>
                <a:custGeom>
                  <a:avLst/>
                  <a:gdLst>
                    <a:gd name="T0" fmla="*/ 0 w 276"/>
                    <a:gd name="T1" fmla="*/ 29 h 29"/>
                    <a:gd name="T2" fmla="*/ 33 w 276"/>
                    <a:gd name="T3" fmla="*/ 0 h 29"/>
                    <a:gd name="T4" fmla="*/ 243 w 276"/>
                    <a:gd name="T5" fmla="*/ 0 h 29"/>
                    <a:gd name="T6" fmla="*/ 276 w 276"/>
                    <a:gd name="T7" fmla="*/ 29 h 29"/>
                    <a:gd name="T8" fmla="*/ 0 w 276"/>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6" h="29">
                      <a:moveTo>
                        <a:pt x="0" y="29"/>
                      </a:moveTo>
                      <a:lnTo>
                        <a:pt x="33" y="0"/>
                      </a:lnTo>
                      <a:lnTo>
                        <a:pt x="243" y="0"/>
                      </a:lnTo>
                      <a:lnTo>
                        <a:pt x="276"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696" name="Rectangle 193"/>
                <p:cNvSpPr>
                  <a:spLocks noChangeArrowheads="1"/>
                </p:cNvSpPr>
                <p:nvPr/>
              </p:nvSpPr>
              <p:spPr bwMode="auto">
                <a:xfrm>
                  <a:off x="598" y="3301"/>
                  <a:ext cx="272"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grpSp>
        </p:grpSp>
        <p:grpSp>
          <p:nvGrpSpPr>
            <p:cNvPr id="150672" name="Group 194"/>
            <p:cNvGrpSpPr/>
            <p:nvPr/>
          </p:nvGrpSpPr>
          <p:grpSpPr bwMode="auto">
            <a:xfrm>
              <a:off x="590" y="3047"/>
              <a:ext cx="275" cy="260"/>
              <a:chOff x="590" y="3047"/>
              <a:chExt cx="275" cy="260"/>
            </a:xfrm>
          </p:grpSpPr>
          <p:sp>
            <p:nvSpPr>
              <p:cNvPr id="150673" name="Freeform 195"/>
              <p:cNvSpPr/>
              <p:nvPr/>
            </p:nvSpPr>
            <p:spPr bwMode="auto">
              <a:xfrm>
                <a:off x="596" y="3182"/>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674" name="Freeform 196"/>
              <p:cNvSpPr/>
              <p:nvPr/>
            </p:nvSpPr>
            <p:spPr bwMode="auto">
              <a:xfrm>
                <a:off x="596" y="3182"/>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675" name="Freeform 197"/>
              <p:cNvSpPr/>
              <p:nvPr/>
            </p:nvSpPr>
            <p:spPr bwMode="auto">
              <a:xfrm>
                <a:off x="636" y="3047"/>
                <a:ext cx="183" cy="17"/>
              </a:xfrm>
              <a:custGeom>
                <a:avLst/>
                <a:gdLst>
                  <a:gd name="T0" fmla="*/ 0 w 183"/>
                  <a:gd name="T1" fmla="*/ 17 h 17"/>
                  <a:gd name="T2" fmla="*/ 22 w 183"/>
                  <a:gd name="T3" fmla="*/ 0 h 17"/>
                  <a:gd name="T4" fmla="*/ 161 w 183"/>
                  <a:gd name="T5" fmla="*/ 0 h 17"/>
                  <a:gd name="T6" fmla="*/ 183 w 183"/>
                  <a:gd name="T7" fmla="*/ 17 h 17"/>
                  <a:gd name="T8" fmla="*/ 0 w 183"/>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7">
                    <a:moveTo>
                      <a:pt x="0" y="17"/>
                    </a:moveTo>
                    <a:lnTo>
                      <a:pt x="22" y="0"/>
                    </a:lnTo>
                    <a:lnTo>
                      <a:pt x="161" y="0"/>
                    </a:lnTo>
                    <a:lnTo>
                      <a:pt x="183"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676" name="Freeform 198"/>
              <p:cNvSpPr/>
              <p:nvPr/>
            </p:nvSpPr>
            <p:spPr bwMode="auto">
              <a:xfrm>
                <a:off x="636" y="3047"/>
                <a:ext cx="183" cy="17"/>
              </a:xfrm>
              <a:custGeom>
                <a:avLst/>
                <a:gdLst>
                  <a:gd name="T0" fmla="*/ 0 w 183"/>
                  <a:gd name="T1" fmla="*/ 17 h 17"/>
                  <a:gd name="T2" fmla="*/ 22 w 183"/>
                  <a:gd name="T3" fmla="*/ 0 h 17"/>
                  <a:gd name="T4" fmla="*/ 161 w 183"/>
                  <a:gd name="T5" fmla="*/ 0 h 17"/>
                  <a:gd name="T6" fmla="*/ 183 w 183"/>
                  <a:gd name="T7" fmla="*/ 17 h 17"/>
                  <a:gd name="T8" fmla="*/ 0 w 183"/>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7">
                    <a:moveTo>
                      <a:pt x="0" y="17"/>
                    </a:moveTo>
                    <a:lnTo>
                      <a:pt x="22" y="0"/>
                    </a:lnTo>
                    <a:lnTo>
                      <a:pt x="161" y="0"/>
                    </a:lnTo>
                    <a:lnTo>
                      <a:pt x="183"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677" name="Rectangle 199"/>
              <p:cNvSpPr>
                <a:spLocks noChangeArrowheads="1"/>
              </p:cNvSpPr>
              <p:nvPr/>
            </p:nvSpPr>
            <p:spPr bwMode="auto">
              <a:xfrm>
                <a:off x="636" y="3064"/>
                <a:ext cx="183"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0678" name="Rectangle 200"/>
              <p:cNvSpPr>
                <a:spLocks noChangeArrowheads="1"/>
              </p:cNvSpPr>
              <p:nvPr/>
            </p:nvSpPr>
            <p:spPr bwMode="auto">
              <a:xfrm>
                <a:off x="598" y="3206"/>
                <a:ext cx="258" cy="5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0679" name="Rectangle 201"/>
              <p:cNvSpPr>
                <a:spLocks noChangeArrowheads="1"/>
              </p:cNvSpPr>
              <p:nvPr/>
            </p:nvSpPr>
            <p:spPr bwMode="auto">
              <a:xfrm>
                <a:off x="653" y="3080"/>
                <a:ext cx="149"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0680" name="Line 202"/>
              <p:cNvSpPr>
                <a:spLocks noChangeShapeType="1"/>
              </p:cNvSpPr>
              <p:nvPr/>
            </p:nvSpPr>
            <p:spPr bwMode="auto">
              <a:xfrm flipH="1">
                <a:off x="775" y="3228"/>
                <a:ext cx="61" cy="1"/>
              </a:xfrm>
              <a:prstGeom prst="line">
                <a:avLst/>
              </a:prstGeom>
              <a:noFill/>
              <a:ln w="7938">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nvGrpSpPr>
              <p:cNvPr id="150681" name="Group 203"/>
              <p:cNvGrpSpPr/>
              <p:nvPr/>
            </p:nvGrpSpPr>
            <p:grpSpPr bwMode="auto">
              <a:xfrm>
                <a:off x="590" y="3269"/>
                <a:ext cx="275" cy="38"/>
                <a:chOff x="590" y="3269"/>
                <a:chExt cx="275" cy="38"/>
              </a:xfrm>
            </p:grpSpPr>
            <p:sp>
              <p:nvSpPr>
                <p:cNvPr id="150682" name="Freeform 204"/>
                <p:cNvSpPr/>
                <p:nvPr/>
              </p:nvSpPr>
              <p:spPr bwMode="auto">
                <a:xfrm>
                  <a:off x="590" y="3269"/>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683" name="Freeform 205"/>
                <p:cNvSpPr/>
                <p:nvPr/>
              </p:nvSpPr>
              <p:spPr bwMode="auto">
                <a:xfrm>
                  <a:off x="590" y="3269"/>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684" name="Rectangle 206"/>
                <p:cNvSpPr>
                  <a:spLocks noChangeArrowheads="1"/>
                </p:cNvSpPr>
                <p:nvPr/>
              </p:nvSpPr>
              <p:spPr bwMode="auto">
                <a:xfrm>
                  <a:off x="591" y="3296"/>
                  <a:ext cx="272"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grpSp>
        </p:grpSp>
      </p:grpSp>
      <p:grpSp>
        <p:nvGrpSpPr>
          <p:cNvPr id="150553" name="Group 207"/>
          <p:cNvGrpSpPr/>
          <p:nvPr/>
        </p:nvGrpSpPr>
        <p:grpSpPr bwMode="auto">
          <a:xfrm>
            <a:off x="1205575" y="4937895"/>
            <a:ext cx="552053" cy="517525"/>
            <a:chOff x="906" y="3365"/>
            <a:chExt cx="281" cy="265"/>
          </a:xfrm>
        </p:grpSpPr>
        <p:grpSp>
          <p:nvGrpSpPr>
            <p:cNvPr id="150645" name="Group 208"/>
            <p:cNvGrpSpPr/>
            <p:nvPr/>
          </p:nvGrpSpPr>
          <p:grpSpPr bwMode="auto">
            <a:xfrm>
              <a:off x="912" y="3369"/>
              <a:ext cx="275" cy="261"/>
              <a:chOff x="912" y="3369"/>
              <a:chExt cx="275" cy="261"/>
            </a:xfrm>
          </p:grpSpPr>
          <p:sp>
            <p:nvSpPr>
              <p:cNvPr id="150659" name="Freeform 209"/>
              <p:cNvSpPr/>
              <p:nvPr/>
            </p:nvSpPr>
            <p:spPr bwMode="auto">
              <a:xfrm>
                <a:off x="919" y="3505"/>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660" name="Freeform 210"/>
              <p:cNvSpPr/>
              <p:nvPr/>
            </p:nvSpPr>
            <p:spPr bwMode="auto">
              <a:xfrm>
                <a:off x="919" y="3505"/>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661" name="Freeform 211"/>
              <p:cNvSpPr/>
              <p:nvPr/>
            </p:nvSpPr>
            <p:spPr bwMode="auto">
              <a:xfrm>
                <a:off x="958" y="3369"/>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662" name="Freeform 212"/>
              <p:cNvSpPr/>
              <p:nvPr/>
            </p:nvSpPr>
            <p:spPr bwMode="auto">
              <a:xfrm>
                <a:off x="958" y="3369"/>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663" name="Rectangle 213"/>
              <p:cNvSpPr>
                <a:spLocks noChangeArrowheads="1"/>
              </p:cNvSpPr>
              <p:nvPr/>
            </p:nvSpPr>
            <p:spPr bwMode="auto">
              <a:xfrm>
                <a:off x="958" y="3387"/>
                <a:ext cx="184"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0664" name="Rectangle 214"/>
              <p:cNvSpPr>
                <a:spLocks noChangeArrowheads="1"/>
              </p:cNvSpPr>
              <p:nvPr/>
            </p:nvSpPr>
            <p:spPr bwMode="auto">
              <a:xfrm>
                <a:off x="921" y="3528"/>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0665" name="Rectangle 215"/>
              <p:cNvSpPr>
                <a:spLocks noChangeArrowheads="1"/>
              </p:cNvSpPr>
              <p:nvPr/>
            </p:nvSpPr>
            <p:spPr bwMode="auto">
              <a:xfrm>
                <a:off x="975" y="3403"/>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0666" name="Line 216"/>
              <p:cNvSpPr>
                <a:spLocks noChangeShapeType="1"/>
              </p:cNvSpPr>
              <p:nvPr/>
            </p:nvSpPr>
            <p:spPr bwMode="auto">
              <a:xfrm flipH="1">
                <a:off x="1097" y="3551"/>
                <a:ext cx="62" cy="1"/>
              </a:xfrm>
              <a:prstGeom prst="line">
                <a:avLst/>
              </a:prstGeom>
              <a:noFill/>
              <a:ln w="7938">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nvGrpSpPr>
              <p:cNvPr id="150667" name="Group 217"/>
              <p:cNvGrpSpPr/>
              <p:nvPr/>
            </p:nvGrpSpPr>
            <p:grpSpPr bwMode="auto">
              <a:xfrm>
                <a:off x="912" y="3592"/>
                <a:ext cx="275" cy="38"/>
                <a:chOff x="912" y="3592"/>
                <a:chExt cx="275" cy="38"/>
              </a:xfrm>
            </p:grpSpPr>
            <p:sp>
              <p:nvSpPr>
                <p:cNvPr id="150668" name="Freeform 218"/>
                <p:cNvSpPr/>
                <p:nvPr/>
              </p:nvSpPr>
              <p:spPr bwMode="auto">
                <a:xfrm>
                  <a:off x="912" y="3592"/>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669" name="Freeform 219"/>
                <p:cNvSpPr/>
                <p:nvPr/>
              </p:nvSpPr>
              <p:spPr bwMode="auto">
                <a:xfrm>
                  <a:off x="912" y="3592"/>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670" name="Rectangle 220"/>
                <p:cNvSpPr>
                  <a:spLocks noChangeArrowheads="1"/>
                </p:cNvSpPr>
                <p:nvPr/>
              </p:nvSpPr>
              <p:spPr bwMode="auto">
                <a:xfrm>
                  <a:off x="914" y="3619"/>
                  <a:ext cx="272"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grpSp>
        </p:grpSp>
        <p:grpSp>
          <p:nvGrpSpPr>
            <p:cNvPr id="150646" name="Group 221"/>
            <p:cNvGrpSpPr/>
            <p:nvPr/>
          </p:nvGrpSpPr>
          <p:grpSpPr bwMode="auto">
            <a:xfrm>
              <a:off x="906" y="3365"/>
              <a:ext cx="275" cy="261"/>
              <a:chOff x="906" y="3365"/>
              <a:chExt cx="275" cy="261"/>
            </a:xfrm>
          </p:grpSpPr>
          <p:sp>
            <p:nvSpPr>
              <p:cNvPr id="150647" name="Freeform 222"/>
              <p:cNvSpPr/>
              <p:nvPr/>
            </p:nvSpPr>
            <p:spPr bwMode="auto">
              <a:xfrm>
                <a:off x="912" y="3500"/>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648" name="Freeform 223"/>
              <p:cNvSpPr/>
              <p:nvPr/>
            </p:nvSpPr>
            <p:spPr bwMode="auto">
              <a:xfrm>
                <a:off x="912" y="3500"/>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649" name="Freeform 224"/>
              <p:cNvSpPr/>
              <p:nvPr/>
            </p:nvSpPr>
            <p:spPr bwMode="auto">
              <a:xfrm>
                <a:off x="951" y="3365"/>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650" name="Freeform 225"/>
              <p:cNvSpPr/>
              <p:nvPr/>
            </p:nvSpPr>
            <p:spPr bwMode="auto">
              <a:xfrm>
                <a:off x="951" y="3365"/>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651" name="Rectangle 226"/>
              <p:cNvSpPr>
                <a:spLocks noChangeArrowheads="1"/>
              </p:cNvSpPr>
              <p:nvPr/>
            </p:nvSpPr>
            <p:spPr bwMode="auto">
              <a:xfrm>
                <a:off x="951" y="3382"/>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0652" name="Rectangle 227"/>
              <p:cNvSpPr>
                <a:spLocks noChangeArrowheads="1"/>
              </p:cNvSpPr>
              <p:nvPr/>
            </p:nvSpPr>
            <p:spPr bwMode="auto">
              <a:xfrm>
                <a:off x="914" y="3524"/>
                <a:ext cx="258"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0653" name="Rectangle 228"/>
              <p:cNvSpPr>
                <a:spLocks noChangeArrowheads="1"/>
              </p:cNvSpPr>
              <p:nvPr/>
            </p:nvSpPr>
            <p:spPr bwMode="auto">
              <a:xfrm>
                <a:off x="968" y="3398"/>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0654" name="Line 229"/>
              <p:cNvSpPr>
                <a:spLocks noChangeShapeType="1"/>
              </p:cNvSpPr>
              <p:nvPr/>
            </p:nvSpPr>
            <p:spPr bwMode="auto">
              <a:xfrm flipH="1">
                <a:off x="1091" y="3546"/>
                <a:ext cx="61" cy="1"/>
              </a:xfrm>
              <a:prstGeom prst="line">
                <a:avLst/>
              </a:prstGeom>
              <a:noFill/>
              <a:ln w="7938">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nvGrpSpPr>
              <p:cNvPr id="150655" name="Group 230"/>
              <p:cNvGrpSpPr/>
              <p:nvPr/>
            </p:nvGrpSpPr>
            <p:grpSpPr bwMode="auto">
              <a:xfrm>
                <a:off x="906" y="3587"/>
                <a:ext cx="275" cy="39"/>
                <a:chOff x="906" y="3587"/>
                <a:chExt cx="275" cy="39"/>
              </a:xfrm>
            </p:grpSpPr>
            <p:sp>
              <p:nvSpPr>
                <p:cNvPr id="150656" name="Freeform 231"/>
                <p:cNvSpPr/>
                <p:nvPr/>
              </p:nvSpPr>
              <p:spPr bwMode="auto">
                <a:xfrm>
                  <a:off x="906" y="3587"/>
                  <a:ext cx="275" cy="29"/>
                </a:xfrm>
                <a:custGeom>
                  <a:avLst/>
                  <a:gdLst>
                    <a:gd name="T0" fmla="*/ 0 w 275"/>
                    <a:gd name="T1" fmla="*/ 29 h 29"/>
                    <a:gd name="T2" fmla="*/ 32 w 275"/>
                    <a:gd name="T3" fmla="*/ 0 h 29"/>
                    <a:gd name="T4" fmla="*/ 242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2"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657" name="Freeform 232"/>
                <p:cNvSpPr/>
                <p:nvPr/>
              </p:nvSpPr>
              <p:spPr bwMode="auto">
                <a:xfrm>
                  <a:off x="906" y="3587"/>
                  <a:ext cx="275" cy="29"/>
                </a:xfrm>
                <a:custGeom>
                  <a:avLst/>
                  <a:gdLst>
                    <a:gd name="T0" fmla="*/ 0 w 275"/>
                    <a:gd name="T1" fmla="*/ 29 h 29"/>
                    <a:gd name="T2" fmla="*/ 32 w 275"/>
                    <a:gd name="T3" fmla="*/ 0 h 29"/>
                    <a:gd name="T4" fmla="*/ 242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2"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658" name="Rectangle 233"/>
                <p:cNvSpPr>
                  <a:spLocks noChangeArrowheads="1"/>
                </p:cNvSpPr>
                <p:nvPr/>
              </p:nvSpPr>
              <p:spPr bwMode="auto">
                <a:xfrm>
                  <a:off x="907" y="3614"/>
                  <a:ext cx="272" cy="12"/>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grpSp>
        </p:grpSp>
      </p:grpSp>
      <p:grpSp>
        <p:nvGrpSpPr>
          <p:cNvPr id="150554" name="Group 234"/>
          <p:cNvGrpSpPr/>
          <p:nvPr/>
        </p:nvGrpSpPr>
        <p:grpSpPr bwMode="auto">
          <a:xfrm>
            <a:off x="2820458" y="5058544"/>
            <a:ext cx="481542" cy="839788"/>
            <a:chOff x="1660" y="3427"/>
            <a:chExt cx="217" cy="339"/>
          </a:xfrm>
        </p:grpSpPr>
        <p:grpSp>
          <p:nvGrpSpPr>
            <p:cNvPr id="150625" name="Group 235"/>
            <p:cNvGrpSpPr/>
            <p:nvPr/>
          </p:nvGrpSpPr>
          <p:grpSpPr bwMode="auto">
            <a:xfrm>
              <a:off x="1665" y="3433"/>
              <a:ext cx="212" cy="333"/>
              <a:chOff x="1665" y="3433"/>
              <a:chExt cx="212" cy="333"/>
            </a:xfrm>
          </p:grpSpPr>
          <p:sp>
            <p:nvSpPr>
              <p:cNvPr id="150636" name="Freeform 236"/>
              <p:cNvSpPr/>
              <p:nvPr/>
            </p:nvSpPr>
            <p:spPr bwMode="auto">
              <a:xfrm>
                <a:off x="1731" y="3433"/>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637" name="Freeform 237"/>
              <p:cNvSpPr/>
              <p:nvPr/>
            </p:nvSpPr>
            <p:spPr bwMode="auto">
              <a:xfrm>
                <a:off x="1731" y="3433"/>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638" name="Freeform 238"/>
              <p:cNvSpPr/>
              <p:nvPr/>
            </p:nvSpPr>
            <p:spPr bwMode="auto">
              <a:xfrm>
                <a:off x="1665" y="3433"/>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639" name="Freeform 239"/>
              <p:cNvSpPr/>
              <p:nvPr/>
            </p:nvSpPr>
            <p:spPr bwMode="auto">
              <a:xfrm>
                <a:off x="1665" y="3433"/>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640" name="Rectangle 240"/>
              <p:cNvSpPr>
                <a:spLocks noChangeArrowheads="1"/>
              </p:cNvSpPr>
              <p:nvPr/>
            </p:nvSpPr>
            <p:spPr bwMode="auto">
              <a:xfrm>
                <a:off x="1665" y="3496"/>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0641" name="Rectangle 241"/>
              <p:cNvSpPr>
                <a:spLocks noChangeArrowheads="1"/>
              </p:cNvSpPr>
              <p:nvPr/>
            </p:nvSpPr>
            <p:spPr bwMode="auto">
              <a:xfrm>
                <a:off x="1671" y="3509"/>
                <a:ext cx="65" cy="4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0642" name="Line 242"/>
              <p:cNvSpPr>
                <a:spLocks noChangeShapeType="1"/>
              </p:cNvSpPr>
              <p:nvPr/>
            </p:nvSpPr>
            <p:spPr bwMode="auto">
              <a:xfrm>
                <a:off x="1676" y="3534"/>
                <a:ext cx="50"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0643" name="Line 243"/>
              <p:cNvSpPr>
                <a:spLocks noChangeShapeType="1"/>
              </p:cNvSpPr>
              <p:nvPr/>
            </p:nvSpPr>
            <p:spPr bwMode="auto">
              <a:xfrm flipH="1">
                <a:off x="1665" y="3709"/>
                <a:ext cx="116"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0644" name="Line 244"/>
              <p:cNvSpPr>
                <a:spLocks noChangeShapeType="1"/>
              </p:cNvSpPr>
              <p:nvPr/>
            </p:nvSpPr>
            <p:spPr bwMode="auto">
              <a:xfrm flipH="1">
                <a:off x="1665" y="3596"/>
                <a:ext cx="116"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nvGrpSpPr>
            <p:cNvPr id="150626" name="Group 245"/>
            <p:cNvGrpSpPr/>
            <p:nvPr/>
          </p:nvGrpSpPr>
          <p:grpSpPr bwMode="auto">
            <a:xfrm>
              <a:off x="1660" y="3427"/>
              <a:ext cx="212" cy="333"/>
              <a:chOff x="1660" y="3427"/>
              <a:chExt cx="212" cy="333"/>
            </a:xfrm>
          </p:grpSpPr>
          <p:sp>
            <p:nvSpPr>
              <p:cNvPr id="150627" name="Freeform 246"/>
              <p:cNvSpPr/>
              <p:nvPr/>
            </p:nvSpPr>
            <p:spPr bwMode="auto">
              <a:xfrm>
                <a:off x="1726" y="3427"/>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628" name="Freeform 247"/>
              <p:cNvSpPr/>
              <p:nvPr/>
            </p:nvSpPr>
            <p:spPr bwMode="auto">
              <a:xfrm>
                <a:off x="1726" y="3427"/>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629" name="Freeform 248"/>
              <p:cNvSpPr/>
              <p:nvPr/>
            </p:nvSpPr>
            <p:spPr bwMode="auto">
              <a:xfrm>
                <a:off x="1660" y="3427"/>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630" name="Freeform 249"/>
              <p:cNvSpPr/>
              <p:nvPr/>
            </p:nvSpPr>
            <p:spPr bwMode="auto">
              <a:xfrm>
                <a:off x="1660" y="3427"/>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631" name="Rectangle 250"/>
              <p:cNvSpPr>
                <a:spLocks noChangeArrowheads="1"/>
              </p:cNvSpPr>
              <p:nvPr/>
            </p:nvSpPr>
            <p:spPr bwMode="auto">
              <a:xfrm>
                <a:off x="1660" y="3490"/>
                <a:ext cx="116" cy="270"/>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0632" name="Rectangle 251"/>
              <p:cNvSpPr>
                <a:spLocks noChangeArrowheads="1"/>
              </p:cNvSpPr>
              <p:nvPr/>
            </p:nvSpPr>
            <p:spPr bwMode="auto">
              <a:xfrm>
                <a:off x="1665" y="3502"/>
                <a:ext cx="66"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0633" name="Line 252"/>
              <p:cNvSpPr>
                <a:spLocks noChangeShapeType="1"/>
              </p:cNvSpPr>
              <p:nvPr/>
            </p:nvSpPr>
            <p:spPr bwMode="auto">
              <a:xfrm>
                <a:off x="1676" y="3521"/>
                <a:ext cx="40"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0634" name="Line 253"/>
              <p:cNvSpPr>
                <a:spLocks noChangeShapeType="1"/>
              </p:cNvSpPr>
              <p:nvPr/>
            </p:nvSpPr>
            <p:spPr bwMode="auto">
              <a:xfrm flipH="1">
                <a:off x="1665" y="3703"/>
                <a:ext cx="106"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0635" name="Line 254"/>
              <p:cNvSpPr>
                <a:spLocks noChangeShapeType="1"/>
              </p:cNvSpPr>
              <p:nvPr/>
            </p:nvSpPr>
            <p:spPr bwMode="auto">
              <a:xfrm flipH="1">
                <a:off x="1665" y="3590"/>
                <a:ext cx="106"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sp>
        <p:nvSpPr>
          <p:cNvPr id="150555" name="Rectangle 255"/>
          <p:cNvSpPr>
            <a:spLocks noChangeArrowheads="1"/>
          </p:cNvSpPr>
          <p:nvPr/>
        </p:nvSpPr>
        <p:spPr bwMode="auto">
          <a:xfrm>
            <a:off x="2567649" y="3510733"/>
            <a:ext cx="928688"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0556" name="Rectangle 256"/>
          <p:cNvSpPr>
            <a:spLocks noChangeArrowheads="1"/>
          </p:cNvSpPr>
          <p:nvPr/>
        </p:nvSpPr>
        <p:spPr bwMode="auto">
          <a:xfrm>
            <a:off x="2675996" y="3650432"/>
            <a:ext cx="76944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kumimoji="1" lang="zh-CN" altLang="en-US" sz="2000" b="1">
                <a:solidFill>
                  <a:srgbClr val="000099"/>
                </a:solidFill>
                <a:latin typeface="Arial" panose="020B0604020202020204" pitchFamily="34" charset="0"/>
                <a:ea typeface="黑体" panose="02010609060101010101" pitchFamily="2" charset="-122"/>
              </a:rPr>
              <a:t>校园网</a:t>
            </a:r>
          </a:p>
        </p:txBody>
      </p:sp>
      <p:sp>
        <p:nvSpPr>
          <p:cNvPr id="150557" name="Rectangle 257"/>
          <p:cNvSpPr>
            <a:spLocks noChangeArrowheads="1"/>
          </p:cNvSpPr>
          <p:nvPr/>
        </p:nvSpPr>
        <p:spPr bwMode="auto">
          <a:xfrm>
            <a:off x="3458502" y="5544320"/>
            <a:ext cx="1164298" cy="620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0558" name="Rectangle 258"/>
          <p:cNvSpPr>
            <a:spLocks noChangeArrowheads="1"/>
          </p:cNvSpPr>
          <p:nvPr/>
        </p:nvSpPr>
        <p:spPr bwMode="auto">
          <a:xfrm>
            <a:off x="3896121" y="5661794"/>
            <a:ext cx="2051844"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eaLnBrk="1" hangingPunct="1"/>
            <a:r>
              <a:rPr kumimoji="1" lang="zh-CN" altLang="en-US" sz="2000" b="1" dirty="0">
                <a:solidFill>
                  <a:srgbClr val="000099"/>
                </a:solidFill>
                <a:latin typeface="Arial" panose="020B0604020202020204" pitchFamily="34" charset="0"/>
                <a:ea typeface="黑体" panose="02010609060101010101" pitchFamily="2" charset="-122"/>
              </a:rPr>
              <a:t>校园网的高速缓存</a:t>
            </a:r>
          </a:p>
          <a:p>
            <a:pPr algn="ctr" eaLnBrk="1" hangingPunct="1"/>
            <a:r>
              <a:rPr kumimoji="1" lang="zh-CN" altLang="en-US" sz="2000" b="1" dirty="0">
                <a:solidFill>
                  <a:srgbClr val="000099"/>
                </a:solidFill>
                <a:latin typeface="Arial" panose="020B0604020202020204" pitchFamily="34" charset="0"/>
                <a:ea typeface="黑体" panose="02010609060101010101" pitchFamily="2" charset="-122"/>
              </a:rPr>
              <a:t>（</a:t>
            </a:r>
            <a:r>
              <a:rPr kumimoji="1" lang="zh-CN" altLang="en-US" sz="2000" b="1" dirty="0">
                <a:solidFill>
                  <a:srgbClr val="FF0000"/>
                </a:solidFill>
                <a:latin typeface="Arial" panose="020B0604020202020204" pitchFamily="34" charset="0"/>
                <a:ea typeface="黑体" panose="02010609060101010101" pitchFamily="2" charset="-122"/>
              </a:rPr>
              <a:t>代理服务器</a:t>
            </a:r>
            <a:r>
              <a:rPr kumimoji="1" lang="zh-CN" altLang="en-US" sz="2000" b="1" dirty="0">
                <a:solidFill>
                  <a:srgbClr val="000099"/>
                </a:solidFill>
                <a:latin typeface="Arial" panose="020B0604020202020204" pitchFamily="34" charset="0"/>
                <a:ea typeface="黑体" panose="02010609060101010101" pitchFamily="2" charset="-122"/>
              </a:rPr>
              <a:t>）</a:t>
            </a:r>
          </a:p>
        </p:txBody>
      </p:sp>
      <p:grpSp>
        <p:nvGrpSpPr>
          <p:cNvPr id="150559" name="Group 259"/>
          <p:cNvGrpSpPr/>
          <p:nvPr/>
        </p:nvGrpSpPr>
        <p:grpSpPr bwMode="auto">
          <a:xfrm>
            <a:off x="8743421" y="2924944"/>
            <a:ext cx="424789" cy="661988"/>
            <a:chOff x="4305" y="2335"/>
            <a:chExt cx="216" cy="339"/>
          </a:xfrm>
        </p:grpSpPr>
        <p:grpSp>
          <p:nvGrpSpPr>
            <p:cNvPr id="150605" name="Group 260"/>
            <p:cNvGrpSpPr/>
            <p:nvPr/>
          </p:nvGrpSpPr>
          <p:grpSpPr bwMode="auto">
            <a:xfrm>
              <a:off x="4310" y="2341"/>
              <a:ext cx="211" cy="333"/>
              <a:chOff x="4310" y="2341"/>
              <a:chExt cx="211" cy="333"/>
            </a:xfrm>
          </p:grpSpPr>
          <p:sp>
            <p:nvSpPr>
              <p:cNvPr id="150616" name="Freeform 261"/>
              <p:cNvSpPr/>
              <p:nvPr/>
            </p:nvSpPr>
            <p:spPr bwMode="auto">
              <a:xfrm>
                <a:off x="4375" y="2341"/>
                <a:ext cx="146" cy="333"/>
              </a:xfrm>
              <a:custGeom>
                <a:avLst/>
                <a:gdLst>
                  <a:gd name="T0" fmla="*/ 51 w 146"/>
                  <a:gd name="T1" fmla="*/ 333 h 333"/>
                  <a:gd name="T2" fmla="*/ 0 w 146"/>
                  <a:gd name="T3" fmla="*/ 50 h 333"/>
                  <a:gd name="T4" fmla="*/ 146 w 146"/>
                  <a:gd name="T5" fmla="*/ 0 h 333"/>
                  <a:gd name="T6" fmla="*/ 146 w 146"/>
                  <a:gd name="T7" fmla="*/ 270 h 333"/>
                  <a:gd name="T8" fmla="*/ 51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1" y="333"/>
                    </a:moveTo>
                    <a:lnTo>
                      <a:pt x="0" y="50"/>
                    </a:lnTo>
                    <a:lnTo>
                      <a:pt x="146" y="0"/>
                    </a:lnTo>
                    <a:lnTo>
                      <a:pt x="146" y="270"/>
                    </a:lnTo>
                    <a:lnTo>
                      <a:pt x="51" y="33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617" name="Freeform 262"/>
              <p:cNvSpPr/>
              <p:nvPr/>
            </p:nvSpPr>
            <p:spPr bwMode="auto">
              <a:xfrm>
                <a:off x="4375" y="2341"/>
                <a:ext cx="146" cy="333"/>
              </a:xfrm>
              <a:custGeom>
                <a:avLst/>
                <a:gdLst>
                  <a:gd name="T0" fmla="*/ 51 w 146"/>
                  <a:gd name="T1" fmla="*/ 333 h 333"/>
                  <a:gd name="T2" fmla="*/ 0 w 146"/>
                  <a:gd name="T3" fmla="*/ 50 h 333"/>
                  <a:gd name="T4" fmla="*/ 146 w 146"/>
                  <a:gd name="T5" fmla="*/ 0 h 333"/>
                  <a:gd name="T6" fmla="*/ 146 w 146"/>
                  <a:gd name="T7" fmla="*/ 270 h 333"/>
                  <a:gd name="T8" fmla="*/ 51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1" y="333"/>
                    </a:moveTo>
                    <a:lnTo>
                      <a:pt x="0" y="50"/>
                    </a:lnTo>
                    <a:lnTo>
                      <a:pt x="146" y="0"/>
                    </a:lnTo>
                    <a:lnTo>
                      <a:pt x="146" y="270"/>
                    </a:lnTo>
                    <a:lnTo>
                      <a:pt x="51" y="33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618" name="Freeform 263"/>
              <p:cNvSpPr/>
              <p:nvPr/>
            </p:nvSpPr>
            <p:spPr bwMode="auto">
              <a:xfrm>
                <a:off x="4310" y="2341"/>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619" name="Freeform 264"/>
              <p:cNvSpPr/>
              <p:nvPr/>
            </p:nvSpPr>
            <p:spPr bwMode="auto">
              <a:xfrm>
                <a:off x="4310" y="2341"/>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620" name="Rectangle 265"/>
              <p:cNvSpPr>
                <a:spLocks noChangeArrowheads="1"/>
              </p:cNvSpPr>
              <p:nvPr/>
            </p:nvSpPr>
            <p:spPr bwMode="auto">
              <a:xfrm>
                <a:off x="4310" y="2404"/>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0621" name="Rectangle 266"/>
              <p:cNvSpPr>
                <a:spLocks noChangeArrowheads="1"/>
              </p:cNvSpPr>
              <p:nvPr/>
            </p:nvSpPr>
            <p:spPr bwMode="auto">
              <a:xfrm>
                <a:off x="4315" y="2416"/>
                <a:ext cx="65"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0622" name="Line 267"/>
              <p:cNvSpPr>
                <a:spLocks noChangeShapeType="1"/>
              </p:cNvSpPr>
              <p:nvPr/>
            </p:nvSpPr>
            <p:spPr bwMode="auto">
              <a:xfrm>
                <a:off x="4320" y="2441"/>
                <a:ext cx="50"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0623" name="Line 268"/>
              <p:cNvSpPr>
                <a:spLocks noChangeShapeType="1"/>
              </p:cNvSpPr>
              <p:nvPr/>
            </p:nvSpPr>
            <p:spPr bwMode="auto">
              <a:xfrm flipH="1">
                <a:off x="4310" y="2617"/>
                <a:ext cx="116"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0624" name="Line 269"/>
              <p:cNvSpPr>
                <a:spLocks noChangeShapeType="1"/>
              </p:cNvSpPr>
              <p:nvPr/>
            </p:nvSpPr>
            <p:spPr bwMode="auto">
              <a:xfrm flipH="1">
                <a:off x="4310" y="2504"/>
                <a:ext cx="116"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nvGrpSpPr>
            <p:cNvPr id="150606" name="Group 270"/>
            <p:cNvGrpSpPr/>
            <p:nvPr/>
          </p:nvGrpSpPr>
          <p:grpSpPr bwMode="auto">
            <a:xfrm>
              <a:off x="4305" y="2335"/>
              <a:ext cx="211" cy="332"/>
              <a:chOff x="4305" y="2335"/>
              <a:chExt cx="211" cy="332"/>
            </a:xfrm>
          </p:grpSpPr>
          <p:sp>
            <p:nvSpPr>
              <p:cNvPr id="150607" name="Freeform 271"/>
              <p:cNvSpPr/>
              <p:nvPr/>
            </p:nvSpPr>
            <p:spPr bwMode="auto">
              <a:xfrm>
                <a:off x="4370" y="2335"/>
                <a:ext cx="146" cy="332"/>
              </a:xfrm>
              <a:custGeom>
                <a:avLst/>
                <a:gdLst>
                  <a:gd name="T0" fmla="*/ 51 w 146"/>
                  <a:gd name="T1" fmla="*/ 332 h 332"/>
                  <a:gd name="T2" fmla="*/ 0 w 146"/>
                  <a:gd name="T3" fmla="*/ 50 h 332"/>
                  <a:gd name="T4" fmla="*/ 146 w 146"/>
                  <a:gd name="T5" fmla="*/ 0 h 332"/>
                  <a:gd name="T6" fmla="*/ 146 w 146"/>
                  <a:gd name="T7" fmla="*/ 270 h 332"/>
                  <a:gd name="T8" fmla="*/ 51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1" y="332"/>
                    </a:moveTo>
                    <a:lnTo>
                      <a:pt x="0" y="50"/>
                    </a:lnTo>
                    <a:lnTo>
                      <a:pt x="146" y="0"/>
                    </a:lnTo>
                    <a:lnTo>
                      <a:pt x="146" y="270"/>
                    </a:lnTo>
                    <a:lnTo>
                      <a:pt x="51" y="332"/>
                    </a:lnTo>
                    <a:close/>
                  </a:path>
                </a:pathLst>
              </a:custGeom>
              <a:solidFill>
                <a:srgbClr val="A5A58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608" name="Freeform 272"/>
              <p:cNvSpPr/>
              <p:nvPr/>
            </p:nvSpPr>
            <p:spPr bwMode="auto">
              <a:xfrm>
                <a:off x="4370" y="2335"/>
                <a:ext cx="146" cy="332"/>
              </a:xfrm>
              <a:custGeom>
                <a:avLst/>
                <a:gdLst>
                  <a:gd name="T0" fmla="*/ 51 w 146"/>
                  <a:gd name="T1" fmla="*/ 332 h 332"/>
                  <a:gd name="T2" fmla="*/ 0 w 146"/>
                  <a:gd name="T3" fmla="*/ 50 h 332"/>
                  <a:gd name="T4" fmla="*/ 146 w 146"/>
                  <a:gd name="T5" fmla="*/ 0 h 332"/>
                  <a:gd name="T6" fmla="*/ 146 w 146"/>
                  <a:gd name="T7" fmla="*/ 270 h 332"/>
                  <a:gd name="T8" fmla="*/ 51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1" y="332"/>
                    </a:moveTo>
                    <a:lnTo>
                      <a:pt x="0" y="50"/>
                    </a:lnTo>
                    <a:lnTo>
                      <a:pt x="146" y="0"/>
                    </a:lnTo>
                    <a:lnTo>
                      <a:pt x="146" y="270"/>
                    </a:lnTo>
                    <a:lnTo>
                      <a:pt x="51" y="332"/>
                    </a:lnTo>
                    <a:close/>
                  </a:path>
                </a:pathLst>
              </a:custGeom>
              <a:solidFill>
                <a:srgbClr val="A5A58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609" name="Freeform 273"/>
              <p:cNvSpPr/>
              <p:nvPr/>
            </p:nvSpPr>
            <p:spPr bwMode="auto">
              <a:xfrm>
                <a:off x="4305" y="2335"/>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610" name="Freeform 274"/>
              <p:cNvSpPr/>
              <p:nvPr/>
            </p:nvSpPr>
            <p:spPr bwMode="auto">
              <a:xfrm>
                <a:off x="4305" y="2335"/>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611" name="Rectangle 275"/>
              <p:cNvSpPr>
                <a:spLocks noChangeArrowheads="1"/>
              </p:cNvSpPr>
              <p:nvPr/>
            </p:nvSpPr>
            <p:spPr bwMode="auto">
              <a:xfrm>
                <a:off x="4305" y="2398"/>
                <a:ext cx="116" cy="26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0612" name="Rectangle 276"/>
              <p:cNvSpPr>
                <a:spLocks noChangeArrowheads="1"/>
              </p:cNvSpPr>
              <p:nvPr/>
            </p:nvSpPr>
            <p:spPr bwMode="auto">
              <a:xfrm>
                <a:off x="4310" y="2410"/>
                <a:ext cx="65"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0613" name="Line 277"/>
              <p:cNvSpPr>
                <a:spLocks noChangeShapeType="1"/>
              </p:cNvSpPr>
              <p:nvPr/>
            </p:nvSpPr>
            <p:spPr bwMode="auto">
              <a:xfrm>
                <a:off x="4320" y="2429"/>
                <a:ext cx="40"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0614" name="Line 278"/>
              <p:cNvSpPr>
                <a:spLocks noChangeShapeType="1"/>
              </p:cNvSpPr>
              <p:nvPr/>
            </p:nvSpPr>
            <p:spPr bwMode="auto">
              <a:xfrm flipH="1">
                <a:off x="4310" y="2611"/>
                <a:ext cx="106"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0615" name="Line 279"/>
              <p:cNvSpPr>
                <a:spLocks noChangeShapeType="1"/>
              </p:cNvSpPr>
              <p:nvPr/>
            </p:nvSpPr>
            <p:spPr bwMode="auto">
              <a:xfrm flipH="1">
                <a:off x="4310" y="2498"/>
                <a:ext cx="106"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sp>
        <p:nvSpPr>
          <p:cNvPr id="150560" name="Rectangle 280"/>
          <p:cNvSpPr>
            <a:spLocks noChangeArrowheads="1"/>
          </p:cNvSpPr>
          <p:nvPr/>
        </p:nvSpPr>
        <p:spPr bwMode="auto">
          <a:xfrm>
            <a:off x="7346951" y="3085282"/>
            <a:ext cx="128240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kumimoji="1" lang="zh-CN" altLang="en-US" sz="2000" b="1">
                <a:solidFill>
                  <a:srgbClr val="000099"/>
                </a:solidFill>
                <a:latin typeface="Arial" panose="020B0604020202020204" pitchFamily="34" charset="0"/>
                <a:ea typeface="黑体" panose="02010609060101010101" pitchFamily="2" charset="-122"/>
              </a:rPr>
              <a:t>源点服务器</a:t>
            </a:r>
          </a:p>
        </p:txBody>
      </p:sp>
      <p:sp>
        <p:nvSpPr>
          <p:cNvPr id="150561" name="Rectangle 281"/>
          <p:cNvSpPr>
            <a:spLocks noChangeArrowheads="1"/>
          </p:cNvSpPr>
          <p:nvPr/>
        </p:nvSpPr>
        <p:spPr bwMode="auto">
          <a:xfrm>
            <a:off x="4526492" y="4093345"/>
            <a:ext cx="885693"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0562" name="Rectangle 282"/>
          <p:cNvSpPr>
            <a:spLocks noChangeArrowheads="1"/>
          </p:cNvSpPr>
          <p:nvPr/>
        </p:nvSpPr>
        <p:spPr bwMode="auto">
          <a:xfrm>
            <a:off x="5025008" y="4160019"/>
            <a:ext cx="95218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kumimoji="1" lang="en-US" altLang="zh-CN" sz="2000" b="1" dirty="0">
                <a:solidFill>
                  <a:srgbClr val="000099"/>
                </a:solidFill>
                <a:latin typeface="Arial" panose="020B0604020202020204" pitchFamily="34" charset="0"/>
                <a:ea typeface="黑体" panose="02010609060101010101" pitchFamily="2" charset="-122"/>
              </a:rPr>
              <a:t>2 Mbit/s</a:t>
            </a:r>
          </a:p>
        </p:txBody>
      </p:sp>
      <p:grpSp>
        <p:nvGrpSpPr>
          <p:cNvPr id="150563" name="Group 283"/>
          <p:cNvGrpSpPr/>
          <p:nvPr/>
        </p:nvGrpSpPr>
        <p:grpSpPr bwMode="auto">
          <a:xfrm>
            <a:off x="3102504" y="5544319"/>
            <a:ext cx="565812" cy="260350"/>
            <a:chOff x="1872" y="3676"/>
            <a:chExt cx="227" cy="136"/>
          </a:xfrm>
        </p:grpSpPr>
        <p:sp>
          <p:nvSpPr>
            <p:cNvPr id="150603" name="Line 284"/>
            <p:cNvSpPr>
              <a:spLocks noChangeShapeType="1"/>
            </p:cNvSpPr>
            <p:nvPr/>
          </p:nvSpPr>
          <p:spPr bwMode="auto">
            <a:xfrm>
              <a:off x="1919" y="3702"/>
              <a:ext cx="180" cy="11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0604" name="Freeform 285"/>
            <p:cNvSpPr/>
            <p:nvPr/>
          </p:nvSpPr>
          <p:spPr bwMode="auto">
            <a:xfrm>
              <a:off x="1872" y="3676"/>
              <a:ext cx="62" cy="47"/>
            </a:xfrm>
            <a:custGeom>
              <a:avLst/>
              <a:gdLst>
                <a:gd name="T0" fmla="*/ 62 w 62"/>
                <a:gd name="T1" fmla="*/ 15 h 47"/>
                <a:gd name="T2" fmla="*/ 0 w 62"/>
                <a:gd name="T3" fmla="*/ 0 h 47"/>
                <a:gd name="T4" fmla="*/ 42 w 62"/>
                <a:gd name="T5" fmla="*/ 47 h 47"/>
                <a:gd name="T6" fmla="*/ 62 w 62"/>
                <a:gd name="T7" fmla="*/ 15 h 4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2" h="47">
                  <a:moveTo>
                    <a:pt x="62" y="15"/>
                  </a:moveTo>
                  <a:lnTo>
                    <a:pt x="0" y="0"/>
                  </a:lnTo>
                  <a:lnTo>
                    <a:pt x="42" y="47"/>
                  </a:lnTo>
                  <a:lnTo>
                    <a:pt x="62" y="15"/>
                  </a:lnTo>
                  <a:close/>
                </a:path>
              </a:pathLst>
            </a:custGeom>
            <a:solidFill>
              <a:srgbClr val="000000"/>
            </a:solidFill>
            <a:ln w="28575" cmpd="sng">
              <a:solidFill>
                <a:srgbClr val="333399"/>
              </a:solidFill>
              <a:round/>
            </a:ln>
          </p:spPr>
          <p:txBody>
            <a:bodyPr/>
            <a:lstStyle/>
            <a:p>
              <a:endParaRPr lang="zh-CN" altLang="en-US" b="1">
                <a:solidFill>
                  <a:srgbClr val="000099"/>
                </a:solidFill>
              </a:endParaRPr>
            </a:p>
          </p:txBody>
        </p:sp>
      </p:grpSp>
      <p:grpSp>
        <p:nvGrpSpPr>
          <p:cNvPr id="150564" name="Group 286"/>
          <p:cNvGrpSpPr/>
          <p:nvPr/>
        </p:nvGrpSpPr>
        <p:grpSpPr bwMode="auto">
          <a:xfrm>
            <a:off x="6576483" y="4288607"/>
            <a:ext cx="607087" cy="374650"/>
            <a:chOff x="3202" y="3033"/>
            <a:chExt cx="309" cy="192"/>
          </a:xfrm>
        </p:grpSpPr>
        <p:sp>
          <p:nvSpPr>
            <p:cNvPr id="150578" name="Oval 287"/>
            <p:cNvSpPr>
              <a:spLocks noChangeArrowheads="1"/>
            </p:cNvSpPr>
            <p:nvPr/>
          </p:nvSpPr>
          <p:spPr bwMode="auto">
            <a:xfrm>
              <a:off x="3203" y="3113"/>
              <a:ext cx="308" cy="112"/>
            </a:xfrm>
            <a:prstGeom prst="ellipse">
              <a:avLst/>
            </a:prstGeom>
            <a:solidFill>
              <a:srgbClr val="0078AA"/>
            </a:solidFill>
            <a:ln w="3175">
              <a:solidFill>
                <a:srgbClr val="AAE6FF"/>
              </a:solidFill>
              <a:round/>
            </a:ln>
          </p:spPr>
          <p:txBody>
            <a:bodyPr/>
            <a:lstStyle/>
            <a:p>
              <a:pPr eaLnBrk="1" hangingPunct="1"/>
              <a:endParaRPr lang="zh-CN" altLang="en-US" b="1">
                <a:solidFill>
                  <a:srgbClr val="000099"/>
                </a:solidFill>
              </a:endParaRPr>
            </a:p>
          </p:txBody>
        </p:sp>
        <p:sp>
          <p:nvSpPr>
            <p:cNvPr id="150579" name="Rectangle 288"/>
            <p:cNvSpPr>
              <a:spLocks noChangeArrowheads="1"/>
            </p:cNvSpPr>
            <p:nvPr/>
          </p:nvSpPr>
          <p:spPr bwMode="auto">
            <a:xfrm>
              <a:off x="3202"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0580" name="Rectangle 289"/>
            <p:cNvSpPr>
              <a:spLocks noChangeArrowheads="1"/>
            </p:cNvSpPr>
            <p:nvPr/>
          </p:nvSpPr>
          <p:spPr bwMode="auto">
            <a:xfrm>
              <a:off x="3202"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0581" name="Oval 290"/>
            <p:cNvSpPr>
              <a:spLocks noChangeArrowheads="1"/>
            </p:cNvSpPr>
            <p:nvPr/>
          </p:nvSpPr>
          <p:spPr bwMode="auto">
            <a:xfrm>
              <a:off x="3203" y="3033"/>
              <a:ext cx="308" cy="112"/>
            </a:xfrm>
            <a:prstGeom prst="ellipse">
              <a:avLst/>
            </a:prstGeom>
            <a:solidFill>
              <a:srgbClr val="00B4FF"/>
            </a:solidFill>
            <a:ln w="3175">
              <a:solidFill>
                <a:srgbClr val="AAE6FF"/>
              </a:solidFill>
              <a:round/>
            </a:ln>
          </p:spPr>
          <p:txBody>
            <a:bodyPr/>
            <a:lstStyle/>
            <a:p>
              <a:pPr eaLnBrk="1" hangingPunct="1"/>
              <a:endParaRPr lang="zh-CN" altLang="en-US" b="1">
                <a:solidFill>
                  <a:srgbClr val="000099"/>
                </a:solidFill>
              </a:endParaRPr>
            </a:p>
          </p:txBody>
        </p:sp>
        <p:grpSp>
          <p:nvGrpSpPr>
            <p:cNvPr id="150582" name="Group 291"/>
            <p:cNvGrpSpPr/>
            <p:nvPr/>
          </p:nvGrpSpPr>
          <p:grpSpPr bwMode="auto">
            <a:xfrm>
              <a:off x="3249" y="3046"/>
              <a:ext cx="214" cy="86"/>
              <a:chOff x="3249" y="3046"/>
              <a:chExt cx="214" cy="86"/>
            </a:xfrm>
          </p:grpSpPr>
          <p:grpSp>
            <p:nvGrpSpPr>
              <p:cNvPr id="150585" name="Group 292"/>
              <p:cNvGrpSpPr/>
              <p:nvPr/>
            </p:nvGrpSpPr>
            <p:grpSpPr bwMode="auto">
              <a:xfrm>
                <a:off x="3249" y="3046"/>
                <a:ext cx="212" cy="84"/>
                <a:chOff x="3249" y="3046"/>
                <a:chExt cx="212" cy="84"/>
              </a:xfrm>
            </p:grpSpPr>
            <p:sp>
              <p:nvSpPr>
                <p:cNvPr id="150595" name="Freeform 293"/>
                <p:cNvSpPr/>
                <p:nvPr/>
              </p:nvSpPr>
              <p:spPr bwMode="auto">
                <a:xfrm>
                  <a:off x="3360"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596" name="Freeform 294"/>
                <p:cNvSpPr/>
                <p:nvPr/>
              </p:nvSpPr>
              <p:spPr bwMode="auto">
                <a:xfrm>
                  <a:off x="3360"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597" name="Freeform 295"/>
                <p:cNvSpPr/>
                <p:nvPr/>
              </p:nvSpPr>
              <p:spPr bwMode="auto">
                <a:xfrm>
                  <a:off x="3249" y="3090"/>
                  <a:ext cx="102" cy="38"/>
                </a:xfrm>
                <a:custGeom>
                  <a:avLst/>
                  <a:gdLst>
                    <a:gd name="T0" fmla="*/ 102 w 102"/>
                    <a:gd name="T1" fmla="*/ 8 h 38"/>
                    <a:gd name="T2" fmla="*/ 79 w 102"/>
                    <a:gd name="T3" fmla="*/ 0 h 38"/>
                    <a:gd name="T4" fmla="*/ 26 w 102"/>
                    <a:gd name="T5" fmla="*/ 24 h 38"/>
                    <a:gd name="T6" fmla="*/ 0 w 102"/>
                    <a:gd name="T7" fmla="*/ 16 h 38"/>
                    <a:gd name="T8" fmla="*/ 13 w 102"/>
                    <a:gd name="T9" fmla="*/ 38 h 38"/>
                    <a:gd name="T10" fmla="*/ 79 w 102"/>
                    <a:gd name="T11" fmla="*/ 38 h 38"/>
                    <a:gd name="T12" fmla="*/ 51 w 102"/>
                    <a:gd name="T13" fmla="*/ 30 h 38"/>
                    <a:gd name="T14" fmla="*/ 102 w 102"/>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8">
                      <a:moveTo>
                        <a:pt x="102" y="8"/>
                      </a:moveTo>
                      <a:lnTo>
                        <a:pt x="79" y="0"/>
                      </a:lnTo>
                      <a:lnTo>
                        <a:pt x="26" y="24"/>
                      </a:lnTo>
                      <a:lnTo>
                        <a:pt x="0" y="16"/>
                      </a:lnTo>
                      <a:lnTo>
                        <a:pt x="13" y="38"/>
                      </a:lnTo>
                      <a:lnTo>
                        <a:pt x="79" y="38"/>
                      </a:lnTo>
                      <a:lnTo>
                        <a:pt x="51" y="30"/>
                      </a:lnTo>
                      <a:lnTo>
                        <a:pt x="102" y="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598" name="Freeform 296"/>
                <p:cNvSpPr/>
                <p:nvPr/>
              </p:nvSpPr>
              <p:spPr bwMode="auto">
                <a:xfrm>
                  <a:off x="3249" y="3090"/>
                  <a:ext cx="102" cy="38"/>
                </a:xfrm>
                <a:custGeom>
                  <a:avLst/>
                  <a:gdLst>
                    <a:gd name="T0" fmla="*/ 102 w 102"/>
                    <a:gd name="T1" fmla="*/ 8 h 38"/>
                    <a:gd name="T2" fmla="*/ 79 w 102"/>
                    <a:gd name="T3" fmla="*/ 0 h 38"/>
                    <a:gd name="T4" fmla="*/ 26 w 102"/>
                    <a:gd name="T5" fmla="*/ 24 h 38"/>
                    <a:gd name="T6" fmla="*/ 0 w 102"/>
                    <a:gd name="T7" fmla="*/ 16 h 38"/>
                    <a:gd name="T8" fmla="*/ 13 w 102"/>
                    <a:gd name="T9" fmla="*/ 38 h 38"/>
                    <a:gd name="T10" fmla="*/ 79 w 102"/>
                    <a:gd name="T11" fmla="*/ 38 h 38"/>
                    <a:gd name="T12" fmla="*/ 51 w 102"/>
                    <a:gd name="T13" fmla="*/ 30 h 38"/>
                    <a:gd name="T14" fmla="*/ 102 w 102"/>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8">
                      <a:moveTo>
                        <a:pt x="102" y="8"/>
                      </a:moveTo>
                      <a:lnTo>
                        <a:pt x="79" y="0"/>
                      </a:lnTo>
                      <a:lnTo>
                        <a:pt x="26" y="24"/>
                      </a:lnTo>
                      <a:lnTo>
                        <a:pt x="0" y="16"/>
                      </a:lnTo>
                      <a:lnTo>
                        <a:pt x="13" y="38"/>
                      </a:lnTo>
                      <a:lnTo>
                        <a:pt x="79" y="38"/>
                      </a:lnTo>
                      <a:lnTo>
                        <a:pt x="51" y="30"/>
                      </a:lnTo>
                      <a:lnTo>
                        <a:pt x="102" y="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599" name="Freeform 297"/>
                <p:cNvSpPr/>
                <p:nvPr/>
              </p:nvSpPr>
              <p:spPr bwMode="auto">
                <a:xfrm>
                  <a:off x="3255" y="3046"/>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600" name="Freeform 298"/>
                <p:cNvSpPr/>
                <p:nvPr/>
              </p:nvSpPr>
              <p:spPr bwMode="auto">
                <a:xfrm>
                  <a:off x="3255" y="3046"/>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601" name="Freeform 299"/>
                <p:cNvSpPr/>
                <p:nvPr/>
              </p:nvSpPr>
              <p:spPr bwMode="auto">
                <a:xfrm>
                  <a:off x="3356" y="3094"/>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602" name="Freeform 300"/>
                <p:cNvSpPr/>
                <p:nvPr/>
              </p:nvSpPr>
              <p:spPr bwMode="auto">
                <a:xfrm>
                  <a:off x="3356" y="3094"/>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grpSp>
          <p:grpSp>
            <p:nvGrpSpPr>
              <p:cNvPr id="150586" name="Group 301"/>
              <p:cNvGrpSpPr/>
              <p:nvPr/>
            </p:nvGrpSpPr>
            <p:grpSpPr bwMode="auto">
              <a:xfrm>
                <a:off x="3251" y="3048"/>
                <a:ext cx="212" cy="84"/>
                <a:chOff x="3251" y="3048"/>
                <a:chExt cx="212" cy="84"/>
              </a:xfrm>
            </p:grpSpPr>
            <p:sp>
              <p:nvSpPr>
                <p:cNvPr id="150587" name="Freeform 302"/>
                <p:cNvSpPr/>
                <p:nvPr/>
              </p:nvSpPr>
              <p:spPr bwMode="auto">
                <a:xfrm>
                  <a:off x="3362" y="3050"/>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588" name="Freeform 303"/>
                <p:cNvSpPr/>
                <p:nvPr/>
              </p:nvSpPr>
              <p:spPr bwMode="auto">
                <a:xfrm>
                  <a:off x="3362" y="3050"/>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589" name="Freeform 304"/>
                <p:cNvSpPr/>
                <p:nvPr/>
              </p:nvSpPr>
              <p:spPr bwMode="auto">
                <a:xfrm>
                  <a:off x="3251"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1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1"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590" name="Freeform 305"/>
                <p:cNvSpPr/>
                <p:nvPr/>
              </p:nvSpPr>
              <p:spPr bwMode="auto">
                <a:xfrm>
                  <a:off x="3251"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1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1"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591" name="Freeform 306"/>
                <p:cNvSpPr/>
                <p:nvPr/>
              </p:nvSpPr>
              <p:spPr bwMode="auto">
                <a:xfrm>
                  <a:off x="3257" y="3048"/>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592" name="Freeform 307"/>
                <p:cNvSpPr/>
                <p:nvPr/>
              </p:nvSpPr>
              <p:spPr bwMode="auto">
                <a:xfrm>
                  <a:off x="3257" y="3048"/>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593" name="Freeform 308"/>
                <p:cNvSpPr/>
                <p:nvPr/>
              </p:nvSpPr>
              <p:spPr bwMode="auto">
                <a:xfrm>
                  <a:off x="3358" y="3096"/>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0594" name="Freeform 309"/>
                <p:cNvSpPr/>
                <p:nvPr/>
              </p:nvSpPr>
              <p:spPr bwMode="auto">
                <a:xfrm>
                  <a:off x="3358" y="3096"/>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grpSp>
        </p:grpSp>
        <p:sp>
          <p:nvSpPr>
            <p:cNvPr id="150583" name="Line 310"/>
            <p:cNvSpPr>
              <a:spLocks noChangeShapeType="1"/>
            </p:cNvSpPr>
            <p:nvPr/>
          </p:nvSpPr>
          <p:spPr bwMode="auto">
            <a:xfrm>
              <a:off x="3202" y="3088"/>
              <a:ext cx="1" cy="80"/>
            </a:xfrm>
            <a:prstGeom prst="line">
              <a:avLst/>
            </a:prstGeom>
            <a:noFill/>
            <a:ln w="3175">
              <a:solidFill>
                <a:srgbClr val="AAE6FF"/>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0584" name="Line 311"/>
            <p:cNvSpPr>
              <a:spLocks noChangeShapeType="1"/>
            </p:cNvSpPr>
            <p:nvPr/>
          </p:nvSpPr>
          <p:spPr bwMode="auto">
            <a:xfrm>
              <a:off x="3510" y="3088"/>
              <a:ext cx="1" cy="80"/>
            </a:xfrm>
            <a:prstGeom prst="line">
              <a:avLst/>
            </a:prstGeom>
            <a:noFill/>
            <a:ln w="3175">
              <a:solidFill>
                <a:srgbClr val="AAE6FF"/>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sp>
        <p:nvSpPr>
          <p:cNvPr id="150565" name="Rectangle 312"/>
          <p:cNvSpPr>
            <a:spLocks noChangeArrowheads="1"/>
          </p:cNvSpPr>
          <p:nvPr/>
        </p:nvSpPr>
        <p:spPr bwMode="auto">
          <a:xfrm>
            <a:off x="7195609" y="3864745"/>
            <a:ext cx="926968"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0566" name="Rectangle 313"/>
          <p:cNvSpPr>
            <a:spLocks noChangeArrowheads="1"/>
          </p:cNvSpPr>
          <p:nvPr/>
        </p:nvSpPr>
        <p:spPr bwMode="auto">
          <a:xfrm>
            <a:off x="7527529" y="4293369"/>
            <a:ext cx="76944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kumimoji="1" lang="zh-CN" altLang="en-US" sz="2000" b="1">
                <a:solidFill>
                  <a:srgbClr val="000099"/>
                </a:solidFill>
                <a:latin typeface="Arial" panose="020B0604020202020204" pitchFamily="34" charset="0"/>
                <a:ea typeface="黑体" panose="02010609060101010101" pitchFamily="2" charset="-122"/>
              </a:rPr>
              <a:t>互联网</a:t>
            </a:r>
          </a:p>
        </p:txBody>
      </p:sp>
      <p:sp>
        <p:nvSpPr>
          <p:cNvPr id="150567" name="Rectangle 314"/>
          <p:cNvSpPr>
            <a:spLocks noChangeArrowheads="1"/>
          </p:cNvSpPr>
          <p:nvPr/>
        </p:nvSpPr>
        <p:spPr bwMode="auto">
          <a:xfrm>
            <a:off x="3993357" y="3952057"/>
            <a:ext cx="41619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0568" name="Rectangle 315"/>
          <p:cNvSpPr>
            <a:spLocks noChangeArrowheads="1"/>
          </p:cNvSpPr>
          <p:nvPr/>
        </p:nvSpPr>
        <p:spPr bwMode="auto">
          <a:xfrm>
            <a:off x="3102505" y="4660083"/>
            <a:ext cx="452306"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0569" name="Rectangle 316"/>
          <p:cNvSpPr>
            <a:spLocks noChangeArrowheads="1"/>
          </p:cNvSpPr>
          <p:nvPr/>
        </p:nvSpPr>
        <p:spPr bwMode="auto">
          <a:xfrm>
            <a:off x="1850496" y="4306070"/>
            <a:ext cx="45402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0570" name="Rectangle 317"/>
          <p:cNvSpPr>
            <a:spLocks noChangeArrowheads="1"/>
          </p:cNvSpPr>
          <p:nvPr/>
        </p:nvSpPr>
        <p:spPr bwMode="auto">
          <a:xfrm>
            <a:off x="462625" y="3966344"/>
            <a:ext cx="76944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kumimoji="1" lang="zh-CN" altLang="en-US" sz="2000" b="1">
                <a:solidFill>
                  <a:srgbClr val="000099"/>
                </a:solidFill>
                <a:latin typeface="Arial" panose="020B0604020202020204" pitchFamily="34" charset="0"/>
                <a:ea typeface="黑体" panose="02010609060101010101" pitchFamily="2" charset="-122"/>
              </a:rPr>
              <a:t>浏览器</a:t>
            </a:r>
          </a:p>
        </p:txBody>
      </p:sp>
      <p:sp>
        <p:nvSpPr>
          <p:cNvPr id="150571" name="Rectangle 318"/>
          <p:cNvSpPr>
            <a:spLocks noChangeArrowheads="1"/>
          </p:cNvSpPr>
          <p:nvPr/>
        </p:nvSpPr>
        <p:spPr bwMode="auto">
          <a:xfrm>
            <a:off x="4043231" y="3980632"/>
            <a:ext cx="28052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R</a:t>
            </a:r>
            <a:r>
              <a:rPr kumimoji="1" lang="en-US" altLang="zh-CN" sz="2000" b="1" baseline="-25000">
                <a:solidFill>
                  <a:srgbClr val="000099"/>
                </a:solidFill>
                <a:latin typeface="Arial" panose="020B0604020202020204" pitchFamily="34" charset="0"/>
                <a:ea typeface="黑体" panose="02010609060101010101" pitchFamily="2" charset="-122"/>
              </a:rPr>
              <a:t>1</a:t>
            </a:r>
          </a:p>
        </p:txBody>
      </p:sp>
      <p:sp>
        <p:nvSpPr>
          <p:cNvPr id="150572" name="Rectangle 319"/>
          <p:cNvSpPr>
            <a:spLocks noChangeArrowheads="1"/>
          </p:cNvSpPr>
          <p:nvPr/>
        </p:nvSpPr>
        <p:spPr bwMode="auto">
          <a:xfrm>
            <a:off x="6387307" y="4006032"/>
            <a:ext cx="28052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R</a:t>
            </a:r>
            <a:r>
              <a:rPr kumimoji="1" lang="en-US" altLang="zh-CN" sz="2000" b="1" baseline="-25000">
                <a:solidFill>
                  <a:srgbClr val="000099"/>
                </a:solidFill>
                <a:latin typeface="Arial" panose="020B0604020202020204" pitchFamily="34" charset="0"/>
                <a:ea typeface="黑体" panose="02010609060101010101" pitchFamily="2" charset="-122"/>
              </a:rPr>
              <a:t>2</a:t>
            </a:r>
          </a:p>
        </p:txBody>
      </p:sp>
      <p:sp>
        <p:nvSpPr>
          <p:cNvPr id="649536" name="Freeform 320"/>
          <p:cNvSpPr/>
          <p:nvPr/>
        </p:nvSpPr>
        <p:spPr bwMode="auto">
          <a:xfrm>
            <a:off x="1836738" y="4269558"/>
            <a:ext cx="990600" cy="1023937"/>
          </a:xfrm>
          <a:custGeom>
            <a:avLst/>
            <a:gdLst>
              <a:gd name="T0" fmla="*/ 0 w 504"/>
              <a:gd name="T1" fmla="*/ 0 h 524"/>
              <a:gd name="T2" fmla="*/ 2147483646 w 504"/>
              <a:gd name="T3" fmla="*/ 2147483646 h 524"/>
              <a:gd name="T4" fmla="*/ 0 60000 65536"/>
              <a:gd name="T5" fmla="*/ 0 60000 65536"/>
            </a:gdLst>
            <a:ahLst/>
            <a:cxnLst>
              <a:cxn ang="T4">
                <a:pos x="T0" y="T1"/>
              </a:cxn>
              <a:cxn ang="T5">
                <a:pos x="T2" y="T3"/>
              </a:cxn>
            </a:cxnLst>
            <a:rect l="0" t="0" r="r" b="b"/>
            <a:pathLst>
              <a:path w="504" h="524">
                <a:moveTo>
                  <a:pt x="0" y="0"/>
                </a:moveTo>
                <a:cubicBezTo>
                  <a:pt x="84" y="87"/>
                  <a:pt x="399" y="415"/>
                  <a:pt x="504" y="524"/>
                </a:cubicBezTo>
              </a:path>
            </a:pathLst>
          </a:custGeom>
          <a:noFill/>
          <a:ln w="38100" cmpd="sng">
            <a:solidFill>
              <a:schemeClr val="hlink"/>
            </a:solidFill>
            <a:round/>
            <a:headEnd type="triangle" w="med" len="med"/>
            <a:tailEnd type="non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649537" name="Freeform 321"/>
          <p:cNvSpPr/>
          <p:nvPr/>
        </p:nvSpPr>
        <p:spPr bwMode="auto">
          <a:xfrm>
            <a:off x="1073150" y="4625158"/>
            <a:ext cx="1802342" cy="871537"/>
          </a:xfrm>
          <a:custGeom>
            <a:avLst/>
            <a:gdLst>
              <a:gd name="T0" fmla="*/ 0 w 917"/>
              <a:gd name="T1" fmla="*/ 0 h 446"/>
              <a:gd name="T2" fmla="*/ 2147483646 w 917"/>
              <a:gd name="T3" fmla="*/ 2147483646 h 446"/>
              <a:gd name="T4" fmla="*/ 0 60000 65536"/>
              <a:gd name="T5" fmla="*/ 0 60000 65536"/>
            </a:gdLst>
            <a:ahLst/>
            <a:cxnLst>
              <a:cxn ang="T4">
                <a:pos x="T0" y="T1"/>
              </a:cxn>
              <a:cxn ang="T5">
                <a:pos x="T2" y="T3"/>
              </a:cxn>
            </a:cxnLst>
            <a:rect l="0" t="0" r="r" b="b"/>
            <a:pathLst>
              <a:path w="917" h="446">
                <a:moveTo>
                  <a:pt x="0" y="0"/>
                </a:moveTo>
                <a:cubicBezTo>
                  <a:pt x="153" y="74"/>
                  <a:pt x="726" y="353"/>
                  <a:pt x="917" y="446"/>
                </a:cubicBezTo>
              </a:path>
            </a:pathLst>
          </a:custGeom>
          <a:noFill/>
          <a:ln w="38100" cmpd="sng">
            <a:solidFill>
              <a:schemeClr val="hlink"/>
            </a:solidFill>
            <a:round/>
            <a:headEnd type="triangle" w="med" len="med"/>
            <a:tailEnd type="non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649538" name="Freeform 322"/>
          <p:cNvSpPr/>
          <p:nvPr/>
        </p:nvSpPr>
        <p:spPr bwMode="auto">
          <a:xfrm>
            <a:off x="1683677" y="5277620"/>
            <a:ext cx="1155700" cy="366713"/>
          </a:xfrm>
          <a:custGeom>
            <a:avLst/>
            <a:gdLst>
              <a:gd name="T0" fmla="*/ 0 w 588"/>
              <a:gd name="T1" fmla="*/ 0 h 188"/>
              <a:gd name="T2" fmla="*/ 2147483646 w 588"/>
              <a:gd name="T3" fmla="*/ 2147483646 h 188"/>
              <a:gd name="T4" fmla="*/ 0 60000 65536"/>
              <a:gd name="T5" fmla="*/ 0 60000 65536"/>
            </a:gdLst>
            <a:ahLst/>
            <a:cxnLst>
              <a:cxn ang="T4">
                <a:pos x="T0" y="T1"/>
              </a:cxn>
              <a:cxn ang="T5">
                <a:pos x="T2" y="T3"/>
              </a:cxn>
            </a:cxnLst>
            <a:rect l="0" t="0" r="r" b="b"/>
            <a:pathLst>
              <a:path w="588" h="188">
                <a:moveTo>
                  <a:pt x="0" y="0"/>
                </a:moveTo>
                <a:cubicBezTo>
                  <a:pt x="98" y="31"/>
                  <a:pt x="466" y="149"/>
                  <a:pt x="588" y="188"/>
                </a:cubicBezTo>
              </a:path>
            </a:pathLst>
          </a:custGeom>
          <a:noFill/>
          <a:ln w="38100" cmpd="sng">
            <a:solidFill>
              <a:schemeClr val="hlink"/>
            </a:solidFill>
            <a:round/>
            <a:headEnd type="triangle" w="med" len="med"/>
            <a:tailEnd type="non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649539" name="Freeform 323"/>
          <p:cNvSpPr/>
          <p:nvPr/>
        </p:nvSpPr>
        <p:spPr bwMode="auto">
          <a:xfrm>
            <a:off x="1695715" y="3383732"/>
            <a:ext cx="1219333" cy="1776412"/>
          </a:xfrm>
          <a:custGeom>
            <a:avLst/>
            <a:gdLst>
              <a:gd name="T0" fmla="*/ 0 w 620"/>
              <a:gd name="T1" fmla="*/ 0 h 909"/>
              <a:gd name="T2" fmla="*/ 2147483646 w 620"/>
              <a:gd name="T3" fmla="*/ 2147483646 h 909"/>
              <a:gd name="T4" fmla="*/ 0 60000 65536"/>
              <a:gd name="T5" fmla="*/ 0 60000 65536"/>
            </a:gdLst>
            <a:ahLst/>
            <a:cxnLst>
              <a:cxn ang="T4">
                <a:pos x="T0" y="T1"/>
              </a:cxn>
              <a:cxn ang="T5">
                <a:pos x="T2" y="T3"/>
              </a:cxn>
            </a:cxnLst>
            <a:rect l="0" t="0" r="r" b="b"/>
            <a:pathLst>
              <a:path w="620" h="909">
                <a:moveTo>
                  <a:pt x="0" y="0"/>
                </a:moveTo>
                <a:cubicBezTo>
                  <a:pt x="103" y="151"/>
                  <a:pt x="491" y="720"/>
                  <a:pt x="620" y="909"/>
                </a:cubicBezTo>
              </a:path>
            </a:pathLst>
          </a:custGeom>
          <a:noFill/>
          <a:ln w="38100" cmpd="sng">
            <a:solidFill>
              <a:schemeClr val="hlink"/>
            </a:solidFill>
            <a:round/>
            <a:headEnd type="triangle" w="med" len="med"/>
            <a:tailEnd type="non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150577" name="Text Box 324"/>
          <p:cNvSpPr txBox="1">
            <a:spLocks noChangeArrowheads="1"/>
          </p:cNvSpPr>
          <p:nvPr/>
        </p:nvSpPr>
        <p:spPr bwMode="auto">
          <a:xfrm>
            <a:off x="507339" y="1268760"/>
            <a:ext cx="8913680" cy="946150"/>
          </a:xfrm>
          <a:prstGeom prst="rect">
            <a:avLst/>
          </a:prstGeom>
          <a:solidFill>
            <a:srgbClr val="FFFF66"/>
          </a:solidFill>
          <a:ln>
            <a:solidFill>
              <a:srgbClr val="000066"/>
            </a:solidFill>
          </a:ln>
          <a:effectLst/>
        </p:spPr>
        <p:txBody>
          <a:bodyPr>
            <a:spAutoFit/>
          </a:bodyPr>
          <a:lstStyle>
            <a:defPPr>
              <a:defRPr lang="zh-CN"/>
            </a:defPPr>
            <a:lvl1pPr eaLnBrk="1" hangingPunct="1">
              <a:defRPr sz="2800" b="1">
                <a:solidFill>
                  <a:srgbClr val="000066"/>
                </a:solidFill>
                <a:latin typeface="Arial" panose="020B0604020202020204" pitchFamily="34" charset="0"/>
                <a:ea typeface="黑体" panose="02010609060101010101" pitchFamily="2" charset="-122"/>
              </a:defRPr>
            </a:lvl1pPr>
            <a:lvl2pPr marL="742950" indent="-285750">
              <a:defRPr sz="3600"/>
            </a:lvl2pPr>
            <a:lvl3pPr marL="1143000" indent="-228600">
              <a:defRPr sz="3600"/>
            </a:lvl3pPr>
            <a:lvl4pPr marL="1600200" indent="-228600">
              <a:defRPr sz="3600"/>
            </a:lvl4pPr>
            <a:lvl5pPr marL="2057400" indent="-228600">
              <a:defRPr sz="3600"/>
            </a:lvl5pPr>
            <a:lvl6pPr marL="2514600" indent="-228600" eaLnBrk="0" fontAlgn="base" hangingPunct="0">
              <a:spcBef>
                <a:spcPct val="0"/>
              </a:spcBef>
              <a:spcAft>
                <a:spcPct val="0"/>
              </a:spcAft>
              <a:defRPr sz="3600"/>
            </a:lvl6pPr>
            <a:lvl7pPr marL="2971800" indent="-228600" eaLnBrk="0" fontAlgn="base" hangingPunct="0">
              <a:spcBef>
                <a:spcPct val="0"/>
              </a:spcBef>
              <a:spcAft>
                <a:spcPct val="0"/>
              </a:spcAft>
              <a:defRPr sz="3600"/>
            </a:lvl7pPr>
            <a:lvl8pPr marL="3429000" indent="-228600" eaLnBrk="0" fontAlgn="base" hangingPunct="0">
              <a:spcBef>
                <a:spcPct val="0"/>
              </a:spcBef>
              <a:spcAft>
                <a:spcPct val="0"/>
              </a:spcAft>
              <a:defRPr sz="3600"/>
            </a:lvl8pPr>
            <a:lvl9pPr marL="3886200" indent="-228600" eaLnBrk="0" fontAlgn="base" hangingPunct="0">
              <a:spcBef>
                <a:spcPct val="0"/>
              </a:spcBef>
              <a:spcAft>
                <a:spcPct val="0"/>
              </a:spcAft>
              <a:defRPr sz="3600"/>
            </a:lvl9pPr>
          </a:lstStyle>
          <a:p>
            <a:r>
              <a:rPr lang="en-US" altLang="zh-CN" dirty="0"/>
              <a:t>(2) </a:t>
            </a:r>
            <a:r>
              <a:rPr lang="zh-CN" altLang="en-US" dirty="0"/>
              <a:t>若</a:t>
            </a:r>
            <a:r>
              <a:rPr lang="zh-CN" altLang="en-US" dirty="0">
                <a:solidFill>
                  <a:srgbClr val="FF0000"/>
                </a:solidFill>
              </a:rPr>
              <a:t>代理服务器</a:t>
            </a:r>
            <a:r>
              <a:rPr lang="zh-CN" altLang="en-US" dirty="0"/>
              <a:t>已经</a:t>
            </a:r>
            <a:r>
              <a:rPr lang="zh-CN" altLang="en-US" dirty="0">
                <a:solidFill>
                  <a:srgbClr val="FF0000"/>
                </a:solidFill>
              </a:rPr>
              <a:t>存放了</a:t>
            </a:r>
            <a:r>
              <a:rPr lang="zh-CN" altLang="en-US" dirty="0"/>
              <a:t>所请求的对象，则将此</a:t>
            </a:r>
            <a:r>
              <a:rPr lang="zh-CN" altLang="en-US" dirty="0">
                <a:solidFill>
                  <a:srgbClr val="FF0000"/>
                </a:solidFill>
              </a:rPr>
              <a:t>对象</a:t>
            </a:r>
            <a:r>
              <a:rPr lang="zh-CN" altLang="en-US" dirty="0"/>
              <a:t>放入 </a:t>
            </a:r>
            <a:r>
              <a:rPr lang="en-US" altLang="zh-CN" dirty="0"/>
              <a:t>HTTP </a:t>
            </a:r>
            <a:r>
              <a:rPr lang="zh-CN" altLang="en-US" dirty="0"/>
              <a:t>响应报文中</a:t>
            </a:r>
            <a:r>
              <a:rPr lang="zh-CN" altLang="en-US" dirty="0">
                <a:solidFill>
                  <a:srgbClr val="FF0000"/>
                </a:solidFill>
              </a:rPr>
              <a:t>返回给浏览器</a:t>
            </a:r>
            <a:r>
              <a:rPr lang="zh-CN" altLang="en-US" dirty="0"/>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49539"/>
                                        </p:tgtEl>
                                        <p:attrNameLst>
                                          <p:attrName>style.visibility</p:attrName>
                                        </p:attrNameLst>
                                      </p:cBhvr>
                                      <p:to>
                                        <p:strVal val="visible"/>
                                      </p:to>
                                    </p:set>
                                    <p:animEffect transition="in" filter="wipe(down)">
                                      <p:cBhvr>
                                        <p:cTn id="7" dur="500"/>
                                        <p:tgtEl>
                                          <p:spTgt spid="649539"/>
                                        </p:tgtEl>
                                      </p:cBhvr>
                                    </p:animEffect>
                                  </p:childTnLst>
                                </p:cTn>
                              </p:par>
                            </p:childTnLst>
                          </p:cTn>
                        </p:par>
                        <p:par>
                          <p:cTn id="8" fill="hold">
                            <p:stCondLst>
                              <p:cond delay="500"/>
                            </p:stCondLst>
                            <p:childTnLst>
                              <p:par>
                                <p:cTn id="9" presetID="22" presetClass="entr" presetSubtype="4" fill="hold" grpId="0" nodeType="afterEffect">
                                  <p:stCondLst>
                                    <p:cond delay="500"/>
                                  </p:stCondLst>
                                  <p:childTnLst>
                                    <p:set>
                                      <p:cBhvr>
                                        <p:cTn id="10" dur="1" fill="hold">
                                          <p:stCondLst>
                                            <p:cond delay="0"/>
                                          </p:stCondLst>
                                        </p:cTn>
                                        <p:tgtEl>
                                          <p:spTgt spid="649536"/>
                                        </p:tgtEl>
                                        <p:attrNameLst>
                                          <p:attrName>style.visibility</p:attrName>
                                        </p:attrNameLst>
                                      </p:cBhvr>
                                      <p:to>
                                        <p:strVal val="visible"/>
                                      </p:to>
                                    </p:set>
                                    <p:animEffect transition="in" filter="wipe(down)">
                                      <p:cBhvr>
                                        <p:cTn id="11" dur="500"/>
                                        <p:tgtEl>
                                          <p:spTgt spid="649536"/>
                                        </p:tgtEl>
                                      </p:cBhvr>
                                    </p:animEffect>
                                  </p:childTnLst>
                                </p:cTn>
                              </p:par>
                            </p:childTnLst>
                          </p:cTn>
                        </p:par>
                        <p:par>
                          <p:cTn id="12" fill="hold">
                            <p:stCondLst>
                              <p:cond delay="1500"/>
                            </p:stCondLst>
                            <p:childTnLst>
                              <p:par>
                                <p:cTn id="13" presetID="22" presetClass="entr" presetSubtype="2" fill="hold" grpId="0" nodeType="afterEffect">
                                  <p:stCondLst>
                                    <p:cond delay="500"/>
                                  </p:stCondLst>
                                  <p:childTnLst>
                                    <p:set>
                                      <p:cBhvr>
                                        <p:cTn id="14" dur="1" fill="hold">
                                          <p:stCondLst>
                                            <p:cond delay="0"/>
                                          </p:stCondLst>
                                        </p:cTn>
                                        <p:tgtEl>
                                          <p:spTgt spid="649537"/>
                                        </p:tgtEl>
                                        <p:attrNameLst>
                                          <p:attrName>style.visibility</p:attrName>
                                        </p:attrNameLst>
                                      </p:cBhvr>
                                      <p:to>
                                        <p:strVal val="visible"/>
                                      </p:to>
                                    </p:set>
                                    <p:animEffect transition="in" filter="wipe(right)">
                                      <p:cBhvr>
                                        <p:cTn id="15" dur="500"/>
                                        <p:tgtEl>
                                          <p:spTgt spid="649537"/>
                                        </p:tgtEl>
                                      </p:cBhvr>
                                    </p:animEffect>
                                  </p:childTnLst>
                                </p:cTn>
                              </p:par>
                            </p:childTnLst>
                          </p:cTn>
                        </p:par>
                        <p:par>
                          <p:cTn id="16" fill="hold">
                            <p:stCondLst>
                              <p:cond delay="2500"/>
                            </p:stCondLst>
                            <p:childTnLst>
                              <p:par>
                                <p:cTn id="17" presetID="22" presetClass="entr" presetSubtype="2" fill="hold" grpId="0" nodeType="afterEffect">
                                  <p:stCondLst>
                                    <p:cond delay="500"/>
                                  </p:stCondLst>
                                  <p:childTnLst>
                                    <p:set>
                                      <p:cBhvr>
                                        <p:cTn id="18" dur="1" fill="hold">
                                          <p:stCondLst>
                                            <p:cond delay="0"/>
                                          </p:stCondLst>
                                        </p:cTn>
                                        <p:tgtEl>
                                          <p:spTgt spid="649538"/>
                                        </p:tgtEl>
                                        <p:attrNameLst>
                                          <p:attrName>style.visibility</p:attrName>
                                        </p:attrNameLst>
                                      </p:cBhvr>
                                      <p:to>
                                        <p:strVal val="visible"/>
                                      </p:to>
                                    </p:set>
                                    <p:animEffect transition="in" filter="wipe(right)">
                                      <p:cBhvr>
                                        <p:cTn id="19" dur="500"/>
                                        <p:tgtEl>
                                          <p:spTgt spid="6495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9536" grpId="0" animBg="1"/>
      <p:bldP spid="649537" grpId="0" animBg="1"/>
      <p:bldP spid="649538" grpId="0" animBg="1"/>
      <p:bldP spid="649539" grpId="0" animBg="1"/>
    </p:bld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p:cNvSpPr>
            <a:spLocks noGrp="1" noChangeArrowheads="1"/>
          </p:cNvSpPr>
          <p:nvPr>
            <p:ph type="title"/>
          </p:nvPr>
        </p:nvSpPr>
        <p:spPr/>
        <p:txBody>
          <a:bodyPr/>
          <a:lstStyle/>
          <a:p>
            <a:pPr algn="ctr" eaLnBrk="1" hangingPunct="1">
              <a:defRPr/>
            </a:pPr>
            <a:r>
              <a:rPr dirty="0"/>
              <a:t>使用</a:t>
            </a:r>
            <a:r>
              <a:rPr lang="zh-CN" altLang="en-US" dirty="0"/>
              <a:t>代理服务器</a:t>
            </a:r>
            <a:r>
              <a:rPr dirty="0"/>
              <a:t>的情况</a:t>
            </a:r>
          </a:p>
        </p:txBody>
      </p:sp>
      <p:grpSp>
        <p:nvGrpSpPr>
          <p:cNvPr id="152579" name="Group 3"/>
          <p:cNvGrpSpPr/>
          <p:nvPr/>
        </p:nvGrpSpPr>
        <p:grpSpPr bwMode="auto">
          <a:xfrm>
            <a:off x="271727" y="3205932"/>
            <a:ext cx="3742267" cy="2570162"/>
            <a:chOff x="912" y="768"/>
            <a:chExt cx="2400" cy="1584"/>
          </a:xfrm>
        </p:grpSpPr>
        <p:sp>
          <p:nvSpPr>
            <p:cNvPr id="152879" name="Oval 4"/>
            <p:cNvSpPr>
              <a:spLocks noChangeArrowheads="1"/>
            </p:cNvSpPr>
            <p:nvPr/>
          </p:nvSpPr>
          <p:spPr bwMode="auto">
            <a:xfrm>
              <a:off x="1751" y="799"/>
              <a:ext cx="1026" cy="628"/>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52880" name="Oval 5"/>
            <p:cNvSpPr>
              <a:spLocks noChangeArrowheads="1"/>
            </p:cNvSpPr>
            <p:nvPr/>
          </p:nvSpPr>
          <p:spPr bwMode="auto">
            <a:xfrm>
              <a:off x="1172" y="972"/>
              <a:ext cx="781" cy="627"/>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52881" name="Oval 6"/>
            <p:cNvSpPr>
              <a:spLocks noChangeArrowheads="1"/>
            </p:cNvSpPr>
            <p:nvPr/>
          </p:nvSpPr>
          <p:spPr bwMode="auto">
            <a:xfrm>
              <a:off x="926" y="1364"/>
              <a:ext cx="521" cy="502"/>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52882" name="Oval 7"/>
            <p:cNvSpPr>
              <a:spLocks noChangeArrowheads="1"/>
            </p:cNvSpPr>
            <p:nvPr/>
          </p:nvSpPr>
          <p:spPr bwMode="auto">
            <a:xfrm>
              <a:off x="1085" y="1599"/>
              <a:ext cx="796" cy="549"/>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52883" name="Oval 8"/>
            <p:cNvSpPr>
              <a:spLocks noChangeArrowheads="1"/>
            </p:cNvSpPr>
            <p:nvPr/>
          </p:nvSpPr>
          <p:spPr bwMode="auto">
            <a:xfrm>
              <a:off x="1664" y="1693"/>
              <a:ext cx="1200" cy="659"/>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52884" name="Oval 9"/>
            <p:cNvSpPr>
              <a:spLocks noChangeArrowheads="1"/>
            </p:cNvSpPr>
            <p:nvPr/>
          </p:nvSpPr>
          <p:spPr bwMode="auto">
            <a:xfrm>
              <a:off x="2445" y="988"/>
              <a:ext cx="751"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52885" name="Oval 10"/>
            <p:cNvSpPr>
              <a:spLocks noChangeArrowheads="1"/>
            </p:cNvSpPr>
            <p:nvPr/>
          </p:nvSpPr>
          <p:spPr bwMode="auto">
            <a:xfrm>
              <a:off x="2560" y="1317"/>
              <a:ext cx="752"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52886" name="Oval 11"/>
            <p:cNvSpPr>
              <a:spLocks noChangeArrowheads="1"/>
            </p:cNvSpPr>
            <p:nvPr/>
          </p:nvSpPr>
          <p:spPr bwMode="auto">
            <a:xfrm>
              <a:off x="2488" y="1427"/>
              <a:ext cx="752"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52887" name="Oval 12"/>
            <p:cNvSpPr>
              <a:spLocks noChangeArrowheads="1"/>
            </p:cNvSpPr>
            <p:nvPr/>
          </p:nvSpPr>
          <p:spPr bwMode="auto">
            <a:xfrm>
              <a:off x="1360" y="1176"/>
              <a:ext cx="1547"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grpSp>
          <p:nvGrpSpPr>
            <p:cNvPr id="152888" name="Group 13"/>
            <p:cNvGrpSpPr/>
            <p:nvPr/>
          </p:nvGrpSpPr>
          <p:grpSpPr bwMode="auto">
            <a:xfrm>
              <a:off x="912" y="768"/>
              <a:ext cx="2386" cy="1553"/>
              <a:chOff x="912" y="768"/>
              <a:chExt cx="2386" cy="1553"/>
            </a:xfrm>
          </p:grpSpPr>
          <p:sp>
            <p:nvSpPr>
              <p:cNvPr id="152889" name="Oval 14"/>
              <p:cNvSpPr>
                <a:spLocks noChangeArrowheads="1"/>
              </p:cNvSpPr>
              <p:nvPr/>
            </p:nvSpPr>
            <p:spPr bwMode="auto">
              <a:xfrm>
                <a:off x="1736" y="768"/>
                <a:ext cx="1027"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52890" name="Oval 15"/>
              <p:cNvSpPr>
                <a:spLocks noChangeArrowheads="1"/>
              </p:cNvSpPr>
              <p:nvPr/>
            </p:nvSpPr>
            <p:spPr bwMode="auto">
              <a:xfrm>
                <a:off x="1158" y="941"/>
                <a:ext cx="781"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52891" name="Oval 16"/>
              <p:cNvSpPr>
                <a:spLocks noChangeArrowheads="1"/>
              </p:cNvSpPr>
              <p:nvPr/>
            </p:nvSpPr>
            <p:spPr bwMode="auto">
              <a:xfrm>
                <a:off x="912" y="1333"/>
                <a:ext cx="520" cy="501"/>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52892" name="Oval 17"/>
              <p:cNvSpPr>
                <a:spLocks noChangeArrowheads="1"/>
              </p:cNvSpPr>
              <p:nvPr/>
            </p:nvSpPr>
            <p:spPr bwMode="auto">
              <a:xfrm>
                <a:off x="1071" y="1568"/>
                <a:ext cx="795" cy="549"/>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52893" name="Oval 18"/>
              <p:cNvSpPr>
                <a:spLocks noChangeArrowheads="1"/>
              </p:cNvSpPr>
              <p:nvPr/>
            </p:nvSpPr>
            <p:spPr bwMode="auto">
              <a:xfrm>
                <a:off x="1649" y="1662"/>
                <a:ext cx="1200" cy="659"/>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52894" name="Oval 19"/>
              <p:cNvSpPr>
                <a:spLocks noChangeArrowheads="1"/>
              </p:cNvSpPr>
              <p:nvPr/>
            </p:nvSpPr>
            <p:spPr bwMode="auto">
              <a:xfrm>
                <a:off x="2430" y="95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52895" name="Oval 20"/>
              <p:cNvSpPr>
                <a:spLocks noChangeArrowheads="1"/>
              </p:cNvSpPr>
              <p:nvPr/>
            </p:nvSpPr>
            <p:spPr bwMode="auto">
              <a:xfrm>
                <a:off x="2546" y="128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52896" name="Oval 21"/>
              <p:cNvSpPr>
                <a:spLocks noChangeArrowheads="1"/>
              </p:cNvSpPr>
              <p:nvPr/>
            </p:nvSpPr>
            <p:spPr bwMode="auto">
              <a:xfrm>
                <a:off x="2473" y="1395"/>
                <a:ext cx="752"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52897" name="Oval 22"/>
              <p:cNvSpPr>
                <a:spLocks noChangeArrowheads="1"/>
              </p:cNvSpPr>
              <p:nvPr/>
            </p:nvSpPr>
            <p:spPr bwMode="auto">
              <a:xfrm>
                <a:off x="1346" y="1144"/>
                <a:ext cx="1547"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grpSp>
      </p:grpSp>
      <p:graphicFrame>
        <p:nvGraphicFramePr>
          <p:cNvPr id="152580" name="Object 23"/>
          <p:cNvGraphicFramePr>
            <a:graphicFrameLocks noChangeAspect="1"/>
          </p:cNvGraphicFramePr>
          <p:nvPr/>
        </p:nvGraphicFramePr>
        <p:xfrm>
          <a:off x="7087262" y="3929832"/>
          <a:ext cx="1917567" cy="1149350"/>
        </p:xfrm>
        <a:graphic>
          <a:graphicData uri="http://schemas.openxmlformats.org/presentationml/2006/ole">
            <mc:AlternateContent xmlns:mc="http://schemas.openxmlformats.org/markup-compatibility/2006">
              <mc:Choice xmlns:v="urn:schemas-microsoft-com:vml" Requires="v">
                <p:oleObj spid="_x0000_s23536" name="VISIO" r:id="rId4" imgW="1687195" imgH="964565" progId="Visio.Drawing.6">
                  <p:embed/>
                </p:oleObj>
              </mc:Choice>
              <mc:Fallback>
                <p:oleObj name="VISIO" r:id="rId4" imgW="1687195" imgH="964565" progId="Visio.Drawing.6">
                  <p:embed/>
                  <p:pic>
                    <p:nvPicPr>
                      <p:cNvPr id="0" name="图片 2255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87262" y="3929832"/>
                        <a:ext cx="1917567" cy="1149350"/>
                      </a:xfrm>
                      <a:prstGeom prst="rect">
                        <a:avLst/>
                      </a:prstGeom>
                      <a:noFill/>
                      <a:ln>
                        <a:noFill/>
                      </a:ln>
                      <a:effectLst>
                        <a:outerShdw dist="25400" dir="54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152581" name="Line 24"/>
          <p:cNvSpPr>
            <a:spLocks noChangeShapeType="1"/>
          </p:cNvSpPr>
          <p:nvPr/>
        </p:nvSpPr>
        <p:spPr bwMode="auto">
          <a:xfrm>
            <a:off x="4046671" y="4491807"/>
            <a:ext cx="2734469" cy="0"/>
          </a:xfrm>
          <a:prstGeom prst="line">
            <a:avLst/>
          </a:prstGeom>
          <a:noFill/>
          <a:ln w="38100">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152582" name="Line 25"/>
          <p:cNvSpPr>
            <a:spLocks noChangeShapeType="1"/>
          </p:cNvSpPr>
          <p:nvPr/>
        </p:nvSpPr>
        <p:spPr bwMode="auto">
          <a:xfrm>
            <a:off x="8273919" y="5001395"/>
            <a:ext cx="703394" cy="542925"/>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2583" name="Line 26"/>
          <p:cNvSpPr>
            <a:spLocks noChangeShapeType="1"/>
          </p:cNvSpPr>
          <p:nvPr/>
        </p:nvSpPr>
        <p:spPr bwMode="auto">
          <a:xfrm>
            <a:off x="8679789" y="4721994"/>
            <a:ext cx="564092" cy="115888"/>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2584" name="Line 27"/>
          <p:cNvSpPr>
            <a:spLocks noChangeShapeType="1"/>
          </p:cNvSpPr>
          <p:nvPr/>
        </p:nvSpPr>
        <p:spPr bwMode="auto">
          <a:xfrm flipV="1">
            <a:off x="8710746" y="4040958"/>
            <a:ext cx="533135" cy="153987"/>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2585" name="Line 28"/>
          <p:cNvSpPr>
            <a:spLocks noChangeShapeType="1"/>
          </p:cNvSpPr>
          <p:nvPr/>
        </p:nvSpPr>
        <p:spPr bwMode="auto">
          <a:xfrm flipV="1">
            <a:off x="8241242" y="3421832"/>
            <a:ext cx="736071" cy="595312"/>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nvGrpSpPr>
          <p:cNvPr id="152586" name="Group 29"/>
          <p:cNvGrpSpPr/>
          <p:nvPr/>
        </p:nvGrpSpPr>
        <p:grpSpPr bwMode="auto">
          <a:xfrm>
            <a:off x="9099418" y="3696469"/>
            <a:ext cx="426508" cy="661988"/>
            <a:chOff x="4486" y="2730"/>
            <a:chExt cx="217" cy="339"/>
          </a:xfrm>
        </p:grpSpPr>
        <p:grpSp>
          <p:nvGrpSpPr>
            <p:cNvPr id="152859" name="Group 30"/>
            <p:cNvGrpSpPr/>
            <p:nvPr/>
          </p:nvGrpSpPr>
          <p:grpSpPr bwMode="auto">
            <a:xfrm>
              <a:off x="4491" y="2736"/>
              <a:ext cx="212" cy="333"/>
              <a:chOff x="4491" y="2736"/>
              <a:chExt cx="212" cy="333"/>
            </a:xfrm>
          </p:grpSpPr>
          <p:sp>
            <p:nvSpPr>
              <p:cNvPr id="152870" name="Freeform 31"/>
              <p:cNvSpPr/>
              <p:nvPr/>
            </p:nvSpPr>
            <p:spPr bwMode="auto">
              <a:xfrm>
                <a:off x="4557" y="2736"/>
                <a:ext cx="146" cy="333"/>
              </a:xfrm>
              <a:custGeom>
                <a:avLst/>
                <a:gdLst>
                  <a:gd name="T0" fmla="*/ 50 w 146"/>
                  <a:gd name="T1" fmla="*/ 333 h 333"/>
                  <a:gd name="T2" fmla="*/ 0 w 146"/>
                  <a:gd name="T3" fmla="*/ 51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1"/>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871" name="Freeform 32"/>
              <p:cNvSpPr/>
              <p:nvPr/>
            </p:nvSpPr>
            <p:spPr bwMode="auto">
              <a:xfrm>
                <a:off x="4557" y="2736"/>
                <a:ext cx="146" cy="333"/>
              </a:xfrm>
              <a:custGeom>
                <a:avLst/>
                <a:gdLst>
                  <a:gd name="T0" fmla="*/ 50 w 146"/>
                  <a:gd name="T1" fmla="*/ 333 h 333"/>
                  <a:gd name="T2" fmla="*/ 0 w 146"/>
                  <a:gd name="T3" fmla="*/ 51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1"/>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872" name="Freeform 33"/>
              <p:cNvSpPr/>
              <p:nvPr/>
            </p:nvSpPr>
            <p:spPr bwMode="auto">
              <a:xfrm>
                <a:off x="4491" y="273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873" name="Freeform 34"/>
              <p:cNvSpPr/>
              <p:nvPr/>
            </p:nvSpPr>
            <p:spPr bwMode="auto">
              <a:xfrm>
                <a:off x="4491" y="273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874" name="Rectangle 35"/>
              <p:cNvSpPr>
                <a:spLocks noChangeArrowheads="1"/>
              </p:cNvSpPr>
              <p:nvPr/>
            </p:nvSpPr>
            <p:spPr bwMode="auto">
              <a:xfrm>
                <a:off x="4491" y="2799"/>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2875" name="Rectangle 36"/>
              <p:cNvSpPr>
                <a:spLocks noChangeArrowheads="1"/>
              </p:cNvSpPr>
              <p:nvPr/>
            </p:nvSpPr>
            <p:spPr bwMode="auto">
              <a:xfrm>
                <a:off x="4496" y="2812"/>
                <a:ext cx="66"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2876" name="Line 37"/>
              <p:cNvSpPr>
                <a:spLocks noChangeShapeType="1"/>
              </p:cNvSpPr>
              <p:nvPr/>
            </p:nvSpPr>
            <p:spPr bwMode="auto">
              <a:xfrm>
                <a:off x="4501" y="2837"/>
                <a:ext cx="51"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2877" name="Line 38"/>
              <p:cNvSpPr>
                <a:spLocks noChangeShapeType="1"/>
              </p:cNvSpPr>
              <p:nvPr/>
            </p:nvSpPr>
            <p:spPr bwMode="auto">
              <a:xfrm flipH="1">
                <a:off x="4491" y="3013"/>
                <a:ext cx="116"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2878" name="Line 39"/>
              <p:cNvSpPr>
                <a:spLocks noChangeShapeType="1"/>
              </p:cNvSpPr>
              <p:nvPr/>
            </p:nvSpPr>
            <p:spPr bwMode="auto">
              <a:xfrm flipH="1">
                <a:off x="4491" y="2900"/>
                <a:ext cx="116"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nvGrpSpPr>
            <p:cNvPr id="152860" name="Group 40"/>
            <p:cNvGrpSpPr/>
            <p:nvPr/>
          </p:nvGrpSpPr>
          <p:grpSpPr bwMode="auto">
            <a:xfrm>
              <a:off x="4486" y="2730"/>
              <a:ext cx="212" cy="333"/>
              <a:chOff x="4486" y="2730"/>
              <a:chExt cx="212" cy="333"/>
            </a:xfrm>
          </p:grpSpPr>
          <p:sp>
            <p:nvSpPr>
              <p:cNvPr id="152861" name="Freeform 41"/>
              <p:cNvSpPr/>
              <p:nvPr/>
            </p:nvSpPr>
            <p:spPr bwMode="auto">
              <a:xfrm>
                <a:off x="4552" y="2730"/>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862" name="Freeform 42"/>
              <p:cNvSpPr/>
              <p:nvPr/>
            </p:nvSpPr>
            <p:spPr bwMode="auto">
              <a:xfrm>
                <a:off x="4552" y="2730"/>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863" name="Freeform 43"/>
              <p:cNvSpPr/>
              <p:nvPr/>
            </p:nvSpPr>
            <p:spPr bwMode="auto">
              <a:xfrm>
                <a:off x="4486" y="2730"/>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864" name="Freeform 44"/>
              <p:cNvSpPr/>
              <p:nvPr/>
            </p:nvSpPr>
            <p:spPr bwMode="auto">
              <a:xfrm>
                <a:off x="4486" y="2730"/>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865" name="Rectangle 45"/>
              <p:cNvSpPr>
                <a:spLocks noChangeArrowheads="1"/>
              </p:cNvSpPr>
              <p:nvPr/>
            </p:nvSpPr>
            <p:spPr bwMode="auto">
              <a:xfrm>
                <a:off x="4486" y="2793"/>
                <a:ext cx="116" cy="270"/>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2866" name="Rectangle 46"/>
              <p:cNvSpPr>
                <a:spLocks noChangeArrowheads="1"/>
              </p:cNvSpPr>
              <p:nvPr/>
            </p:nvSpPr>
            <p:spPr bwMode="auto">
              <a:xfrm>
                <a:off x="4491" y="2806"/>
                <a:ext cx="66" cy="43"/>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2867" name="Line 47"/>
              <p:cNvSpPr>
                <a:spLocks noChangeShapeType="1"/>
              </p:cNvSpPr>
              <p:nvPr/>
            </p:nvSpPr>
            <p:spPr bwMode="auto">
              <a:xfrm>
                <a:off x="4501" y="2824"/>
                <a:ext cx="41"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2868" name="Line 48"/>
              <p:cNvSpPr>
                <a:spLocks noChangeShapeType="1"/>
              </p:cNvSpPr>
              <p:nvPr/>
            </p:nvSpPr>
            <p:spPr bwMode="auto">
              <a:xfrm flipH="1">
                <a:off x="4491" y="3006"/>
                <a:ext cx="106"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2869" name="Line 49"/>
              <p:cNvSpPr>
                <a:spLocks noChangeShapeType="1"/>
              </p:cNvSpPr>
              <p:nvPr/>
            </p:nvSpPr>
            <p:spPr bwMode="auto">
              <a:xfrm flipH="1">
                <a:off x="4491" y="2893"/>
                <a:ext cx="106"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grpSp>
        <p:nvGrpSpPr>
          <p:cNvPr id="152587" name="Group 50"/>
          <p:cNvGrpSpPr/>
          <p:nvPr/>
        </p:nvGrpSpPr>
        <p:grpSpPr bwMode="auto">
          <a:xfrm>
            <a:off x="9099418" y="4556894"/>
            <a:ext cx="426508" cy="661988"/>
            <a:chOff x="4486" y="3170"/>
            <a:chExt cx="217" cy="339"/>
          </a:xfrm>
        </p:grpSpPr>
        <p:grpSp>
          <p:nvGrpSpPr>
            <p:cNvPr id="152839" name="Group 51"/>
            <p:cNvGrpSpPr/>
            <p:nvPr/>
          </p:nvGrpSpPr>
          <p:grpSpPr bwMode="auto">
            <a:xfrm>
              <a:off x="4491" y="3176"/>
              <a:ext cx="212" cy="333"/>
              <a:chOff x="4491" y="3176"/>
              <a:chExt cx="212" cy="333"/>
            </a:xfrm>
          </p:grpSpPr>
          <p:sp>
            <p:nvSpPr>
              <p:cNvPr id="152850" name="Freeform 52"/>
              <p:cNvSpPr/>
              <p:nvPr/>
            </p:nvSpPr>
            <p:spPr bwMode="auto">
              <a:xfrm>
                <a:off x="4557" y="3176"/>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851" name="Freeform 53"/>
              <p:cNvSpPr/>
              <p:nvPr/>
            </p:nvSpPr>
            <p:spPr bwMode="auto">
              <a:xfrm>
                <a:off x="4557" y="3176"/>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852" name="Freeform 54"/>
              <p:cNvSpPr/>
              <p:nvPr/>
            </p:nvSpPr>
            <p:spPr bwMode="auto">
              <a:xfrm>
                <a:off x="4491" y="317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853" name="Freeform 55"/>
              <p:cNvSpPr/>
              <p:nvPr/>
            </p:nvSpPr>
            <p:spPr bwMode="auto">
              <a:xfrm>
                <a:off x="4491" y="317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854" name="Rectangle 56"/>
              <p:cNvSpPr>
                <a:spLocks noChangeArrowheads="1"/>
              </p:cNvSpPr>
              <p:nvPr/>
            </p:nvSpPr>
            <p:spPr bwMode="auto">
              <a:xfrm>
                <a:off x="4491" y="3239"/>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2855" name="Rectangle 57"/>
              <p:cNvSpPr>
                <a:spLocks noChangeArrowheads="1"/>
              </p:cNvSpPr>
              <p:nvPr/>
            </p:nvSpPr>
            <p:spPr bwMode="auto">
              <a:xfrm>
                <a:off x="4496" y="3251"/>
                <a:ext cx="66"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2856" name="Line 58"/>
              <p:cNvSpPr>
                <a:spLocks noChangeShapeType="1"/>
              </p:cNvSpPr>
              <p:nvPr/>
            </p:nvSpPr>
            <p:spPr bwMode="auto">
              <a:xfrm>
                <a:off x="4501" y="3276"/>
                <a:ext cx="51"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2857" name="Line 59"/>
              <p:cNvSpPr>
                <a:spLocks noChangeShapeType="1"/>
              </p:cNvSpPr>
              <p:nvPr/>
            </p:nvSpPr>
            <p:spPr bwMode="auto">
              <a:xfrm flipH="1">
                <a:off x="4491" y="3452"/>
                <a:ext cx="116"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2858" name="Line 60"/>
              <p:cNvSpPr>
                <a:spLocks noChangeShapeType="1"/>
              </p:cNvSpPr>
              <p:nvPr/>
            </p:nvSpPr>
            <p:spPr bwMode="auto">
              <a:xfrm flipH="1">
                <a:off x="4491" y="3339"/>
                <a:ext cx="116"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nvGrpSpPr>
            <p:cNvPr id="152840" name="Group 61"/>
            <p:cNvGrpSpPr/>
            <p:nvPr/>
          </p:nvGrpSpPr>
          <p:grpSpPr bwMode="auto">
            <a:xfrm>
              <a:off x="4486" y="3170"/>
              <a:ext cx="212" cy="332"/>
              <a:chOff x="4486" y="3170"/>
              <a:chExt cx="212" cy="332"/>
            </a:xfrm>
          </p:grpSpPr>
          <p:sp>
            <p:nvSpPr>
              <p:cNvPr id="152841" name="Freeform 62"/>
              <p:cNvSpPr/>
              <p:nvPr/>
            </p:nvSpPr>
            <p:spPr bwMode="auto">
              <a:xfrm>
                <a:off x="4552" y="3170"/>
                <a:ext cx="146" cy="332"/>
              </a:xfrm>
              <a:custGeom>
                <a:avLst/>
                <a:gdLst>
                  <a:gd name="T0" fmla="*/ 50 w 146"/>
                  <a:gd name="T1" fmla="*/ 332 h 332"/>
                  <a:gd name="T2" fmla="*/ 0 w 146"/>
                  <a:gd name="T3" fmla="*/ 50 h 332"/>
                  <a:gd name="T4" fmla="*/ 146 w 146"/>
                  <a:gd name="T5" fmla="*/ 0 h 332"/>
                  <a:gd name="T6" fmla="*/ 146 w 146"/>
                  <a:gd name="T7" fmla="*/ 269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69"/>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842" name="Freeform 63"/>
              <p:cNvSpPr/>
              <p:nvPr/>
            </p:nvSpPr>
            <p:spPr bwMode="auto">
              <a:xfrm>
                <a:off x="4552" y="3170"/>
                <a:ext cx="146" cy="332"/>
              </a:xfrm>
              <a:custGeom>
                <a:avLst/>
                <a:gdLst>
                  <a:gd name="T0" fmla="*/ 50 w 146"/>
                  <a:gd name="T1" fmla="*/ 332 h 332"/>
                  <a:gd name="T2" fmla="*/ 0 w 146"/>
                  <a:gd name="T3" fmla="*/ 50 h 332"/>
                  <a:gd name="T4" fmla="*/ 146 w 146"/>
                  <a:gd name="T5" fmla="*/ 0 h 332"/>
                  <a:gd name="T6" fmla="*/ 146 w 146"/>
                  <a:gd name="T7" fmla="*/ 269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69"/>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843" name="Freeform 64"/>
              <p:cNvSpPr/>
              <p:nvPr/>
            </p:nvSpPr>
            <p:spPr bwMode="auto">
              <a:xfrm>
                <a:off x="4486" y="3170"/>
                <a:ext cx="212" cy="62"/>
              </a:xfrm>
              <a:custGeom>
                <a:avLst/>
                <a:gdLst>
                  <a:gd name="T0" fmla="*/ 0 w 212"/>
                  <a:gd name="T1" fmla="*/ 62 h 62"/>
                  <a:gd name="T2" fmla="*/ 91 w 212"/>
                  <a:gd name="T3" fmla="*/ 0 h 62"/>
                  <a:gd name="T4" fmla="*/ 212 w 212"/>
                  <a:gd name="T5" fmla="*/ 0 h 62"/>
                  <a:gd name="T6" fmla="*/ 116 w 212"/>
                  <a:gd name="T7" fmla="*/ 62 h 62"/>
                  <a:gd name="T8" fmla="*/ 0 w 212"/>
                  <a:gd name="T9" fmla="*/ 62 h 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2">
                    <a:moveTo>
                      <a:pt x="0" y="62"/>
                    </a:moveTo>
                    <a:lnTo>
                      <a:pt x="91" y="0"/>
                    </a:lnTo>
                    <a:lnTo>
                      <a:pt x="212" y="0"/>
                    </a:lnTo>
                    <a:lnTo>
                      <a:pt x="116" y="62"/>
                    </a:lnTo>
                    <a:lnTo>
                      <a:pt x="0" y="62"/>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844" name="Freeform 65"/>
              <p:cNvSpPr/>
              <p:nvPr/>
            </p:nvSpPr>
            <p:spPr bwMode="auto">
              <a:xfrm>
                <a:off x="4486" y="3170"/>
                <a:ext cx="212" cy="62"/>
              </a:xfrm>
              <a:custGeom>
                <a:avLst/>
                <a:gdLst>
                  <a:gd name="T0" fmla="*/ 0 w 212"/>
                  <a:gd name="T1" fmla="*/ 62 h 62"/>
                  <a:gd name="T2" fmla="*/ 91 w 212"/>
                  <a:gd name="T3" fmla="*/ 0 h 62"/>
                  <a:gd name="T4" fmla="*/ 212 w 212"/>
                  <a:gd name="T5" fmla="*/ 0 h 62"/>
                  <a:gd name="T6" fmla="*/ 116 w 212"/>
                  <a:gd name="T7" fmla="*/ 62 h 62"/>
                  <a:gd name="T8" fmla="*/ 0 w 212"/>
                  <a:gd name="T9" fmla="*/ 62 h 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2">
                    <a:moveTo>
                      <a:pt x="0" y="62"/>
                    </a:moveTo>
                    <a:lnTo>
                      <a:pt x="91" y="0"/>
                    </a:lnTo>
                    <a:lnTo>
                      <a:pt x="212" y="0"/>
                    </a:lnTo>
                    <a:lnTo>
                      <a:pt x="116" y="62"/>
                    </a:lnTo>
                    <a:lnTo>
                      <a:pt x="0" y="62"/>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845" name="Rectangle 66"/>
              <p:cNvSpPr>
                <a:spLocks noChangeArrowheads="1"/>
              </p:cNvSpPr>
              <p:nvPr/>
            </p:nvSpPr>
            <p:spPr bwMode="auto">
              <a:xfrm>
                <a:off x="4486" y="3232"/>
                <a:ext cx="116" cy="270"/>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2846" name="Rectangle 67"/>
              <p:cNvSpPr>
                <a:spLocks noChangeArrowheads="1"/>
              </p:cNvSpPr>
              <p:nvPr/>
            </p:nvSpPr>
            <p:spPr bwMode="auto">
              <a:xfrm>
                <a:off x="4491" y="3245"/>
                <a:ext cx="66"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2847" name="Line 68"/>
              <p:cNvSpPr>
                <a:spLocks noChangeShapeType="1"/>
              </p:cNvSpPr>
              <p:nvPr/>
            </p:nvSpPr>
            <p:spPr bwMode="auto">
              <a:xfrm>
                <a:off x="4501" y="3264"/>
                <a:ext cx="41"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2848" name="Line 69"/>
              <p:cNvSpPr>
                <a:spLocks noChangeShapeType="1"/>
              </p:cNvSpPr>
              <p:nvPr/>
            </p:nvSpPr>
            <p:spPr bwMode="auto">
              <a:xfrm flipH="1">
                <a:off x="4491" y="3446"/>
                <a:ext cx="106"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2849" name="Line 70"/>
              <p:cNvSpPr>
                <a:spLocks noChangeShapeType="1"/>
              </p:cNvSpPr>
              <p:nvPr/>
            </p:nvSpPr>
            <p:spPr bwMode="auto">
              <a:xfrm flipH="1">
                <a:off x="4491" y="3333"/>
                <a:ext cx="106"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grpSp>
        <p:nvGrpSpPr>
          <p:cNvPr id="152588" name="Group 71"/>
          <p:cNvGrpSpPr/>
          <p:nvPr/>
        </p:nvGrpSpPr>
        <p:grpSpPr bwMode="auto">
          <a:xfrm>
            <a:off x="8655712" y="5229994"/>
            <a:ext cx="423069" cy="661988"/>
            <a:chOff x="4260" y="3515"/>
            <a:chExt cx="216" cy="339"/>
          </a:xfrm>
        </p:grpSpPr>
        <p:grpSp>
          <p:nvGrpSpPr>
            <p:cNvPr id="152819" name="Group 72"/>
            <p:cNvGrpSpPr/>
            <p:nvPr/>
          </p:nvGrpSpPr>
          <p:grpSpPr bwMode="auto">
            <a:xfrm>
              <a:off x="4265" y="3521"/>
              <a:ext cx="211" cy="333"/>
              <a:chOff x="4265" y="3521"/>
              <a:chExt cx="211" cy="333"/>
            </a:xfrm>
          </p:grpSpPr>
          <p:sp>
            <p:nvSpPr>
              <p:cNvPr id="152830" name="Freeform 73"/>
              <p:cNvSpPr/>
              <p:nvPr/>
            </p:nvSpPr>
            <p:spPr bwMode="auto">
              <a:xfrm>
                <a:off x="4330" y="3521"/>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831" name="Freeform 74"/>
              <p:cNvSpPr/>
              <p:nvPr/>
            </p:nvSpPr>
            <p:spPr bwMode="auto">
              <a:xfrm>
                <a:off x="4330" y="3521"/>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832" name="Freeform 75"/>
              <p:cNvSpPr/>
              <p:nvPr/>
            </p:nvSpPr>
            <p:spPr bwMode="auto">
              <a:xfrm>
                <a:off x="4265" y="3521"/>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833" name="Freeform 76"/>
              <p:cNvSpPr/>
              <p:nvPr/>
            </p:nvSpPr>
            <p:spPr bwMode="auto">
              <a:xfrm>
                <a:off x="4265" y="3521"/>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834" name="Rectangle 77"/>
              <p:cNvSpPr>
                <a:spLocks noChangeArrowheads="1"/>
              </p:cNvSpPr>
              <p:nvPr/>
            </p:nvSpPr>
            <p:spPr bwMode="auto">
              <a:xfrm>
                <a:off x="4265" y="3584"/>
                <a:ext cx="115"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2835" name="Rectangle 78"/>
              <p:cNvSpPr>
                <a:spLocks noChangeArrowheads="1"/>
              </p:cNvSpPr>
              <p:nvPr/>
            </p:nvSpPr>
            <p:spPr bwMode="auto">
              <a:xfrm>
                <a:off x="4270" y="3596"/>
                <a:ext cx="65"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2836" name="Line 79"/>
              <p:cNvSpPr>
                <a:spLocks noChangeShapeType="1"/>
              </p:cNvSpPr>
              <p:nvPr/>
            </p:nvSpPr>
            <p:spPr bwMode="auto">
              <a:xfrm>
                <a:off x="4275" y="3622"/>
                <a:ext cx="50"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2837" name="Line 80"/>
              <p:cNvSpPr>
                <a:spLocks noChangeShapeType="1"/>
              </p:cNvSpPr>
              <p:nvPr/>
            </p:nvSpPr>
            <p:spPr bwMode="auto">
              <a:xfrm flipH="1">
                <a:off x="4265" y="3797"/>
                <a:ext cx="115"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2838" name="Line 81"/>
              <p:cNvSpPr>
                <a:spLocks noChangeShapeType="1"/>
              </p:cNvSpPr>
              <p:nvPr/>
            </p:nvSpPr>
            <p:spPr bwMode="auto">
              <a:xfrm flipH="1">
                <a:off x="4265" y="3684"/>
                <a:ext cx="115"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nvGrpSpPr>
            <p:cNvPr id="152820" name="Group 82"/>
            <p:cNvGrpSpPr/>
            <p:nvPr/>
          </p:nvGrpSpPr>
          <p:grpSpPr bwMode="auto">
            <a:xfrm>
              <a:off x="4260" y="3515"/>
              <a:ext cx="211" cy="332"/>
              <a:chOff x="4260" y="3515"/>
              <a:chExt cx="211" cy="332"/>
            </a:xfrm>
          </p:grpSpPr>
          <p:sp>
            <p:nvSpPr>
              <p:cNvPr id="152821" name="Freeform 83"/>
              <p:cNvSpPr/>
              <p:nvPr/>
            </p:nvSpPr>
            <p:spPr bwMode="auto">
              <a:xfrm>
                <a:off x="4325" y="3515"/>
                <a:ext cx="146" cy="332"/>
              </a:xfrm>
              <a:custGeom>
                <a:avLst/>
                <a:gdLst>
                  <a:gd name="T0" fmla="*/ 50 w 146"/>
                  <a:gd name="T1" fmla="*/ 332 h 332"/>
                  <a:gd name="T2" fmla="*/ 0 w 146"/>
                  <a:gd name="T3" fmla="*/ 50 h 332"/>
                  <a:gd name="T4" fmla="*/ 146 w 146"/>
                  <a:gd name="T5" fmla="*/ 0 h 332"/>
                  <a:gd name="T6" fmla="*/ 146 w 146"/>
                  <a:gd name="T7" fmla="*/ 270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70"/>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822" name="Freeform 84"/>
              <p:cNvSpPr/>
              <p:nvPr/>
            </p:nvSpPr>
            <p:spPr bwMode="auto">
              <a:xfrm>
                <a:off x="4325" y="3515"/>
                <a:ext cx="146" cy="332"/>
              </a:xfrm>
              <a:custGeom>
                <a:avLst/>
                <a:gdLst>
                  <a:gd name="T0" fmla="*/ 50 w 146"/>
                  <a:gd name="T1" fmla="*/ 332 h 332"/>
                  <a:gd name="T2" fmla="*/ 0 w 146"/>
                  <a:gd name="T3" fmla="*/ 50 h 332"/>
                  <a:gd name="T4" fmla="*/ 146 w 146"/>
                  <a:gd name="T5" fmla="*/ 0 h 332"/>
                  <a:gd name="T6" fmla="*/ 146 w 146"/>
                  <a:gd name="T7" fmla="*/ 270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70"/>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823" name="Freeform 85"/>
              <p:cNvSpPr/>
              <p:nvPr/>
            </p:nvSpPr>
            <p:spPr bwMode="auto">
              <a:xfrm>
                <a:off x="4260" y="3515"/>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824" name="Freeform 86"/>
              <p:cNvSpPr/>
              <p:nvPr/>
            </p:nvSpPr>
            <p:spPr bwMode="auto">
              <a:xfrm>
                <a:off x="4260" y="3515"/>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825" name="Rectangle 87"/>
              <p:cNvSpPr>
                <a:spLocks noChangeArrowheads="1"/>
              </p:cNvSpPr>
              <p:nvPr/>
            </p:nvSpPr>
            <p:spPr bwMode="auto">
              <a:xfrm>
                <a:off x="4260" y="3578"/>
                <a:ext cx="115" cy="26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2826" name="Rectangle 88"/>
              <p:cNvSpPr>
                <a:spLocks noChangeArrowheads="1"/>
              </p:cNvSpPr>
              <p:nvPr/>
            </p:nvSpPr>
            <p:spPr bwMode="auto">
              <a:xfrm>
                <a:off x="4265" y="3590"/>
                <a:ext cx="65"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2827" name="Line 89"/>
              <p:cNvSpPr>
                <a:spLocks noChangeShapeType="1"/>
              </p:cNvSpPr>
              <p:nvPr/>
            </p:nvSpPr>
            <p:spPr bwMode="auto">
              <a:xfrm>
                <a:off x="4275" y="3609"/>
                <a:ext cx="40"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2828" name="Line 90"/>
              <p:cNvSpPr>
                <a:spLocks noChangeShapeType="1"/>
              </p:cNvSpPr>
              <p:nvPr/>
            </p:nvSpPr>
            <p:spPr bwMode="auto">
              <a:xfrm flipH="1">
                <a:off x="4265" y="3791"/>
                <a:ext cx="105"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2829" name="Line 91"/>
              <p:cNvSpPr>
                <a:spLocks noChangeShapeType="1"/>
              </p:cNvSpPr>
              <p:nvPr/>
            </p:nvSpPr>
            <p:spPr bwMode="auto">
              <a:xfrm flipH="1">
                <a:off x="4265" y="3678"/>
                <a:ext cx="105"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sp>
        <p:nvSpPr>
          <p:cNvPr id="152589" name="Rectangle 92"/>
          <p:cNvSpPr>
            <a:spLocks noChangeArrowheads="1"/>
          </p:cNvSpPr>
          <p:nvPr/>
        </p:nvSpPr>
        <p:spPr bwMode="auto">
          <a:xfrm>
            <a:off x="2285603" y="3156719"/>
            <a:ext cx="32676" cy="2598738"/>
          </a:xfrm>
          <a:prstGeom prst="rect">
            <a:avLst/>
          </a:prstGeom>
          <a:solidFill>
            <a:srgbClr val="000000"/>
          </a:solidFill>
          <a:ln w="28575">
            <a:solidFill>
              <a:srgbClr val="333399"/>
            </a:solidFill>
            <a:miter lim="800000"/>
          </a:ln>
        </p:spPr>
        <p:txBody>
          <a:bodyPr/>
          <a:lstStyle/>
          <a:p>
            <a:pPr eaLnBrk="1" hangingPunct="1"/>
            <a:endParaRPr lang="zh-CN" altLang="en-US" b="1">
              <a:solidFill>
                <a:srgbClr val="000099"/>
              </a:solidFill>
            </a:endParaRPr>
          </a:p>
        </p:txBody>
      </p:sp>
      <p:sp>
        <p:nvSpPr>
          <p:cNvPr id="152590" name="Line 93"/>
          <p:cNvSpPr>
            <a:spLocks noChangeShapeType="1"/>
          </p:cNvSpPr>
          <p:nvPr/>
        </p:nvSpPr>
        <p:spPr bwMode="auto">
          <a:xfrm>
            <a:off x="1411950" y="3537720"/>
            <a:ext cx="889132" cy="3175"/>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2591" name="Line 94"/>
          <p:cNvSpPr>
            <a:spLocks noChangeShapeType="1"/>
          </p:cNvSpPr>
          <p:nvPr/>
        </p:nvSpPr>
        <p:spPr bwMode="auto">
          <a:xfrm>
            <a:off x="1678517" y="4247333"/>
            <a:ext cx="622565" cy="1587"/>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2592" name="Line 95"/>
          <p:cNvSpPr>
            <a:spLocks noChangeShapeType="1"/>
          </p:cNvSpPr>
          <p:nvPr/>
        </p:nvSpPr>
        <p:spPr bwMode="auto">
          <a:xfrm>
            <a:off x="964804" y="4748983"/>
            <a:ext cx="1336278" cy="3175"/>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2593" name="Line 96"/>
          <p:cNvSpPr>
            <a:spLocks noChangeShapeType="1"/>
          </p:cNvSpPr>
          <p:nvPr/>
        </p:nvSpPr>
        <p:spPr bwMode="auto">
          <a:xfrm>
            <a:off x="1499659" y="5366520"/>
            <a:ext cx="801423" cy="3175"/>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2594" name="Line 97"/>
          <p:cNvSpPr>
            <a:spLocks noChangeShapeType="1"/>
          </p:cNvSpPr>
          <p:nvPr/>
        </p:nvSpPr>
        <p:spPr bwMode="auto">
          <a:xfrm>
            <a:off x="2301082" y="5544320"/>
            <a:ext cx="445427" cy="3175"/>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2595" name="Line 98"/>
          <p:cNvSpPr>
            <a:spLocks noChangeShapeType="1"/>
          </p:cNvSpPr>
          <p:nvPr/>
        </p:nvSpPr>
        <p:spPr bwMode="auto">
          <a:xfrm flipV="1">
            <a:off x="3159258" y="4580707"/>
            <a:ext cx="779065" cy="647700"/>
          </a:xfrm>
          <a:prstGeom prst="line">
            <a:avLst/>
          </a:prstGeom>
          <a:noFill/>
          <a:ln w="2857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152596" name="Line 99"/>
          <p:cNvSpPr>
            <a:spLocks noChangeShapeType="1"/>
          </p:cNvSpPr>
          <p:nvPr/>
        </p:nvSpPr>
        <p:spPr bwMode="auto">
          <a:xfrm>
            <a:off x="2301081" y="4483869"/>
            <a:ext cx="1515137" cy="1588"/>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nvGrpSpPr>
          <p:cNvPr id="152597" name="Group 100"/>
          <p:cNvGrpSpPr/>
          <p:nvPr/>
        </p:nvGrpSpPr>
        <p:grpSpPr bwMode="auto">
          <a:xfrm>
            <a:off x="3656277" y="4288607"/>
            <a:ext cx="607087" cy="374650"/>
            <a:chOff x="2154" y="3033"/>
            <a:chExt cx="309" cy="192"/>
          </a:xfrm>
        </p:grpSpPr>
        <p:sp>
          <p:nvSpPr>
            <p:cNvPr id="152794" name="Oval 101"/>
            <p:cNvSpPr>
              <a:spLocks noChangeArrowheads="1"/>
            </p:cNvSpPr>
            <p:nvPr/>
          </p:nvSpPr>
          <p:spPr bwMode="auto">
            <a:xfrm>
              <a:off x="2155" y="3113"/>
              <a:ext cx="308" cy="112"/>
            </a:xfrm>
            <a:prstGeom prst="ellipse">
              <a:avLst/>
            </a:prstGeom>
            <a:solidFill>
              <a:srgbClr val="0078AA"/>
            </a:solidFill>
            <a:ln w="3175">
              <a:solidFill>
                <a:srgbClr val="AAE6FF"/>
              </a:solidFill>
              <a:round/>
            </a:ln>
          </p:spPr>
          <p:txBody>
            <a:bodyPr/>
            <a:lstStyle/>
            <a:p>
              <a:pPr eaLnBrk="1" hangingPunct="1"/>
              <a:endParaRPr lang="zh-CN" altLang="en-US" b="1">
                <a:solidFill>
                  <a:srgbClr val="000099"/>
                </a:solidFill>
              </a:endParaRPr>
            </a:p>
          </p:txBody>
        </p:sp>
        <p:sp>
          <p:nvSpPr>
            <p:cNvPr id="152795" name="Rectangle 102"/>
            <p:cNvSpPr>
              <a:spLocks noChangeArrowheads="1"/>
            </p:cNvSpPr>
            <p:nvPr/>
          </p:nvSpPr>
          <p:spPr bwMode="auto">
            <a:xfrm>
              <a:off x="2154"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2796" name="Rectangle 103"/>
            <p:cNvSpPr>
              <a:spLocks noChangeArrowheads="1"/>
            </p:cNvSpPr>
            <p:nvPr/>
          </p:nvSpPr>
          <p:spPr bwMode="auto">
            <a:xfrm>
              <a:off x="2154"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2797" name="Oval 104"/>
            <p:cNvSpPr>
              <a:spLocks noChangeArrowheads="1"/>
            </p:cNvSpPr>
            <p:nvPr/>
          </p:nvSpPr>
          <p:spPr bwMode="auto">
            <a:xfrm>
              <a:off x="2155" y="3033"/>
              <a:ext cx="308" cy="112"/>
            </a:xfrm>
            <a:prstGeom prst="ellipse">
              <a:avLst/>
            </a:prstGeom>
            <a:solidFill>
              <a:srgbClr val="00B4FF"/>
            </a:solidFill>
            <a:ln w="3175">
              <a:solidFill>
                <a:srgbClr val="AAE6FF"/>
              </a:solidFill>
              <a:round/>
            </a:ln>
          </p:spPr>
          <p:txBody>
            <a:bodyPr/>
            <a:lstStyle/>
            <a:p>
              <a:pPr eaLnBrk="1" hangingPunct="1"/>
              <a:endParaRPr lang="zh-CN" altLang="en-US" b="1">
                <a:solidFill>
                  <a:srgbClr val="000099"/>
                </a:solidFill>
              </a:endParaRPr>
            </a:p>
          </p:txBody>
        </p:sp>
        <p:grpSp>
          <p:nvGrpSpPr>
            <p:cNvPr id="152798" name="Group 105"/>
            <p:cNvGrpSpPr/>
            <p:nvPr/>
          </p:nvGrpSpPr>
          <p:grpSpPr bwMode="auto">
            <a:xfrm>
              <a:off x="2201" y="3046"/>
              <a:ext cx="214" cy="86"/>
              <a:chOff x="2201" y="3046"/>
              <a:chExt cx="214" cy="86"/>
            </a:xfrm>
          </p:grpSpPr>
          <p:grpSp>
            <p:nvGrpSpPr>
              <p:cNvPr id="152801" name="Group 106"/>
              <p:cNvGrpSpPr/>
              <p:nvPr/>
            </p:nvGrpSpPr>
            <p:grpSpPr bwMode="auto">
              <a:xfrm>
                <a:off x="2201" y="3046"/>
                <a:ext cx="212" cy="84"/>
                <a:chOff x="2201" y="3046"/>
                <a:chExt cx="212" cy="84"/>
              </a:xfrm>
            </p:grpSpPr>
            <p:sp>
              <p:nvSpPr>
                <p:cNvPr id="152811" name="Freeform 107"/>
                <p:cNvSpPr/>
                <p:nvPr/>
              </p:nvSpPr>
              <p:spPr bwMode="auto">
                <a:xfrm>
                  <a:off x="2312"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0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0"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812" name="Freeform 108"/>
                <p:cNvSpPr/>
                <p:nvPr/>
              </p:nvSpPr>
              <p:spPr bwMode="auto">
                <a:xfrm>
                  <a:off x="2312"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0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0"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813" name="Freeform 109"/>
                <p:cNvSpPr/>
                <p:nvPr/>
              </p:nvSpPr>
              <p:spPr bwMode="auto">
                <a:xfrm>
                  <a:off x="2201" y="3090"/>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814" name="Freeform 110"/>
                <p:cNvSpPr/>
                <p:nvPr/>
              </p:nvSpPr>
              <p:spPr bwMode="auto">
                <a:xfrm>
                  <a:off x="2201" y="3090"/>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815" name="Freeform 111"/>
                <p:cNvSpPr/>
                <p:nvPr/>
              </p:nvSpPr>
              <p:spPr bwMode="auto">
                <a:xfrm>
                  <a:off x="2206" y="3046"/>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816" name="Freeform 112"/>
                <p:cNvSpPr/>
                <p:nvPr/>
              </p:nvSpPr>
              <p:spPr bwMode="auto">
                <a:xfrm>
                  <a:off x="2206" y="3046"/>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817" name="Freeform 113"/>
                <p:cNvSpPr/>
                <p:nvPr/>
              </p:nvSpPr>
              <p:spPr bwMode="auto">
                <a:xfrm>
                  <a:off x="2308" y="3094"/>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1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1" y="6"/>
                      </a:lnTo>
                      <a:lnTo>
                        <a:pt x="101" y="2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818" name="Freeform 114"/>
                <p:cNvSpPr/>
                <p:nvPr/>
              </p:nvSpPr>
              <p:spPr bwMode="auto">
                <a:xfrm>
                  <a:off x="2308" y="3094"/>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1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1" y="6"/>
                      </a:lnTo>
                      <a:lnTo>
                        <a:pt x="101" y="2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grpSp>
          <p:grpSp>
            <p:nvGrpSpPr>
              <p:cNvPr id="152802" name="Group 115"/>
              <p:cNvGrpSpPr/>
              <p:nvPr/>
            </p:nvGrpSpPr>
            <p:grpSpPr bwMode="auto">
              <a:xfrm>
                <a:off x="2203" y="3048"/>
                <a:ext cx="212" cy="84"/>
                <a:chOff x="2203" y="3048"/>
                <a:chExt cx="212" cy="84"/>
              </a:xfrm>
            </p:grpSpPr>
            <p:sp>
              <p:nvSpPr>
                <p:cNvPr id="152803" name="Freeform 116"/>
                <p:cNvSpPr/>
                <p:nvPr/>
              </p:nvSpPr>
              <p:spPr bwMode="auto">
                <a:xfrm>
                  <a:off x="2313" y="3050"/>
                  <a:ext cx="102" cy="36"/>
                </a:xfrm>
                <a:custGeom>
                  <a:avLst/>
                  <a:gdLst>
                    <a:gd name="T0" fmla="*/ 0 w 102"/>
                    <a:gd name="T1" fmla="*/ 28 h 36"/>
                    <a:gd name="T2" fmla="*/ 23 w 102"/>
                    <a:gd name="T3" fmla="*/ 36 h 36"/>
                    <a:gd name="T4" fmla="*/ 77 w 102"/>
                    <a:gd name="T5" fmla="*/ 12 h 36"/>
                    <a:gd name="T6" fmla="*/ 102 w 102"/>
                    <a:gd name="T7" fmla="*/ 20 h 36"/>
                    <a:gd name="T8" fmla="*/ 89 w 102"/>
                    <a:gd name="T9" fmla="*/ 0 h 36"/>
                    <a:gd name="T10" fmla="*/ 25 w 102"/>
                    <a:gd name="T11" fmla="*/ 0 h 36"/>
                    <a:gd name="T12" fmla="*/ 51 w 102"/>
                    <a:gd name="T13" fmla="*/ 6 h 36"/>
                    <a:gd name="T14" fmla="*/ 0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28"/>
                      </a:moveTo>
                      <a:lnTo>
                        <a:pt x="23" y="36"/>
                      </a:lnTo>
                      <a:lnTo>
                        <a:pt x="77" y="12"/>
                      </a:lnTo>
                      <a:lnTo>
                        <a:pt x="102" y="20"/>
                      </a:lnTo>
                      <a:lnTo>
                        <a:pt x="89" y="0"/>
                      </a:lnTo>
                      <a:lnTo>
                        <a:pt x="25"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804" name="Freeform 117"/>
                <p:cNvSpPr/>
                <p:nvPr/>
              </p:nvSpPr>
              <p:spPr bwMode="auto">
                <a:xfrm>
                  <a:off x="2313" y="3050"/>
                  <a:ext cx="102" cy="36"/>
                </a:xfrm>
                <a:custGeom>
                  <a:avLst/>
                  <a:gdLst>
                    <a:gd name="T0" fmla="*/ 0 w 102"/>
                    <a:gd name="T1" fmla="*/ 28 h 36"/>
                    <a:gd name="T2" fmla="*/ 23 w 102"/>
                    <a:gd name="T3" fmla="*/ 36 h 36"/>
                    <a:gd name="T4" fmla="*/ 77 w 102"/>
                    <a:gd name="T5" fmla="*/ 12 h 36"/>
                    <a:gd name="T6" fmla="*/ 102 w 102"/>
                    <a:gd name="T7" fmla="*/ 20 h 36"/>
                    <a:gd name="T8" fmla="*/ 89 w 102"/>
                    <a:gd name="T9" fmla="*/ 0 h 36"/>
                    <a:gd name="T10" fmla="*/ 25 w 102"/>
                    <a:gd name="T11" fmla="*/ 0 h 36"/>
                    <a:gd name="T12" fmla="*/ 51 w 102"/>
                    <a:gd name="T13" fmla="*/ 6 h 36"/>
                    <a:gd name="T14" fmla="*/ 0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28"/>
                      </a:moveTo>
                      <a:lnTo>
                        <a:pt x="23" y="36"/>
                      </a:lnTo>
                      <a:lnTo>
                        <a:pt x="77" y="12"/>
                      </a:lnTo>
                      <a:lnTo>
                        <a:pt x="102" y="20"/>
                      </a:lnTo>
                      <a:lnTo>
                        <a:pt x="89" y="0"/>
                      </a:lnTo>
                      <a:lnTo>
                        <a:pt x="25"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805" name="Freeform 118"/>
                <p:cNvSpPr/>
                <p:nvPr/>
              </p:nvSpPr>
              <p:spPr bwMode="auto">
                <a:xfrm>
                  <a:off x="2203"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806" name="Freeform 119"/>
                <p:cNvSpPr/>
                <p:nvPr/>
              </p:nvSpPr>
              <p:spPr bwMode="auto">
                <a:xfrm>
                  <a:off x="2203"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807" name="Freeform 120"/>
                <p:cNvSpPr/>
                <p:nvPr/>
              </p:nvSpPr>
              <p:spPr bwMode="auto">
                <a:xfrm>
                  <a:off x="2208" y="3048"/>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808" name="Freeform 121"/>
                <p:cNvSpPr/>
                <p:nvPr/>
              </p:nvSpPr>
              <p:spPr bwMode="auto">
                <a:xfrm>
                  <a:off x="2208" y="3048"/>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809" name="Freeform 122"/>
                <p:cNvSpPr/>
                <p:nvPr/>
              </p:nvSpPr>
              <p:spPr bwMode="auto">
                <a:xfrm>
                  <a:off x="2310" y="3096"/>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0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0" y="6"/>
                      </a:lnTo>
                      <a:lnTo>
                        <a:pt x="101" y="2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810" name="Freeform 123"/>
                <p:cNvSpPr/>
                <p:nvPr/>
              </p:nvSpPr>
              <p:spPr bwMode="auto">
                <a:xfrm>
                  <a:off x="2310" y="3096"/>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0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0" y="6"/>
                      </a:lnTo>
                      <a:lnTo>
                        <a:pt x="101" y="2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grpSp>
        </p:grpSp>
        <p:sp>
          <p:nvSpPr>
            <p:cNvPr id="152799" name="Line 124"/>
            <p:cNvSpPr>
              <a:spLocks noChangeShapeType="1"/>
            </p:cNvSpPr>
            <p:nvPr/>
          </p:nvSpPr>
          <p:spPr bwMode="auto">
            <a:xfrm>
              <a:off x="2154" y="3088"/>
              <a:ext cx="1" cy="80"/>
            </a:xfrm>
            <a:prstGeom prst="line">
              <a:avLst/>
            </a:prstGeom>
            <a:noFill/>
            <a:ln w="3175">
              <a:solidFill>
                <a:srgbClr val="AAE6FF"/>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2800" name="Line 125"/>
            <p:cNvSpPr>
              <a:spLocks noChangeShapeType="1"/>
            </p:cNvSpPr>
            <p:nvPr/>
          </p:nvSpPr>
          <p:spPr bwMode="auto">
            <a:xfrm>
              <a:off x="2462" y="3088"/>
              <a:ext cx="1" cy="80"/>
            </a:xfrm>
            <a:prstGeom prst="line">
              <a:avLst/>
            </a:prstGeom>
            <a:noFill/>
            <a:ln w="3175">
              <a:solidFill>
                <a:srgbClr val="AAE6FF"/>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nvGrpSpPr>
          <p:cNvPr id="152598" name="Group 126"/>
          <p:cNvGrpSpPr/>
          <p:nvPr/>
        </p:nvGrpSpPr>
        <p:grpSpPr bwMode="auto">
          <a:xfrm>
            <a:off x="1234810" y="3075758"/>
            <a:ext cx="557213" cy="517525"/>
            <a:chOff x="921" y="2412"/>
            <a:chExt cx="284" cy="265"/>
          </a:xfrm>
        </p:grpSpPr>
        <p:grpSp>
          <p:nvGrpSpPr>
            <p:cNvPr id="152768" name="Group 127"/>
            <p:cNvGrpSpPr/>
            <p:nvPr/>
          </p:nvGrpSpPr>
          <p:grpSpPr bwMode="auto">
            <a:xfrm>
              <a:off x="928" y="2417"/>
              <a:ext cx="277" cy="260"/>
              <a:chOff x="928" y="2417"/>
              <a:chExt cx="277" cy="260"/>
            </a:xfrm>
          </p:grpSpPr>
          <p:sp>
            <p:nvSpPr>
              <p:cNvPr id="152782" name="Freeform 128"/>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783" name="Freeform 129"/>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784" name="Freeform 130"/>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785" name="Freeform 131"/>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786" name="Rectangle 132"/>
              <p:cNvSpPr>
                <a:spLocks noChangeArrowheads="1"/>
              </p:cNvSpPr>
              <p:nvPr/>
            </p:nvSpPr>
            <p:spPr bwMode="auto">
              <a:xfrm>
                <a:off x="974" y="2434"/>
                <a:ext cx="185"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2787" name="Rectangle 133"/>
              <p:cNvSpPr>
                <a:spLocks noChangeArrowheads="1"/>
              </p:cNvSpPr>
              <p:nvPr/>
            </p:nvSpPr>
            <p:spPr bwMode="auto">
              <a:xfrm>
                <a:off x="937" y="2576"/>
                <a:ext cx="260"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2788" name="Rectangle 134"/>
              <p:cNvSpPr>
                <a:spLocks noChangeArrowheads="1"/>
              </p:cNvSpPr>
              <p:nvPr/>
            </p:nvSpPr>
            <p:spPr bwMode="auto">
              <a:xfrm>
                <a:off x="992" y="2450"/>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2789" name="Line 135"/>
              <p:cNvSpPr>
                <a:spLocks noChangeShapeType="1"/>
              </p:cNvSpPr>
              <p:nvPr/>
            </p:nvSpPr>
            <p:spPr bwMode="auto">
              <a:xfrm flipH="1">
                <a:off x="1115" y="2598"/>
                <a:ext cx="61" cy="1"/>
              </a:xfrm>
              <a:prstGeom prst="line">
                <a:avLst/>
              </a:prstGeom>
              <a:noFill/>
              <a:ln w="7938">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nvGrpSpPr>
              <p:cNvPr id="152790" name="Group 136"/>
              <p:cNvGrpSpPr/>
              <p:nvPr/>
            </p:nvGrpSpPr>
            <p:grpSpPr bwMode="auto">
              <a:xfrm>
                <a:off x="928" y="2639"/>
                <a:ext cx="277" cy="38"/>
                <a:chOff x="928" y="2639"/>
                <a:chExt cx="277" cy="38"/>
              </a:xfrm>
            </p:grpSpPr>
            <p:sp>
              <p:nvSpPr>
                <p:cNvPr id="152791" name="Freeform 137"/>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792" name="Freeform 138"/>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793" name="Rectangle 139"/>
                <p:cNvSpPr>
                  <a:spLocks noChangeArrowheads="1"/>
                </p:cNvSpPr>
                <p:nvPr/>
              </p:nvSpPr>
              <p:spPr bwMode="auto">
                <a:xfrm>
                  <a:off x="930" y="2666"/>
                  <a:ext cx="274"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grpSp>
        </p:grpSp>
        <p:grpSp>
          <p:nvGrpSpPr>
            <p:cNvPr id="152769" name="Group 140"/>
            <p:cNvGrpSpPr/>
            <p:nvPr/>
          </p:nvGrpSpPr>
          <p:grpSpPr bwMode="auto">
            <a:xfrm>
              <a:off x="921" y="2412"/>
              <a:ext cx="277" cy="261"/>
              <a:chOff x="921" y="2412"/>
              <a:chExt cx="277" cy="261"/>
            </a:xfrm>
          </p:grpSpPr>
          <p:sp>
            <p:nvSpPr>
              <p:cNvPr id="152770" name="Freeform 141"/>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771" name="Freeform 142"/>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772" name="Freeform 143"/>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773" name="Freeform 144"/>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774" name="Rectangle 145"/>
              <p:cNvSpPr>
                <a:spLocks noChangeArrowheads="1"/>
              </p:cNvSpPr>
              <p:nvPr/>
            </p:nvSpPr>
            <p:spPr bwMode="auto">
              <a:xfrm>
                <a:off x="968" y="2429"/>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2775" name="Rectangle 146"/>
              <p:cNvSpPr>
                <a:spLocks noChangeArrowheads="1"/>
              </p:cNvSpPr>
              <p:nvPr/>
            </p:nvSpPr>
            <p:spPr bwMode="auto">
              <a:xfrm>
                <a:off x="930" y="2571"/>
                <a:ext cx="260"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2776" name="Rectangle 147"/>
              <p:cNvSpPr>
                <a:spLocks noChangeArrowheads="1"/>
              </p:cNvSpPr>
              <p:nvPr/>
            </p:nvSpPr>
            <p:spPr bwMode="auto">
              <a:xfrm>
                <a:off x="985" y="2445"/>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2777" name="Line 148"/>
              <p:cNvSpPr>
                <a:spLocks noChangeShapeType="1"/>
              </p:cNvSpPr>
              <p:nvPr/>
            </p:nvSpPr>
            <p:spPr bwMode="auto">
              <a:xfrm flipH="1">
                <a:off x="1108" y="2593"/>
                <a:ext cx="61" cy="1"/>
              </a:xfrm>
              <a:prstGeom prst="line">
                <a:avLst/>
              </a:prstGeom>
              <a:noFill/>
              <a:ln w="7938">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nvGrpSpPr>
              <p:cNvPr id="152778" name="Group 149"/>
              <p:cNvGrpSpPr/>
              <p:nvPr/>
            </p:nvGrpSpPr>
            <p:grpSpPr bwMode="auto">
              <a:xfrm>
                <a:off x="921" y="2635"/>
                <a:ext cx="277" cy="38"/>
                <a:chOff x="921" y="2635"/>
                <a:chExt cx="277" cy="38"/>
              </a:xfrm>
            </p:grpSpPr>
            <p:sp>
              <p:nvSpPr>
                <p:cNvPr id="152779" name="Freeform 150"/>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780" name="Freeform 151"/>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781" name="Rectangle 152"/>
                <p:cNvSpPr>
                  <a:spLocks noChangeArrowheads="1"/>
                </p:cNvSpPr>
                <p:nvPr/>
              </p:nvSpPr>
              <p:spPr bwMode="auto">
                <a:xfrm>
                  <a:off x="923" y="2662"/>
                  <a:ext cx="274"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grpSp>
        </p:grpSp>
      </p:grpSp>
      <p:grpSp>
        <p:nvGrpSpPr>
          <p:cNvPr id="152599" name="Group 153"/>
          <p:cNvGrpSpPr/>
          <p:nvPr/>
        </p:nvGrpSpPr>
        <p:grpSpPr bwMode="auto">
          <a:xfrm>
            <a:off x="1384433" y="3785370"/>
            <a:ext cx="553773" cy="517525"/>
            <a:chOff x="997" y="2775"/>
            <a:chExt cx="282" cy="265"/>
          </a:xfrm>
        </p:grpSpPr>
        <p:grpSp>
          <p:nvGrpSpPr>
            <p:cNvPr id="152742" name="Group 154"/>
            <p:cNvGrpSpPr/>
            <p:nvPr/>
          </p:nvGrpSpPr>
          <p:grpSpPr bwMode="auto">
            <a:xfrm>
              <a:off x="1004" y="2779"/>
              <a:ext cx="275" cy="261"/>
              <a:chOff x="1004" y="2779"/>
              <a:chExt cx="275" cy="261"/>
            </a:xfrm>
          </p:grpSpPr>
          <p:sp>
            <p:nvSpPr>
              <p:cNvPr id="152756" name="Freeform 155"/>
              <p:cNvSpPr/>
              <p:nvPr/>
            </p:nvSpPr>
            <p:spPr bwMode="auto">
              <a:xfrm>
                <a:off x="1011" y="2914"/>
                <a:ext cx="260" cy="26"/>
              </a:xfrm>
              <a:custGeom>
                <a:avLst/>
                <a:gdLst>
                  <a:gd name="T0" fmla="*/ 0 w 260"/>
                  <a:gd name="T1" fmla="*/ 26 h 26"/>
                  <a:gd name="T2" fmla="*/ 30 w 260"/>
                  <a:gd name="T3" fmla="*/ 0 h 26"/>
                  <a:gd name="T4" fmla="*/ 229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0" y="0"/>
                    </a:lnTo>
                    <a:lnTo>
                      <a:pt x="229"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757" name="Freeform 156"/>
              <p:cNvSpPr/>
              <p:nvPr/>
            </p:nvSpPr>
            <p:spPr bwMode="auto">
              <a:xfrm>
                <a:off x="1011" y="2914"/>
                <a:ext cx="260" cy="26"/>
              </a:xfrm>
              <a:custGeom>
                <a:avLst/>
                <a:gdLst>
                  <a:gd name="T0" fmla="*/ 0 w 260"/>
                  <a:gd name="T1" fmla="*/ 26 h 26"/>
                  <a:gd name="T2" fmla="*/ 30 w 260"/>
                  <a:gd name="T3" fmla="*/ 0 h 26"/>
                  <a:gd name="T4" fmla="*/ 229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0" y="0"/>
                    </a:lnTo>
                    <a:lnTo>
                      <a:pt x="229"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758" name="Freeform 157"/>
              <p:cNvSpPr/>
              <p:nvPr/>
            </p:nvSpPr>
            <p:spPr bwMode="auto">
              <a:xfrm>
                <a:off x="1050" y="2779"/>
                <a:ext cx="183" cy="18"/>
              </a:xfrm>
              <a:custGeom>
                <a:avLst/>
                <a:gdLst>
                  <a:gd name="T0" fmla="*/ 0 w 183"/>
                  <a:gd name="T1" fmla="*/ 18 h 18"/>
                  <a:gd name="T2" fmla="*/ 22 w 183"/>
                  <a:gd name="T3" fmla="*/ 0 h 18"/>
                  <a:gd name="T4" fmla="*/ 161 w 183"/>
                  <a:gd name="T5" fmla="*/ 0 h 18"/>
                  <a:gd name="T6" fmla="*/ 183 w 183"/>
                  <a:gd name="T7" fmla="*/ 18 h 18"/>
                  <a:gd name="T8" fmla="*/ 0 w 183"/>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8">
                    <a:moveTo>
                      <a:pt x="0" y="18"/>
                    </a:moveTo>
                    <a:lnTo>
                      <a:pt x="22" y="0"/>
                    </a:lnTo>
                    <a:lnTo>
                      <a:pt x="161" y="0"/>
                    </a:lnTo>
                    <a:lnTo>
                      <a:pt x="183"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759" name="Freeform 158"/>
              <p:cNvSpPr/>
              <p:nvPr/>
            </p:nvSpPr>
            <p:spPr bwMode="auto">
              <a:xfrm>
                <a:off x="1050" y="2779"/>
                <a:ext cx="183" cy="18"/>
              </a:xfrm>
              <a:custGeom>
                <a:avLst/>
                <a:gdLst>
                  <a:gd name="T0" fmla="*/ 0 w 183"/>
                  <a:gd name="T1" fmla="*/ 18 h 18"/>
                  <a:gd name="T2" fmla="*/ 22 w 183"/>
                  <a:gd name="T3" fmla="*/ 0 h 18"/>
                  <a:gd name="T4" fmla="*/ 161 w 183"/>
                  <a:gd name="T5" fmla="*/ 0 h 18"/>
                  <a:gd name="T6" fmla="*/ 183 w 183"/>
                  <a:gd name="T7" fmla="*/ 18 h 18"/>
                  <a:gd name="T8" fmla="*/ 0 w 183"/>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8">
                    <a:moveTo>
                      <a:pt x="0" y="18"/>
                    </a:moveTo>
                    <a:lnTo>
                      <a:pt x="22" y="0"/>
                    </a:lnTo>
                    <a:lnTo>
                      <a:pt x="161" y="0"/>
                    </a:lnTo>
                    <a:lnTo>
                      <a:pt x="183"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760" name="Rectangle 159"/>
              <p:cNvSpPr>
                <a:spLocks noChangeArrowheads="1"/>
              </p:cNvSpPr>
              <p:nvPr/>
            </p:nvSpPr>
            <p:spPr bwMode="auto">
              <a:xfrm>
                <a:off x="1050" y="2797"/>
                <a:ext cx="183"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2761" name="Rectangle 160"/>
              <p:cNvSpPr>
                <a:spLocks noChangeArrowheads="1"/>
              </p:cNvSpPr>
              <p:nvPr/>
            </p:nvSpPr>
            <p:spPr bwMode="auto">
              <a:xfrm>
                <a:off x="1013" y="2938"/>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2762" name="Rectangle 161"/>
              <p:cNvSpPr>
                <a:spLocks noChangeArrowheads="1"/>
              </p:cNvSpPr>
              <p:nvPr/>
            </p:nvSpPr>
            <p:spPr bwMode="auto">
              <a:xfrm>
                <a:off x="1067" y="2813"/>
                <a:ext cx="149" cy="10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2763" name="Line 162"/>
              <p:cNvSpPr>
                <a:spLocks noChangeShapeType="1"/>
              </p:cNvSpPr>
              <p:nvPr/>
            </p:nvSpPr>
            <p:spPr bwMode="auto">
              <a:xfrm flipH="1">
                <a:off x="1189" y="2961"/>
                <a:ext cx="61" cy="1"/>
              </a:xfrm>
              <a:prstGeom prst="line">
                <a:avLst/>
              </a:prstGeom>
              <a:noFill/>
              <a:ln w="7938">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nvGrpSpPr>
              <p:cNvPr id="152764" name="Group 163"/>
              <p:cNvGrpSpPr/>
              <p:nvPr/>
            </p:nvGrpSpPr>
            <p:grpSpPr bwMode="auto">
              <a:xfrm>
                <a:off x="1004" y="3002"/>
                <a:ext cx="275" cy="38"/>
                <a:chOff x="1004" y="3002"/>
                <a:chExt cx="275" cy="38"/>
              </a:xfrm>
            </p:grpSpPr>
            <p:sp>
              <p:nvSpPr>
                <p:cNvPr id="152765" name="Freeform 164"/>
                <p:cNvSpPr/>
                <p:nvPr/>
              </p:nvSpPr>
              <p:spPr bwMode="auto">
                <a:xfrm>
                  <a:off x="1004" y="3002"/>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766" name="Freeform 165"/>
                <p:cNvSpPr/>
                <p:nvPr/>
              </p:nvSpPr>
              <p:spPr bwMode="auto">
                <a:xfrm>
                  <a:off x="1004" y="3002"/>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767" name="Rectangle 166"/>
                <p:cNvSpPr>
                  <a:spLocks noChangeArrowheads="1"/>
                </p:cNvSpPr>
                <p:nvPr/>
              </p:nvSpPr>
              <p:spPr bwMode="auto">
                <a:xfrm>
                  <a:off x="1006" y="3029"/>
                  <a:ext cx="271"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grpSp>
        </p:grpSp>
        <p:grpSp>
          <p:nvGrpSpPr>
            <p:cNvPr id="152743" name="Group 167"/>
            <p:cNvGrpSpPr/>
            <p:nvPr/>
          </p:nvGrpSpPr>
          <p:grpSpPr bwMode="auto">
            <a:xfrm>
              <a:off x="997" y="2775"/>
              <a:ext cx="275" cy="260"/>
              <a:chOff x="997" y="2775"/>
              <a:chExt cx="275" cy="260"/>
            </a:xfrm>
          </p:grpSpPr>
          <p:sp>
            <p:nvSpPr>
              <p:cNvPr id="152744" name="Freeform 168"/>
              <p:cNvSpPr/>
              <p:nvPr/>
            </p:nvSpPr>
            <p:spPr bwMode="auto">
              <a:xfrm>
                <a:off x="1004" y="2910"/>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745" name="Freeform 169"/>
              <p:cNvSpPr/>
              <p:nvPr/>
            </p:nvSpPr>
            <p:spPr bwMode="auto">
              <a:xfrm>
                <a:off x="1004" y="2910"/>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746" name="Freeform 170"/>
              <p:cNvSpPr/>
              <p:nvPr/>
            </p:nvSpPr>
            <p:spPr bwMode="auto">
              <a:xfrm>
                <a:off x="1043" y="2775"/>
                <a:ext cx="184" cy="17"/>
              </a:xfrm>
              <a:custGeom>
                <a:avLst/>
                <a:gdLst>
                  <a:gd name="T0" fmla="*/ 0 w 184"/>
                  <a:gd name="T1" fmla="*/ 17 h 17"/>
                  <a:gd name="T2" fmla="*/ 22 w 184"/>
                  <a:gd name="T3" fmla="*/ 0 h 17"/>
                  <a:gd name="T4" fmla="*/ 161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1"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747" name="Freeform 171"/>
              <p:cNvSpPr/>
              <p:nvPr/>
            </p:nvSpPr>
            <p:spPr bwMode="auto">
              <a:xfrm>
                <a:off x="1043" y="2775"/>
                <a:ext cx="184" cy="17"/>
              </a:xfrm>
              <a:custGeom>
                <a:avLst/>
                <a:gdLst>
                  <a:gd name="T0" fmla="*/ 0 w 184"/>
                  <a:gd name="T1" fmla="*/ 17 h 17"/>
                  <a:gd name="T2" fmla="*/ 22 w 184"/>
                  <a:gd name="T3" fmla="*/ 0 h 17"/>
                  <a:gd name="T4" fmla="*/ 161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1"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748" name="Rectangle 172"/>
              <p:cNvSpPr>
                <a:spLocks noChangeArrowheads="1"/>
              </p:cNvSpPr>
              <p:nvPr/>
            </p:nvSpPr>
            <p:spPr bwMode="auto">
              <a:xfrm>
                <a:off x="1043" y="2792"/>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2749" name="Rectangle 173"/>
              <p:cNvSpPr>
                <a:spLocks noChangeArrowheads="1"/>
              </p:cNvSpPr>
              <p:nvPr/>
            </p:nvSpPr>
            <p:spPr bwMode="auto">
              <a:xfrm>
                <a:off x="1006" y="2934"/>
                <a:ext cx="258" cy="5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2750" name="Rectangle 174"/>
              <p:cNvSpPr>
                <a:spLocks noChangeArrowheads="1"/>
              </p:cNvSpPr>
              <p:nvPr/>
            </p:nvSpPr>
            <p:spPr bwMode="auto">
              <a:xfrm>
                <a:off x="1060" y="2808"/>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2751" name="Line 175"/>
              <p:cNvSpPr>
                <a:spLocks noChangeShapeType="1"/>
              </p:cNvSpPr>
              <p:nvPr/>
            </p:nvSpPr>
            <p:spPr bwMode="auto">
              <a:xfrm flipH="1">
                <a:off x="1182" y="2956"/>
                <a:ext cx="62" cy="1"/>
              </a:xfrm>
              <a:prstGeom prst="line">
                <a:avLst/>
              </a:prstGeom>
              <a:noFill/>
              <a:ln w="7938">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nvGrpSpPr>
              <p:cNvPr id="152752" name="Group 176"/>
              <p:cNvGrpSpPr/>
              <p:nvPr/>
            </p:nvGrpSpPr>
            <p:grpSpPr bwMode="auto">
              <a:xfrm>
                <a:off x="997" y="2997"/>
                <a:ext cx="275" cy="38"/>
                <a:chOff x="997" y="2997"/>
                <a:chExt cx="275" cy="38"/>
              </a:xfrm>
            </p:grpSpPr>
            <p:sp>
              <p:nvSpPr>
                <p:cNvPr id="152753" name="Freeform 177"/>
                <p:cNvSpPr/>
                <p:nvPr/>
              </p:nvSpPr>
              <p:spPr bwMode="auto">
                <a:xfrm>
                  <a:off x="997" y="2997"/>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754" name="Freeform 178"/>
                <p:cNvSpPr/>
                <p:nvPr/>
              </p:nvSpPr>
              <p:spPr bwMode="auto">
                <a:xfrm>
                  <a:off x="997" y="2997"/>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755" name="Rectangle 179"/>
                <p:cNvSpPr>
                  <a:spLocks noChangeArrowheads="1"/>
                </p:cNvSpPr>
                <p:nvPr/>
              </p:nvSpPr>
              <p:spPr bwMode="auto">
                <a:xfrm>
                  <a:off x="999" y="3024"/>
                  <a:ext cx="272"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grpSp>
        </p:grpSp>
      </p:grpSp>
      <p:grpSp>
        <p:nvGrpSpPr>
          <p:cNvPr id="152600" name="Group 180"/>
          <p:cNvGrpSpPr/>
          <p:nvPr/>
        </p:nvGrpSpPr>
        <p:grpSpPr bwMode="auto">
          <a:xfrm>
            <a:off x="584730" y="4315595"/>
            <a:ext cx="553773" cy="517525"/>
            <a:chOff x="590" y="3047"/>
            <a:chExt cx="282" cy="265"/>
          </a:xfrm>
        </p:grpSpPr>
        <p:grpSp>
          <p:nvGrpSpPr>
            <p:cNvPr id="152716" name="Group 181"/>
            <p:cNvGrpSpPr/>
            <p:nvPr/>
          </p:nvGrpSpPr>
          <p:grpSpPr bwMode="auto">
            <a:xfrm>
              <a:off x="596" y="3051"/>
              <a:ext cx="276" cy="261"/>
              <a:chOff x="596" y="3051"/>
              <a:chExt cx="276" cy="261"/>
            </a:xfrm>
          </p:grpSpPr>
          <p:sp>
            <p:nvSpPr>
              <p:cNvPr id="152730" name="Freeform 182"/>
              <p:cNvSpPr/>
              <p:nvPr/>
            </p:nvSpPr>
            <p:spPr bwMode="auto">
              <a:xfrm>
                <a:off x="603" y="3186"/>
                <a:ext cx="260" cy="26"/>
              </a:xfrm>
              <a:custGeom>
                <a:avLst/>
                <a:gdLst>
                  <a:gd name="T0" fmla="*/ 0 w 260"/>
                  <a:gd name="T1" fmla="*/ 26 h 26"/>
                  <a:gd name="T2" fmla="*/ 31 w 260"/>
                  <a:gd name="T3" fmla="*/ 0 h 26"/>
                  <a:gd name="T4" fmla="*/ 230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1" y="0"/>
                    </a:lnTo>
                    <a:lnTo>
                      <a:pt x="230"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731" name="Freeform 183"/>
              <p:cNvSpPr/>
              <p:nvPr/>
            </p:nvSpPr>
            <p:spPr bwMode="auto">
              <a:xfrm>
                <a:off x="603" y="3186"/>
                <a:ext cx="260" cy="26"/>
              </a:xfrm>
              <a:custGeom>
                <a:avLst/>
                <a:gdLst>
                  <a:gd name="T0" fmla="*/ 0 w 260"/>
                  <a:gd name="T1" fmla="*/ 26 h 26"/>
                  <a:gd name="T2" fmla="*/ 31 w 260"/>
                  <a:gd name="T3" fmla="*/ 0 h 26"/>
                  <a:gd name="T4" fmla="*/ 230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1" y="0"/>
                    </a:lnTo>
                    <a:lnTo>
                      <a:pt x="230"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732" name="Freeform 184"/>
              <p:cNvSpPr/>
              <p:nvPr/>
            </p:nvSpPr>
            <p:spPr bwMode="auto">
              <a:xfrm>
                <a:off x="642" y="3051"/>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733" name="Freeform 185"/>
              <p:cNvSpPr/>
              <p:nvPr/>
            </p:nvSpPr>
            <p:spPr bwMode="auto">
              <a:xfrm>
                <a:off x="642" y="3051"/>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734" name="Rectangle 186"/>
              <p:cNvSpPr>
                <a:spLocks noChangeArrowheads="1"/>
              </p:cNvSpPr>
              <p:nvPr/>
            </p:nvSpPr>
            <p:spPr bwMode="auto">
              <a:xfrm>
                <a:off x="642" y="3069"/>
                <a:ext cx="184"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2735" name="Rectangle 187"/>
              <p:cNvSpPr>
                <a:spLocks noChangeArrowheads="1"/>
              </p:cNvSpPr>
              <p:nvPr/>
            </p:nvSpPr>
            <p:spPr bwMode="auto">
              <a:xfrm>
                <a:off x="605" y="3210"/>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2736" name="Rectangle 188"/>
              <p:cNvSpPr>
                <a:spLocks noChangeArrowheads="1"/>
              </p:cNvSpPr>
              <p:nvPr/>
            </p:nvSpPr>
            <p:spPr bwMode="auto">
              <a:xfrm>
                <a:off x="659" y="3085"/>
                <a:ext cx="150" cy="10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2737" name="Line 189"/>
              <p:cNvSpPr>
                <a:spLocks noChangeShapeType="1"/>
              </p:cNvSpPr>
              <p:nvPr/>
            </p:nvSpPr>
            <p:spPr bwMode="auto">
              <a:xfrm flipH="1">
                <a:off x="782" y="3233"/>
                <a:ext cx="61" cy="1"/>
              </a:xfrm>
              <a:prstGeom prst="line">
                <a:avLst/>
              </a:prstGeom>
              <a:noFill/>
              <a:ln w="7938">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nvGrpSpPr>
              <p:cNvPr id="152738" name="Group 190"/>
              <p:cNvGrpSpPr/>
              <p:nvPr/>
            </p:nvGrpSpPr>
            <p:grpSpPr bwMode="auto">
              <a:xfrm>
                <a:off x="596" y="3274"/>
                <a:ext cx="276" cy="38"/>
                <a:chOff x="596" y="3274"/>
                <a:chExt cx="276" cy="38"/>
              </a:xfrm>
            </p:grpSpPr>
            <p:sp>
              <p:nvSpPr>
                <p:cNvPr id="152739" name="Freeform 191"/>
                <p:cNvSpPr/>
                <p:nvPr/>
              </p:nvSpPr>
              <p:spPr bwMode="auto">
                <a:xfrm>
                  <a:off x="596" y="3274"/>
                  <a:ext cx="276" cy="29"/>
                </a:xfrm>
                <a:custGeom>
                  <a:avLst/>
                  <a:gdLst>
                    <a:gd name="T0" fmla="*/ 0 w 276"/>
                    <a:gd name="T1" fmla="*/ 29 h 29"/>
                    <a:gd name="T2" fmla="*/ 33 w 276"/>
                    <a:gd name="T3" fmla="*/ 0 h 29"/>
                    <a:gd name="T4" fmla="*/ 243 w 276"/>
                    <a:gd name="T5" fmla="*/ 0 h 29"/>
                    <a:gd name="T6" fmla="*/ 276 w 276"/>
                    <a:gd name="T7" fmla="*/ 29 h 29"/>
                    <a:gd name="T8" fmla="*/ 0 w 276"/>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6" h="29">
                      <a:moveTo>
                        <a:pt x="0" y="29"/>
                      </a:moveTo>
                      <a:lnTo>
                        <a:pt x="33" y="0"/>
                      </a:lnTo>
                      <a:lnTo>
                        <a:pt x="243" y="0"/>
                      </a:lnTo>
                      <a:lnTo>
                        <a:pt x="276"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740" name="Freeform 192"/>
                <p:cNvSpPr/>
                <p:nvPr/>
              </p:nvSpPr>
              <p:spPr bwMode="auto">
                <a:xfrm>
                  <a:off x="596" y="3274"/>
                  <a:ext cx="276" cy="29"/>
                </a:xfrm>
                <a:custGeom>
                  <a:avLst/>
                  <a:gdLst>
                    <a:gd name="T0" fmla="*/ 0 w 276"/>
                    <a:gd name="T1" fmla="*/ 29 h 29"/>
                    <a:gd name="T2" fmla="*/ 33 w 276"/>
                    <a:gd name="T3" fmla="*/ 0 h 29"/>
                    <a:gd name="T4" fmla="*/ 243 w 276"/>
                    <a:gd name="T5" fmla="*/ 0 h 29"/>
                    <a:gd name="T6" fmla="*/ 276 w 276"/>
                    <a:gd name="T7" fmla="*/ 29 h 29"/>
                    <a:gd name="T8" fmla="*/ 0 w 276"/>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6" h="29">
                      <a:moveTo>
                        <a:pt x="0" y="29"/>
                      </a:moveTo>
                      <a:lnTo>
                        <a:pt x="33" y="0"/>
                      </a:lnTo>
                      <a:lnTo>
                        <a:pt x="243" y="0"/>
                      </a:lnTo>
                      <a:lnTo>
                        <a:pt x="276"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741" name="Rectangle 193"/>
                <p:cNvSpPr>
                  <a:spLocks noChangeArrowheads="1"/>
                </p:cNvSpPr>
                <p:nvPr/>
              </p:nvSpPr>
              <p:spPr bwMode="auto">
                <a:xfrm>
                  <a:off x="598" y="3301"/>
                  <a:ext cx="272"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grpSp>
        </p:grpSp>
        <p:grpSp>
          <p:nvGrpSpPr>
            <p:cNvPr id="152717" name="Group 194"/>
            <p:cNvGrpSpPr/>
            <p:nvPr/>
          </p:nvGrpSpPr>
          <p:grpSpPr bwMode="auto">
            <a:xfrm>
              <a:off x="590" y="3047"/>
              <a:ext cx="275" cy="260"/>
              <a:chOff x="590" y="3047"/>
              <a:chExt cx="275" cy="260"/>
            </a:xfrm>
          </p:grpSpPr>
          <p:sp>
            <p:nvSpPr>
              <p:cNvPr id="152718" name="Freeform 195"/>
              <p:cNvSpPr/>
              <p:nvPr/>
            </p:nvSpPr>
            <p:spPr bwMode="auto">
              <a:xfrm>
                <a:off x="596" y="3182"/>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719" name="Freeform 196"/>
              <p:cNvSpPr/>
              <p:nvPr/>
            </p:nvSpPr>
            <p:spPr bwMode="auto">
              <a:xfrm>
                <a:off x="596" y="3182"/>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720" name="Freeform 197"/>
              <p:cNvSpPr/>
              <p:nvPr/>
            </p:nvSpPr>
            <p:spPr bwMode="auto">
              <a:xfrm>
                <a:off x="636" y="3047"/>
                <a:ext cx="183" cy="17"/>
              </a:xfrm>
              <a:custGeom>
                <a:avLst/>
                <a:gdLst>
                  <a:gd name="T0" fmla="*/ 0 w 183"/>
                  <a:gd name="T1" fmla="*/ 17 h 17"/>
                  <a:gd name="T2" fmla="*/ 22 w 183"/>
                  <a:gd name="T3" fmla="*/ 0 h 17"/>
                  <a:gd name="T4" fmla="*/ 161 w 183"/>
                  <a:gd name="T5" fmla="*/ 0 h 17"/>
                  <a:gd name="T6" fmla="*/ 183 w 183"/>
                  <a:gd name="T7" fmla="*/ 17 h 17"/>
                  <a:gd name="T8" fmla="*/ 0 w 183"/>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7">
                    <a:moveTo>
                      <a:pt x="0" y="17"/>
                    </a:moveTo>
                    <a:lnTo>
                      <a:pt x="22" y="0"/>
                    </a:lnTo>
                    <a:lnTo>
                      <a:pt x="161" y="0"/>
                    </a:lnTo>
                    <a:lnTo>
                      <a:pt x="183"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721" name="Freeform 198"/>
              <p:cNvSpPr/>
              <p:nvPr/>
            </p:nvSpPr>
            <p:spPr bwMode="auto">
              <a:xfrm>
                <a:off x="636" y="3047"/>
                <a:ext cx="183" cy="17"/>
              </a:xfrm>
              <a:custGeom>
                <a:avLst/>
                <a:gdLst>
                  <a:gd name="T0" fmla="*/ 0 w 183"/>
                  <a:gd name="T1" fmla="*/ 17 h 17"/>
                  <a:gd name="T2" fmla="*/ 22 w 183"/>
                  <a:gd name="T3" fmla="*/ 0 h 17"/>
                  <a:gd name="T4" fmla="*/ 161 w 183"/>
                  <a:gd name="T5" fmla="*/ 0 h 17"/>
                  <a:gd name="T6" fmla="*/ 183 w 183"/>
                  <a:gd name="T7" fmla="*/ 17 h 17"/>
                  <a:gd name="T8" fmla="*/ 0 w 183"/>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7">
                    <a:moveTo>
                      <a:pt x="0" y="17"/>
                    </a:moveTo>
                    <a:lnTo>
                      <a:pt x="22" y="0"/>
                    </a:lnTo>
                    <a:lnTo>
                      <a:pt x="161" y="0"/>
                    </a:lnTo>
                    <a:lnTo>
                      <a:pt x="183"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722" name="Rectangle 199"/>
              <p:cNvSpPr>
                <a:spLocks noChangeArrowheads="1"/>
              </p:cNvSpPr>
              <p:nvPr/>
            </p:nvSpPr>
            <p:spPr bwMode="auto">
              <a:xfrm>
                <a:off x="636" y="3064"/>
                <a:ext cx="183"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2723" name="Rectangle 200"/>
              <p:cNvSpPr>
                <a:spLocks noChangeArrowheads="1"/>
              </p:cNvSpPr>
              <p:nvPr/>
            </p:nvSpPr>
            <p:spPr bwMode="auto">
              <a:xfrm>
                <a:off x="598" y="3206"/>
                <a:ext cx="258" cy="5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2724" name="Rectangle 201"/>
              <p:cNvSpPr>
                <a:spLocks noChangeArrowheads="1"/>
              </p:cNvSpPr>
              <p:nvPr/>
            </p:nvSpPr>
            <p:spPr bwMode="auto">
              <a:xfrm>
                <a:off x="653" y="3080"/>
                <a:ext cx="149"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2725" name="Line 202"/>
              <p:cNvSpPr>
                <a:spLocks noChangeShapeType="1"/>
              </p:cNvSpPr>
              <p:nvPr/>
            </p:nvSpPr>
            <p:spPr bwMode="auto">
              <a:xfrm flipH="1">
                <a:off x="775" y="3228"/>
                <a:ext cx="61" cy="1"/>
              </a:xfrm>
              <a:prstGeom prst="line">
                <a:avLst/>
              </a:prstGeom>
              <a:noFill/>
              <a:ln w="7938">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nvGrpSpPr>
              <p:cNvPr id="152726" name="Group 203"/>
              <p:cNvGrpSpPr/>
              <p:nvPr/>
            </p:nvGrpSpPr>
            <p:grpSpPr bwMode="auto">
              <a:xfrm>
                <a:off x="590" y="3269"/>
                <a:ext cx="275" cy="38"/>
                <a:chOff x="590" y="3269"/>
                <a:chExt cx="275" cy="38"/>
              </a:xfrm>
            </p:grpSpPr>
            <p:sp>
              <p:nvSpPr>
                <p:cNvPr id="152727" name="Freeform 204"/>
                <p:cNvSpPr/>
                <p:nvPr/>
              </p:nvSpPr>
              <p:spPr bwMode="auto">
                <a:xfrm>
                  <a:off x="590" y="3269"/>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728" name="Freeform 205"/>
                <p:cNvSpPr/>
                <p:nvPr/>
              </p:nvSpPr>
              <p:spPr bwMode="auto">
                <a:xfrm>
                  <a:off x="590" y="3269"/>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729" name="Rectangle 206"/>
                <p:cNvSpPr>
                  <a:spLocks noChangeArrowheads="1"/>
                </p:cNvSpPr>
                <p:nvPr/>
              </p:nvSpPr>
              <p:spPr bwMode="auto">
                <a:xfrm>
                  <a:off x="591" y="3296"/>
                  <a:ext cx="272"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grpSp>
        </p:grpSp>
      </p:grpSp>
      <p:grpSp>
        <p:nvGrpSpPr>
          <p:cNvPr id="152601" name="Group 207"/>
          <p:cNvGrpSpPr/>
          <p:nvPr/>
        </p:nvGrpSpPr>
        <p:grpSpPr bwMode="auto">
          <a:xfrm>
            <a:off x="1205575" y="4937895"/>
            <a:ext cx="552053" cy="517525"/>
            <a:chOff x="906" y="3365"/>
            <a:chExt cx="281" cy="265"/>
          </a:xfrm>
        </p:grpSpPr>
        <p:grpSp>
          <p:nvGrpSpPr>
            <p:cNvPr id="152690" name="Group 208"/>
            <p:cNvGrpSpPr/>
            <p:nvPr/>
          </p:nvGrpSpPr>
          <p:grpSpPr bwMode="auto">
            <a:xfrm>
              <a:off x="912" y="3369"/>
              <a:ext cx="275" cy="261"/>
              <a:chOff x="912" y="3369"/>
              <a:chExt cx="275" cy="261"/>
            </a:xfrm>
          </p:grpSpPr>
          <p:sp>
            <p:nvSpPr>
              <p:cNvPr id="152704" name="Freeform 209"/>
              <p:cNvSpPr/>
              <p:nvPr/>
            </p:nvSpPr>
            <p:spPr bwMode="auto">
              <a:xfrm>
                <a:off x="919" y="3505"/>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705" name="Freeform 210"/>
              <p:cNvSpPr/>
              <p:nvPr/>
            </p:nvSpPr>
            <p:spPr bwMode="auto">
              <a:xfrm>
                <a:off x="919" y="3505"/>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706" name="Freeform 211"/>
              <p:cNvSpPr/>
              <p:nvPr/>
            </p:nvSpPr>
            <p:spPr bwMode="auto">
              <a:xfrm>
                <a:off x="958" y="3369"/>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707" name="Freeform 212"/>
              <p:cNvSpPr/>
              <p:nvPr/>
            </p:nvSpPr>
            <p:spPr bwMode="auto">
              <a:xfrm>
                <a:off x="958" y="3369"/>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708" name="Rectangle 213"/>
              <p:cNvSpPr>
                <a:spLocks noChangeArrowheads="1"/>
              </p:cNvSpPr>
              <p:nvPr/>
            </p:nvSpPr>
            <p:spPr bwMode="auto">
              <a:xfrm>
                <a:off x="958" y="3387"/>
                <a:ext cx="184"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2709" name="Rectangle 214"/>
              <p:cNvSpPr>
                <a:spLocks noChangeArrowheads="1"/>
              </p:cNvSpPr>
              <p:nvPr/>
            </p:nvSpPr>
            <p:spPr bwMode="auto">
              <a:xfrm>
                <a:off x="921" y="3528"/>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2710" name="Rectangle 215"/>
              <p:cNvSpPr>
                <a:spLocks noChangeArrowheads="1"/>
              </p:cNvSpPr>
              <p:nvPr/>
            </p:nvSpPr>
            <p:spPr bwMode="auto">
              <a:xfrm>
                <a:off x="975" y="3403"/>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2711" name="Line 216"/>
              <p:cNvSpPr>
                <a:spLocks noChangeShapeType="1"/>
              </p:cNvSpPr>
              <p:nvPr/>
            </p:nvSpPr>
            <p:spPr bwMode="auto">
              <a:xfrm flipH="1">
                <a:off x="1097" y="3551"/>
                <a:ext cx="62" cy="1"/>
              </a:xfrm>
              <a:prstGeom prst="line">
                <a:avLst/>
              </a:prstGeom>
              <a:noFill/>
              <a:ln w="7938">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nvGrpSpPr>
              <p:cNvPr id="152712" name="Group 217"/>
              <p:cNvGrpSpPr/>
              <p:nvPr/>
            </p:nvGrpSpPr>
            <p:grpSpPr bwMode="auto">
              <a:xfrm>
                <a:off x="912" y="3592"/>
                <a:ext cx="275" cy="38"/>
                <a:chOff x="912" y="3592"/>
                <a:chExt cx="275" cy="38"/>
              </a:xfrm>
            </p:grpSpPr>
            <p:sp>
              <p:nvSpPr>
                <p:cNvPr id="152713" name="Freeform 218"/>
                <p:cNvSpPr/>
                <p:nvPr/>
              </p:nvSpPr>
              <p:spPr bwMode="auto">
                <a:xfrm>
                  <a:off x="912" y="3592"/>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714" name="Freeform 219"/>
                <p:cNvSpPr/>
                <p:nvPr/>
              </p:nvSpPr>
              <p:spPr bwMode="auto">
                <a:xfrm>
                  <a:off x="912" y="3592"/>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715" name="Rectangle 220"/>
                <p:cNvSpPr>
                  <a:spLocks noChangeArrowheads="1"/>
                </p:cNvSpPr>
                <p:nvPr/>
              </p:nvSpPr>
              <p:spPr bwMode="auto">
                <a:xfrm>
                  <a:off x="914" y="3619"/>
                  <a:ext cx="272"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grpSp>
        </p:grpSp>
        <p:grpSp>
          <p:nvGrpSpPr>
            <p:cNvPr id="152691" name="Group 221"/>
            <p:cNvGrpSpPr/>
            <p:nvPr/>
          </p:nvGrpSpPr>
          <p:grpSpPr bwMode="auto">
            <a:xfrm>
              <a:off x="906" y="3365"/>
              <a:ext cx="275" cy="261"/>
              <a:chOff x="906" y="3365"/>
              <a:chExt cx="275" cy="261"/>
            </a:xfrm>
          </p:grpSpPr>
          <p:sp>
            <p:nvSpPr>
              <p:cNvPr id="152692" name="Freeform 222"/>
              <p:cNvSpPr/>
              <p:nvPr/>
            </p:nvSpPr>
            <p:spPr bwMode="auto">
              <a:xfrm>
                <a:off x="912" y="3500"/>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693" name="Freeform 223"/>
              <p:cNvSpPr/>
              <p:nvPr/>
            </p:nvSpPr>
            <p:spPr bwMode="auto">
              <a:xfrm>
                <a:off x="912" y="3500"/>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694" name="Freeform 224"/>
              <p:cNvSpPr/>
              <p:nvPr/>
            </p:nvSpPr>
            <p:spPr bwMode="auto">
              <a:xfrm>
                <a:off x="951" y="3365"/>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695" name="Freeform 225"/>
              <p:cNvSpPr/>
              <p:nvPr/>
            </p:nvSpPr>
            <p:spPr bwMode="auto">
              <a:xfrm>
                <a:off x="951" y="3365"/>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696" name="Rectangle 226"/>
              <p:cNvSpPr>
                <a:spLocks noChangeArrowheads="1"/>
              </p:cNvSpPr>
              <p:nvPr/>
            </p:nvSpPr>
            <p:spPr bwMode="auto">
              <a:xfrm>
                <a:off x="951" y="3382"/>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2697" name="Rectangle 227"/>
              <p:cNvSpPr>
                <a:spLocks noChangeArrowheads="1"/>
              </p:cNvSpPr>
              <p:nvPr/>
            </p:nvSpPr>
            <p:spPr bwMode="auto">
              <a:xfrm>
                <a:off x="914" y="3524"/>
                <a:ext cx="258"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2698" name="Rectangle 228"/>
              <p:cNvSpPr>
                <a:spLocks noChangeArrowheads="1"/>
              </p:cNvSpPr>
              <p:nvPr/>
            </p:nvSpPr>
            <p:spPr bwMode="auto">
              <a:xfrm>
                <a:off x="968" y="3398"/>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2699" name="Line 229"/>
              <p:cNvSpPr>
                <a:spLocks noChangeShapeType="1"/>
              </p:cNvSpPr>
              <p:nvPr/>
            </p:nvSpPr>
            <p:spPr bwMode="auto">
              <a:xfrm flipH="1">
                <a:off x="1091" y="3546"/>
                <a:ext cx="61" cy="1"/>
              </a:xfrm>
              <a:prstGeom prst="line">
                <a:avLst/>
              </a:prstGeom>
              <a:noFill/>
              <a:ln w="7938">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nvGrpSpPr>
              <p:cNvPr id="152700" name="Group 230"/>
              <p:cNvGrpSpPr/>
              <p:nvPr/>
            </p:nvGrpSpPr>
            <p:grpSpPr bwMode="auto">
              <a:xfrm>
                <a:off x="906" y="3587"/>
                <a:ext cx="275" cy="39"/>
                <a:chOff x="906" y="3587"/>
                <a:chExt cx="275" cy="39"/>
              </a:xfrm>
            </p:grpSpPr>
            <p:sp>
              <p:nvSpPr>
                <p:cNvPr id="152701" name="Freeform 231"/>
                <p:cNvSpPr/>
                <p:nvPr/>
              </p:nvSpPr>
              <p:spPr bwMode="auto">
                <a:xfrm>
                  <a:off x="906" y="3587"/>
                  <a:ext cx="275" cy="29"/>
                </a:xfrm>
                <a:custGeom>
                  <a:avLst/>
                  <a:gdLst>
                    <a:gd name="T0" fmla="*/ 0 w 275"/>
                    <a:gd name="T1" fmla="*/ 29 h 29"/>
                    <a:gd name="T2" fmla="*/ 32 w 275"/>
                    <a:gd name="T3" fmla="*/ 0 h 29"/>
                    <a:gd name="T4" fmla="*/ 242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2"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702" name="Freeform 232"/>
                <p:cNvSpPr/>
                <p:nvPr/>
              </p:nvSpPr>
              <p:spPr bwMode="auto">
                <a:xfrm>
                  <a:off x="906" y="3587"/>
                  <a:ext cx="275" cy="29"/>
                </a:xfrm>
                <a:custGeom>
                  <a:avLst/>
                  <a:gdLst>
                    <a:gd name="T0" fmla="*/ 0 w 275"/>
                    <a:gd name="T1" fmla="*/ 29 h 29"/>
                    <a:gd name="T2" fmla="*/ 32 w 275"/>
                    <a:gd name="T3" fmla="*/ 0 h 29"/>
                    <a:gd name="T4" fmla="*/ 242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2"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703" name="Rectangle 233"/>
                <p:cNvSpPr>
                  <a:spLocks noChangeArrowheads="1"/>
                </p:cNvSpPr>
                <p:nvPr/>
              </p:nvSpPr>
              <p:spPr bwMode="auto">
                <a:xfrm>
                  <a:off x="907" y="3614"/>
                  <a:ext cx="272" cy="12"/>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grpSp>
        </p:grpSp>
      </p:grpSp>
      <p:grpSp>
        <p:nvGrpSpPr>
          <p:cNvPr id="152602" name="Group 234"/>
          <p:cNvGrpSpPr/>
          <p:nvPr/>
        </p:nvGrpSpPr>
        <p:grpSpPr bwMode="auto">
          <a:xfrm>
            <a:off x="2820458" y="5058544"/>
            <a:ext cx="481542" cy="839788"/>
            <a:chOff x="1660" y="3427"/>
            <a:chExt cx="217" cy="339"/>
          </a:xfrm>
        </p:grpSpPr>
        <p:grpSp>
          <p:nvGrpSpPr>
            <p:cNvPr id="152670" name="Group 235"/>
            <p:cNvGrpSpPr/>
            <p:nvPr/>
          </p:nvGrpSpPr>
          <p:grpSpPr bwMode="auto">
            <a:xfrm>
              <a:off x="1665" y="3433"/>
              <a:ext cx="212" cy="333"/>
              <a:chOff x="1665" y="3433"/>
              <a:chExt cx="212" cy="333"/>
            </a:xfrm>
          </p:grpSpPr>
          <p:sp>
            <p:nvSpPr>
              <p:cNvPr id="152681" name="Freeform 236"/>
              <p:cNvSpPr/>
              <p:nvPr/>
            </p:nvSpPr>
            <p:spPr bwMode="auto">
              <a:xfrm>
                <a:off x="1731" y="3433"/>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682" name="Freeform 237"/>
              <p:cNvSpPr/>
              <p:nvPr/>
            </p:nvSpPr>
            <p:spPr bwMode="auto">
              <a:xfrm>
                <a:off x="1731" y="3433"/>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683" name="Freeform 238"/>
              <p:cNvSpPr/>
              <p:nvPr/>
            </p:nvSpPr>
            <p:spPr bwMode="auto">
              <a:xfrm>
                <a:off x="1665" y="3433"/>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684" name="Freeform 239"/>
              <p:cNvSpPr/>
              <p:nvPr/>
            </p:nvSpPr>
            <p:spPr bwMode="auto">
              <a:xfrm>
                <a:off x="1665" y="3433"/>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685" name="Rectangle 240"/>
              <p:cNvSpPr>
                <a:spLocks noChangeArrowheads="1"/>
              </p:cNvSpPr>
              <p:nvPr/>
            </p:nvSpPr>
            <p:spPr bwMode="auto">
              <a:xfrm>
                <a:off x="1665" y="3496"/>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2686" name="Rectangle 241"/>
              <p:cNvSpPr>
                <a:spLocks noChangeArrowheads="1"/>
              </p:cNvSpPr>
              <p:nvPr/>
            </p:nvSpPr>
            <p:spPr bwMode="auto">
              <a:xfrm>
                <a:off x="1671" y="3509"/>
                <a:ext cx="65" cy="4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2687" name="Line 242"/>
              <p:cNvSpPr>
                <a:spLocks noChangeShapeType="1"/>
              </p:cNvSpPr>
              <p:nvPr/>
            </p:nvSpPr>
            <p:spPr bwMode="auto">
              <a:xfrm>
                <a:off x="1676" y="3534"/>
                <a:ext cx="50"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2688" name="Line 243"/>
              <p:cNvSpPr>
                <a:spLocks noChangeShapeType="1"/>
              </p:cNvSpPr>
              <p:nvPr/>
            </p:nvSpPr>
            <p:spPr bwMode="auto">
              <a:xfrm flipH="1">
                <a:off x="1665" y="3709"/>
                <a:ext cx="116"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2689" name="Line 244"/>
              <p:cNvSpPr>
                <a:spLocks noChangeShapeType="1"/>
              </p:cNvSpPr>
              <p:nvPr/>
            </p:nvSpPr>
            <p:spPr bwMode="auto">
              <a:xfrm flipH="1">
                <a:off x="1665" y="3596"/>
                <a:ext cx="116"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nvGrpSpPr>
            <p:cNvPr id="152671" name="Group 245"/>
            <p:cNvGrpSpPr/>
            <p:nvPr/>
          </p:nvGrpSpPr>
          <p:grpSpPr bwMode="auto">
            <a:xfrm>
              <a:off x="1660" y="3427"/>
              <a:ext cx="212" cy="333"/>
              <a:chOff x="1660" y="3427"/>
              <a:chExt cx="212" cy="333"/>
            </a:xfrm>
          </p:grpSpPr>
          <p:sp>
            <p:nvSpPr>
              <p:cNvPr id="152672" name="Freeform 246"/>
              <p:cNvSpPr/>
              <p:nvPr/>
            </p:nvSpPr>
            <p:spPr bwMode="auto">
              <a:xfrm>
                <a:off x="1726" y="3427"/>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673" name="Freeform 247"/>
              <p:cNvSpPr/>
              <p:nvPr/>
            </p:nvSpPr>
            <p:spPr bwMode="auto">
              <a:xfrm>
                <a:off x="1726" y="3427"/>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674" name="Freeform 248"/>
              <p:cNvSpPr/>
              <p:nvPr/>
            </p:nvSpPr>
            <p:spPr bwMode="auto">
              <a:xfrm>
                <a:off x="1660" y="3427"/>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675" name="Freeform 249"/>
              <p:cNvSpPr/>
              <p:nvPr/>
            </p:nvSpPr>
            <p:spPr bwMode="auto">
              <a:xfrm>
                <a:off x="1660" y="3427"/>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676" name="Rectangle 250"/>
              <p:cNvSpPr>
                <a:spLocks noChangeArrowheads="1"/>
              </p:cNvSpPr>
              <p:nvPr/>
            </p:nvSpPr>
            <p:spPr bwMode="auto">
              <a:xfrm>
                <a:off x="1660" y="3490"/>
                <a:ext cx="116" cy="270"/>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2677" name="Rectangle 251"/>
              <p:cNvSpPr>
                <a:spLocks noChangeArrowheads="1"/>
              </p:cNvSpPr>
              <p:nvPr/>
            </p:nvSpPr>
            <p:spPr bwMode="auto">
              <a:xfrm>
                <a:off x="1665" y="3502"/>
                <a:ext cx="66"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2678" name="Line 252"/>
              <p:cNvSpPr>
                <a:spLocks noChangeShapeType="1"/>
              </p:cNvSpPr>
              <p:nvPr/>
            </p:nvSpPr>
            <p:spPr bwMode="auto">
              <a:xfrm>
                <a:off x="1676" y="3521"/>
                <a:ext cx="40"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2679" name="Line 253"/>
              <p:cNvSpPr>
                <a:spLocks noChangeShapeType="1"/>
              </p:cNvSpPr>
              <p:nvPr/>
            </p:nvSpPr>
            <p:spPr bwMode="auto">
              <a:xfrm flipH="1">
                <a:off x="1665" y="3703"/>
                <a:ext cx="106"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2680" name="Line 254"/>
              <p:cNvSpPr>
                <a:spLocks noChangeShapeType="1"/>
              </p:cNvSpPr>
              <p:nvPr/>
            </p:nvSpPr>
            <p:spPr bwMode="auto">
              <a:xfrm flipH="1">
                <a:off x="1665" y="3590"/>
                <a:ext cx="106"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sp>
        <p:nvSpPr>
          <p:cNvPr id="152603" name="Rectangle 255"/>
          <p:cNvSpPr>
            <a:spLocks noChangeArrowheads="1"/>
          </p:cNvSpPr>
          <p:nvPr/>
        </p:nvSpPr>
        <p:spPr bwMode="auto">
          <a:xfrm>
            <a:off x="2567649" y="3510733"/>
            <a:ext cx="928688"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2604" name="Rectangle 256"/>
          <p:cNvSpPr>
            <a:spLocks noChangeArrowheads="1"/>
          </p:cNvSpPr>
          <p:nvPr/>
        </p:nvSpPr>
        <p:spPr bwMode="auto">
          <a:xfrm>
            <a:off x="2675996" y="3650432"/>
            <a:ext cx="76944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kumimoji="1" lang="zh-CN" altLang="en-US" sz="2000" b="1">
                <a:solidFill>
                  <a:srgbClr val="000099"/>
                </a:solidFill>
                <a:latin typeface="Arial" panose="020B0604020202020204" pitchFamily="34" charset="0"/>
                <a:ea typeface="黑体" panose="02010609060101010101" pitchFamily="2" charset="-122"/>
              </a:rPr>
              <a:t>校园网</a:t>
            </a:r>
          </a:p>
        </p:txBody>
      </p:sp>
      <p:sp>
        <p:nvSpPr>
          <p:cNvPr id="152605" name="Rectangle 257"/>
          <p:cNvSpPr>
            <a:spLocks noChangeArrowheads="1"/>
          </p:cNvSpPr>
          <p:nvPr/>
        </p:nvSpPr>
        <p:spPr bwMode="auto">
          <a:xfrm>
            <a:off x="3458502" y="5544320"/>
            <a:ext cx="1164298" cy="620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2606" name="Rectangle 258"/>
          <p:cNvSpPr>
            <a:spLocks noChangeArrowheads="1"/>
          </p:cNvSpPr>
          <p:nvPr/>
        </p:nvSpPr>
        <p:spPr bwMode="auto">
          <a:xfrm>
            <a:off x="3896121" y="5661794"/>
            <a:ext cx="2051844"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eaLnBrk="1" hangingPunct="1"/>
            <a:r>
              <a:rPr kumimoji="1" lang="zh-CN" altLang="en-US" sz="2000" b="1" dirty="0">
                <a:solidFill>
                  <a:srgbClr val="000099"/>
                </a:solidFill>
                <a:latin typeface="Arial" panose="020B0604020202020204" pitchFamily="34" charset="0"/>
                <a:ea typeface="黑体" panose="02010609060101010101" pitchFamily="2" charset="-122"/>
              </a:rPr>
              <a:t>校园网的高速缓存</a:t>
            </a:r>
          </a:p>
          <a:p>
            <a:pPr algn="ctr" eaLnBrk="1" hangingPunct="1"/>
            <a:r>
              <a:rPr kumimoji="1" lang="zh-CN" altLang="en-US" sz="2000" b="1" dirty="0">
                <a:solidFill>
                  <a:srgbClr val="000099"/>
                </a:solidFill>
                <a:latin typeface="Arial" panose="020B0604020202020204" pitchFamily="34" charset="0"/>
                <a:ea typeface="黑体" panose="02010609060101010101" pitchFamily="2" charset="-122"/>
              </a:rPr>
              <a:t>（</a:t>
            </a:r>
            <a:r>
              <a:rPr kumimoji="1" lang="zh-CN" altLang="en-US" sz="2000" b="1" dirty="0">
                <a:solidFill>
                  <a:srgbClr val="FF0000"/>
                </a:solidFill>
                <a:latin typeface="Arial" panose="020B0604020202020204" pitchFamily="34" charset="0"/>
                <a:ea typeface="黑体" panose="02010609060101010101" pitchFamily="2" charset="-122"/>
              </a:rPr>
              <a:t>代理服务器</a:t>
            </a:r>
            <a:r>
              <a:rPr kumimoji="1" lang="zh-CN" altLang="en-US" sz="2000" b="1" dirty="0">
                <a:solidFill>
                  <a:srgbClr val="000099"/>
                </a:solidFill>
                <a:latin typeface="Arial" panose="020B0604020202020204" pitchFamily="34" charset="0"/>
                <a:ea typeface="黑体" panose="02010609060101010101" pitchFamily="2" charset="-122"/>
              </a:rPr>
              <a:t>）</a:t>
            </a:r>
          </a:p>
        </p:txBody>
      </p:sp>
      <p:grpSp>
        <p:nvGrpSpPr>
          <p:cNvPr id="152607" name="Group 259"/>
          <p:cNvGrpSpPr/>
          <p:nvPr/>
        </p:nvGrpSpPr>
        <p:grpSpPr bwMode="auto">
          <a:xfrm>
            <a:off x="8743421" y="2924944"/>
            <a:ext cx="424789" cy="661988"/>
            <a:chOff x="4305" y="2335"/>
            <a:chExt cx="216" cy="339"/>
          </a:xfrm>
        </p:grpSpPr>
        <p:grpSp>
          <p:nvGrpSpPr>
            <p:cNvPr id="152650" name="Group 260"/>
            <p:cNvGrpSpPr/>
            <p:nvPr/>
          </p:nvGrpSpPr>
          <p:grpSpPr bwMode="auto">
            <a:xfrm>
              <a:off x="4310" y="2341"/>
              <a:ext cx="211" cy="333"/>
              <a:chOff x="4310" y="2341"/>
              <a:chExt cx="211" cy="333"/>
            </a:xfrm>
          </p:grpSpPr>
          <p:sp>
            <p:nvSpPr>
              <p:cNvPr id="152661" name="Freeform 261"/>
              <p:cNvSpPr/>
              <p:nvPr/>
            </p:nvSpPr>
            <p:spPr bwMode="auto">
              <a:xfrm>
                <a:off x="4375" y="2341"/>
                <a:ext cx="146" cy="333"/>
              </a:xfrm>
              <a:custGeom>
                <a:avLst/>
                <a:gdLst>
                  <a:gd name="T0" fmla="*/ 51 w 146"/>
                  <a:gd name="T1" fmla="*/ 333 h 333"/>
                  <a:gd name="T2" fmla="*/ 0 w 146"/>
                  <a:gd name="T3" fmla="*/ 50 h 333"/>
                  <a:gd name="T4" fmla="*/ 146 w 146"/>
                  <a:gd name="T5" fmla="*/ 0 h 333"/>
                  <a:gd name="T6" fmla="*/ 146 w 146"/>
                  <a:gd name="T7" fmla="*/ 270 h 333"/>
                  <a:gd name="T8" fmla="*/ 51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1" y="333"/>
                    </a:moveTo>
                    <a:lnTo>
                      <a:pt x="0" y="50"/>
                    </a:lnTo>
                    <a:lnTo>
                      <a:pt x="146" y="0"/>
                    </a:lnTo>
                    <a:lnTo>
                      <a:pt x="146" y="270"/>
                    </a:lnTo>
                    <a:lnTo>
                      <a:pt x="51" y="33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662" name="Freeform 262"/>
              <p:cNvSpPr/>
              <p:nvPr/>
            </p:nvSpPr>
            <p:spPr bwMode="auto">
              <a:xfrm>
                <a:off x="4375" y="2341"/>
                <a:ext cx="146" cy="333"/>
              </a:xfrm>
              <a:custGeom>
                <a:avLst/>
                <a:gdLst>
                  <a:gd name="T0" fmla="*/ 51 w 146"/>
                  <a:gd name="T1" fmla="*/ 333 h 333"/>
                  <a:gd name="T2" fmla="*/ 0 w 146"/>
                  <a:gd name="T3" fmla="*/ 50 h 333"/>
                  <a:gd name="T4" fmla="*/ 146 w 146"/>
                  <a:gd name="T5" fmla="*/ 0 h 333"/>
                  <a:gd name="T6" fmla="*/ 146 w 146"/>
                  <a:gd name="T7" fmla="*/ 270 h 333"/>
                  <a:gd name="T8" fmla="*/ 51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1" y="333"/>
                    </a:moveTo>
                    <a:lnTo>
                      <a:pt x="0" y="50"/>
                    </a:lnTo>
                    <a:lnTo>
                      <a:pt x="146" y="0"/>
                    </a:lnTo>
                    <a:lnTo>
                      <a:pt x="146" y="270"/>
                    </a:lnTo>
                    <a:lnTo>
                      <a:pt x="51" y="33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663" name="Freeform 263"/>
              <p:cNvSpPr/>
              <p:nvPr/>
            </p:nvSpPr>
            <p:spPr bwMode="auto">
              <a:xfrm>
                <a:off x="4310" y="2341"/>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664" name="Freeform 264"/>
              <p:cNvSpPr/>
              <p:nvPr/>
            </p:nvSpPr>
            <p:spPr bwMode="auto">
              <a:xfrm>
                <a:off x="4310" y="2341"/>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665" name="Rectangle 265"/>
              <p:cNvSpPr>
                <a:spLocks noChangeArrowheads="1"/>
              </p:cNvSpPr>
              <p:nvPr/>
            </p:nvSpPr>
            <p:spPr bwMode="auto">
              <a:xfrm>
                <a:off x="4310" y="2404"/>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2666" name="Rectangle 266"/>
              <p:cNvSpPr>
                <a:spLocks noChangeArrowheads="1"/>
              </p:cNvSpPr>
              <p:nvPr/>
            </p:nvSpPr>
            <p:spPr bwMode="auto">
              <a:xfrm>
                <a:off x="4315" y="2416"/>
                <a:ext cx="65"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2667" name="Line 267"/>
              <p:cNvSpPr>
                <a:spLocks noChangeShapeType="1"/>
              </p:cNvSpPr>
              <p:nvPr/>
            </p:nvSpPr>
            <p:spPr bwMode="auto">
              <a:xfrm>
                <a:off x="4320" y="2441"/>
                <a:ext cx="50"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2668" name="Line 268"/>
              <p:cNvSpPr>
                <a:spLocks noChangeShapeType="1"/>
              </p:cNvSpPr>
              <p:nvPr/>
            </p:nvSpPr>
            <p:spPr bwMode="auto">
              <a:xfrm flipH="1">
                <a:off x="4310" y="2617"/>
                <a:ext cx="116"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2669" name="Line 269"/>
              <p:cNvSpPr>
                <a:spLocks noChangeShapeType="1"/>
              </p:cNvSpPr>
              <p:nvPr/>
            </p:nvSpPr>
            <p:spPr bwMode="auto">
              <a:xfrm flipH="1">
                <a:off x="4310" y="2504"/>
                <a:ext cx="116"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nvGrpSpPr>
            <p:cNvPr id="152651" name="Group 270"/>
            <p:cNvGrpSpPr/>
            <p:nvPr/>
          </p:nvGrpSpPr>
          <p:grpSpPr bwMode="auto">
            <a:xfrm>
              <a:off x="4305" y="2335"/>
              <a:ext cx="211" cy="332"/>
              <a:chOff x="4305" y="2335"/>
              <a:chExt cx="211" cy="332"/>
            </a:xfrm>
          </p:grpSpPr>
          <p:sp>
            <p:nvSpPr>
              <p:cNvPr id="152652" name="Freeform 271"/>
              <p:cNvSpPr/>
              <p:nvPr/>
            </p:nvSpPr>
            <p:spPr bwMode="auto">
              <a:xfrm>
                <a:off x="4370" y="2335"/>
                <a:ext cx="146" cy="332"/>
              </a:xfrm>
              <a:custGeom>
                <a:avLst/>
                <a:gdLst>
                  <a:gd name="T0" fmla="*/ 51 w 146"/>
                  <a:gd name="T1" fmla="*/ 332 h 332"/>
                  <a:gd name="T2" fmla="*/ 0 w 146"/>
                  <a:gd name="T3" fmla="*/ 50 h 332"/>
                  <a:gd name="T4" fmla="*/ 146 w 146"/>
                  <a:gd name="T5" fmla="*/ 0 h 332"/>
                  <a:gd name="T6" fmla="*/ 146 w 146"/>
                  <a:gd name="T7" fmla="*/ 270 h 332"/>
                  <a:gd name="T8" fmla="*/ 51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1" y="332"/>
                    </a:moveTo>
                    <a:lnTo>
                      <a:pt x="0" y="50"/>
                    </a:lnTo>
                    <a:lnTo>
                      <a:pt x="146" y="0"/>
                    </a:lnTo>
                    <a:lnTo>
                      <a:pt x="146" y="270"/>
                    </a:lnTo>
                    <a:lnTo>
                      <a:pt x="51" y="332"/>
                    </a:lnTo>
                    <a:close/>
                  </a:path>
                </a:pathLst>
              </a:custGeom>
              <a:solidFill>
                <a:srgbClr val="A5A58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653" name="Freeform 272"/>
              <p:cNvSpPr/>
              <p:nvPr/>
            </p:nvSpPr>
            <p:spPr bwMode="auto">
              <a:xfrm>
                <a:off x="4370" y="2335"/>
                <a:ext cx="146" cy="332"/>
              </a:xfrm>
              <a:custGeom>
                <a:avLst/>
                <a:gdLst>
                  <a:gd name="T0" fmla="*/ 51 w 146"/>
                  <a:gd name="T1" fmla="*/ 332 h 332"/>
                  <a:gd name="T2" fmla="*/ 0 w 146"/>
                  <a:gd name="T3" fmla="*/ 50 h 332"/>
                  <a:gd name="T4" fmla="*/ 146 w 146"/>
                  <a:gd name="T5" fmla="*/ 0 h 332"/>
                  <a:gd name="T6" fmla="*/ 146 w 146"/>
                  <a:gd name="T7" fmla="*/ 270 h 332"/>
                  <a:gd name="T8" fmla="*/ 51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1" y="332"/>
                    </a:moveTo>
                    <a:lnTo>
                      <a:pt x="0" y="50"/>
                    </a:lnTo>
                    <a:lnTo>
                      <a:pt x="146" y="0"/>
                    </a:lnTo>
                    <a:lnTo>
                      <a:pt x="146" y="270"/>
                    </a:lnTo>
                    <a:lnTo>
                      <a:pt x="51" y="332"/>
                    </a:lnTo>
                    <a:close/>
                  </a:path>
                </a:pathLst>
              </a:custGeom>
              <a:solidFill>
                <a:srgbClr val="A5A58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654" name="Freeform 273"/>
              <p:cNvSpPr/>
              <p:nvPr/>
            </p:nvSpPr>
            <p:spPr bwMode="auto">
              <a:xfrm>
                <a:off x="4305" y="2335"/>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655" name="Freeform 274"/>
              <p:cNvSpPr/>
              <p:nvPr/>
            </p:nvSpPr>
            <p:spPr bwMode="auto">
              <a:xfrm>
                <a:off x="4305" y="2335"/>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656" name="Rectangle 275"/>
              <p:cNvSpPr>
                <a:spLocks noChangeArrowheads="1"/>
              </p:cNvSpPr>
              <p:nvPr/>
            </p:nvSpPr>
            <p:spPr bwMode="auto">
              <a:xfrm>
                <a:off x="4305" y="2398"/>
                <a:ext cx="116" cy="26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2657" name="Rectangle 276"/>
              <p:cNvSpPr>
                <a:spLocks noChangeArrowheads="1"/>
              </p:cNvSpPr>
              <p:nvPr/>
            </p:nvSpPr>
            <p:spPr bwMode="auto">
              <a:xfrm>
                <a:off x="4310" y="2410"/>
                <a:ext cx="65"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2658" name="Line 277"/>
              <p:cNvSpPr>
                <a:spLocks noChangeShapeType="1"/>
              </p:cNvSpPr>
              <p:nvPr/>
            </p:nvSpPr>
            <p:spPr bwMode="auto">
              <a:xfrm>
                <a:off x="4320" y="2429"/>
                <a:ext cx="40"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2659" name="Line 278"/>
              <p:cNvSpPr>
                <a:spLocks noChangeShapeType="1"/>
              </p:cNvSpPr>
              <p:nvPr/>
            </p:nvSpPr>
            <p:spPr bwMode="auto">
              <a:xfrm flipH="1">
                <a:off x="4310" y="2611"/>
                <a:ext cx="106"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2660" name="Line 279"/>
              <p:cNvSpPr>
                <a:spLocks noChangeShapeType="1"/>
              </p:cNvSpPr>
              <p:nvPr/>
            </p:nvSpPr>
            <p:spPr bwMode="auto">
              <a:xfrm flipH="1">
                <a:off x="4310" y="2498"/>
                <a:ext cx="106"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sp>
        <p:nvSpPr>
          <p:cNvPr id="152608" name="Rectangle 280"/>
          <p:cNvSpPr>
            <a:spLocks noChangeArrowheads="1"/>
          </p:cNvSpPr>
          <p:nvPr/>
        </p:nvSpPr>
        <p:spPr bwMode="auto">
          <a:xfrm>
            <a:off x="7346951" y="3085282"/>
            <a:ext cx="128240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kumimoji="1" lang="zh-CN" altLang="en-US" sz="2000" b="1">
                <a:solidFill>
                  <a:srgbClr val="000099"/>
                </a:solidFill>
                <a:latin typeface="Arial" panose="020B0604020202020204" pitchFamily="34" charset="0"/>
                <a:ea typeface="黑体" panose="02010609060101010101" pitchFamily="2" charset="-122"/>
              </a:rPr>
              <a:t>源点服务器</a:t>
            </a:r>
          </a:p>
        </p:txBody>
      </p:sp>
      <p:sp>
        <p:nvSpPr>
          <p:cNvPr id="152609" name="Rectangle 281"/>
          <p:cNvSpPr>
            <a:spLocks noChangeArrowheads="1"/>
          </p:cNvSpPr>
          <p:nvPr/>
        </p:nvSpPr>
        <p:spPr bwMode="auto">
          <a:xfrm>
            <a:off x="4526492" y="4093345"/>
            <a:ext cx="885693"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2610" name="Rectangle 282"/>
          <p:cNvSpPr>
            <a:spLocks noChangeArrowheads="1"/>
          </p:cNvSpPr>
          <p:nvPr/>
        </p:nvSpPr>
        <p:spPr bwMode="auto">
          <a:xfrm>
            <a:off x="5025008" y="4160019"/>
            <a:ext cx="95218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kumimoji="1" lang="en-US" altLang="zh-CN" sz="2000" b="1" dirty="0">
                <a:solidFill>
                  <a:srgbClr val="000099"/>
                </a:solidFill>
                <a:latin typeface="Arial" panose="020B0604020202020204" pitchFamily="34" charset="0"/>
                <a:ea typeface="黑体" panose="02010609060101010101" pitchFamily="2" charset="-122"/>
              </a:rPr>
              <a:t>2 Mbit/s</a:t>
            </a:r>
          </a:p>
        </p:txBody>
      </p:sp>
      <p:grpSp>
        <p:nvGrpSpPr>
          <p:cNvPr id="152611" name="Group 283"/>
          <p:cNvGrpSpPr/>
          <p:nvPr/>
        </p:nvGrpSpPr>
        <p:grpSpPr bwMode="auto">
          <a:xfrm>
            <a:off x="3102504" y="5544319"/>
            <a:ext cx="565812" cy="260350"/>
            <a:chOff x="1872" y="3676"/>
            <a:chExt cx="227" cy="136"/>
          </a:xfrm>
        </p:grpSpPr>
        <p:sp>
          <p:nvSpPr>
            <p:cNvPr id="152648" name="Line 284"/>
            <p:cNvSpPr>
              <a:spLocks noChangeShapeType="1"/>
            </p:cNvSpPr>
            <p:nvPr/>
          </p:nvSpPr>
          <p:spPr bwMode="auto">
            <a:xfrm>
              <a:off x="1919" y="3702"/>
              <a:ext cx="180" cy="11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2649" name="Freeform 285"/>
            <p:cNvSpPr/>
            <p:nvPr/>
          </p:nvSpPr>
          <p:spPr bwMode="auto">
            <a:xfrm>
              <a:off x="1872" y="3676"/>
              <a:ext cx="62" cy="47"/>
            </a:xfrm>
            <a:custGeom>
              <a:avLst/>
              <a:gdLst>
                <a:gd name="T0" fmla="*/ 62 w 62"/>
                <a:gd name="T1" fmla="*/ 15 h 47"/>
                <a:gd name="T2" fmla="*/ 0 w 62"/>
                <a:gd name="T3" fmla="*/ 0 h 47"/>
                <a:gd name="T4" fmla="*/ 42 w 62"/>
                <a:gd name="T5" fmla="*/ 47 h 47"/>
                <a:gd name="T6" fmla="*/ 62 w 62"/>
                <a:gd name="T7" fmla="*/ 15 h 4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2" h="47">
                  <a:moveTo>
                    <a:pt x="62" y="15"/>
                  </a:moveTo>
                  <a:lnTo>
                    <a:pt x="0" y="0"/>
                  </a:lnTo>
                  <a:lnTo>
                    <a:pt x="42" y="47"/>
                  </a:lnTo>
                  <a:lnTo>
                    <a:pt x="62" y="15"/>
                  </a:lnTo>
                  <a:close/>
                </a:path>
              </a:pathLst>
            </a:custGeom>
            <a:solidFill>
              <a:srgbClr val="000000"/>
            </a:solidFill>
            <a:ln w="28575" cmpd="sng">
              <a:solidFill>
                <a:srgbClr val="333399"/>
              </a:solidFill>
              <a:round/>
            </a:ln>
          </p:spPr>
          <p:txBody>
            <a:bodyPr/>
            <a:lstStyle/>
            <a:p>
              <a:endParaRPr lang="zh-CN" altLang="en-US" b="1">
                <a:solidFill>
                  <a:srgbClr val="000099"/>
                </a:solidFill>
              </a:endParaRPr>
            </a:p>
          </p:txBody>
        </p:sp>
      </p:grpSp>
      <p:grpSp>
        <p:nvGrpSpPr>
          <p:cNvPr id="152612" name="Group 286"/>
          <p:cNvGrpSpPr/>
          <p:nvPr/>
        </p:nvGrpSpPr>
        <p:grpSpPr bwMode="auto">
          <a:xfrm>
            <a:off x="6576483" y="4288607"/>
            <a:ext cx="607087" cy="374650"/>
            <a:chOff x="3202" y="3033"/>
            <a:chExt cx="309" cy="192"/>
          </a:xfrm>
        </p:grpSpPr>
        <p:sp>
          <p:nvSpPr>
            <p:cNvPr id="152623" name="Oval 287"/>
            <p:cNvSpPr>
              <a:spLocks noChangeArrowheads="1"/>
            </p:cNvSpPr>
            <p:nvPr/>
          </p:nvSpPr>
          <p:spPr bwMode="auto">
            <a:xfrm>
              <a:off x="3203" y="3113"/>
              <a:ext cx="308" cy="112"/>
            </a:xfrm>
            <a:prstGeom prst="ellipse">
              <a:avLst/>
            </a:prstGeom>
            <a:solidFill>
              <a:srgbClr val="0078AA"/>
            </a:solidFill>
            <a:ln w="3175">
              <a:solidFill>
                <a:srgbClr val="AAE6FF"/>
              </a:solidFill>
              <a:round/>
            </a:ln>
          </p:spPr>
          <p:txBody>
            <a:bodyPr/>
            <a:lstStyle/>
            <a:p>
              <a:pPr eaLnBrk="1" hangingPunct="1"/>
              <a:endParaRPr lang="zh-CN" altLang="en-US" b="1">
                <a:solidFill>
                  <a:srgbClr val="000099"/>
                </a:solidFill>
              </a:endParaRPr>
            </a:p>
          </p:txBody>
        </p:sp>
        <p:sp>
          <p:nvSpPr>
            <p:cNvPr id="152624" name="Rectangle 288"/>
            <p:cNvSpPr>
              <a:spLocks noChangeArrowheads="1"/>
            </p:cNvSpPr>
            <p:nvPr/>
          </p:nvSpPr>
          <p:spPr bwMode="auto">
            <a:xfrm>
              <a:off x="3202"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2625" name="Rectangle 289"/>
            <p:cNvSpPr>
              <a:spLocks noChangeArrowheads="1"/>
            </p:cNvSpPr>
            <p:nvPr/>
          </p:nvSpPr>
          <p:spPr bwMode="auto">
            <a:xfrm>
              <a:off x="3202"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2626" name="Oval 290"/>
            <p:cNvSpPr>
              <a:spLocks noChangeArrowheads="1"/>
            </p:cNvSpPr>
            <p:nvPr/>
          </p:nvSpPr>
          <p:spPr bwMode="auto">
            <a:xfrm>
              <a:off x="3203" y="3033"/>
              <a:ext cx="308" cy="112"/>
            </a:xfrm>
            <a:prstGeom prst="ellipse">
              <a:avLst/>
            </a:prstGeom>
            <a:solidFill>
              <a:srgbClr val="00B4FF"/>
            </a:solidFill>
            <a:ln w="3175">
              <a:solidFill>
                <a:srgbClr val="AAE6FF"/>
              </a:solidFill>
              <a:round/>
            </a:ln>
          </p:spPr>
          <p:txBody>
            <a:bodyPr/>
            <a:lstStyle/>
            <a:p>
              <a:pPr eaLnBrk="1" hangingPunct="1"/>
              <a:endParaRPr lang="zh-CN" altLang="en-US" b="1">
                <a:solidFill>
                  <a:srgbClr val="000099"/>
                </a:solidFill>
              </a:endParaRPr>
            </a:p>
          </p:txBody>
        </p:sp>
        <p:grpSp>
          <p:nvGrpSpPr>
            <p:cNvPr id="152627" name="Group 291"/>
            <p:cNvGrpSpPr/>
            <p:nvPr/>
          </p:nvGrpSpPr>
          <p:grpSpPr bwMode="auto">
            <a:xfrm>
              <a:off x="3249" y="3046"/>
              <a:ext cx="214" cy="86"/>
              <a:chOff x="3249" y="3046"/>
              <a:chExt cx="214" cy="86"/>
            </a:xfrm>
          </p:grpSpPr>
          <p:grpSp>
            <p:nvGrpSpPr>
              <p:cNvPr id="152630" name="Group 292"/>
              <p:cNvGrpSpPr/>
              <p:nvPr/>
            </p:nvGrpSpPr>
            <p:grpSpPr bwMode="auto">
              <a:xfrm>
                <a:off x="3249" y="3046"/>
                <a:ext cx="212" cy="84"/>
                <a:chOff x="3249" y="3046"/>
                <a:chExt cx="212" cy="84"/>
              </a:xfrm>
            </p:grpSpPr>
            <p:sp>
              <p:nvSpPr>
                <p:cNvPr id="152640" name="Freeform 293"/>
                <p:cNvSpPr/>
                <p:nvPr/>
              </p:nvSpPr>
              <p:spPr bwMode="auto">
                <a:xfrm>
                  <a:off x="3360"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641" name="Freeform 294"/>
                <p:cNvSpPr/>
                <p:nvPr/>
              </p:nvSpPr>
              <p:spPr bwMode="auto">
                <a:xfrm>
                  <a:off x="3360"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642" name="Freeform 295"/>
                <p:cNvSpPr/>
                <p:nvPr/>
              </p:nvSpPr>
              <p:spPr bwMode="auto">
                <a:xfrm>
                  <a:off x="3249" y="3090"/>
                  <a:ext cx="102" cy="38"/>
                </a:xfrm>
                <a:custGeom>
                  <a:avLst/>
                  <a:gdLst>
                    <a:gd name="T0" fmla="*/ 102 w 102"/>
                    <a:gd name="T1" fmla="*/ 8 h 38"/>
                    <a:gd name="T2" fmla="*/ 79 w 102"/>
                    <a:gd name="T3" fmla="*/ 0 h 38"/>
                    <a:gd name="T4" fmla="*/ 26 w 102"/>
                    <a:gd name="T5" fmla="*/ 24 h 38"/>
                    <a:gd name="T6" fmla="*/ 0 w 102"/>
                    <a:gd name="T7" fmla="*/ 16 h 38"/>
                    <a:gd name="T8" fmla="*/ 13 w 102"/>
                    <a:gd name="T9" fmla="*/ 38 h 38"/>
                    <a:gd name="T10" fmla="*/ 79 w 102"/>
                    <a:gd name="T11" fmla="*/ 38 h 38"/>
                    <a:gd name="T12" fmla="*/ 51 w 102"/>
                    <a:gd name="T13" fmla="*/ 30 h 38"/>
                    <a:gd name="T14" fmla="*/ 102 w 102"/>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8">
                      <a:moveTo>
                        <a:pt x="102" y="8"/>
                      </a:moveTo>
                      <a:lnTo>
                        <a:pt x="79" y="0"/>
                      </a:lnTo>
                      <a:lnTo>
                        <a:pt x="26" y="24"/>
                      </a:lnTo>
                      <a:lnTo>
                        <a:pt x="0" y="16"/>
                      </a:lnTo>
                      <a:lnTo>
                        <a:pt x="13" y="38"/>
                      </a:lnTo>
                      <a:lnTo>
                        <a:pt x="79" y="38"/>
                      </a:lnTo>
                      <a:lnTo>
                        <a:pt x="51" y="30"/>
                      </a:lnTo>
                      <a:lnTo>
                        <a:pt x="102" y="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643" name="Freeform 296"/>
                <p:cNvSpPr/>
                <p:nvPr/>
              </p:nvSpPr>
              <p:spPr bwMode="auto">
                <a:xfrm>
                  <a:off x="3249" y="3090"/>
                  <a:ext cx="102" cy="38"/>
                </a:xfrm>
                <a:custGeom>
                  <a:avLst/>
                  <a:gdLst>
                    <a:gd name="T0" fmla="*/ 102 w 102"/>
                    <a:gd name="T1" fmla="*/ 8 h 38"/>
                    <a:gd name="T2" fmla="*/ 79 w 102"/>
                    <a:gd name="T3" fmla="*/ 0 h 38"/>
                    <a:gd name="T4" fmla="*/ 26 w 102"/>
                    <a:gd name="T5" fmla="*/ 24 h 38"/>
                    <a:gd name="T6" fmla="*/ 0 w 102"/>
                    <a:gd name="T7" fmla="*/ 16 h 38"/>
                    <a:gd name="T8" fmla="*/ 13 w 102"/>
                    <a:gd name="T9" fmla="*/ 38 h 38"/>
                    <a:gd name="T10" fmla="*/ 79 w 102"/>
                    <a:gd name="T11" fmla="*/ 38 h 38"/>
                    <a:gd name="T12" fmla="*/ 51 w 102"/>
                    <a:gd name="T13" fmla="*/ 30 h 38"/>
                    <a:gd name="T14" fmla="*/ 102 w 102"/>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8">
                      <a:moveTo>
                        <a:pt x="102" y="8"/>
                      </a:moveTo>
                      <a:lnTo>
                        <a:pt x="79" y="0"/>
                      </a:lnTo>
                      <a:lnTo>
                        <a:pt x="26" y="24"/>
                      </a:lnTo>
                      <a:lnTo>
                        <a:pt x="0" y="16"/>
                      </a:lnTo>
                      <a:lnTo>
                        <a:pt x="13" y="38"/>
                      </a:lnTo>
                      <a:lnTo>
                        <a:pt x="79" y="38"/>
                      </a:lnTo>
                      <a:lnTo>
                        <a:pt x="51" y="30"/>
                      </a:lnTo>
                      <a:lnTo>
                        <a:pt x="102" y="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644" name="Freeform 297"/>
                <p:cNvSpPr/>
                <p:nvPr/>
              </p:nvSpPr>
              <p:spPr bwMode="auto">
                <a:xfrm>
                  <a:off x="3255" y="3046"/>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645" name="Freeform 298"/>
                <p:cNvSpPr/>
                <p:nvPr/>
              </p:nvSpPr>
              <p:spPr bwMode="auto">
                <a:xfrm>
                  <a:off x="3255" y="3046"/>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646" name="Freeform 299"/>
                <p:cNvSpPr/>
                <p:nvPr/>
              </p:nvSpPr>
              <p:spPr bwMode="auto">
                <a:xfrm>
                  <a:off x="3356" y="3094"/>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647" name="Freeform 300"/>
                <p:cNvSpPr/>
                <p:nvPr/>
              </p:nvSpPr>
              <p:spPr bwMode="auto">
                <a:xfrm>
                  <a:off x="3356" y="3094"/>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grpSp>
          <p:grpSp>
            <p:nvGrpSpPr>
              <p:cNvPr id="152631" name="Group 301"/>
              <p:cNvGrpSpPr/>
              <p:nvPr/>
            </p:nvGrpSpPr>
            <p:grpSpPr bwMode="auto">
              <a:xfrm>
                <a:off x="3251" y="3048"/>
                <a:ext cx="212" cy="84"/>
                <a:chOff x="3251" y="3048"/>
                <a:chExt cx="212" cy="84"/>
              </a:xfrm>
            </p:grpSpPr>
            <p:sp>
              <p:nvSpPr>
                <p:cNvPr id="152632" name="Freeform 302"/>
                <p:cNvSpPr/>
                <p:nvPr/>
              </p:nvSpPr>
              <p:spPr bwMode="auto">
                <a:xfrm>
                  <a:off x="3362" y="3050"/>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633" name="Freeform 303"/>
                <p:cNvSpPr/>
                <p:nvPr/>
              </p:nvSpPr>
              <p:spPr bwMode="auto">
                <a:xfrm>
                  <a:off x="3362" y="3050"/>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634" name="Freeform 304"/>
                <p:cNvSpPr/>
                <p:nvPr/>
              </p:nvSpPr>
              <p:spPr bwMode="auto">
                <a:xfrm>
                  <a:off x="3251"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1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1"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635" name="Freeform 305"/>
                <p:cNvSpPr/>
                <p:nvPr/>
              </p:nvSpPr>
              <p:spPr bwMode="auto">
                <a:xfrm>
                  <a:off x="3251"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1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1"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636" name="Freeform 306"/>
                <p:cNvSpPr/>
                <p:nvPr/>
              </p:nvSpPr>
              <p:spPr bwMode="auto">
                <a:xfrm>
                  <a:off x="3257" y="3048"/>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637" name="Freeform 307"/>
                <p:cNvSpPr/>
                <p:nvPr/>
              </p:nvSpPr>
              <p:spPr bwMode="auto">
                <a:xfrm>
                  <a:off x="3257" y="3048"/>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638" name="Freeform 308"/>
                <p:cNvSpPr/>
                <p:nvPr/>
              </p:nvSpPr>
              <p:spPr bwMode="auto">
                <a:xfrm>
                  <a:off x="3358" y="3096"/>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2639" name="Freeform 309"/>
                <p:cNvSpPr/>
                <p:nvPr/>
              </p:nvSpPr>
              <p:spPr bwMode="auto">
                <a:xfrm>
                  <a:off x="3358" y="3096"/>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grpSp>
        </p:grpSp>
        <p:sp>
          <p:nvSpPr>
            <p:cNvPr id="152628" name="Line 310"/>
            <p:cNvSpPr>
              <a:spLocks noChangeShapeType="1"/>
            </p:cNvSpPr>
            <p:nvPr/>
          </p:nvSpPr>
          <p:spPr bwMode="auto">
            <a:xfrm>
              <a:off x="3202" y="3088"/>
              <a:ext cx="1" cy="80"/>
            </a:xfrm>
            <a:prstGeom prst="line">
              <a:avLst/>
            </a:prstGeom>
            <a:noFill/>
            <a:ln w="3175">
              <a:solidFill>
                <a:srgbClr val="AAE6FF"/>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2629" name="Line 311"/>
            <p:cNvSpPr>
              <a:spLocks noChangeShapeType="1"/>
            </p:cNvSpPr>
            <p:nvPr/>
          </p:nvSpPr>
          <p:spPr bwMode="auto">
            <a:xfrm>
              <a:off x="3510" y="3088"/>
              <a:ext cx="1" cy="80"/>
            </a:xfrm>
            <a:prstGeom prst="line">
              <a:avLst/>
            </a:prstGeom>
            <a:noFill/>
            <a:ln w="3175">
              <a:solidFill>
                <a:srgbClr val="AAE6FF"/>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sp>
        <p:nvSpPr>
          <p:cNvPr id="152613" name="Rectangle 312"/>
          <p:cNvSpPr>
            <a:spLocks noChangeArrowheads="1"/>
          </p:cNvSpPr>
          <p:nvPr/>
        </p:nvSpPr>
        <p:spPr bwMode="auto">
          <a:xfrm>
            <a:off x="7195609" y="3864745"/>
            <a:ext cx="926968"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2614" name="Rectangle 313"/>
          <p:cNvSpPr>
            <a:spLocks noChangeArrowheads="1"/>
          </p:cNvSpPr>
          <p:nvPr/>
        </p:nvSpPr>
        <p:spPr bwMode="auto">
          <a:xfrm>
            <a:off x="7527529" y="4293369"/>
            <a:ext cx="76944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kumimoji="1" lang="zh-CN" altLang="en-US" sz="2000" b="1">
                <a:solidFill>
                  <a:srgbClr val="000099"/>
                </a:solidFill>
                <a:latin typeface="Arial" panose="020B0604020202020204" pitchFamily="34" charset="0"/>
                <a:ea typeface="黑体" panose="02010609060101010101" pitchFamily="2" charset="-122"/>
              </a:rPr>
              <a:t>互联网</a:t>
            </a:r>
          </a:p>
        </p:txBody>
      </p:sp>
      <p:sp>
        <p:nvSpPr>
          <p:cNvPr id="152615" name="Rectangle 314"/>
          <p:cNvSpPr>
            <a:spLocks noChangeArrowheads="1"/>
          </p:cNvSpPr>
          <p:nvPr/>
        </p:nvSpPr>
        <p:spPr bwMode="auto">
          <a:xfrm>
            <a:off x="3993357" y="3952057"/>
            <a:ext cx="41619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2616" name="Rectangle 315"/>
          <p:cNvSpPr>
            <a:spLocks noChangeArrowheads="1"/>
          </p:cNvSpPr>
          <p:nvPr/>
        </p:nvSpPr>
        <p:spPr bwMode="auto">
          <a:xfrm>
            <a:off x="3102505" y="4660083"/>
            <a:ext cx="452306"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2617" name="Rectangle 316"/>
          <p:cNvSpPr>
            <a:spLocks noChangeArrowheads="1"/>
          </p:cNvSpPr>
          <p:nvPr/>
        </p:nvSpPr>
        <p:spPr bwMode="auto">
          <a:xfrm>
            <a:off x="1850496" y="4306070"/>
            <a:ext cx="45402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2618" name="Rectangle 317"/>
          <p:cNvSpPr>
            <a:spLocks noChangeArrowheads="1"/>
          </p:cNvSpPr>
          <p:nvPr/>
        </p:nvSpPr>
        <p:spPr bwMode="auto">
          <a:xfrm>
            <a:off x="462625" y="3966344"/>
            <a:ext cx="76944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kumimoji="1" lang="zh-CN" altLang="en-US" sz="2000" b="1">
                <a:solidFill>
                  <a:srgbClr val="000099"/>
                </a:solidFill>
                <a:latin typeface="Arial" panose="020B0604020202020204" pitchFamily="34" charset="0"/>
                <a:ea typeface="黑体" panose="02010609060101010101" pitchFamily="2" charset="-122"/>
              </a:rPr>
              <a:t>浏览器</a:t>
            </a:r>
          </a:p>
        </p:txBody>
      </p:sp>
      <p:sp>
        <p:nvSpPr>
          <p:cNvPr id="152619" name="Rectangle 318"/>
          <p:cNvSpPr>
            <a:spLocks noChangeArrowheads="1"/>
          </p:cNvSpPr>
          <p:nvPr/>
        </p:nvSpPr>
        <p:spPr bwMode="auto">
          <a:xfrm>
            <a:off x="4043231" y="3980632"/>
            <a:ext cx="28052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R</a:t>
            </a:r>
            <a:r>
              <a:rPr kumimoji="1" lang="en-US" altLang="zh-CN" sz="2000" b="1" baseline="-25000">
                <a:solidFill>
                  <a:srgbClr val="000099"/>
                </a:solidFill>
                <a:latin typeface="Arial" panose="020B0604020202020204" pitchFamily="34" charset="0"/>
                <a:ea typeface="黑体" panose="02010609060101010101" pitchFamily="2" charset="-122"/>
              </a:rPr>
              <a:t>1</a:t>
            </a:r>
          </a:p>
        </p:txBody>
      </p:sp>
      <p:sp>
        <p:nvSpPr>
          <p:cNvPr id="152620" name="Rectangle 319"/>
          <p:cNvSpPr>
            <a:spLocks noChangeArrowheads="1"/>
          </p:cNvSpPr>
          <p:nvPr/>
        </p:nvSpPr>
        <p:spPr bwMode="auto">
          <a:xfrm>
            <a:off x="6387307" y="4006032"/>
            <a:ext cx="28052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R</a:t>
            </a:r>
            <a:r>
              <a:rPr kumimoji="1" lang="en-US" altLang="zh-CN" sz="2000" b="1" baseline="-25000">
                <a:solidFill>
                  <a:srgbClr val="000099"/>
                </a:solidFill>
                <a:latin typeface="Arial" panose="020B0604020202020204" pitchFamily="34" charset="0"/>
                <a:ea typeface="黑体" panose="02010609060101010101" pitchFamily="2" charset="-122"/>
              </a:rPr>
              <a:t>2</a:t>
            </a:r>
          </a:p>
        </p:txBody>
      </p:sp>
      <p:sp>
        <p:nvSpPr>
          <p:cNvPr id="152621" name="Text Box 324"/>
          <p:cNvSpPr txBox="1">
            <a:spLocks noChangeArrowheads="1"/>
          </p:cNvSpPr>
          <p:nvPr/>
        </p:nvSpPr>
        <p:spPr bwMode="auto">
          <a:xfrm>
            <a:off x="507339" y="1196752"/>
            <a:ext cx="8913680" cy="1373187"/>
          </a:xfrm>
          <a:prstGeom prst="rect">
            <a:avLst/>
          </a:prstGeom>
          <a:solidFill>
            <a:srgbClr val="FFFF66"/>
          </a:solidFill>
          <a:ln>
            <a:solidFill>
              <a:srgbClr val="000066"/>
            </a:solidFill>
          </a:ln>
          <a:effectLst/>
        </p:spPr>
        <p:txBody>
          <a:bodyPr>
            <a:spAutoFit/>
          </a:bodyPr>
          <a:lstStyle>
            <a:defPPr>
              <a:defRPr lang="zh-CN"/>
            </a:defPPr>
            <a:lvl1pPr eaLnBrk="1" hangingPunct="1">
              <a:defRPr sz="2800" b="1">
                <a:solidFill>
                  <a:srgbClr val="000066"/>
                </a:solidFill>
                <a:latin typeface="Arial" panose="020B0604020202020204" pitchFamily="34" charset="0"/>
                <a:ea typeface="黑体" panose="02010609060101010101" pitchFamily="2" charset="-122"/>
              </a:defRPr>
            </a:lvl1pPr>
            <a:lvl2pPr marL="742950" indent="-285750">
              <a:defRPr sz="3600"/>
            </a:lvl2pPr>
            <a:lvl3pPr marL="1143000" indent="-228600">
              <a:defRPr sz="3600"/>
            </a:lvl3pPr>
            <a:lvl4pPr marL="1600200" indent="-228600">
              <a:defRPr sz="3600"/>
            </a:lvl4pPr>
            <a:lvl5pPr marL="2057400" indent="-228600">
              <a:defRPr sz="3600"/>
            </a:lvl5pPr>
            <a:lvl6pPr marL="2514600" indent="-228600" eaLnBrk="0" fontAlgn="base" hangingPunct="0">
              <a:spcBef>
                <a:spcPct val="0"/>
              </a:spcBef>
              <a:spcAft>
                <a:spcPct val="0"/>
              </a:spcAft>
              <a:defRPr sz="3600"/>
            </a:lvl6pPr>
            <a:lvl7pPr marL="2971800" indent="-228600" eaLnBrk="0" fontAlgn="base" hangingPunct="0">
              <a:spcBef>
                <a:spcPct val="0"/>
              </a:spcBef>
              <a:spcAft>
                <a:spcPct val="0"/>
              </a:spcAft>
              <a:defRPr sz="3600"/>
            </a:lvl7pPr>
            <a:lvl8pPr marL="3429000" indent="-228600" eaLnBrk="0" fontAlgn="base" hangingPunct="0">
              <a:spcBef>
                <a:spcPct val="0"/>
              </a:spcBef>
              <a:spcAft>
                <a:spcPct val="0"/>
              </a:spcAft>
              <a:defRPr sz="3600"/>
            </a:lvl8pPr>
            <a:lvl9pPr marL="3886200" indent="-228600" eaLnBrk="0" fontAlgn="base" hangingPunct="0">
              <a:spcBef>
                <a:spcPct val="0"/>
              </a:spcBef>
              <a:spcAft>
                <a:spcPct val="0"/>
              </a:spcAft>
              <a:defRPr sz="3600"/>
            </a:lvl9pPr>
          </a:lstStyle>
          <a:p>
            <a:r>
              <a:rPr lang="en-US" altLang="zh-CN" dirty="0"/>
              <a:t>(3) </a:t>
            </a:r>
            <a:r>
              <a:rPr lang="zh-CN" altLang="en-US" dirty="0">
                <a:solidFill>
                  <a:srgbClr val="FF0000"/>
                </a:solidFill>
              </a:rPr>
              <a:t>否则</a:t>
            </a:r>
            <a:r>
              <a:rPr lang="zh-CN" altLang="en-US" dirty="0"/>
              <a:t>，代理服务器就</a:t>
            </a:r>
            <a:r>
              <a:rPr lang="zh-CN" altLang="en-US" dirty="0">
                <a:solidFill>
                  <a:srgbClr val="FF0000"/>
                </a:solidFill>
              </a:rPr>
              <a:t>代表</a:t>
            </a:r>
            <a:r>
              <a:rPr lang="zh-CN" altLang="en-US" dirty="0"/>
              <a:t>发出请求的</a:t>
            </a:r>
            <a:r>
              <a:rPr lang="zh-CN" altLang="en-US" dirty="0">
                <a:solidFill>
                  <a:srgbClr val="FF0000"/>
                </a:solidFill>
              </a:rPr>
              <a:t>用户</a:t>
            </a:r>
            <a:r>
              <a:rPr lang="zh-CN" altLang="en-US" dirty="0"/>
              <a:t>浏览器，与互联网上的</a:t>
            </a:r>
            <a:r>
              <a:rPr lang="zh-CN" altLang="en-US" dirty="0">
                <a:solidFill>
                  <a:srgbClr val="FF0000"/>
                </a:solidFill>
              </a:rPr>
              <a:t>源点服务器</a:t>
            </a:r>
            <a:r>
              <a:rPr lang="zh-CN" altLang="en-US" dirty="0"/>
              <a:t>建立 </a:t>
            </a:r>
            <a:r>
              <a:rPr lang="en-US" altLang="zh-CN" dirty="0"/>
              <a:t>TCP </a:t>
            </a:r>
            <a:r>
              <a:rPr lang="zh-CN" altLang="en-US" dirty="0"/>
              <a:t>连接，并发送 </a:t>
            </a:r>
            <a:r>
              <a:rPr lang="en-US" altLang="zh-CN" dirty="0"/>
              <a:t>HTTP </a:t>
            </a:r>
            <a:r>
              <a:rPr lang="zh-CN" altLang="en-US" dirty="0"/>
              <a:t>请求报文。</a:t>
            </a:r>
          </a:p>
        </p:txBody>
      </p:sp>
      <p:sp>
        <p:nvSpPr>
          <p:cNvPr id="648517" name="Freeform 325"/>
          <p:cNvSpPr/>
          <p:nvPr/>
        </p:nvSpPr>
        <p:spPr bwMode="auto">
          <a:xfrm>
            <a:off x="3159258" y="3356745"/>
            <a:ext cx="5771621" cy="1871663"/>
          </a:xfrm>
          <a:custGeom>
            <a:avLst/>
            <a:gdLst>
              <a:gd name="T0" fmla="*/ 0 w 3356"/>
              <a:gd name="T1" fmla="*/ 2147483646 h 1179"/>
              <a:gd name="T2" fmla="*/ 2147483646 w 3356"/>
              <a:gd name="T3" fmla="*/ 2147483646 h 1179"/>
              <a:gd name="T4" fmla="*/ 2147483646 w 3356"/>
              <a:gd name="T5" fmla="*/ 2147483646 h 1179"/>
              <a:gd name="T6" fmla="*/ 2147483646 w 3356"/>
              <a:gd name="T7" fmla="*/ 2147483646 h 1179"/>
              <a:gd name="T8" fmla="*/ 2147483646 w 3356"/>
              <a:gd name="T9" fmla="*/ 2147483646 h 1179"/>
              <a:gd name="T10" fmla="*/ 2147483646 w 3356"/>
              <a:gd name="T11" fmla="*/ 2147483646 h 1179"/>
              <a:gd name="T12" fmla="*/ 2147483646 w 3356"/>
              <a:gd name="T13" fmla="*/ 2147483646 h 1179"/>
              <a:gd name="T14" fmla="*/ 2147483646 w 3356"/>
              <a:gd name="T15" fmla="*/ 2147483646 h 1179"/>
              <a:gd name="T16" fmla="*/ 2147483646 w 3356"/>
              <a:gd name="T17" fmla="*/ 0 h 117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356" h="1179">
                <a:moveTo>
                  <a:pt x="0" y="1179"/>
                </a:moveTo>
                <a:cubicBezTo>
                  <a:pt x="64" y="1127"/>
                  <a:pt x="263" y="937"/>
                  <a:pt x="385" y="867"/>
                </a:cubicBezTo>
                <a:cubicBezTo>
                  <a:pt x="507" y="797"/>
                  <a:pt x="552" y="778"/>
                  <a:pt x="732" y="758"/>
                </a:cubicBezTo>
                <a:cubicBezTo>
                  <a:pt x="912" y="738"/>
                  <a:pt x="1271" y="752"/>
                  <a:pt x="1464" y="749"/>
                </a:cubicBezTo>
                <a:cubicBezTo>
                  <a:pt x="1657" y="746"/>
                  <a:pt x="1767" y="750"/>
                  <a:pt x="1893" y="739"/>
                </a:cubicBezTo>
                <a:cubicBezTo>
                  <a:pt x="2019" y="728"/>
                  <a:pt x="2099" y="720"/>
                  <a:pt x="2222" y="680"/>
                </a:cubicBezTo>
                <a:cubicBezTo>
                  <a:pt x="2345" y="640"/>
                  <a:pt x="2503" y="567"/>
                  <a:pt x="2631" y="499"/>
                </a:cubicBezTo>
                <a:cubicBezTo>
                  <a:pt x="2759" y="431"/>
                  <a:pt x="2872" y="355"/>
                  <a:pt x="2993" y="272"/>
                </a:cubicBezTo>
                <a:cubicBezTo>
                  <a:pt x="3114" y="189"/>
                  <a:pt x="3295" y="53"/>
                  <a:pt x="3356" y="0"/>
                </a:cubicBezTo>
              </a:path>
            </a:pathLst>
          </a:custGeom>
          <a:noFill/>
          <a:ln w="76200" cmpd="sng">
            <a:solidFill>
              <a:schemeClr val="hlink"/>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48517"/>
                                        </p:tgtEl>
                                        <p:attrNameLst>
                                          <p:attrName>style.visibility</p:attrName>
                                        </p:attrNameLst>
                                      </p:cBhvr>
                                      <p:to>
                                        <p:strVal val="visible"/>
                                      </p:to>
                                    </p:set>
                                    <p:animEffect transition="in" filter="wipe(left)">
                                      <p:cBhvr>
                                        <p:cTn id="7" dur="500"/>
                                        <p:tgtEl>
                                          <p:spTgt spid="6485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8517" grpId="0" animBg="1"/>
    </p:bld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2"/>
          <p:cNvSpPr>
            <a:spLocks noGrp="1" noChangeArrowheads="1"/>
          </p:cNvSpPr>
          <p:nvPr>
            <p:ph type="title"/>
          </p:nvPr>
        </p:nvSpPr>
        <p:spPr/>
        <p:txBody>
          <a:bodyPr/>
          <a:lstStyle/>
          <a:p>
            <a:pPr algn="ctr" eaLnBrk="1" hangingPunct="1">
              <a:defRPr/>
            </a:pPr>
            <a:r>
              <a:rPr dirty="0"/>
              <a:t>使用</a:t>
            </a:r>
            <a:r>
              <a:rPr lang="zh-CN" altLang="en-US" dirty="0"/>
              <a:t>代理服务器</a:t>
            </a:r>
            <a:r>
              <a:rPr dirty="0"/>
              <a:t>的情况</a:t>
            </a:r>
          </a:p>
        </p:txBody>
      </p:sp>
      <p:grpSp>
        <p:nvGrpSpPr>
          <p:cNvPr id="154627" name="Group 3"/>
          <p:cNvGrpSpPr/>
          <p:nvPr/>
        </p:nvGrpSpPr>
        <p:grpSpPr bwMode="auto">
          <a:xfrm>
            <a:off x="271727" y="3205932"/>
            <a:ext cx="3742267" cy="2570162"/>
            <a:chOff x="912" y="768"/>
            <a:chExt cx="2400" cy="1584"/>
          </a:xfrm>
        </p:grpSpPr>
        <p:sp>
          <p:nvSpPr>
            <p:cNvPr id="154927" name="Oval 4"/>
            <p:cNvSpPr>
              <a:spLocks noChangeArrowheads="1"/>
            </p:cNvSpPr>
            <p:nvPr/>
          </p:nvSpPr>
          <p:spPr bwMode="auto">
            <a:xfrm>
              <a:off x="1751" y="799"/>
              <a:ext cx="1026" cy="628"/>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54928" name="Oval 5"/>
            <p:cNvSpPr>
              <a:spLocks noChangeArrowheads="1"/>
            </p:cNvSpPr>
            <p:nvPr/>
          </p:nvSpPr>
          <p:spPr bwMode="auto">
            <a:xfrm>
              <a:off x="1172" y="972"/>
              <a:ext cx="781" cy="627"/>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54929" name="Oval 6"/>
            <p:cNvSpPr>
              <a:spLocks noChangeArrowheads="1"/>
            </p:cNvSpPr>
            <p:nvPr/>
          </p:nvSpPr>
          <p:spPr bwMode="auto">
            <a:xfrm>
              <a:off x="926" y="1364"/>
              <a:ext cx="521" cy="502"/>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54930" name="Oval 7"/>
            <p:cNvSpPr>
              <a:spLocks noChangeArrowheads="1"/>
            </p:cNvSpPr>
            <p:nvPr/>
          </p:nvSpPr>
          <p:spPr bwMode="auto">
            <a:xfrm>
              <a:off x="1085" y="1599"/>
              <a:ext cx="796" cy="549"/>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54931" name="Oval 8"/>
            <p:cNvSpPr>
              <a:spLocks noChangeArrowheads="1"/>
            </p:cNvSpPr>
            <p:nvPr/>
          </p:nvSpPr>
          <p:spPr bwMode="auto">
            <a:xfrm>
              <a:off x="1664" y="1693"/>
              <a:ext cx="1200" cy="659"/>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54932" name="Oval 9"/>
            <p:cNvSpPr>
              <a:spLocks noChangeArrowheads="1"/>
            </p:cNvSpPr>
            <p:nvPr/>
          </p:nvSpPr>
          <p:spPr bwMode="auto">
            <a:xfrm>
              <a:off x="2445" y="988"/>
              <a:ext cx="751"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54933" name="Oval 10"/>
            <p:cNvSpPr>
              <a:spLocks noChangeArrowheads="1"/>
            </p:cNvSpPr>
            <p:nvPr/>
          </p:nvSpPr>
          <p:spPr bwMode="auto">
            <a:xfrm>
              <a:off x="2560" y="1317"/>
              <a:ext cx="752"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54934" name="Oval 11"/>
            <p:cNvSpPr>
              <a:spLocks noChangeArrowheads="1"/>
            </p:cNvSpPr>
            <p:nvPr/>
          </p:nvSpPr>
          <p:spPr bwMode="auto">
            <a:xfrm>
              <a:off x="2488" y="1427"/>
              <a:ext cx="752"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54935" name="Oval 12"/>
            <p:cNvSpPr>
              <a:spLocks noChangeArrowheads="1"/>
            </p:cNvSpPr>
            <p:nvPr/>
          </p:nvSpPr>
          <p:spPr bwMode="auto">
            <a:xfrm>
              <a:off x="1360" y="1176"/>
              <a:ext cx="1547"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grpSp>
          <p:nvGrpSpPr>
            <p:cNvPr id="154936" name="Group 13"/>
            <p:cNvGrpSpPr/>
            <p:nvPr/>
          </p:nvGrpSpPr>
          <p:grpSpPr bwMode="auto">
            <a:xfrm>
              <a:off x="912" y="768"/>
              <a:ext cx="2386" cy="1553"/>
              <a:chOff x="912" y="768"/>
              <a:chExt cx="2386" cy="1553"/>
            </a:xfrm>
          </p:grpSpPr>
          <p:sp>
            <p:nvSpPr>
              <p:cNvPr id="154937" name="Oval 14"/>
              <p:cNvSpPr>
                <a:spLocks noChangeArrowheads="1"/>
              </p:cNvSpPr>
              <p:nvPr/>
            </p:nvSpPr>
            <p:spPr bwMode="auto">
              <a:xfrm>
                <a:off x="1736" y="768"/>
                <a:ext cx="1027"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54938" name="Oval 15"/>
              <p:cNvSpPr>
                <a:spLocks noChangeArrowheads="1"/>
              </p:cNvSpPr>
              <p:nvPr/>
            </p:nvSpPr>
            <p:spPr bwMode="auto">
              <a:xfrm>
                <a:off x="1158" y="941"/>
                <a:ext cx="781"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54939" name="Oval 16"/>
              <p:cNvSpPr>
                <a:spLocks noChangeArrowheads="1"/>
              </p:cNvSpPr>
              <p:nvPr/>
            </p:nvSpPr>
            <p:spPr bwMode="auto">
              <a:xfrm>
                <a:off x="912" y="1333"/>
                <a:ext cx="520" cy="501"/>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54940" name="Oval 17"/>
              <p:cNvSpPr>
                <a:spLocks noChangeArrowheads="1"/>
              </p:cNvSpPr>
              <p:nvPr/>
            </p:nvSpPr>
            <p:spPr bwMode="auto">
              <a:xfrm>
                <a:off x="1071" y="1568"/>
                <a:ext cx="795" cy="549"/>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54941" name="Oval 18"/>
              <p:cNvSpPr>
                <a:spLocks noChangeArrowheads="1"/>
              </p:cNvSpPr>
              <p:nvPr/>
            </p:nvSpPr>
            <p:spPr bwMode="auto">
              <a:xfrm>
                <a:off x="1649" y="1662"/>
                <a:ext cx="1200" cy="659"/>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54942" name="Oval 19"/>
              <p:cNvSpPr>
                <a:spLocks noChangeArrowheads="1"/>
              </p:cNvSpPr>
              <p:nvPr/>
            </p:nvSpPr>
            <p:spPr bwMode="auto">
              <a:xfrm>
                <a:off x="2430" y="95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54943" name="Oval 20"/>
              <p:cNvSpPr>
                <a:spLocks noChangeArrowheads="1"/>
              </p:cNvSpPr>
              <p:nvPr/>
            </p:nvSpPr>
            <p:spPr bwMode="auto">
              <a:xfrm>
                <a:off x="2546" y="128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54944" name="Oval 21"/>
              <p:cNvSpPr>
                <a:spLocks noChangeArrowheads="1"/>
              </p:cNvSpPr>
              <p:nvPr/>
            </p:nvSpPr>
            <p:spPr bwMode="auto">
              <a:xfrm>
                <a:off x="2473" y="1395"/>
                <a:ext cx="752"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54945" name="Oval 22"/>
              <p:cNvSpPr>
                <a:spLocks noChangeArrowheads="1"/>
              </p:cNvSpPr>
              <p:nvPr/>
            </p:nvSpPr>
            <p:spPr bwMode="auto">
              <a:xfrm>
                <a:off x="1346" y="1144"/>
                <a:ext cx="1547"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grpSp>
      </p:grpSp>
      <p:graphicFrame>
        <p:nvGraphicFramePr>
          <p:cNvPr id="154628" name="Object 23"/>
          <p:cNvGraphicFramePr>
            <a:graphicFrameLocks noChangeAspect="1"/>
          </p:cNvGraphicFramePr>
          <p:nvPr/>
        </p:nvGraphicFramePr>
        <p:xfrm>
          <a:off x="7087262" y="3929832"/>
          <a:ext cx="1917567" cy="1149350"/>
        </p:xfrm>
        <a:graphic>
          <a:graphicData uri="http://schemas.openxmlformats.org/presentationml/2006/ole">
            <mc:AlternateContent xmlns:mc="http://schemas.openxmlformats.org/markup-compatibility/2006">
              <mc:Choice xmlns:v="urn:schemas-microsoft-com:vml" Requires="v">
                <p:oleObj spid="_x0000_s24560" name="VISIO" r:id="rId4" imgW="1687195" imgH="964565" progId="Visio.Drawing.6">
                  <p:embed/>
                </p:oleObj>
              </mc:Choice>
              <mc:Fallback>
                <p:oleObj name="VISIO" r:id="rId4" imgW="1687195" imgH="964565" progId="Visio.Drawing.6">
                  <p:embed/>
                  <p:pic>
                    <p:nvPicPr>
                      <p:cNvPr id="0" name="图片 2357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87262" y="3929832"/>
                        <a:ext cx="1917567" cy="1149350"/>
                      </a:xfrm>
                      <a:prstGeom prst="rect">
                        <a:avLst/>
                      </a:prstGeom>
                      <a:noFill/>
                      <a:ln>
                        <a:noFill/>
                      </a:ln>
                      <a:effectLst>
                        <a:outerShdw dist="25400" dir="54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154629" name="Line 24"/>
          <p:cNvSpPr>
            <a:spLocks noChangeShapeType="1"/>
          </p:cNvSpPr>
          <p:nvPr/>
        </p:nvSpPr>
        <p:spPr bwMode="auto">
          <a:xfrm>
            <a:off x="4046671" y="4491807"/>
            <a:ext cx="2734469" cy="0"/>
          </a:xfrm>
          <a:prstGeom prst="line">
            <a:avLst/>
          </a:prstGeom>
          <a:noFill/>
          <a:ln w="38100">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154630" name="Line 25"/>
          <p:cNvSpPr>
            <a:spLocks noChangeShapeType="1"/>
          </p:cNvSpPr>
          <p:nvPr/>
        </p:nvSpPr>
        <p:spPr bwMode="auto">
          <a:xfrm>
            <a:off x="8273919" y="5001395"/>
            <a:ext cx="703394" cy="542925"/>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4631" name="Line 26"/>
          <p:cNvSpPr>
            <a:spLocks noChangeShapeType="1"/>
          </p:cNvSpPr>
          <p:nvPr/>
        </p:nvSpPr>
        <p:spPr bwMode="auto">
          <a:xfrm>
            <a:off x="8679789" y="4721994"/>
            <a:ext cx="564092" cy="115888"/>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4632" name="Line 27"/>
          <p:cNvSpPr>
            <a:spLocks noChangeShapeType="1"/>
          </p:cNvSpPr>
          <p:nvPr/>
        </p:nvSpPr>
        <p:spPr bwMode="auto">
          <a:xfrm flipV="1">
            <a:off x="8710746" y="4040958"/>
            <a:ext cx="533135" cy="153987"/>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4633" name="Line 28"/>
          <p:cNvSpPr>
            <a:spLocks noChangeShapeType="1"/>
          </p:cNvSpPr>
          <p:nvPr/>
        </p:nvSpPr>
        <p:spPr bwMode="auto">
          <a:xfrm flipV="1">
            <a:off x="8241242" y="3421832"/>
            <a:ext cx="736071" cy="595312"/>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nvGrpSpPr>
          <p:cNvPr id="154634" name="Group 29"/>
          <p:cNvGrpSpPr/>
          <p:nvPr/>
        </p:nvGrpSpPr>
        <p:grpSpPr bwMode="auto">
          <a:xfrm>
            <a:off x="9099418" y="3696469"/>
            <a:ext cx="426508" cy="661988"/>
            <a:chOff x="4486" y="2730"/>
            <a:chExt cx="217" cy="339"/>
          </a:xfrm>
        </p:grpSpPr>
        <p:grpSp>
          <p:nvGrpSpPr>
            <p:cNvPr id="154907" name="Group 30"/>
            <p:cNvGrpSpPr/>
            <p:nvPr/>
          </p:nvGrpSpPr>
          <p:grpSpPr bwMode="auto">
            <a:xfrm>
              <a:off x="4491" y="2736"/>
              <a:ext cx="212" cy="333"/>
              <a:chOff x="4491" y="2736"/>
              <a:chExt cx="212" cy="333"/>
            </a:xfrm>
          </p:grpSpPr>
          <p:sp>
            <p:nvSpPr>
              <p:cNvPr id="154918" name="Freeform 31"/>
              <p:cNvSpPr/>
              <p:nvPr/>
            </p:nvSpPr>
            <p:spPr bwMode="auto">
              <a:xfrm>
                <a:off x="4557" y="2736"/>
                <a:ext cx="146" cy="333"/>
              </a:xfrm>
              <a:custGeom>
                <a:avLst/>
                <a:gdLst>
                  <a:gd name="T0" fmla="*/ 50 w 146"/>
                  <a:gd name="T1" fmla="*/ 333 h 333"/>
                  <a:gd name="T2" fmla="*/ 0 w 146"/>
                  <a:gd name="T3" fmla="*/ 51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1"/>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919" name="Freeform 32"/>
              <p:cNvSpPr/>
              <p:nvPr/>
            </p:nvSpPr>
            <p:spPr bwMode="auto">
              <a:xfrm>
                <a:off x="4557" y="2736"/>
                <a:ext cx="146" cy="333"/>
              </a:xfrm>
              <a:custGeom>
                <a:avLst/>
                <a:gdLst>
                  <a:gd name="T0" fmla="*/ 50 w 146"/>
                  <a:gd name="T1" fmla="*/ 333 h 333"/>
                  <a:gd name="T2" fmla="*/ 0 w 146"/>
                  <a:gd name="T3" fmla="*/ 51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1"/>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920" name="Freeform 33"/>
              <p:cNvSpPr/>
              <p:nvPr/>
            </p:nvSpPr>
            <p:spPr bwMode="auto">
              <a:xfrm>
                <a:off x="4491" y="273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921" name="Freeform 34"/>
              <p:cNvSpPr/>
              <p:nvPr/>
            </p:nvSpPr>
            <p:spPr bwMode="auto">
              <a:xfrm>
                <a:off x="4491" y="273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922" name="Rectangle 35"/>
              <p:cNvSpPr>
                <a:spLocks noChangeArrowheads="1"/>
              </p:cNvSpPr>
              <p:nvPr/>
            </p:nvSpPr>
            <p:spPr bwMode="auto">
              <a:xfrm>
                <a:off x="4491" y="2799"/>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4923" name="Rectangle 36"/>
              <p:cNvSpPr>
                <a:spLocks noChangeArrowheads="1"/>
              </p:cNvSpPr>
              <p:nvPr/>
            </p:nvSpPr>
            <p:spPr bwMode="auto">
              <a:xfrm>
                <a:off x="4496" y="2812"/>
                <a:ext cx="66"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4924" name="Line 37"/>
              <p:cNvSpPr>
                <a:spLocks noChangeShapeType="1"/>
              </p:cNvSpPr>
              <p:nvPr/>
            </p:nvSpPr>
            <p:spPr bwMode="auto">
              <a:xfrm>
                <a:off x="4501" y="2837"/>
                <a:ext cx="51"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4925" name="Line 38"/>
              <p:cNvSpPr>
                <a:spLocks noChangeShapeType="1"/>
              </p:cNvSpPr>
              <p:nvPr/>
            </p:nvSpPr>
            <p:spPr bwMode="auto">
              <a:xfrm flipH="1">
                <a:off x="4491" y="3013"/>
                <a:ext cx="116"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4926" name="Line 39"/>
              <p:cNvSpPr>
                <a:spLocks noChangeShapeType="1"/>
              </p:cNvSpPr>
              <p:nvPr/>
            </p:nvSpPr>
            <p:spPr bwMode="auto">
              <a:xfrm flipH="1">
                <a:off x="4491" y="2900"/>
                <a:ext cx="116"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nvGrpSpPr>
            <p:cNvPr id="154908" name="Group 40"/>
            <p:cNvGrpSpPr/>
            <p:nvPr/>
          </p:nvGrpSpPr>
          <p:grpSpPr bwMode="auto">
            <a:xfrm>
              <a:off x="4486" y="2730"/>
              <a:ext cx="212" cy="333"/>
              <a:chOff x="4486" y="2730"/>
              <a:chExt cx="212" cy="333"/>
            </a:xfrm>
          </p:grpSpPr>
          <p:sp>
            <p:nvSpPr>
              <p:cNvPr id="154909" name="Freeform 41"/>
              <p:cNvSpPr/>
              <p:nvPr/>
            </p:nvSpPr>
            <p:spPr bwMode="auto">
              <a:xfrm>
                <a:off x="4552" y="2730"/>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910" name="Freeform 42"/>
              <p:cNvSpPr/>
              <p:nvPr/>
            </p:nvSpPr>
            <p:spPr bwMode="auto">
              <a:xfrm>
                <a:off x="4552" y="2730"/>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911" name="Freeform 43"/>
              <p:cNvSpPr/>
              <p:nvPr/>
            </p:nvSpPr>
            <p:spPr bwMode="auto">
              <a:xfrm>
                <a:off x="4486" y="2730"/>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912" name="Freeform 44"/>
              <p:cNvSpPr/>
              <p:nvPr/>
            </p:nvSpPr>
            <p:spPr bwMode="auto">
              <a:xfrm>
                <a:off x="4486" y="2730"/>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913" name="Rectangle 45"/>
              <p:cNvSpPr>
                <a:spLocks noChangeArrowheads="1"/>
              </p:cNvSpPr>
              <p:nvPr/>
            </p:nvSpPr>
            <p:spPr bwMode="auto">
              <a:xfrm>
                <a:off x="4486" y="2793"/>
                <a:ext cx="116" cy="270"/>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4914" name="Rectangle 46"/>
              <p:cNvSpPr>
                <a:spLocks noChangeArrowheads="1"/>
              </p:cNvSpPr>
              <p:nvPr/>
            </p:nvSpPr>
            <p:spPr bwMode="auto">
              <a:xfrm>
                <a:off x="4491" y="2806"/>
                <a:ext cx="66" cy="43"/>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4915" name="Line 47"/>
              <p:cNvSpPr>
                <a:spLocks noChangeShapeType="1"/>
              </p:cNvSpPr>
              <p:nvPr/>
            </p:nvSpPr>
            <p:spPr bwMode="auto">
              <a:xfrm>
                <a:off x="4501" y="2824"/>
                <a:ext cx="41"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4916" name="Line 48"/>
              <p:cNvSpPr>
                <a:spLocks noChangeShapeType="1"/>
              </p:cNvSpPr>
              <p:nvPr/>
            </p:nvSpPr>
            <p:spPr bwMode="auto">
              <a:xfrm flipH="1">
                <a:off x="4491" y="3006"/>
                <a:ext cx="106"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4917" name="Line 49"/>
              <p:cNvSpPr>
                <a:spLocks noChangeShapeType="1"/>
              </p:cNvSpPr>
              <p:nvPr/>
            </p:nvSpPr>
            <p:spPr bwMode="auto">
              <a:xfrm flipH="1">
                <a:off x="4491" y="2893"/>
                <a:ext cx="106"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grpSp>
        <p:nvGrpSpPr>
          <p:cNvPr id="154635" name="Group 50"/>
          <p:cNvGrpSpPr/>
          <p:nvPr/>
        </p:nvGrpSpPr>
        <p:grpSpPr bwMode="auto">
          <a:xfrm>
            <a:off x="9099418" y="4556894"/>
            <a:ext cx="426508" cy="661988"/>
            <a:chOff x="4486" y="3170"/>
            <a:chExt cx="217" cy="339"/>
          </a:xfrm>
        </p:grpSpPr>
        <p:grpSp>
          <p:nvGrpSpPr>
            <p:cNvPr id="154887" name="Group 51"/>
            <p:cNvGrpSpPr/>
            <p:nvPr/>
          </p:nvGrpSpPr>
          <p:grpSpPr bwMode="auto">
            <a:xfrm>
              <a:off x="4491" y="3176"/>
              <a:ext cx="212" cy="333"/>
              <a:chOff x="4491" y="3176"/>
              <a:chExt cx="212" cy="333"/>
            </a:xfrm>
          </p:grpSpPr>
          <p:sp>
            <p:nvSpPr>
              <p:cNvPr id="154898" name="Freeform 52"/>
              <p:cNvSpPr/>
              <p:nvPr/>
            </p:nvSpPr>
            <p:spPr bwMode="auto">
              <a:xfrm>
                <a:off x="4557" y="3176"/>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899" name="Freeform 53"/>
              <p:cNvSpPr/>
              <p:nvPr/>
            </p:nvSpPr>
            <p:spPr bwMode="auto">
              <a:xfrm>
                <a:off x="4557" y="3176"/>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900" name="Freeform 54"/>
              <p:cNvSpPr/>
              <p:nvPr/>
            </p:nvSpPr>
            <p:spPr bwMode="auto">
              <a:xfrm>
                <a:off x="4491" y="317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901" name="Freeform 55"/>
              <p:cNvSpPr/>
              <p:nvPr/>
            </p:nvSpPr>
            <p:spPr bwMode="auto">
              <a:xfrm>
                <a:off x="4491" y="317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902" name="Rectangle 56"/>
              <p:cNvSpPr>
                <a:spLocks noChangeArrowheads="1"/>
              </p:cNvSpPr>
              <p:nvPr/>
            </p:nvSpPr>
            <p:spPr bwMode="auto">
              <a:xfrm>
                <a:off x="4491" y="3239"/>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4903" name="Rectangle 57"/>
              <p:cNvSpPr>
                <a:spLocks noChangeArrowheads="1"/>
              </p:cNvSpPr>
              <p:nvPr/>
            </p:nvSpPr>
            <p:spPr bwMode="auto">
              <a:xfrm>
                <a:off x="4496" y="3251"/>
                <a:ext cx="66"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4904" name="Line 58"/>
              <p:cNvSpPr>
                <a:spLocks noChangeShapeType="1"/>
              </p:cNvSpPr>
              <p:nvPr/>
            </p:nvSpPr>
            <p:spPr bwMode="auto">
              <a:xfrm>
                <a:off x="4501" y="3276"/>
                <a:ext cx="51"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4905" name="Line 59"/>
              <p:cNvSpPr>
                <a:spLocks noChangeShapeType="1"/>
              </p:cNvSpPr>
              <p:nvPr/>
            </p:nvSpPr>
            <p:spPr bwMode="auto">
              <a:xfrm flipH="1">
                <a:off x="4491" y="3452"/>
                <a:ext cx="116"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4906" name="Line 60"/>
              <p:cNvSpPr>
                <a:spLocks noChangeShapeType="1"/>
              </p:cNvSpPr>
              <p:nvPr/>
            </p:nvSpPr>
            <p:spPr bwMode="auto">
              <a:xfrm flipH="1">
                <a:off x="4491" y="3339"/>
                <a:ext cx="116"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nvGrpSpPr>
            <p:cNvPr id="154888" name="Group 61"/>
            <p:cNvGrpSpPr/>
            <p:nvPr/>
          </p:nvGrpSpPr>
          <p:grpSpPr bwMode="auto">
            <a:xfrm>
              <a:off x="4486" y="3170"/>
              <a:ext cx="212" cy="332"/>
              <a:chOff x="4486" y="3170"/>
              <a:chExt cx="212" cy="332"/>
            </a:xfrm>
          </p:grpSpPr>
          <p:sp>
            <p:nvSpPr>
              <p:cNvPr id="154889" name="Freeform 62"/>
              <p:cNvSpPr/>
              <p:nvPr/>
            </p:nvSpPr>
            <p:spPr bwMode="auto">
              <a:xfrm>
                <a:off x="4552" y="3170"/>
                <a:ext cx="146" cy="332"/>
              </a:xfrm>
              <a:custGeom>
                <a:avLst/>
                <a:gdLst>
                  <a:gd name="T0" fmla="*/ 50 w 146"/>
                  <a:gd name="T1" fmla="*/ 332 h 332"/>
                  <a:gd name="T2" fmla="*/ 0 w 146"/>
                  <a:gd name="T3" fmla="*/ 50 h 332"/>
                  <a:gd name="T4" fmla="*/ 146 w 146"/>
                  <a:gd name="T5" fmla="*/ 0 h 332"/>
                  <a:gd name="T6" fmla="*/ 146 w 146"/>
                  <a:gd name="T7" fmla="*/ 269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69"/>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890" name="Freeform 63"/>
              <p:cNvSpPr/>
              <p:nvPr/>
            </p:nvSpPr>
            <p:spPr bwMode="auto">
              <a:xfrm>
                <a:off x="4552" y="3170"/>
                <a:ext cx="146" cy="332"/>
              </a:xfrm>
              <a:custGeom>
                <a:avLst/>
                <a:gdLst>
                  <a:gd name="T0" fmla="*/ 50 w 146"/>
                  <a:gd name="T1" fmla="*/ 332 h 332"/>
                  <a:gd name="T2" fmla="*/ 0 w 146"/>
                  <a:gd name="T3" fmla="*/ 50 h 332"/>
                  <a:gd name="T4" fmla="*/ 146 w 146"/>
                  <a:gd name="T5" fmla="*/ 0 h 332"/>
                  <a:gd name="T6" fmla="*/ 146 w 146"/>
                  <a:gd name="T7" fmla="*/ 269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69"/>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891" name="Freeform 64"/>
              <p:cNvSpPr/>
              <p:nvPr/>
            </p:nvSpPr>
            <p:spPr bwMode="auto">
              <a:xfrm>
                <a:off x="4486" y="3170"/>
                <a:ext cx="212" cy="62"/>
              </a:xfrm>
              <a:custGeom>
                <a:avLst/>
                <a:gdLst>
                  <a:gd name="T0" fmla="*/ 0 w 212"/>
                  <a:gd name="T1" fmla="*/ 62 h 62"/>
                  <a:gd name="T2" fmla="*/ 91 w 212"/>
                  <a:gd name="T3" fmla="*/ 0 h 62"/>
                  <a:gd name="T4" fmla="*/ 212 w 212"/>
                  <a:gd name="T5" fmla="*/ 0 h 62"/>
                  <a:gd name="T6" fmla="*/ 116 w 212"/>
                  <a:gd name="T7" fmla="*/ 62 h 62"/>
                  <a:gd name="T8" fmla="*/ 0 w 212"/>
                  <a:gd name="T9" fmla="*/ 62 h 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2">
                    <a:moveTo>
                      <a:pt x="0" y="62"/>
                    </a:moveTo>
                    <a:lnTo>
                      <a:pt x="91" y="0"/>
                    </a:lnTo>
                    <a:lnTo>
                      <a:pt x="212" y="0"/>
                    </a:lnTo>
                    <a:lnTo>
                      <a:pt x="116" y="62"/>
                    </a:lnTo>
                    <a:lnTo>
                      <a:pt x="0" y="62"/>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892" name="Freeform 65"/>
              <p:cNvSpPr/>
              <p:nvPr/>
            </p:nvSpPr>
            <p:spPr bwMode="auto">
              <a:xfrm>
                <a:off x="4486" y="3170"/>
                <a:ext cx="212" cy="62"/>
              </a:xfrm>
              <a:custGeom>
                <a:avLst/>
                <a:gdLst>
                  <a:gd name="T0" fmla="*/ 0 w 212"/>
                  <a:gd name="T1" fmla="*/ 62 h 62"/>
                  <a:gd name="T2" fmla="*/ 91 w 212"/>
                  <a:gd name="T3" fmla="*/ 0 h 62"/>
                  <a:gd name="T4" fmla="*/ 212 w 212"/>
                  <a:gd name="T5" fmla="*/ 0 h 62"/>
                  <a:gd name="T6" fmla="*/ 116 w 212"/>
                  <a:gd name="T7" fmla="*/ 62 h 62"/>
                  <a:gd name="T8" fmla="*/ 0 w 212"/>
                  <a:gd name="T9" fmla="*/ 62 h 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2">
                    <a:moveTo>
                      <a:pt x="0" y="62"/>
                    </a:moveTo>
                    <a:lnTo>
                      <a:pt x="91" y="0"/>
                    </a:lnTo>
                    <a:lnTo>
                      <a:pt x="212" y="0"/>
                    </a:lnTo>
                    <a:lnTo>
                      <a:pt x="116" y="62"/>
                    </a:lnTo>
                    <a:lnTo>
                      <a:pt x="0" y="62"/>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893" name="Rectangle 66"/>
              <p:cNvSpPr>
                <a:spLocks noChangeArrowheads="1"/>
              </p:cNvSpPr>
              <p:nvPr/>
            </p:nvSpPr>
            <p:spPr bwMode="auto">
              <a:xfrm>
                <a:off x="4486" y="3232"/>
                <a:ext cx="116" cy="270"/>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4894" name="Rectangle 67"/>
              <p:cNvSpPr>
                <a:spLocks noChangeArrowheads="1"/>
              </p:cNvSpPr>
              <p:nvPr/>
            </p:nvSpPr>
            <p:spPr bwMode="auto">
              <a:xfrm>
                <a:off x="4491" y="3245"/>
                <a:ext cx="66"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4895" name="Line 68"/>
              <p:cNvSpPr>
                <a:spLocks noChangeShapeType="1"/>
              </p:cNvSpPr>
              <p:nvPr/>
            </p:nvSpPr>
            <p:spPr bwMode="auto">
              <a:xfrm>
                <a:off x="4501" y="3264"/>
                <a:ext cx="41"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4896" name="Line 69"/>
              <p:cNvSpPr>
                <a:spLocks noChangeShapeType="1"/>
              </p:cNvSpPr>
              <p:nvPr/>
            </p:nvSpPr>
            <p:spPr bwMode="auto">
              <a:xfrm flipH="1">
                <a:off x="4491" y="3446"/>
                <a:ext cx="106"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4897" name="Line 70"/>
              <p:cNvSpPr>
                <a:spLocks noChangeShapeType="1"/>
              </p:cNvSpPr>
              <p:nvPr/>
            </p:nvSpPr>
            <p:spPr bwMode="auto">
              <a:xfrm flipH="1">
                <a:off x="4491" y="3333"/>
                <a:ext cx="106"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grpSp>
        <p:nvGrpSpPr>
          <p:cNvPr id="154636" name="Group 71"/>
          <p:cNvGrpSpPr/>
          <p:nvPr/>
        </p:nvGrpSpPr>
        <p:grpSpPr bwMode="auto">
          <a:xfrm>
            <a:off x="8655712" y="5229994"/>
            <a:ext cx="423069" cy="661988"/>
            <a:chOff x="4260" y="3515"/>
            <a:chExt cx="216" cy="339"/>
          </a:xfrm>
        </p:grpSpPr>
        <p:grpSp>
          <p:nvGrpSpPr>
            <p:cNvPr id="154867" name="Group 72"/>
            <p:cNvGrpSpPr/>
            <p:nvPr/>
          </p:nvGrpSpPr>
          <p:grpSpPr bwMode="auto">
            <a:xfrm>
              <a:off x="4265" y="3521"/>
              <a:ext cx="211" cy="333"/>
              <a:chOff x="4265" y="3521"/>
              <a:chExt cx="211" cy="333"/>
            </a:xfrm>
          </p:grpSpPr>
          <p:sp>
            <p:nvSpPr>
              <p:cNvPr id="154878" name="Freeform 73"/>
              <p:cNvSpPr/>
              <p:nvPr/>
            </p:nvSpPr>
            <p:spPr bwMode="auto">
              <a:xfrm>
                <a:off x="4330" y="3521"/>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879" name="Freeform 74"/>
              <p:cNvSpPr/>
              <p:nvPr/>
            </p:nvSpPr>
            <p:spPr bwMode="auto">
              <a:xfrm>
                <a:off x="4330" y="3521"/>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880" name="Freeform 75"/>
              <p:cNvSpPr/>
              <p:nvPr/>
            </p:nvSpPr>
            <p:spPr bwMode="auto">
              <a:xfrm>
                <a:off x="4265" y="3521"/>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881" name="Freeform 76"/>
              <p:cNvSpPr/>
              <p:nvPr/>
            </p:nvSpPr>
            <p:spPr bwMode="auto">
              <a:xfrm>
                <a:off x="4265" y="3521"/>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882" name="Rectangle 77"/>
              <p:cNvSpPr>
                <a:spLocks noChangeArrowheads="1"/>
              </p:cNvSpPr>
              <p:nvPr/>
            </p:nvSpPr>
            <p:spPr bwMode="auto">
              <a:xfrm>
                <a:off x="4265" y="3584"/>
                <a:ext cx="115"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4883" name="Rectangle 78"/>
              <p:cNvSpPr>
                <a:spLocks noChangeArrowheads="1"/>
              </p:cNvSpPr>
              <p:nvPr/>
            </p:nvSpPr>
            <p:spPr bwMode="auto">
              <a:xfrm>
                <a:off x="4270" y="3596"/>
                <a:ext cx="65"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4884" name="Line 79"/>
              <p:cNvSpPr>
                <a:spLocks noChangeShapeType="1"/>
              </p:cNvSpPr>
              <p:nvPr/>
            </p:nvSpPr>
            <p:spPr bwMode="auto">
              <a:xfrm>
                <a:off x="4275" y="3622"/>
                <a:ext cx="50"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4885" name="Line 80"/>
              <p:cNvSpPr>
                <a:spLocks noChangeShapeType="1"/>
              </p:cNvSpPr>
              <p:nvPr/>
            </p:nvSpPr>
            <p:spPr bwMode="auto">
              <a:xfrm flipH="1">
                <a:off x="4265" y="3797"/>
                <a:ext cx="115"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4886" name="Line 81"/>
              <p:cNvSpPr>
                <a:spLocks noChangeShapeType="1"/>
              </p:cNvSpPr>
              <p:nvPr/>
            </p:nvSpPr>
            <p:spPr bwMode="auto">
              <a:xfrm flipH="1">
                <a:off x="4265" y="3684"/>
                <a:ext cx="115"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nvGrpSpPr>
            <p:cNvPr id="154868" name="Group 82"/>
            <p:cNvGrpSpPr/>
            <p:nvPr/>
          </p:nvGrpSpPr>
          <p:grpSpPr bwMode="auto">
            <a:xfrm>
              <a:off x="4260" y="3515"/>
              <a:ext cx="211" cy="332"/>
              <a:chOff x="4260" y="3515"/>
              <a:chExt cx="211" cy="332"/>
            </a:xfrm>
          </p:grpSpPr>
          <p:sp>
            <p:nvSpPr>
              <p:cNvPr id="154869" name="Freeform 83"/>
              <p:cNvSpPr/>
              <p:nvPr/>
            </p:nvSpPr>
            <p:spPr bwMode="auto">
              <a:xfrm>
                <a:off x="4325" y="3515"/>
                <a:ext cx="146" cy="332"/>
              </a:xfrm>
              <a:custGeom>
                <a:avLst/>
                <a:gdLst>
                  <a:gd name="T0" fmla="*/ 50 w 146"/>
                  <a:gd name="T1" fmla="*/ 332 h 332"/>
                  <a:gd name="T2" fmla="*/ 0 w 146"/>
                  <a:gd name="T3" fmla="*/ 50 h 332"/>
                  <a:gd name="T4" fmla="*/ 146 w 146"/>
                  <a:gd name="T5" fmla="*/ 0 h 332"/>
                  <a:gd name="T6" fmla="*/ 146 w 146"/>
                  <a:gd name="T7" fmla="*/ 270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70"/>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870" name="Freeform 84"/>
              <p:cNvSpPr/>
              <p:nvPr/>
            </p:nvSpPr>
            <p:spPr bwMode="auto">
              <a:xfrm>
                <a:off x="4325" y="3515"/>
                <a:ext cx="146" cy="332"/>
              </a:xfrm>
              <a:custGeom>
                <a:avLst/>
                <a:gdLst>
                  <a:gd name="T0" fmla="*/ 50 w 146"/>
                  <a:gd name="T1" fmla="*/ 332 h 332"/>
                  <a:gd name="T2" fmla="*/ 0 w 146"/>
                  <a:gd name="T3" fmla="*/ 50 h 332"/>
                  <a:gd name="T4" fmla="*/ 146 w 146"/>
                  <a:gd name="T5" fmla="*/ 0 h 332"/>
                  <a:gd name="T6" fmla="*/ 146 w 146"/>
                  <a:gd name="T7" fmla="*/ 270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70"/>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871" name="Freeform 85"/>
              <p:cNvSpPr/>
              <p:nvPr/>
            </p:nvSpPr>
            <p:spPr bwMode="auto">
              <a:xfrm>
                <a:off x="4260" y="3515"/>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872" name="Freeform 86"/>
              <p:cNvSpPr/>
              <p:nvPr/>
            </p:nvSpPr>
            <p:spPr bwMode="auto">
              <a:xfrm>
                <a:off x="4260" y="3515"/>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873" name="Rectangle 87"/>
              <p:cNvSpPr>
                <a:spLocks noChangeArrowheads="1"/>
              </p:cNvSpPr>
              <p:nvPr/>
            </p:nvSpPr>
            <p:spPr bwMode="auto">
              <a:xfrm>
                <a:off x="4260" y="3578"/>
                <a:ext cx="115" cy="26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4874" name="Rectangle 88"/>
              <p:cNvSpPr>
                <a:spLocks noChangeArrowheads="1"/>
              </p:cNvSpPr>
              <p:nvPr/>
            </p:nvSpPr>
            <p:spPr bwMode="auto">
              <a:xfrm>
                <a:off x="4265" y="3590"/>
                <a:ext cx="65"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4875" name="Line 89"/>
              <p:cNvSpPr>
                <a:spLocks noChangeShapeType="1"/>
              </p:cNvSpPr>
              <p:nvPr/>
            </p:nvSpPr>
            <p:spPr bwMode="auto">
              <a:xfrm>
                <a:off x="4275" y="3609"/>
                <a:ext cx="40"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4876" name="Line 90"/>
              <p:cNvSpPr>
                <a:spLocks noChangeShapeType="1"/>
              </p:cNvSpPr>
              <p:nvPr/>
            </p:nvSpPr>
            <p:spPr bwMode="auto">
              <a:xfrm flipH="1">
                <a:off x="4265" y="3791"/>
                <a:ext cx="105"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4877" name="Line 91"/>
              <p:cNvSpPr>
                <a:spLocks noChangeShapeType="1"/>
              </p:cNvSpPr>
              <p:nvPr/>
            </p:nvSpPr>
            <p:spPr bwMode="auto">
              <a:xfrm flipH="1">
                <a:off x="4265" y="3678"/>
                <a:ext cx="105"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sp>
        <p:nvSpPr>
          <p:cNvPr id="154637" name="Rectangle 92"/>
          <p:cNvSpPr>
            <a:spLocks noChangeArrowheads="1"/>
          </p:cNvSpPr>
          <p:nvPr/>
        </p:nvSpPr>
        <p:spPr bwMode="auto">
          <a:xfrm>
            <a:off x="2285603" y="3156719"/>
            <a:ext cx="32676" cy="2598738"/>
          </a:xfrm>
          <a:prstGeom prst="rect">
            <a:avLst/>
          </a:prstGeom>
          <a:solidFill>
            <a:srgbClr val="000000"/>
          </a:solidFill>
          <a:ln w="28575">
            <a:solidFill>
              <a:srgbClr val="333399"/>
            </a:solidFill>
            <a:miter lim="800000"/>
          </a:ln>
        </p:spPr>
        <p:txBody>
          <a:bodyPr/>
          <a:lstStyle/>
          <a:p>
            <a:pPr eaLnBrk="1" hangingPunct="1"/>
            <a:endParaRPr lang="zh-CN" altLang="en-US" b="1">
              <a:solidFill>
                <a:srgbClr val="000099"/>
              </a:solidFill>
            </a:endParaRPr>
          </a:p>
        </p:txBody>
      </p:sp>
      <p:sp>
        <p:nvSpPr>
          <p:cNvPr id="154638" name="Line 93"/>
          <p:cNvSpPr>
            <a:spLocks noChangeShapeType="1"/>
          </p:cNvSpPr>
          <p:nvPr/>
        </p:nvSpPr>
        <p:spPr bwMode="auto">
          <a:xfrm>
            <a:off x="1411950" y="3537720"/>
            <a:ext cx="889132" cy="3175"/>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4639" name="Line 94"/>
          <p:cNvSpPr>
            <a:spLocks noChangeShapeType="1"/>
          </p:cNvSpPr>
          <p:nvPr/>
        </p:nvSpPr>
        <p:spPr bwMode="auto">
          <a:xfrm>
            <a:off x="1678517" y="4247333"/>
            <a:ext cx="622565" cy="1587"/>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4640" name="Line 95"/>
          <p:cNvSpPr>
            <a:spLocks noChangeShapeType="1"/>
          </p:cNvSpPr>
          <p:nvPr/>
        </p:nvSpPr>
        <p:spPr bwMode="auto">
          <a:xfrm>
            <a:off x="964804" y="4748983"/>
            <a:ext cx="1336278" cy="3175"/>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4641" name="Line 96"/>
          <p:cNvSpPr>
            <a:spLocks noChangeShapeType="1"/>
          </p:cNvSpPr>
          <p:nvPr/>
        </p:nvSpPr>
        <p:spPr bwMode="auto">
          <a:xfrm>
            <a:off x="1499659" y="5366520"/>
            <a:ext cx="801423" cy="3175"/>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4642" name="Line 97"/>
          <p:cNvSpPr>
            <a:spLocks noChangeShapeType="1"/>
          </p:cNvSpPr>
          <p:nvPr/>
        </p:nvSpPr>
        <p:spPr bwMode="auto">
          <a:xfrm>
            <a:off x="2301082" y="5544320"/>
            <a:ext cx="445427" cy="3175"/>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4643" name="Line 98"/>
          <p:cNvSpPr>
            <a:spLocks noChangeShapeType="1"/>
          </p:cNvSpPr>
          <p:nvPr/>
        </p:nvSpPr>
        <p:spPr bwMode="auto">
          <a:xfrm flipV="1">
            <a:off x="3159258" y="4580707"/>
            <a:ext cx="779065" cy="647700"/>
          </a:xfrm>
          <a:prstGeom prst="line">
            <a:avLst/>
          </a:prstGeom>
          <a:noFill/>
          <a:ln w="2857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154644" name="Line 99"/>
          <p:cNvSpPr>
            <a:spLocks noChangeShapeType="1"/>
          </p:cNvSpPr>
          <p:nvPr/>
        </p:nvSpPr>
        <p:spPr bwMode="auto">
          <a:xfrm>
            <a:off x="2301081" y="4483869"/>
            <a:ext cx="1515137" cy="1588"/>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nvGrpSpPr>
          <p:cNvPr id="154645" name="Group 100"/>
          <p:cNvGrpSpPr/>
          <p:nvPr/>
        </p:nvGrpSpPr>
        <p:grpSpPr bwMode="auto">
          <a:xfrm>
            <a:off x="3656277" y="4288607"/>
            <a:ext cx="607087" cy="374650"/>
            <a:chOff x="2154" y="3033"/>
            <a:chExt cx="309" cy="192"/>
          </a:xfrm>
        </p:grpSpPr>
        <p:sp>
          <p:nvSpPr>
            <p:cNvPr id="154842" name="Oval 101"/>
            <p:cNvSpPr>
              <a:spLocks noChangeArrowheads="1"/>
            </p:cNvSpPr>
            <p:nvPr/>
          </p:nvSpPr>
          <p:spPr bwMode="auto">
            <a:xfrm>
              <a:off x="2155" y="3113"/>
              <a:ext cx="308" cy="112"/>
            </a:xfrm>
            <a:prstGeom prst="ellipse">
              <a:avLst/>
            </a:prstGeom>
            <a:solidFill>
              <a:srgbClr val="0078AA"/>
            </a:solidFill>
            <a:ln w="3175">
              <a:solidFill>
                <a:srgbClr val="AAE6FF"/>
              </a:solidFill>
              <a:round/>
            </a:ln>
          </p:spPr>
          <p:txBody>
            <a:bodyPr/>
            <a:lstStyle/>
            <a:p>
              <a:pPr eaLnBrk="1" hangingPunct="1"/>
              <a:endParaRPr lang="zh-CN" altLang="en-US" b="1">
                <a:solidFill>
                  <a:srgbClr val="000099"/>
                </a:solidFill>
              </a:endParaRPr>
            </a:p>
          </p:txBody>
        </p:sp>
        <p:sp>
          <p:nvSpPr>
            <p:cNvPr id="154843" name="Rectangle 102"/>
            <p:cNvSpPr>
              <a:spLocks noChangeArrowheads="1"/>
            </p:cNvSpPr>
            <p:nvPr/>
          </p:nvSpPr>
          <p:spPr bwMode="auto">
            <a:xfrm>
              <a:off x="2154"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4844" name="Rectangle 103"/>
            <p:cNvSpPr>
              <a:spLocks noChangeArrowheads="1"/>
            </p:cNvSpPr>
            <p:nvPr/>
          </p:nvSpPr>
          <p:spPr bwMode="auto">
            <a:xfrm>
              <a:off x="2154"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4845" name="Oval 104"/>
            <p:cNvSpPr>
              <a:spLocks noChangeArrowheads="1"/>
            </p:cNvSpPr>
            <p:nvPr/>
          </p:nvSpPr>
          <p:spPr bwMode="auto">
            <a:xfrm>
              <a:off x="2155" y="3033"/>
              <a:ext cx="308" cy="112"/>
            </a:xfrm>
            <a:prstGeom prst="ellipse">
              <a:avLst/>
            </a:prstGeom>
            <a:solidFill>
              <a:srgbClr val="00B4FF"/>
            </a:solidFill>
            <a:ln w="3175">
              <a:solidFill>
                <a:srgbClr val="AAE6FF"/>
              </a:solidFill>
              <a:round/>
            </a:ln>
          </p:spPr>
          <p:txBody>
            <a:bodyPr/>
            <a:lstStyle/>
            <a:p>
              <a:pPr eaLnBrk="1" hangingPunct="1"/>
              <a:endParaRPr lang="zh-CN" altLang="en-US" b="1">
                <a:solidFill>
                  <a:srgbClr val="000099"/>
                </a:solidFill>
              </a:endParaRPr>
            </a:p>
          </p:txBody>
        </p:sp>
        <p:grpSp>
          <p:nvGrpSpPr>
            <p:cNvPr id="154846" name="Group 105"/>
            <p:cNvGrpSpPr/>
            <p:nvPr/>
          </p:nvGrpSpPr>
          <p:grpSpPr bwMode="auto">
            <a:xfrm>
              <a:off x="2201" y="3046"/>
              <a:ext cx="214" cy="86"/>
              <a:chOff x="2201" y="3046"/>
              <a:chExt cx="214" cy="86"/>
            </a:xfrm>
          </p:grpSpPr>
          <p:grpSp>
            <p:nvGrpSpPr>
              <p:cNvPr id="154849" name="Group 106"/>
              <p:cNvGrpSpPr/>
              <p:nvPr/>
            </p:nvGrpSpPr>
            <p:grpSpPr bwMode="auto">
              <a:xfrm>
                <a:off x="2201" y="3046"/>
                <a:ext cx="212" cy="84"/>
                <a:chOff x="2201" y="3046"/>
                <a:chExt cx="212" cy="84"/>
              </a:xfrm>
            </p:grpSpPr>
            <p:sp>
              <p:nvSpPr>
                <p:cNvPr id="154859" name="Freeform 107"/>
                <p:cNvSpPr/>
                <p:nvPr/>
              </p:nvSpPr>
              <p:spPr bwMode="auto">
                <a:xfrm>
                  <a:off x="2312"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0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0"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860" name="Freeform 108"/>
                <p:cNvSpPr/>
                <p:nvPr/>
              </p:nvSpPr>
              <p:spPr bwMode="auto">
                <a:xfrm>
                  <a:off x="2312"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0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0"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861" name="Freeform 109"/>
                <p:cNvSpPr/>
                <p:nvPr/>
              </p:nvSpPr>
              <p:spPr bwMode="auto">
                <a:xfrm>
                  <a:off x="2201" y="3090"/>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862" name="Freeform 110"/>
                <p:cNvSpPr/>
                <p:nvPr/>
              </p:nvSpPr>
              <p:spPr bwMode="auto">
                <a:xfrm>
                  <a:off x="2201" y="3090"/>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863" name="Freeform 111"/>
                <p:cNvSpPr/>
                <p:nvPr/>
              </p:nvSpPr>
              <p:spPr bwMode="auto">
                <a:xfrm>
                  <a:off x="2206" y="3046"/>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864" name="Freeform 112"/>
                <p:cNvSpPr/>
                <p:nvPr/>
              </p:nvSpPr>
              <p:spPr bwMode="auto">
                <a:xfrm>
                  <a:off x="2206" y="3046"/>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865" name="Freeform 113"/>
                <p:cNvSpPr/>
                <p:nvPr/>
              </p:nvSpPr>
              <p:spPr bwMode="auto">
                <a:xfrm>
                  <a:off x="2308" y="3094"/>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1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1" y="6"/>
                      </a:lnTo>
                      <a:lnTo>
                        <a:pt x="101" y="2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866" name="Freeform 114"/>
                <p:cNvSpPr/>
                <p:nvPr/>
              </p:nvSpPr>
              <p:spPr bwMode="auto">
                <a:xfrm>
                  <a:off x="2308" y="3094"/>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1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1" y="6"/>
                      </a:lnTo>
                      <a:lnTo>
                        <a:pt x="101" y="2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grpSp>
          <p:grpSp>
            <p:nvGrpSpPr>
              <p:cNvPr id="154850" name="Group 115"/>
              <p:cNvGrpSpPr/>
              <p:nvPr/>
            </p:nvGrpSpPr>
            <p:grpSpPr bwMode="auto">
              <a:xfrm>
                <a:off x="2203" y="3048"/>
                <a:ext cx="212" cy="84"/>
                <a:chOff x="2203" y="3048"/>
                <a:chExt cx="212" cy="84"/>
              </a:xfrm>
            </p:grpSpPr>
            <p:sp>
              <p:nvSpPr>
                <p:cNvPr id="154851" name="Freeform 116"/>
                <p:cNvSpPr/>
                <p:nvPr/>
              </p:nvSpPr>
              <p:spPr bwMode="auto">
                <a:xfrm>
                  <a:off x="2313" y="3050"/>
                  <a:ext cx="102" cy="36"/>
                </a:xfrm>
                <a:custGeom>
                  <a:avLst/>
                  <a:gdLst>
                    <a:gd name="T0" fmla="*/ 0 w 102"/>
                    <a:gd name="T1" fmla="*/ 28 h 36"/>
                    <a:gd name="T2" fmla="*/ 23 w 102"/>
                    <a:gd name="T3" fmla="*/ 36 h 36"/>
                    <a:gd name="T4" fmla="*/ 77 w 102"/>
                    <a:gd name="T5" fmla="*/ 12 h 36"/>
                    <a:gd name="T6" fmla="*/ 102 w 102"/>
                    <a:gd name="T7" fmla="*/ 20 h 36"/>
                    <a:gd name="T8" fmla="*/ 89 w 102"/>
                    <a:gd name="T9" fmla="*/ 0 h 36"/>
                    <a:gd name="T10" fmla="*/ 25 w 102"/>
                    <a:gd name="T11" fmla="*/ 0 h 36"/>
                    <a:gd name="T12" fmla="*/ 51 w 102"/>
                    <a:gd name="T13" fmla="*/ 6 h 36"/>
                    <a:gd name="T14" fmla="*/ 0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28"/>
                      </a:moveTo>
                      <a:lnTo>
                        <a:pt x="23" y="36"/>
                      </a:lnTo>
                      <a:lnTo>
                        <a:pt x="77" y="12"/>
                      </a:lnTo>
                      <a:lnTo>
                        <a:pt x="102" y="20"/>
                      </a:lnTo>
                      <a:lnTo>
                        <a:pt x="89" y="0"/>
                      </a:lnTo>
                      <a:lnTo>
                        <a:pt x="25"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852" name="Freeform 117"/>
                <p:cNvSpPr/>
                <p:nvPr/>
              </p:nvSpPr>
              <p:spPr bwMode="auto">
                <a:xfrm>
                  <a:off x="2313" y="3050"/>
                  <a:ext cx="102" cy="36"/>
                </a:xfrm>
                <a:custGeom>
                  <a:avLst/>
                  <a:gdLst>
                    <a:gd name="T0" fmla="*/ 0 w 102"/>
                    <a:gd name="T1" fmla="*/ 28 h 36"/>
                    <a:gd name="T2" fmla="*/ 23 w 102"/>
                    <a:gd name="T3" fmla="*/ 36 h 36"/>
                    <a:gd name="T4" fmla="*/ 77 w 102"/>
                    <a:gd name="T5" fmla="*/ 12 h 36"/>
                    <a:gd name="T6" fmla="*/ 102 w 102"/>
                    <a:gd name="T7" fmla="*/ 20 h 36"/>
                    <a:gd name="T8" fmla="*/ 89 w 102"/>
                    <a:gd name="T9" fmla="*/ 0 h 36"/>
                    <a:gd name="T10" fmla="*/ 25 w 102"/>
                    <a:gd name="T11" fmla="*/ 0 h 36"/>
                    <a:gd name="T12" fmla="*/ 51 w 102"/>
                    <a:gd name="T13" fmla="*/ 6 h 36"/>
                    <a:gd name="T14" fmla="*/ 0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28"/>
                      </a:moveTo>
                      <a:lnTo>
                        <a:pt x="23" y="36"/>
                      </a:lnTo>
                      <a:lnTo>
                        <a:pt x="77" y="12"/>
                      </a:lnTo>
                      <a:lnTo>
                        <a:pt x="102" y="20"/>
                      </a:lnTo>
                      <a:lnTo>
                        <a:pt x="89" y="0"/>
                      </a:lnTo>
                      <a:lnTo>
                        <a:pt x="25"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853" name="Freeform 118"/>
                <p:cNvSpPr/>
                <p:nvPr/>
              </p:nvSpPr>
              <p:spPr bwMode="auto">
                <a:xfrm>
                  <a:off x="2203"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854" name="Freeform 119"/>
                <p:cNvSpPr/>
                <p:nvPr/>
              </p:nvSpPr>
              <p:spPr bwMode="auto">
                <a:xfrm>
                  <a:off x="2203"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855" name="Freeform 120"/>
                <p:cNvSpPr/>
                <p:nvPr/>
              </p:nvSpPr>
              <p:spPr bwMode="auto">
                <a:xfrm>
                  <a:off x="2208" y="3048"/>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856" name="Freeform 121"/>
                <p:cNvSpPr/>
                <p:nvPr/>
              </p:nvSpPr>
              <p:spPr bwMode="auto">
                <a:xfrm>
                  <a:off x="2208" y="3048"/>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857" name="Freeform 122"/>
                <p:cNvSpPr/>
                <p:nvPr/>
              </p:nvSpPr>
              <p:spPr bwMode="auto">
                <a:xfrm>
                  <a:off x="2310" y="3096"/>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0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0" y="6"/>
                      </a:lnTo>
                      <a:lnTo>
                        <a:pt x="101" y="2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858" name="Freeform 123"/>
                <p:cNvSpPr/>
                <p:nvPr/>
              </p:nvSpPr>
              <p:spPr bwMode="auto">
                <a:xfrm>
                  <a:off x="2310" y="3096"/>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0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0" y="6"/>
                      </a:lnTo>
                      <a:lnTo>
                        <a:pt x="101" y="2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grpSp>
        </p:grpSp>
        <p:sp>
          <p:nvSpPr>
            <p:cNvPr id="154847" name="Line 124"/>
            <p:cNvSpPr>
              <a:spLocks noChangeShapeType="1"/>
            </p:cNvSpPr>
            <p:nvPr/>
          </p:nvSpPr>
          <p:spPr bwMode="auto">
            <a:xfrm>
              <a:off x="2154" y="3088"/>
              <a:ext cx="1" cy="80"/>
            </a:xfrm>
            <a:prstGeom prst="line">
              <a:avLst/>
            </a:prstGeom>
            <a:noFill/>
            <a:ln w="3175">
              <a:solidFill>
                <a:srgbClr val="AAE6FF"/>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4848" name="Line 125"/>
            <p:cNvSpPr>
              <a:spLocks noChangeShapeType="1"/>
            </p:cNvSpPr>
            <p:nvPr/>
          </p:nvSpPr>
          <p:spPr bwMode="auto">
            <a:xfrm>
              <a:off x="2462" y="3088"/>
              <a:ext cx="1" cy="80"/>
            </a:xfrm>
            <a:prstGeom prst="line">
              <a:avLst/>
            </a:prstGeom>
            <a:noFill/>
            <a:ln w="3175">
              <a:solidFill>
                <a:srgbClr val="AAE6FF"/>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nvGrpSpPr>
          <p:cNvPr id="154646" name="Group 126"/>
          <p:cNvGrpSpPr/>
          <p:nvPr/>
        </p:nvGrpSpPr>
        <p:grpSpPr bwMode="auto">
          <a:xfrm>
            <a:off x="1234810" y="3075758"/>
            <a:ext cx="557213" cy="517525"/>
            <a:chOff x="921" y="2412"/>
            <a:chExt cx="284" cy="265"/>
          </a:xfrm>
        </p:grpSpPr>
        <p:grpSp>
          <p:nvGrpSpPr>
            <p:cNvPr id="154816" name="Group 127"/>
            <p:cNvGrpSpPr/>
            <p:nvPr/>
          </p:nvGrpSpPr>
          <p:grpSpPr bwMode="auto">
            <a:xfrm>
              <a:off x="928" y="2417"/>
              <a:ext cx="277" cy="260"/>
              <a:chOff x="928" y="2417"/>
              <a:chExt cx="277" cy="260"/>
            </a:xfrm>
          </p:grpSpPr>
          <p:sp>
            <p:nvSpPr>
              <p:cNvPr id="154830" name="Freeform 128"/>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831" name="Freeform 129"/>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832" name="Freeform 130"/>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833" name="Freeform 131"/>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834" name="Rectangle 132"/>
              <p:cNvSpPr>
                <a:spLocks noChangeArrowheads="1"/>
              </p:cNvSpPr>
              <p:nvPr/>
            </p:nvSpPr>
            <p:spPr bwMode="auto">
              <a:xfrm>
                <a:off x="974" y="2434"/>
                <a:ext cx="185"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4835" name="Rectangle 133"/>
              <p:cNvSpPr>
                <a:spLocks noChangeArrowheads="1"/>
              </p:cNvSpPr>
              <p:nvPr/>
            </p:nvSpPr>
            <p:spPr bwMode="auto">
              <a:xfrm>
                <a:off x="937" y="2576"/>
                <a:ext cx="260"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4836" name="Rectangle 134"/>
              <p:cNvSpPr>
                <a:spLocks noChangeArrowheads="1"/>
              </p:cNvSpPr>
              <p:nvPr/>
            </p:nvSpPr>
            <p:spPr bwMode="auto">
              <a:xfrm>
                <a:off x="992" y="2450"/>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4837" name="Line 135"/>
              <p:cNvSpPr>
                <a:spLocks noChangeShapeType="1"/>
              </p:cNvSpPr>
              <p:nvPr/>
            </p:nvSpPr>
            <p:spPr bwMode="auto">
              <a:xfrm flipH="1">
                <a:off x="1115" y="2598"/>
                <a:ext cx="61" cy="1"/>
              </a:xfrm>
              <a:prstGeom prst="line">
                <a:avLst/>
              </a:prstGeom>
              <a:noFill/>
              <a:ln w="7938">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nvGrpSpPr>
              <p:cNvPr id="154838" name="Group 136"/>
              <p:cNvGrpSpPr/>
              <p:nvPr/>
            </p:nvGrpSpPr>
            <p:grpSpPr bwMode="auto">
              <a:xfrm>
                <a:off x="928" y="2639"/>
                <a:ext cx="277" cy="38"/>
                <a:chOff x="928" y="2639"/>
                <a:chExt cx="277" cy="38"/>
              </a:xfrm>
            </p:grpSpPr>
            <p:sp>
              <p:nvSpPr>
                <p:cNvPr id="154839" name="Freeform 137"/>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840" name="Freeform 138"/>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841" name="Rectangle 139"/>
                <p:cNvSpPr>
                  <a:spLocks noChangeArrowheads="1"/>
                </p:cNvSpPr>
                <p:nvPr/>
              </p:nvSpPr>
              <p:spPr bwMode="auto">
                <a:xfrm>
                  <a:off x="930" y="2666"/>
                  <a:ext cx="274"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grpSp>
        </p:grpSp>
        <p:grpSp>
          <p:nvGrpSpPr>
            <p:cNvPr id="154817" name="Group 140"/>
            <p:cNvGrpSpPr/>
            <p:nvPr/>
          </p:nvGrpSpPr>
          <p:grpSpPr bwMode="auto">
            <a:xfrm>
              <a:off x="921" y="2412"/>
              <a:ext cx="277" cy="261"/>
              <a:chOff x="921" y="2412"/>
              <a:chExt cx="277" cy="261"/>
            </a:xfrm>
          </p:grpSpPr>
          <p:sp>
            <p:nvSpPr>
              <p:cNvPr id="154818" name="Freeform 141"/>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819" name="Freeform 142"/>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820" name="Freeform 143"/>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821" name="Freeform 144"/>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822" name="Rectangle 145"/>
              <p:cNvSpPr>
                <a:spLocks noChangeArrowheads="1"/>
              </p:cNvSpPr>
              <p:nvPr/>
            </p:nvSpPr>
            <p:spPr bwMode="auto">
              <a:xfrm>
                <a:off x="968" y="2429"/>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4823" name="Rectangle 146"/>
              <p:cNvSpPr>
                <a:spLocks noChangeArrowheads="1"/>
              </p:cNvSpPr>
              <p:nvPr/>
            </p:nvSpPr>
            <p:spPr bwMode="auto">
              <a:xfrm>
                <a:off x="930" y="2571"/>
                <a:ext cx="260"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4824" name="Rectangle 147"/>
              <p:cNvSpPr>
                <a:spLocks noChangeArrowheads="1"/>
              </p:cNvSpPr>
              <p:nvPr/>
            </p:nvSpPr>
            <p:spPr bwMode="auto">
              <a:xfrm>
                <a:off x="985" y="2445"/>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4825" name="Line 148"/>
              <p:cNvSpPr>
                <a:spLocks noChangeShapeType="1"/>
              </p:cNvSpPr>
              <p:nvPr/>
            </p:nvSpPr>
            <p:spPr bwMode="auto">
              <a:xfrm flipH="1">
                <a:off x="1108" y="2593"/>
                <a:ext cx="61" cy="1"/>
              </a:xfrm>
              <a:prstGeom prst="line">
                <a:avLst/>
              </a:prstGeom>
              <a:noFill/>
              <a:ln w="7938">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nvGrpSpPr>
              <p:cNvPr id="154826" name="Group 149"/>
              <p:cNvGrpSpPr/>
              <p:nvPr/>
            </p:nvGrpSpPr>
            <p:grpSpPr bwMode="auto">
              <a:xfrm>
                <a:off x="921" y="2635"/>
                <a:ext cx="277" cy="38"/>
                <a:chOff x="921" y="2635"/>
                <a:chExt cx="277" cy="38"/>
              </a:xfrm>
            </p:grpSpPr>
            <p:sp>
              <p:nvSpPr>
                <p:cNvPr id="154827" name="Freeform 150"/>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828" name="Freeform 151"/>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829" name="Rectangle 152"/>
                <p:cNvSpPr>
                  <a:spLocks noChangeArrowheads="1"/>
                </p:cNvSpPr>
                <p:nvPr/>
              </p:nvSpPr>
              <p:spPr bwMode="auto">
                <a:xfrm>
                  <a:off x="923" y="2662"/>
                  <a:ext cx="274"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grpSp>
        </p:grpSp>
      </p:grpSp>
      <p:grpSp>
        <p:nvGrpSpPr>
          <p:cNvPr id="154647" name="Group 153"/>
          <p:cNvGrpSpPr/>
          <p:nvPr/>
        </p:nvGrpSpPr>
        <p:grpSpPr bwMode="auto">
          <a:xfrm>
            <a:off x="1384433" y="3785370"/>
            <a:ext cx="553773" cy="517525"/>
            <a:chOff x="997" y="2775"/>
            <a:chExt cx="282" cy="265"/>
          </a:xfrm>
        </p:grpSpPr>
        <p:grpSp>
          <p:nvGrpSpPr>
            <p:cNvPr id="154790" name="Group 154"/>
            <p:cNvGrpSpPr/>
            <p:nvPr/>
          </p:nvGrpSpPr>
          <p:grpSpPr bwMode="auto">
            <a:xfrm>
              <a:off x="1004" y="2779"/>
              <a:ext cx="275" cy="261"/>
              <a:chOff x="1004" y="2779"/>
              <a:chExt cx="275" cy="261"/>
            </a:xfrm>
          </p:grpSpPr>
          <p:sp>
            <p:nvSpPr>
              <p:cNvPr id="154804" name="Freeform 155"/>
              <p:cNvSpPr/>
              <p:nvPr/>
            </p:nvSpPr>
            <p:spPr bwMode="auto">
              <a:xfrm>
                <a:off x="1011" y="2914"/>
                <a:ext cx="260" cy="26"/>
              </a:xfrm>
              <a:custGeom>
                <a:avLst/>
                <a:gdLst>
                  <a:gd name="T0" fmla="*/ 0 w 260"/>
                  <a:gd name="T1" fmla="*/ 26 h 26"/>
                  <a:gd name="T2" fmla="*/ 30 w 260"/>
                  <a:gd name="T3" fmla="*/ 0 h 26"/>
                  <a:gd name="T4" fmla="*/ 229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0" y="0"/>
                    </a:lnTo>
                    <a:lnTo>
                      <a:pt x="229"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805" name="Freeform 156"/>
              <p:cNvSpPr/>
              <p:nvPr/>
            </p:nvSpPr>
            <p:spPr bwMode="auto">
              <a:xfrm>
                <a:off x="1011" y="2914"/>
                <a:ext cx="260" cy="26"/>
              </a:xfrm>
              <a:custGeom>
                <a:avLst/>
                <a:gdLst>
                  <a:gd name="T0" fmla="*/ 0 w 260"/>
                  <a:gd name="T1" fmla="*/ 26 h 26"/>
                  <a:gd name="T2" fmla="*/ 30 w 260"/>
                  <a:gd name="T3" fmla="*/ 0 h 26"/>
                  <a:gd name="T4" fmla="*/ 229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0" y="0"/>
                    </a:lnTo>
                    <a:lnTo>
                      <a:pt x="229"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806" name="Freeform 157"/>
              <p:cNvSpPr/>
              <p:nvPr/>
            </p:nvSpPr>
            <p:spPr bwMode="auto">
              <a:xfrm>
                <a:off x="1050" y="2779"/>
                <a:ext cx="183" cy="18"/>
              </a:xfrm>
              <a:custGeom>
                <a:avLst/>
                <a:gdLst>
                  <a:gd name="T0" fmla="*/ 0 w 183"/>
                  <a:gd name="T1" fmla="*/ 18 h 18"/>
                  <a:gd name="T2" fmla="*/ 22 w 183"/>
                  <a:gd name="T3" fmla="*/ 0 h 18"/>
                  <a:gd name="T4" fmla="*/ 161 w 183"/>
                  <a:gd name="T5" fmla="*/ 0 h 18"/>
                  <a:gd name="T6" fmla="*/ 183 w 183"/>
                  <a:gd name="T7" fmla="*/ 18 h 18"/>
                  <a:gd name="T8" fmla="*/ 0 w 183"/>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8">
                    <a:moveTo>
                      <a:pt x="0" y="18"/>
                    </a:moveTo>
                    <a:lnTo>
                      <a:pt x="22" y="0"/>
                    </a:lnTo>
                    <a:lnTo>
                      <a:pt x="161" y="0"/>
                    </a:lnTo>
                    <a:lnTo>
                      <a:pt x="183"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807" name="Freeform 158"/>
              <p:cNvSpPr/>
              <p:nvPr/>
            </p:nvSpPr>
            <p:spPr bwMode="auto">
              <a:xfrm>
                <a:off x="1050" y="2779"/>
                <a:ext cx="183" cy="18"/>
              </a:xfrm>
              <a:custGeom>
                <a:avLst/>
                <a:gdLst>
                  <a:gd name="T0" fmla="*/ 0 w 183"/>
                  <a:gd name="T1" fmla="*/ 18 h 18"/>
                  <a:gd name="T2" fmla="*/ 22 w 183"/>
                  <a:gd name="T3" fmla="*/ 0 h 18"/>
                  <a:gd name="T4" fmla="*/ 161 w 183"/>
                  <a:gd name="T5" fmla="*/ 0 h 18"/>
                  <a:gd name="T6" fmla="*/ 183 w 183"/>
                  <a:gd name="T7" fmla="*/ 18 h 18"/>
                  <a:gd name="T8" fmla="*/ 0 w 183"/>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8">
                    <a:moveTo>
                      <a:pt x="0" y="18"/>
                    </a:moveTo>
                    <a:lnTo>
                      <a:pt x="22" y="0"/>
                    </a:lnTo>
                    <a:lnTo>
                      <a:pt x="161" y="0"/>
                    </a:lnTo>
                    <a:lnTo>
                      <a:pt x="183"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808" name="Rectangle 159"/>
              <p:cNvSpPr>
                <a:spLocks noChangeArrowheads="1"/>
              </p:cNvSpPr>
              <p:nvPr/>
            </p:nvSpPr>
            <p:spPr bwMode="auto">
              <a:xfrm>
                <a:off x="1050" y="2797"/>
                <a:ext cx="183"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4809" name="Rectangle 160"/>
              <p:cNvSpPr>
                <a:spLocks noChangeArrowheads="1"/>
              </p:cNvSpPr>
              <p:nvPr/>
            </p:nvSpPr>
            <p:spPr bwMode="auto">
              <a:xfrm>
                <a:off x="1013" y="2938"/>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4810" name="Rectangle 161"/>
              <p:cNvSpPr>
                <a:spLocks noChangeArrowheads="1"/>
              </p:cNvSpPr>
              <p:nvPr/>
            </p:nvSpPr>
            <p:spPr bwMode="auto">
              <a:xfrm>
                <a:off x="1067" y="2813"/>
                <a:ext cx="149" cy="10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4811" name="Line 162"/>
              <p:cNvSpPr>
                <a:spLocks noChangeShapeType="1"/>
              </p:cNvSpPr>
              <p:nvPr/>
            </p:nvSpPr>
            <p:spPr bwMode="auto">
              <a:xfrm flipH="1">
                <a:off x="1189" y="2961"/>
                <a:ext cx="61" cy="1"/>
              </a:xfrm>
              <a:prstGeom prst="line">
                <a:avLst/>
              </a:prstGeom>
              <a:noFill/>
              <a:ln w="7938">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nvGrpSpPr>
              <p:cNvPr id="154812" name="Group 163"/>
              <p:cNvGrpSpPr/>
              <p:nvPr/>
            </p:nvGrpSpPr>
            <p:grpSpPr bwMode="auto">
              <a:xfrm>
                <a:off x="1004" y="3002"/>
                <a:ext cx="275" cy="38"/>
                <a:chOff x="1004" y="3002"/>
                <a:chExt cx="275" cy="38"/>
              </a:xfrm>
            </p:grpSpPr>
            <p:sp>
              <p:nvSpPr>
                <p:cNvPr id="154813" name="Freeform 164"/>
                <p:cNvSpPr/>
                <p:nvPr/>
              </p:nvSpPr>
              <p:spPr bwMode="auto">
                <a:xfrm>
                  <a:off x="1004" y="3002"/>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814" name="Freeform 165"/>
                <p:cNvSpPr/>
                <p:nvPr/>
              </p:nvSpPr>
              <p:spPr bwMode="auto">
                <a:xfrm>
                  <a:off x="1004" y="3002"/>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815" name="Rectangle 166"/>
                <p:cNvSpPr>
                  <a:spLocks noChangeArrowheads="1"/>
                </p:cNvSpPr>
                <p:nvPr/>
              </p:nvSpPr>
              <p:spPr bwMode="auto">
                <a:xfrm>
                  <a:off x="1006" y="3029"/>
                  <a:ext cx="271"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grpSp>
        </p:grpSp>
        <p:grpSp>
          <p:nvGrpSpPr>
            <p:cNvPr id="154791" name="Group 167"/>
            <p:cNvGrpSpPr/>
            <p:nvPr/>
          </p:nvGrpSpPr>
          <p:grpSpPr bwMode="auto">
            <a:xfrm>
              <a:off x="997" y="2775"/>
              <a:ext cx="275" cy="260"/>
              <a:chOff x="997" y="2775"/>
              <a:chExt cx="275" cy="260"/>
            </a:xfrm>
          </p:grpSpPr>
          <p:sp>
            <p:nvSpPr>
              <p:cNvPr id="154792" name="Freeform 168"/>
              <p:cNvSpPr/>
              <p:nvPr/>
            </p:nvSpPr>
            <p:spPr bwMode="auto">
              <a:xfrm>
                <a:off x="1004" y="2910"/>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793" name="Freeform 169"/>
              <p:cNvSpPr/>
              <p:nvPr/>
            </p:nvSpPr>
            <p:spPr bwMode="auto">
              <a:xfrm>
                <a:off x="1004" y="2910"/>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794" name="Freeform 170"/>
              <p:cNvSpPr/>
              <p:nvPr/>
            </p:nvSpPr>
            <p:spPr bwMode="auto">
              <a:xfrm>
                <a:off x="1043" y="2775"/>
                <a:ext cx="184" cy="17"/>
              </a:xfrm>
              <a:custGeom>
                <a:avLst/>
                <a:gdLst>
                  <a:gd name="T0" fmla="*/ 0 w 184"/>
                  <a:gd name="T1" fmla="*/ 17 h 17"/>
                  <a:gd name="T2" fmla="*/ 22 w 184"/>
                  <a:gd name="T3" fmla="*/ 0 h 17"/>
                  <a:gd name="T4" fmla="*/ 161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1"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795" name="Freeform 171"/>
              <p:cNvSpPr/>
              <p:nvPr/>
            </p:nvSpPr>
            <p:spPr bwMode="auto">
              <a:xfrm>
                <a:off x="1043" y="2775"/>
                <a:ext cx="184" cy="17"/>
              </a:xfrm>
              <a:custGeom>
                <a:avLst/>
                <a:gdLst>
                  <a:gd name="T0" fmla="*/ 0 w 184"/>
                  <a:gd name="T1" fmla="*/ 17 h 17"/>
                  <a:gd name="T2" fmla="*/ 22 w 184"/>
                  <a:gd name="T3" fmla="*/ 0 h 17"/>
                  <a:gd name="T4" fmla="*/ 161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1"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796" name="Rectangle 172"/>
              <p:cNvSpPr>
                <a:spLocks noChangeArrowheads="1"/>
              </p:cNvSpPr>
              <p:nvPr/>
            </p:nvSpPr>
            <p:spPr bwMode="auto">
              <a:xfrm>
                <a:off x="1043" y="2792"/>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4797" name="Rectangle 173"/>
              <p:cNvSpPr>
                <a:spLocks noChangeArrowheads="1"/>
              </p:cNvSpPr>
              <p:nvPr/>
            </p:nvSpPr>
            <p:spPr bwMode="auto">
              <a:xfrm>
                <a:off x="1006" y="2934"/>
                <a:ext cx="258" cy="5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4798" name="Rectangle 174"/>
              <p:cNvSpPr>
                <a:spLocks noChangeArrowheads="1"/>
              </p:cNvSpPr>
              <p:nvPr/>
            </p:nvSpPr>
            <p:spPr bwMode="auto">
              <a:xfrm>
                <a:off x="1060" y="2808"/>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4799" name="Line 175"/>
              <p:cNvSpPr>
                <a:spLocks noChangeShapeType="1"/>
              </p:cNvSpPr>
              <p:nvPr/>
            </p:nvSpPr>
            <p:spPr bwMode="auto">
              <a:xfrm flipH="1">
                <a:off x="1182" y="2956"/>
                <a:ext cx="62" cy="1"/>
              </a:xfrm>
              <a:prstGeom prst="line">
                <a:avLst/>
              </a:prstGeom>
              <a:noFill/>
              <a:ln w="7938">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nvGrpSpPr>
              <p:cNvPr id="154800" name="Group 176"/>
              <p:cNvGrpSpPr/>
              <p:nvPr/>
            </p:nvGrpSpPr>
            <p:grpSpPr bwMode="auto">
              <a:xfrm>
                <a:off x="997" y="2997"/>
                <a:ext cx="275" cy="38"/>
                <a:chOff x="997" y="2997"/>
                <a:chExt cx="275" cy="38"/>
              </a:xfrm>
            </p:grpSpPr>
            <p:sp>
              <p:nvSpPr>
                <p:cNvPr id="154801" name="Freeform 177"/>
                <p:cNvSpPr/>
                <p:nvPr/>
              </p:nvSpPr>
              <p:spPr bwMode="auto">
                <a:xfrm>
                  <a:off x="997" y="2997"/>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802" name="Freeform 178"/>
                <p:cNvSpPr/>
                <p:nvPr/>
              </p:nvSpPr>
              <p:spPr bwMode="auto">
                <a:xfrm>
                  <a:off x="997" y="2997"/>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803" name="Rectangle 179"/>
                <p:cNvSpPr>
                  <a:spLocks noChangeArrowheads="1"/>
                </p:cNvSpPr>
                <p:nvPr/>
              </p:nvSpPr>
              <p:spPr bwMode="auto">
                <a:xfrm>
                  <a:off x="999" y="3024"/>
                  <a:ext cx="272"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grpSp>
        </p:grpSp>
      </p:grpSp>
      <p:grpSp>
        <p:nvGrpSpPr>
          <p:cNvPr id="154648" name="Group 180"/>
          <p:cNvGrpSpPr/>
          <p:nvPr/>
        </p:nvGrpSpPr>
        <p:grpSpPr bwMode="auto">
          <a:xfrm>
            <a:off x="584730" y="4315595"/>
            <a:ext cx="553773" cy="517525"/>
            <a:chOff x="590" y="3047"/>
            <a:chExt cx="282" cy="265"/>
          </a:xfrm>
        </p:grpSpPr>
        <p:grpSp>
          <p:nvGrpSpPr>
            <p:cNvPr id="154764" name="Group 181"/>
            <p:cNvGrpSpPr/>
            <p:nvPr/>
          </p:nvGrpSpPr>
          <p:grpSpPr bwMode="auto">
            <a:xfrm>
              <a:off x="596" y="3051"/>
              <a:ext cx="276" cy="261"/>
              <a:chOff x="596" y="3051"/>
              <a:chExt cx="276" cy="261"/>
            </a:xfrm>
          </p:grpSpPr>
          <p:sp>
            <p:nvSpPr>
              <p:cNvPr id="154778" name="Freeform 182"/>
              <p:cNvSpPr/>
              <p:nvPr/>
            </p:nvSpPr>
            <p:spPr bwMode="auto">
              <a:xfrm>
                <a:off x="603" y="3186"/>
                <a:ext cx="260" cy="26"/>
              </a:xfrm>
              <a:custGeom>
                <a:avLst/>
                <a:gdLst>
                  <a:gd name="T0" fmla="*/ 0 w 260"/>
                  <a:gd name="T1" fmla="*/ 26 h 26"/>
                  <a:gd name="T2" fmla="*/ 31 w 260"/>
                  <a:gd name="T3" fmla="*/ 0 h 26"/>
                  <a:gd name="T4" fmla="*/ 230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1" y="0"/>
                    </a:lnTo>
                    <a:lnTo>
                      <a:pt x="230"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779" name="Freeform 183"/>
              <p:cNvSpPr/>
              <p:nvPr/>
            </p:nvSpPr>
            <p:spPr bwMode="auto">
              <a:xfrm>
                <a:off x="603" y="3186"/>
                <a:ext cx="260" cy="26"/>
              </a:xfrm>
              <a:custGeom>
                <a:avLst/>
                <a:gdLst>
                  <a:gd name="T0" fmla="*/ 0 w 260"/>
                  <a:gd name="T1" fmla="*/ 26 h 26"/>
                  <a:gd name="T2" fmla="*/ 31 w 260"/>
                  <a:gd name="T3" fmla="*/ 0 h 26"/>
                  <a:gd name="T4" fmla="*/ 230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1" y="0"/>
                    </a:lnTo>
                    <a:lnTo>
                      <a:pt x="230"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780" name="Freeform 184"/>
              <p:cNvSpPr/>
              <p:nvPr/>
            </p:nvSpPr>
            <p:spPr bwMode="auto">
              <a:xfrm>
                <a:off x="642" y="3051"/>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781" name="Freeform 185"/>
              <p:cNvSpPr/>
              <p:nvPr/>
            </p:nvSpPr>
            <p:spPr bwMode="auto">
              <a:xfrm>
                <a:off x="642" y="3051"/>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782" name="Rectangle 186"/>
              <p:cNvSpPr>
                <a:spLocks noChangeArrowheads="1"/>
              </p:cNvSpPr>
              <p:nvPr/>
            </p:nvSpPr>
            <p:spPr bwMode="auto">
              <a:xfrm>
                <a:off x="642" y="3069"/>
                <a:ext cx="184"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4783" name="Rectangle 187"/>
              <p:cNvSpPr>
                <a:spLocks noChangeArrowheads="1"/>
              </p:cNvSpPr>
              <p:nvPr/>
            </p:nvSpPr>
            <p:spPr bwMode="auto">
              <a:xfrm>
                <a:off x="605" y="3210"/>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4784" name="Rectangle 188"/>
              <p:cNvSpPr>
                <a:spLocks noChangeArrowheads="1"/>
              </p:cNvSpPr>
              <p:nvPr/>
            </p:nvSpPr>
            <p:spPr bwMode="auto">
              <a:xfrm>
                <a:off x="659" y="3085"/>
                <a:ext cx="150" cy="10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4785" name="Line 189"/>
              <p:cNvSpPr>
                <a:spLocks noChangeShapeType="1"/>
              </p:cNvSpPr>
              <p:nvPr/>
            </p:nvSpPr>
            <p:spPr bwMode="auto">
              <a:xfrm flipH="1">
                <a:off x="782" y="3233"/>
                <a:ext cx="61" cy="1"/>
              </a:xfrm>
              <a:prstGeom prst="line">
                <a:avLst/>
              </a:prstGeom>
              <a:noFill/>
              <a:ln w="7938">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nvGrpSpPr>
              <p:cNvPr id="154786" name="Group 190"/>
              <p:cNvGrpSpPr/>
              <p:nvPr/>
            </p:nvGrpSpPr>
            <p:grpSpPr bwMode="auto">
              <a:xfrm>
                <a:off x="596" y="3274"/>
                <a:ext cx="276" cy="38"/>
                <a:chOff x="596" y="3274"/>
                <a:chExt cx="276" cy="38"/>
              </a:xfrm>
            </p:grpSpPr>
            <p:sp>
              <p:nvSpPr>
                <p:cNvPr id="154787" name="Freeform 191"/>
                <p:cNvSpPr/>
                <p:nvPr/>
              </p:nvSpPr>
              <p:spPr bwMode="auto">
                <a:xfrm>
                  <a:off x="596" y="3274"/>
                  <a:ext cx="276" cy="29"/>
                </a:xfrm>
                <a:custGeom>
                  <a:avLst/>
                  <a:gdLst>
                    <a:gd name="T0" fmla="*/ 0 w 276"/>
                    <a:gd name="T1" fmla="*/ 29 h 29"/>
                    <a:gd name="T2" fmla="*/ 33 w 276"/>
                    <a:gd name="T3" fmla="*/ 0 h 29"/>
                    <a:gd name="T4" fmla="*/ 243 w 276"/>
                    <a:gd name="T5" fmla="*/ 0 h 29"/>
                    <a:gd name="T6" fmla="*/ 276 w 276"/>
                    <a:gd name="T7" fmla="*/ 29 h 29"/>
                    <a:gd name="T8" fmla="*/ 0 w 276"/>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6" h="29">
                      <a:moveTo>
                        <a:pt x="0" y="29"/>
                      </a:moveTo>
                      <a:lnTo>
                        <a:pt x="33" y="0"/>
                      </a:lnTo>
                      <a:lnTo>
                        <a:pt x="243" y="0"/>
                      </a:lnTo>
                      <a:lnTo>
                        <a:pt x="276"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788" name="Freeform 192"/>
                <p:cNvSpPr/>
                <p:nvPr/>
              </p:nvSpPr>
              <p:spPr bwMode="auto">
                <a:xfrm>
                  <a:off x="596" y="3274"/>
                  <a:ext cx="276" cy="29"/>
                </a:xfrm>
                <a:custGeom>
                  <a:avLst/>
                  <a:gdLst>
                    <a:gd name="T0" fmla="*/ 0 w 276"/>
                    <a:gd name="T1" fmla="*/ 29 h 29"/>
                    <a:gd name="T2" fmla="*/ 33 w 276"/>
                    <a:gd name="T3" fmla="*/ 0 h 29"/>
                    <a:gd name="T4" fmla="*/ 243 w 276"/>
                    <a:gd name="T5" fmla="*/ 0 h 29"/>
                    <a:gd name="T6" fmla="*/ 276 w 276"/>
                    <a:gd name="T7" fmla="*/ 29 h 29"/>
                    <a:gd name="T8" fmla="*/ 0 w 276"/>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6" h="29">
                      <a:moveTo>
                        <a:pt x="0" y="29"/>
                      </a:moveTo>
                      <a:lnTo>
                        <a:pt x="33" y="0"/>
                      </a:lnTo>
                      <a:lnTo>
                        <a:pt x="243" y="0"/>
                      </a:lnTo>
                      <a:lnTo>
                        <a:pt x="276"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789" name="Rectangle 193"/>
                <p:cNvSpPr>
                  <a:spLocks noChangeArrowheads="1"/>
                </p:cNvSpPr>
                <p:nvPr/>
              </p:nvSpPr>
              <p:spPr bwMode="auto">
                <a:xfrm>
                  <a:off x="598" y="3301"/>
                  <a:ext cx="272"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grpSp>
        </p:grpSp>
        <p:grpSp>
          <p:nvGrpSpPr>
            <p:cNvPr id="154765" name="Group 194"/>
            <p:cNvGrpSpPr/>
            <p:nvPr/>
          </p:nvGrpSpPr>
          <p:grpSpPr bwMode="auto">
            <a:xfrm>
              <a:off x="590" y="3047"/>
              <a:ext cx="275" cy="260"/>
              <a:chOff x="590" y="3047"/>
              <a:chExt cx="275" cy="260"/>
            </a:xfrm>
          </p:grpSpPr>
          <p:sp>
            <p:nvSpPr>
              <p:cNvPr id="154766" name="Freeform 195"/>
              <p:cNvSpPr/>
              <p:nvPr/>
            </p:nvSpPr>
            <p:spPr bwMode="auto">
              <a:xfrm>
                <a:off x="596" y="3182"/>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767" name="Freeform 196"/>
              <p:cNvSpPr/>
              <p:nvPr/>
            </p:nvSpPr>
            <p:spPr bwMode="auto">
              <a:xfrm>
                <a:off x="596" y="3182"/>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768" name="Freeform 197"/>
              <p:cNvSpPr/>
              <p:nvPr/>
            </p:nvSpPr>
            <p:spPr bwMode="auto">
              <a:xfrm>
                <a:off x="636" y="3047"/>
                <a:ext cx="183" cy="17"/>
              </a:xfrm>
              <a:custGeom>
                <a:avLst/>
                <a:gdLst>
                  <a:gd name="T0" fmla="*/ 0 w 183"/>
                  <a:gd name="T1" fmla="*/ 17 h 17"/>
                  <a:gd name="T2" fmla="*/ 22 w 183"/>
                  <a:gd name="T3" fmla="*/ 0 h 17"/>
                  <a:gd name="T4" fmla="*/ 161 w 183"/>
                  <a:gd name="T5" fmla="*/ 0 h 17"/>
                  <a:gd name="T6" fmla="*/ 183 w 183"/>
                  <a:gd name="T7" fmla="*/ 17 h 17"/>
                  <a:gd name="T8" fmla="*/ 0 w 183"/>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7">
                    <a:moveTo>
                      <a:pt x="0" y="17"/>
                    </a:moveTo>
                    <a:lnTo>
                      <a:pt x="22" y="0"/>
                    </a:lnTo>
                    <a:lnTo>
                      <a:pt x="161" y="0"/>
                    </a:lnTo>
                    <a:lnTo>
                      <a:pt x="183"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769" name="Freeform 198"/>
              <p:cNvSpPr/>
              <p:nvPr/>
            </p:nvSpPr>
            <p:spPr bwMode="auto">
              <a:xfrm>
                <a:off x="636" y="3047"/>
                <a:ext cx="183" cy="17"/>
              </a:xfrm>
              <a:custGeom>
                <a:avLst/>
                <a:gdLst>
                  <a:gd name="T0" fmla="*/ 0 w 183"/>
                  <a:gd name="T1" fmla="*/ 17 h 17"/>
                  <a:gd name="T2" fmla="*/ 22 w 183"/>
                  <a:gd name="T3" fmla="*/ 0 h 17"/>
                  <a:gd name="T4" fmla="*/ 161 w 183"/>
                  <a:gd name="T5" fmla="*/ 0 h 17"/>
                  <a:gd name="T6" fmla="*/ 183 w 183"/>
                  <a:gd name="T7" fmla="*/ 17 h 17"/>
                  <a:gd name="T8" fmla="*/ 0 w 183"/>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7">
                    <a:moveTo>
                      <a:pt x="0" y="17"/>
                    </a:moveTo>
                    <a:lnTo>
                      <a:pt x="22" y="0"/>
                    </a:lnTo>
                    <a:lnTo>
                      <a:pt x="161" y="0"/>
                    </a:lnTo>
                    <a:lnTo>
                      <a:pt x="183"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770" name="Rectangle 199"/>
              <p:cNvSpPr>
                <a:spLocks noChangeArrowheads="1"/>
              </p:cNvSpPr>
              <p:nvPr/>
            </p:nvSpPr>
            <p:spPr bwMode="auto">
              <a:xfrm>
                <a:off x="636" y="3064"/>
                <a:ext cx="183"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4771" name="Rectangle 200"/>
              <p:cNvSpPr>
                <a:spLocks noChangeArrowheads="1"/>
              </p:cNvSpPr>
              <p:nvPr/>
            </p:nvSpPr>
            <p:spPr bwMode="auto">
              <a:xfrm>
                <a:off x="598" y="3206"/>
                <a:ext cx="258" cy="5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4772" name="Rectangle 201"/>
              <p:cNvSpPr>
                <a:spLocks noChangeArrowheads="1"/>
              </p:cNvSpPr>
              <p:nvPr/>
            </p:nvSpPr>
            <p:spPr bwMode="auto">
              <a:xfrm>
                <a:off x="653" y="3080"/>
                <a:ext cx="149"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4773" name="Line 202"/>
              <p:cNvSpPr>
                <a:spLocks noChangeShapeType="1"/>
              </p:cNvSpPr>
              <p:nvPr/>
            </p:nvSpPr>
            <p:spPr bwMode="auto">
              <a:xfrm flipH="1">
                <a:off x="775" y="3228"/>
                <a:ext cx="61" cy="1"/>
              </a:xfrm>
              <a:prstGeom prst="line">
                <a:avLst/>
              </a:prstGeom>
              <a:noFill/>
              <a:ln w="7938">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nvGrpSpPr>
              <p:cNvPr id="154774" name="Group 203"/>
              <p:cNvGrpSpPr/>
              <p:nvPr/>
            </p:nvGrpSpPr>
            <p:grpSpPr bwMode="auto">
              <a:xfrm>
                <a:off x="590" y="3269"/>
                <a:ext cx="275" cy="38"/>
                <a:chOff x="590" y="3269"/>
                <a:chExt cx="275" cy="38"/>
              </a:xfrm>
            </p:grpSpPr>
            <p:sp>
              <p:nvSpPr>
                <p:cNvPr id="154775" name="Freeform 204"/>
                <p:cNvSpPr/>
                <p:nvPr/>
              </p:nvSpPr>
              <p:spPr bwMode="auto">
                <a:xfrm>
                  <a:off x="590" y="3269"/>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776" name="Freeform 205"/>
                <p:cNvSpPr/>
                <p:nvPr/>
              </p:nvSpPr>
              <p:spPr bwMode="auto">
                <a:xfrm>
                  <a:off x="590" y="3269"/>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777" name="Rectangle 206"/>
                <p:cNvSpPr>
                  <a:spLocks noChangeArrowheads="1"/>
                </p:cNvSpPr>
                <p:nvPr/>
              </p:nvSpPr>
              <p:spPr bwMode="auto">
                <a:xfrm>
                  <a:off x="591" y="3296"/>
                  <a:ext cx="272"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grpSp>
        </p:grpSp>
      </p:grpSp>
      <p:grpSp>
        <p:nvGrpSpPr>
          <p:cNvPr id="154649" name="Group 207"/>
          <p:cNvGrpSpPr/>
          <p:nvPr/>
        </p:nvGrpSpPr>
        <p:grpSpPr bwMode="auto">
          <a:xfrm>
            <a:off x="1205575" y="4937895"/>
            <a:ext cx="552053" cy="517525"/>
            <a:chOff x="906" y="3365"/>
            <a:chExt cx="281" cy="265"/>
          </a:xfrm>
        </p:grpSpPr>
        <p:grpSp>
          <p:nvGrpSpPr>
            <p:cNvPr id="154738" name="Group 208"/>
            <p:cNvGrpSpPr/>
            <p:nvPr/>
          </p:nvGrpSpPr>
          <p:grpSpPr bwMode="auto">
            <a:xfrm>
              <a:off x="912" y="3369"/>
              <a:ext cx="275" cy="261"/>
              <a:chOff x="912" y="3369"/>
              <a:chExt cx="275" cy="261"/>
            </a:xfrm>
          </p:grpSpPr>
          <p:sp>
            <p:nvSpPr>
              <p:cNvPr id="154752" name="Freeform 209"/>
              <p:cNvSpPr/>
              <p:nvPr/>
            </p:nvSpPr>
            <p:spPr bwMode="auto">
              <a:xfrm>
                <a:off x="919" y="3505"/>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753" name="Freeform 210"/>
              <p:cNvSpPr/>
              <p:nvPr/>
            </p:nvSpPr>
            <p:spPr bwMode="auto">
              <a:xfrm>
                <a:off x="919" y="3505"/>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754" name="Freeform 211"/>
              <p:cNvSpPr/>
              <p:nvPr/>
            </p:nvSpPr>
            <p:spPr bwMode="auto">
              <a:xfrm>
                <a:off x="958" y="3369"/>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755" name="Freeform 212"/>
              <p:cNvSpPr/>
              <p:nvPr/>
            </p:nvSpPr>
            <p:spPr bwMode="auto">
              <a:xfrm>
                <a:off x="958" y="3369"/>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756" name="Rectangle 213"/>
              <p:cNvSpPr>
                <a:spLocks noChangeArrowheads="1"/>
              </p:cNvSpPr>
              <p:nvPr/>
            </p:nvSpPr>
            <p:spPr bwMode="auto">
              <a:xfrm>
                <a:off x="958" y="3387"/>
                <a:ext cx="184"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4757" name="Rectangle 214"/>
              <p:cNvSpPr>
                <a:spLocks noChangeArrowheads="1"/>
              </p:cNvSpPr>
              <p:nvPr/>
            </p:nvSpPr>
            <p:spPr bwMode="auto">
              <a:xfrm>
                <a:off x="921" y="3528"/>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4758" name="Rectangle 215"/>
              <p:cNvSpPr>
                <a:spLocks noChangeArrowheads="1"/>
              </p:cNvSpPr>
              <p:nvPr/>
            </p:nvSpPr>
            <p:spPr bwMode="auto">
              <a:xfrm>
                <a:off x="975" y="3403"/>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4759" name="Line 216"/>
              <p:cNvSpPr>
                <a:spLocks noChangeShapeType="1"/>
              </p:cNvSpPr>
              <p:nvPr/>
            </p:nvSpPr>
            <p:spPr bwMode="auto">
              <a:xfrm flipH="1">
                <a:off x="1097" y="3551"/>
                <a:ext cx="62" cy="1"/>
              </a:xfrm>
              <a:prstGeom prst="line">
                <a:avLst/>
              </a:prstGeom>
              <a:noFill/>
              <a:ln w="7938">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nvGrpSpPr>
              <p:cNvPr id="154760" name="Group 217"/>
              <p:cNvGrpSpPr/>
              <p:nvPr/>
            </p:nvGrpSpPr>
            <p:grpSpPr bwMode="auto">
              <a:xfrm>
                <a:off x="912" y="3592"/>
                <a:ext cx="275" cy="38"/>
                <a:chOff x="912" y="3592"/>
                <a:chExt cx="275" cy="38"/>
              </a:xfrm>
            </p:grpSpPr>
            <p:sp>
              <p:nvSpPr>
                <p:cNvPr id="154761" name="Freeform 218"/>
                <p:cNvSpPr/>
                <p:nvPr/>
              </p:nvSpPr>
              <p:spPr bwMode="auto">
                <a:xfrm>
                  <a:off x="912" y="3592"/>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762" name="Freeform 219"/>
                <p:cNvSpPr/>
                <p:nvPr/>
              </p:nvSpPr>
              <p:spPr bwMode="auto">
                <a:xfrm>
                  <a:off x="912" y="3592"/>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763" name="Rectangle 220"/>
                <p:cNvSpPr>
                  <a:spLocks noChangeArrowheads="1"/>
                </p:cNvSpPr>
                <p:nvPr/>
              </p:nvSpPr>
              <p:spPr bwMode="auto">
                <a:xfrm>
                  <a:off x="914" y="3619"/>
                  <a:ext cx="272"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grpSp>
        </p:grpSp>
        <p:grpSp>
          <p:nvGrpSpPr>
            <p:cNvPr id="154739" name="Group 221"/>
            <p:cNvGrpSpPr/>
            <p:nvPr/>
          </p:nvGrpSpPr>
          <p:grpSpPr bwMode="auto">
            <a:xfrm>
              <a:off x="906" y="3365"/>
              <a:ext cx="275" cy="261"/>
              <a:chOff x="906" y="3365"/>
              <a:chExt cx="275" cy="261"/>
            </a:xfrm>
          </p:grpSpPr>
          <p:sp>
            <p:nvSpPr>
              <p:cNvPr id="154740" name="Freeform 222"/>
              <p:cNvSpPr/>
              <p:nvPr/>
            </p:nvSpPr>
            <p:spPr bwMode="auto">
              <a:xfrm>
                <a:off x="912" y="3500"/>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741" name="Freeform 223"/>
              <p:cNvSpPr/>
              <p:nvPr/>
            </p:nvSpPr>
            <p:spPr bwMode="auto">
              <a:xfrm>
                <a:off x="912" y="3500"/>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742" name="Freeform 224"/>
              <p:cNvSpPr/>
              <p:nvPr/>
            </p:nvSpPr>
            <p:spPr bwMode="auto">
              <a:xfrm>
                <a:off x="951" y="3365"/>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743" name="Freeform 225"/>
              <p:cNvSpPr/>
              <p:nvPr/>
            </p:nvSpPr>
            <p:spPr bwMode="auto">
              <a:xfrm>
                <a:off x="951" y="3365"/>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744" name="Rectangle 226"/>
              <p:cNvSpPr>
                <a:spLocks noChangeArrowheads="1"/>
              </p:cNvSpPr>
              <p:nvPr/>
            </p:nvSpPr>
            <p:spPr bwMode="auto">
              <a:xfrm>
                <a:off x="951" y="3382"/>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4745" name="Rectangle 227"/>
              <p:cNvSpPr>
                <a:spLocks noChangeArrowheads="1"/>
              </p:cNvSpPr>
              <p:nvPr/>
            </p:nvSpPr>
            <p:spPr bwMode="auto">
              <a:xfrm>
                <a:off x="914" y="3524"/>
                <a:ext cx="258"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4746" name="Rectangle 228"/>
              <p:cNvSpPr>
                <a:spLocks noChangeArrowheads="1"/>
              </p:cNvSpPr>
              <p:nvPr/>
            </p:nvSpPr>
            <p:spPr bwMode="auto">
              <a:xfrm>
                <a:off x="968" y="3398"/>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4747" name="Line 229"/>
              <p:cNvSpPr>
                <a:spLocks noChangeShapeType="1"/>
              </p:cNvSpPr>
              <p:nvPr/>
            </p:nvSpPr>
            <p:spPr bwMode="auto">
              <a:xfrm flipH="1">
                <a:off x="1091" y="3546"/>
                <a:ext cx="61" cy="1"/>
              </a:xfrm>
              <a:prstGeom prst="line">
                <a:avLst/>
              </a:prstGeom>
              <a:noFill/>
              <a:ln w="7938">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nvGrpSpPr>
              <p:cNvPr id="154748" name="Group 230"/>
              <p:cNvGrpSpPr/>
              <p:nvPr/>
            </p:nvGrpSpPr>
            <p:grpSpPr bwMode="auto">
              <a:xfrm>
                <a:off x="906" y="3587"/>
                <a:ext cx="275" cy="39"/>
                <a:chOff x="906" y="3587"/>
                <a:chExt cx="275" cy="39"/>
              </a:xfrm>
            </p:grpSpPr>
            <p:sp>
              <p:nvSpPr>
                <p:cNvPr id="154749" name="Freeform 231"/>
                <p:cNvSpPr/>
                <p:nvPr/>
              </p:nvSpPr>
              <p:spPr bwMode="auto">
                <a:xfrm>
                  <a:off x="906" y="3587"/>
                  <a:ext cx="275" cy="29"/>
                </a:xfrm>
                <a:custGeom>
                  <a:avLst/>
                  <a:gdLst>
                    <a:gd name="T0" fmla="*/ 0 w 275"/>
                    <a:gd name="T1" fmla="*/ 29 h 29"/>
                    <a:gd name="T2" fmla="*/ 32 w 275"/>
                    <a:gd name="T3" fmla="*/ 0 h 29"/>
                    <a:gd name="T4" fmla="*/ 242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2"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750" name="Freeform 232"/>
                <p:cNvSpPr/>
                <p:nvPr/>
              </p:nvSpPr>
              <p:spPr bwMode="auto">
                <a:xfrm>
                  <a:off x="906" y="3587"/>
                  <a:ext cx="275" cy="29"/>
                </a:xfrm>
                <a:custGeom>
                  <a:avLst/>
                  <a:gdLst>
                    <a:gd name="T0" fmla="*/ 0 w 275"/>
                    <a:gd name="T1" fmla="*/ 29 h 29"/>
                    <a:gd name="T2" fmla="*/ 32 w 275"/>
                    <a:gd name="T3" fmla="*/ 0 h 29"/>
                    <a:gd name="T4" fmla="*/ 242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2"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751" name="Rectangle 233"/>
                <p:cNvSpPr>
                  <a:spLocks noChangeArrowheads="1"/>
                </p:cNvSpPr>
                <p:nvPr/>
              </p:nvSpPr>
              <p:spPr bwMode="auto">
                <a:xfrm>
                  <a:off x="907" y="3614"/>
                  <a:ext cx="272" cy="12"/>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grpSp>
        </p:grpSp>
      </p:grpSp>
      <p:grpSp>
        <p:nvGrpSpPr>
          <p:cNvPr id="154650" name="Group 234"/>
          <p:cNvGrpSpPr/>
          <p:nvPr/>
        </p:nvGrpSpPr>
        <p:grpSpPr bwMode="auto">
          <a:xfrm>
            <a:off x="2820458" y="5058544"/>
            <a:ext cx="481542" cy="839788"/>
            <a:chOff x="1660" y="3427"/>
            <a:chExt cx="217" cy="339"/>
          </a:xfrm>
        </p:grpSpPr>
        <p:grpSp>
          <p:nvGrpSpPr>
            <p:cNvPr id="154718" name="Group 235"/>
            <p:cNvGrpSpPr/>
            <p:nvPr/>
          </p:nvGrpSpPr>
          <p:grpSpPr bwMode="auto">
            <a:xfrm>
              <a:off x="1665" y="3433"/>
              <a:ext cx="212" cy="333"/>
              <a:chOff x="1665" y="3433"/>
              <a:chExt cx="212" cy="333"/>
            </a:xfrm>
          </p:grpSpPr>
          <p:sp>
            <p:nvSpPr>
              <p:cNvPr id="154729" name="Freeform 236"/>
              <p:cNvSpPr/>
              <p:nvPr/>
            </p:nvSpPr>
            <p:spPr bwMode="auto">
              <a:xfrm>
                <a:off x="1731" y="3433"/>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730" name="Freeform 237"/>
              <p:cNvSpPr/>
              <p:nvPr/>
            </p:nvSpPr>
            <p:spPr bwMode="auto">
              <a:xfrm>
                <a:off x="1731" y="3433"/>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731" name="Freeform 238"/>
              <p:cNvSpPr/>
              <p:nvPr/>
            </p:nvSpPr>
            <p:spPr bwMode="auto">
              <a:xfrm>
                <a:off x="1665" y="3433"/>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732" name="Freeform 239"/>
              <p:cNvSpPr/>
              <p:nvPr/>
            </p:nvSpPr>
            <p:spPr bwMode="auto">
              <a:xfrm>
                <a:off x="1665" y="3433"/>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733" name="Rectangle 240"/>
              <p:cNvSpPr>
                <a:spLocks noChangeArrowheads="1"/>
              </p:cNvSpPr>
              <p:nvPr/>
            </p:nvSpPr>
            <p:spPr bwMode="auto">
              <a:xfrm>
                <a:off x="1665" y="3496"/>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4734" name="Rectangle 241"/>
              <p:cNvSpPr>
                <a:spLocks noChangeArrowheads="1"/>
              </p:cNvSpPr>
              <p:nvPr/>
            </p:nvSpPr>
            <p:spPr bwMode="auto">
              <a:xfrm>
                <a:off x="1671" y="3509"/>
                <a:ext cx="65" cy="4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4735" name="Line 242"/>
              <p:cNvSpPr>
                <a:spLocks noChangeShapeType="1"/>
              </p:cNvSpPr>
              <p:nvPr/>
            </p:nvSpPr>
            <p:spPr bwMode="auto">
              <a:xfrm>
                <a:off x="1676" y="3534"/>
                <a:ext cx="50"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4736" name="Line 243"/>
              <p:cNvSpPr>
                <a:spLocks noChangeShapeType="1"/>
              </p:cNvSpPr>
              <p:nvPr/>
            </p:nvSpPr>
            <p:spPr bwMode="auto">
              <a:xfrm flipH="1">
                <a:off x="1665" y="3709"/>
                <a:ext cx="116"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4737" name="Line 244"/>
              <p:cNvSpPr>
                <a:spLocks noChangeShapeType="1"/>
              </p:cNvSpPr>
              <p:nvPr/>
            </p:nvSpPr>
            <p:spPr bwMode="auto">
              <a:xfrm flipH="1">
                <a:off x="1665" y="3596"/>
                <a:ext cx="116"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nvGrpSpPr>
            <p:cNvPr id="154719" name="Group 245"/>
            <p:cNvGrpSpPr/>
            <p:nvPr/>
          </p:nvGrpSpPr>
          <p:grpSpPr bwMode="auto">
            <a:xfrm>
              <a:off x="1660" y="3427"/>
              <a:ext cx="212" cy="333"/>
              <a:chOff x="1660" y="3427"/>
              <a:chExt cx="212" cy="333"/>
            </a:xfrm>
          </p:grpSpPr>
          <p:sp>
            <p:nvSpPr>
              <p:cNvPr id="154720" name="Freeform 246"/>
              <p:cNvSpPr/>
              <p:nvPr/>
            </p:nvSpPr>
            <p:spPr bwMode="auto">
              <a:xfrm>
                <a:off x="1726" y="3427"/>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721" name="Freeform 247"/>
              <p:cNvSpPr/>
              <p:nvPr/>
            </p:nvSpPr>
            <p:spPr bwMode="auto">
              <a:xfrm>
                <a:off x="1726" y="3427"/>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722" name="Freeform 248"/>
              <p:cNvSpPr/>
              <p:nvPr/>
            </p:nvSpPr>
            <p:spPr bwMode="auto">
              <a:xfrm>
                <a:off x="1660" y="3427"/>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723" name="Freeform 249"/>
              <p:cNvSpPr/>
              <p:nvPr/>
            </p:nvSpPr>
            <p:spPr bwMode="auto">
              <a:xfrm>
                <a:off x="1660" y="3427"/>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724" name="Rectangle 250"/>
              <p:cNvSpPr>
                <a:spLocks noChangeArrowheads="1"/>
              </p:cNvSpPr>
              <p:nvPr/>
            </p:nvSpPr>
            <p:spPr bwMode="auto">
              <a:xfrm>
                <a:off x="1660" y="3490"/>
                <a:ext cx="116" cy="270"/>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4725" name="Rectangle 251"/>
              <p:cNvSpPr>
                <a:spLocks noChangeArrowheads="1"/>
              </p:cNvSpPr>
              <p:nvPr/>
            </p:nvSpPr>
            <p:spPr bwMode="auto">
              <a:xfrm>
                <a:off x="1665" y="3502"/>
                <a:ext cx="66"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4726" name="Line 252"/>
              <p:cNvSpPr>
                <a:spLocks noChangeShapeType="1"/>
              </p:cNvSpPr>
              <p:nvPr/>
            </p:nvSpPr>
            <p:spPr bwMode="auto">
              <a:xfrm>
                <a:off x="1676" y="3521"/>
                <a:ext cx="40"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4727" name="Line 253"/>
              <p:cNvSpPr>
                <a:spLocks noChangeShapeType="1"/>
              </p:cNvSpPr>
              <p:nvPr/>
            </p:nvSpPr>
            <p:spPr bwMode="auto">
              <a:xfrm flipH="1">
                <a:off x="1665" y="3703"/>
                <a:ext cx="106"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4728" name="Line 254"/>
              <p:cNvSpPr>
                <a:spLocks noChangeShapeType="1"/>
              </p:cNvSpPr>
              <p:nvPr/>
            </p:nvSpPr>
            <p:spPr bwMode="auto">
              <a:xfrm flipH="1">
                <a:off x="1665" y="3590"/>
                <a:ext cx="106"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sp>
        <p:nvSpPr>
          <p:cNvPr id="154651" name="Rectangle 255"/>
          <p:cNvSpPr>
            <a:spLocks noChangeArrowheads="1"/>
          </p:cNvSpPr>
          <p:nvPr/>
        </p:nvSpPr>
        <p:spPr bwMode="auto">
          <a:xfrm>
            <a:off x="2567649" y="3510733"/>
            <a:ext cx="928688"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4652" name="Rectangle 256"/>
          <p:cNvSpPr>
            <a:spLocks noChangeArrowheads="1"/>
          </p:cNvSpPr>
          <p:nvPr/>
        </p:nvSpPr>
        <p:spPr bwMode="auto">
          <a:xfrm>
            <a:off x="2675996" y="3650432"/>
            <a:ext cx="76944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kumimoji="1" lang="zh-CN" altLang="en-US" sz="2000" b="1">
                <a:solidFill>
                  <a:srgbClr val="000099"/>
                </a:solidFill>
                <a:latin typeface="Arial" panose="020B0604020202020204" pitchFamily="34" charset="0"/>
                <a:ea typeface="黑体" panose="02010609060101010101" pitchFamily="2" charset="-122"/>
              </a:rPr>
              <a:t>校园网</a:t>
            </a:r>
          </a:p>
        </p:txBody>
      </p:sp>
      <p:sp>
        <p:nvSpPr>
          <p:cNvPr id="154653" name="Rectangle 257"/>
          <p:cNvSpPr>
            <a:spLocks noChangeArrowheads="1"/>
          </p:cNvSpPr>
          <p:nvPr/>
        </p:nvSpPr>
        <p:spPr bwMode="auto">
          <a:xfrm>
            <a:off x="3458502" y="5544320"/>
            <a:ext cx="1164298" cy="620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4654" name="Rectangle 258"/>
          <p:cNvSpPr>
            <a:spLocks noChangeArrowheads="1"/>
          </p:cNvSpPr>
          <p:nvPr/>
        </p:nvSpPr>
        <p:spPr bwMode="auto">
          <a:xfrm>
            <a:off x="3896121" y="5661794"/>
            <a:ext cx="2051844"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eaLnBrk="1" hangingPunct="1"/>
            <a:r>
              <a:rPr kumimoji="1" lang="zh-CN" altLang="en-US" sz="2000" b="1" dirty="0">
                <a:solidFill>
                  <a:srgbClr val="000099"/>
                </a:solidFill>
                <a:latin typeface="Arial" panose="020B0604020202020204" pitchFamily="34" charset="0"/>
                <a:ea typeface="黑体" panose="02010609060101010101" pitchFamily="2" charset="-122"/>
              </a:rPr>
              <a:t>校园网的高速缓存</a:t>
            </a:r>
          </a:p>
          <a:p>
            <a:pPr algn="ctr" eaLnBrk="1" hangingPunct="1"/>
            <a:r>
              <a:rPr kumimoji="1" lang="zh-CN" altLang="en-US" sz="2000" b="1" dirty="0">
                <a:solidFill>
                  <a:srgbClr val="000099"/>
                </a:solidFill>
                <a:latin typeface="Arial" panose="020B0604020202020204" pitchFamily="34" charset="0"/>
                <a:ea typeface="黑体" panose="02010609060101010101" pitchFamily="2" charset="-122"/>
              </a:rPr>
              <a:t>（</a:t>
            </a:r>
            <a:r>
              <a:rPr kumimoji="1" lang="zh-CN" altLang="en-US" sz="2000" b="1" dirty="0">
                <a:solidFill>
                  <a:srgbClr val="FF0000"/>
                </a:solidFill>
                <a:latin typeface="Arial" panose="020B0604020202020204" pitchFamily="34" charset="0"/>
                <a:ea typeface="黑体" panose="02010609060101010101" pitchFamily="2" charset="-122"/>
              </a:rPr>
              <a:t>代理服务器</a:t>
            </a:r>
            <a:r>
              <a:rPr kumimoji="1" lang="zh-CN" altLang="en-US" sz="2000" b="1" dirty="0">
                <a:solidFill>
                  <a:srgbClr val="000099"/>
                </a:solidFill>
                <a:latin typeface="Arial" panose="020B0604020202020204" pitchFamily="34" charset="0"/>
                <a:ea typeface="黑体" panose="02010609060101010101" pitchFamily="2" charset="-122"/>
              </a:rPr>
              <a:t>）</a:t>
            </a:r>
          </a:p>
        </p:txBody>
      </p:sp>
      <p:grpSp>
        <p:nvGrpSpPr>
          <p:cNvPr id="154655" name="Group 259"/>
          <p:cNvGrpSpPr/>
          <p:nvPr/>
        </p:nvGrpSpPr>
        <p:grpSpPr bwMode="auto">
          <a:xfrm>
            <a:off x="8743421" y="2924944"/>
            <a:ext cx="424789" cy="661988"/>
            <a:chOff x="4305" y="2335"/>
            <a:chExt cx="216" cy="339"/>
          </a:xfrm>
        </p:grpSpPr>
        <p:grpSp>
          <p:nvGrpSpPr>
            <p:cNvPr id="154698" name="Group 260"/>
            <p:cNvGrpSpPr/>
            <p:nvPr/>
          </p:nvGrpSpPr>
          <p:grpSpPr bwMode="auto">
            <a:xfrm>
              <a:off x="4310" y="2341"/>
              <a:ext cx="211" cy="333"/>
              <a:chOff x="4310" y="2341"/>
              <a:chExt cx="211" cy="333"/>
            </a:xfrm>
          </p:grpSpPr>
          <p:sp>
            <p:nvSpPr>
              <p:cNvPr id="154709" name="Freeform 261"/>
              <p:cNvSpPr/>
              <p:nvPr/>
            </p:nvSpPr>
            <p:spPr bwMode="auto">
              <a:xfrm>
                <a:off x="4375" y="2341"/>
                <a:ext cx="146" cy="333"/>
              </a:xfrm>
              <a:custGeom>
                <a:avLst/>
                <a:gdLst>
                  <a:gd name="T0" fmla="*/ 51 w 146"/>
                  <a:gd name="T1" fmla="*/ 333 h 333"/>
                  <a:gd name="T2" fmla="*/ 0 w 146"/>
                  <a:gd name="T3" fmla="*/ 50 h 333"/>
                  <a:gd name="T4" fmla="*/ 146 w 146"/>
                  <a:gd name="T5" fmla="*/ 0 h 333"/>
                  <a:gd name="T6" fmla="*/ 146 w 146"/>
                  <a:gd name="T7" fmla="*/ 270 h 333"/>
                  <a:gd name="T8" fmla="*/ 51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1" y="333"/>
                    </a:moveTo>
                    <a:lnTo>
                      <a:pt x="0" y="50"/>
                    </a:lnTo>
                    <a:lnTo>
                      <a:pt x="146" y="0"/>
                    </a:lnTo>
                    <a:lnTo>
                      <a:pt x="146" y="270"/>
                    </a:lnTo>
                    <a:lnTo>
                      <a:pt x="51" y="33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710" name="Freeform 262"/>
              <p:cNvSpPr/>
              <p:nvPr/>
            </p:nvSpPr>
            <p:spPr bwMode="auto">
              <a:xfrm>
                <a:off x="4375" y="2341"/>
                <a:ext cx="146" cy="333"/>
              </a:xfrm>
              <a:custGeom>
                <a:avLst/>
                <a:gdLst>
                  <a:gd name="T0" fmla="*/ 51 w 146"/>
                  <a:gd name="T1" fmla="*/ 333 h 333"/>
                  <a:gd name="T2" fmla="*/ 0 w 146"/>
                  <a:gd name="T3" fmla="*/ 50 h 333"/>
                  <a:gd name="T4" fmla="*/ 146 w 146"/>
                  <a:gd name="T5" fmla="*/ 0 h 333"/>
                  <a:gd name="T6" fmla="*/ 146 w 146"/>
                  <a:gd name="T7" fmla="*/ 270 h 333"/>
                  <a:gd name="T8" fmla="*/ 51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1" y="333"/>
                    </a:moveTo>
                    <a:lnTo>
                      <a:pt x="0" y="50"/>
                    </a:lnTo>
                    <a:lnTo>
                      <a:pt x="146" y="0"/>
                    </a:lnTo>
                    <a:lnTo>
                      <a:pt x="146" y="270"/>
                    </a:lnTo>
                    <a:lnTo>
                      <a:pt x="51" y="33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711" name="Freeform 263"/>
              <p:cNvSpPr/>
              <p:nvPr/>
            </p:nvSpPr>
            <p:spPr bwMode="auto">
              <a:xfrm>
                <a:off x="4310" y="2341"/>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712" name="Freeform 264"/>
              <p:cNvSpPr/>
              <p:nvPr/>
            </p:nvSpPr>
            <p:spPr bwMode="auto">
              <a:xfrm>
                <a:off x="4310" y="2341"/>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713" name="Rectangle 265"/>
              <p:cNvSpPr>
                <a:spLocks noChangeArrowheads="1"/>
              </p:cNvSpPr>
              <p:nvPr/>
            </p:nvSpPr>
            <p:spPr bwMode="auto">
              <a:xfrm>
                <a:off x="4310" y="2404"/>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4714" name="Rectangle 266"/>
              <p:cNvSpPr>
                <a:spLocks noChangeArrowheads="1"/>
              </p:cNvSpPr>
              <p:nvPr/>
            </p:nvSpPr>
            <p:spPr bwMode="auto">
              <a:xfrm>
                <a:off x="4315" y="2416"/>
                <a:ext cx="65"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4715" name="Line 267"/>
              <p:cNvSpPr>
                <a:spLocks noChangeShapeType="1"/>
              </p:cNvSpPr>
              <p:nvPr/>
            </p:nvSpPr>
            <p:spPr bwMode="auto">
              <a:xfrm>
                <a:off x="4320" y="2441"/>
                <a:ext cx="50"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4716" name="Line 268"/>
              <p:cNvSpPr>
                <a:spLocks noChangeShapeType="1"/>
              </p:cNvSpPr>
              <p:nvPr/>
            </p:nvSpPr>
            <p:spPr bwMode="auto">
              <a:xfrm flipH="1">
                <a:off x="4310" y="2617"/>
                <a:ext cx="116"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4717" name="Line 269"/>
              <p:cNvSpPr>
                <a:spLocks noChangeShapeType="1"/>
              </p:cNvSpPr>
              <p:nvPr/>
            </p:nvSpPr>
            <p:spPr bwMode="auto">
              <a:xfrm flipH="1">
                <a:off x="4310" y="2504"/>
                <a:ext cx="116"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nvGrpSpPr>
            <p:cNvPr id="154699" name="Group 270"/>
            <p:cNvGrpSpPr/>
            <p:nvPr/>
          </p:nvGrpSpPr>
          <p:grpSpPr bwMode="auto">
            <a:xfrm>
              <a:off x="4305" y="2335"/>
              <a:ext cx="211" cy="332"/>
              <a:chOff x="4305" y="2335"/>
              <a:chExt cx="211" cy="332"/>
            </a:xfrm>
          </p:grpSpPr>
          <p:sp>
            <p:nvSpPr>
              <p:cNvPr id="154700" name="Freeform 271"/>
              <p:cNvSpPr/>
              <p:nvPr/>
            </p:nvSpPr>
            <p:spPr bwMode="auto">
              <a:xfrm>
                <a:off x="4370" y="2335"/>
                <a:ext cx="146" cy="332"/>
              </a:xfrm>
              <a:custGeom>
                <a:avLst/>
                <a:gdLst>
                  <a:gd name="T0" fmla="*/ 51 w 146"/>
                  <a:gd name="T1" fmla="*/ 332 h 332"/>
                  <a:gd name="T2" fmla="*/ 0 w 146"/>
                  <a:gd name="T3" fmla="*/ 50 h 332"/>
                  <a:gd name="T4" fmla="*/ 146 w 146"/>
                  <a:gd name="T5" fmla="*/ 0 h 332"/>
                  <a:gd name="T6" fmla="*/ 146 w 146"/>
                  <a:gd name="T7" fmla="*/ 270 h 332"/>
                  <a:gd name="T8" fmla="*/ 51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1" y="332"/>
                    </a:moveTo>
                    <a:lnTo>
                      <a:pt x="0" y="50"/>
                    </a:lnTo>
                    <a:lnTo>
                      <a:pt x="146" y="0"/>
                    </a:lnTo>
                    <a:lnTo>
                      <a:pt x="146" y="270"/>
                    </a:lnTo>
                    <a:lnTo>
                      <a:pt x="51" y="332"/>
                    </a:lnTo>
                    <a:close/>
                  </a:path>
                </a:pathLst>
              </a:custGeom>
              <a:solidFill>
                <a:srgbClr val="A5A58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701" name="Freeform 272"/>
              <p:cNvSpPr/>
              <p:nvPr/>
            </p:nvSpPr>
            <p:spPr bwMode="auto">
              <a:xfrm>
                <a:off x="4370" y="2335"/>
                <a:ext cx="146" cy="332"/>
              </a:xfrm>
              <a:custGeom>
                <a:avLst/>
                <a:gdLst>
                  <a:gd name="T0" fmla="*/ 51 w 146"/>
                  <a:gd name="T1" fmla="*/ 332 h 332"/>
                  <a:gd name="T2" fmla="*/ 0 w 146"/>
                  <a:gd name="T3" fmla="*/ 50 h 332"/>
                  <a:gd name="T4" fmla="*/ 146 w 146"/>
                  <a:gd name="T5" fmla="*/ 0 h 332"/>
                  <a:gd name="T6" fmla="*/ 146 w 146"/>
                  <a:gd name="T7" fmla="*/ 270 h 332"/>
                  <a:gd name="T8" fmla="*/ 51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1" y="332"/>
                    </a:moveTo>
                    <a:lnTo>
                      <a:pt x="0" y="50"/>
                    </a:lnTo>
                    <a:lnTo>
                      <a:pt x="146" y="0"/>
                    </a:lnTo>
                    <a:lnTo>
                      <a:pt x="146" y="270"/>
                    </a:lnTo>
                    <a:lnTo>
                      <a:pt x="51" y="332"/>
                    </a:lnTo>
                    <a:close/>
                  </a:path>
                </a:pathLst>
              </a:custGeom>
              <a:solidFill>
                <a:srgbClr val="A5A58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702" name="Freeform 273"/>
              <p:cNvSpPr/>
              <p:nvPr/>
            </p:nvSpPr>
            <p:spPr bwMode="auto">
              <a:xfrm>
                <a:off x="4305" y="2335"/>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703" name="Freeform 274"/>
              <p:cNvSpPr/>
              <p:nvPr/>
            </p:nvSpPr>
            <p:spPr bwMode="auto">
              <a:xfrm>
                <a:off x="4305" y="2335"/>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704" name="Rectangle 275"/>
              <p:cNvSpPr>
                <a:spLocks noChangeArrowheads="1"/>
              </p:cNvSpPr>
              <p:nvPr/>
            </p:nvSpPr>
            <p:spPr bwMode="auto">
              <a:xfrm>
                <a:off x="4305" y="2398"/>
                <a:ext cx="116" cy="26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4705" name="Rectangle 276"/>
              <p:cNvSpPr>
                <a:spLocks noChangeArrowheads="1"/>
              </p:cNvSpPr>
              <p:nvPr/>
            </p:nvSpPr>
            <p:spPr bwMode="auto">
              <a:xfrm>
                <a:off x="4310" y="2410"/>
                <a:ext cx="65"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4706" name="Line 277"/>
              <p:cNvSpPr>
                <a:spLocks noChangeShapeType="1"/>
              </p:cNvSpPr>
              <p:nvPr/>
            </p:nvSpPr>
            <p:spPr bwMode="auto">
              <a:xfrm>
                <a:off x="4320" y="2429"/>
                <a:ext cx="40"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4707" name="Line 278"/>
              <p:cNvSpPr>
                <a:spLocks noChangeShapeType="1"/>
              </p:cNvSpPr>
              <p:nvPr/>
            </p:nvSpPr>
            <p:spPr bwMode="auto">
              <a:xfrm flipH="1">
                <a:off x="4310" y="2611"/>
                <a:ext cx="106"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4708" name="Line 279"/>
              <p:cNvSpPr>
                <a:spLocks noChangeShapeType="1"/>
              </p:cNvSpPr>
              <p:nvPr/>
            </p:nvSpPr>
            <p:spPr bwMode="auto">
              <a:xfrm flipH="1">
                <a:off x="4310" y="2498"/>
                <a:ext cx="106"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sp>
        <p:nvSpPr>
          <p:cNvPr id="154656" name="Rectangle 280"/>
          <p:cNvSpPr>
            <a:spLocks noChangeArrowheads="1"/>
          </p:cNvSpPr>
          <p:nvPr/>
        </p:nvSpPr>
        <p:spPr bwMode="auto">
          <a:xfrm>
            <a:off x="7346951" y="3085282"/>
            <a:ext cx="128240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kumimoji="1" lang="zh-CN" altLang="en-US" sz="2000" b="1">
                <a:solidFill>
                  <a:srgbClr val="000099"/>
                </a:solidFill>
                <a:latin typeface="Arial" panose="020B0604020202020204" pitchFamily="34" charset="0"/>
                <a:ea typeface="黑体" panose="02010609060101010101" pitchFamily="2" charset="-122"/>
              </a:rPr>
              <a:t>源点服务器</a:t>
            </a:r>
          </a:p>
        </p:txBody>
      </p:sp>
      <p:sp>
        <p:nvSpPr>
          <p:cNvPr id="154657" name="Rectangle 281"/>
          <p:cNvSpPr>
            <a:spLocks noChangeArrowheads="1"/>
          </p:cNvSpPr>
          <p:nvPr/>
        </p:nvSpPr>
        <p:spPr bwMode="auto">
          <a:xfrm>
            <a:off x="4526492" y="4093345"/>
            <a:ext cx="885693"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4658" name="Rectangle 282"/>
          <p:cNvSpPr>
            <a:spLocks noChangeArrowheads="1"/>
          </p:cNvSpPr>
          <p:nvPr/>
        </p:nvSpPr>
        <p:spPr bwMode="auto">
          <a:xfrm>
            <a:off x="5025008" y="4160019"/>
            <a:ext cx="95218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kumimoji="1" lang="en-US" altLang="zh-CN" sz="2000" b="1" dirty="0">
                <a:solidFill>
                  <a:srgbClr val="000099"/>
                </a:solidFill>
                <a:latin typeface="Arial" panose="020B0604020202020204" pitchFamily="34" charset="0"/>
                <a:ea typeface="黑体" panose="02010609060101010101" pitchFamily="2" charset="-122"/>
              </a:rPr>
              <a:t>2 Mbit/s</a:t>
            </a:r>
          </a:p>
        </p:txBody>
      </p:sp>
      <p:grpSp>
        <p:nvGrpSpPr>
          <p:cNvPr id="154659" name="Group 283"/>
          <p:cNvGrpSpPr/>
          <p:nvPr/>
        </p:nvGrpSpPr>
        <p:grpSpPr bwMode="auto">
          <a:xfrm>
            <a:off x="3102504" y="5544319"/>
            <a:ext cx="565812" cy="260350"/>
            <a:chOff x="1872" y="3676"/>
            <a:chExt cx="227" cy="136"/>
          </a:xfrm>
        </p:grpSpPr>
        <p:sp>
          <p:nvSpPr>
            <p:cNvPr id="154696" name="Line 284"/>
            <p:cNvSpPr>
              <a:spLocks noChangeShapeType="1"/>
            </p:cNvSpPr>
            <p:nvPr/>
          </p:nvSpPr>
          <p:spPr bwMode="auto">
            <a:xfrm>
              <a:off x="1919" y="3702"/>
              <a:ext cx="180" cy="11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4697" name="Freeform 285"/>
            <p:cNvSpPr/>
            <p:nvPr/>
          </p:nvSpPr>
          <p:spPr bwMode="auto">
            <a:xfrm>
              <a:off x="1872" y="3676"/>
              <a:ext cx="62" cy="47"/>
            </a:xfrm>
            <a:custGeom>
              <a:avLst/>
              <a:gdLst>
                <a:gd name="T0" fmla="*/ 62 w 62"/>
                <a:gd name="T1" fmla="*/ 15 h 47"/>
                <a:gd name="T2" fmla="*/ 0 w 62"/>
                <a:gd name="T3" fmla="*/ 0 h 47"/>
                <a:gd name="T4" fmla="*/ 42 w 62"/>
                <a:gd name="T5" fmla="*/ 47 h 47"/>
                <a:gd name="T6" fmla="*/ 62 w 62"/>
                <a:gd name="T7" fmla="*/ 15 h 4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2" h="47">
                  <a:moveTo>
                    <a:pt x="62" y="15"/>
                  </a:moveTo>
                  <a:lnTo>
                    <a:pt x="0" y="0"/>
                  </a:lnTo>
                  <a:lnTo>
                    <a:pt x="42" y="47"/>
                  </a:lnTo>
                  <a:lnTo>
                    <a:pt x="62" y="15"/>
                  </a:lnTo>
                  <a:close/>
                </a:path>
              </a:pathLst>
            </a:custGeom>
            <a:solidFill>
              <a:srgbClr val="000000"/>
            </a:solidFill>
            <a:ln w="28575" cmpd="sng">
              <a:solidFill>
                <a:srgbClr val="333399"/>
              </a:solidFill>
              <a:round/>
            </a:ln>
          </p:spPr>
          <p:txBody>
            <a:bodyPr/>
            <a:lstStyle/>
            <a:p>
              <a:endParaRPr lang="zh-CN" altLang="en-US" b="1">
                <a:solidFill>
                  <a:srgbClr val="000099"/>
                </a:solidFill>
              </a:endParaRPr>
            </a:p>
          </p:txBody>
        </p:sp>
      </p:grpSp>
      <p:grpSp>
        <p:nvGrpSpPr>
          <p:cNvPr id="154660" name="Group 286"/>
          <p:cNvGrpSpPr/>
          <p:nvPr/>
        </p:nvGrpSpPr>
        <p:grpSpPr bwMode="auto">
          <a:xfrm>
            <a:off x="6576483" y="4288607"/>
            <a:ext cx="607087" cy="374650"/>
            <a:chOff x="3202" y="3033"/>
            <a:chExt cx="309" cy="192"/>
          </a:xfrm>
        </p:grpSpPr>
        <p:sp>
          <p:nvSpPr>
            <p:cNvPr id="154671" name="Oval 287"/>
            <p:cNvSpPr>
              <a:spLocks noChangeArrowheads="1"/>
            </p:cNvSpPr>
            <p:nvPr/>
          </p:nvSpPr>
          <p:spPr bwMode="auto">
            <a:xfrm>
              <a:off x="3203" y="3113"/>
              <a:ext cx="308" cy="112"/>
            </a:xfrm>
            <a:prstGeom prst="ellipse">
              <a:avLst/>
            </a:prstGeom>
            <a:solidFill>
              <a:srgbClr val="0078AA"/>
            </a:solidFill>
            <a:ln w="3175">
              <a:solidFill>
                <a:srgbClr val="AAE6FF"/>
              </a:solidFill>
              <a:round/>
            </a:ln>
          </p:spPr>
          <p:txBody>
            <a:bodyPr/>
            <a:lstStyle/>
            <a:p>
              <a:pPr eaLnBrk="1" hangingPunct="1"/>
              <a:endParaRPr lang="zh-CN" altLang="en-US" b="1">
                <a:solidFill>
                  <a:srgbClr val="000099"/>
                </a:solidFill>
              </a:endParaRPr>
            </a:p>
          </p:txBody>
        </p:sp>
        <p:sp>
          <p:nvSpPr>
            <p:cNvPr id="154672" name="Rectangle 288"/>
            <p:cNvSpPr>
              <a:spLocks noChangeArrowheads="1"/>
            </p:cNvSpPr>
            <p:nvPr/>
          </p:nvSpPr>
          <p:spPr bwMode="auto">
            <a:xfrm>
              <a:off x="3202"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4673" name="Rectangle 289"/>
            <p:cNvSpPr>
              <a:spLocks noChangeArrowheads="1"/>
            </p:cNvSpPr>
            <p:nvPr/>
          </p:nvSpPr>
          <p:spPr bwMode="auto">
            <a:xfrm>
              <a:off x="3202"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4674" name="Oval 290"/>
            <p:cNvSpPr>
              <a:spLocks noChangeArrowheads="1"/>
            </p:cNvSpPr>
            <p:nvPr/>
          </p:nvSpPr>
          <p:spPr bwMode="auto">
            <a:xfrm>
              <a:off x="3203" y="3033"/>
              <a:ext cx="308" cy="112"/>
            </a:xfrm>
            <a:prstGeom prst="ellipse">
              <a:avLst/>
            </a:prstGeom>
            <a:solidFill>
              <a:srgbClr val="00B4FF"/>
            </a:solidFill>
            <a:ln w="3175">
              <a:solidFill>
                <a:srgbClr val="AAE6FF"/>
              </a:solidFill>
              <a:round/>
            </a:ln>
          </p:spPr>
          <p:txBody>
            <a:bodyPr/>
            <a:lstStyle/>
            <a:p>
              <a:pPr eaLnBrk="1" hangingPunct="1"/>
              <a:endParaRPr lang="zh-CN" altLang="en-US" b="1">
                <a:solidFill>
                  <a:srgbClr val="000099"/>
                </a:solidFill>
              </a:endParaRPr>
            </a:p>
          </p:txBody>
        </p:sp>
        <p:grpSp>
          <p:nvGrpSpPr>
            <p:cNvPr id="154675" name="Group 291"/>
            <p:cNvGrpSpPr/>
            <p:nvPr/>
          </p:nvGrpSpPr>
          <p:grpSpPr bwMode="auto">
            <a:xfrm>
              <a:off x="3249" y="3046"/>
              <a:ext cx="214" cy="86"/>
              <a:chOff x="3249" y="3046"/>
              <a:chExt cx="214" cy="86"/>
            </a:xfrm>
          </p:grpSpPr>
          <p:grpSp>
            <p:nvGrpSpPr>
              <p:cNvPr id="154678" name="Group 292"/>
              <p:cNvGrpSpPr/>
              <p:nvPr/>
            </p:nvGrpSpPr>
            <p:grpSpPr bwMode="auto">
              <a:xfrm>
                <a:off x="3249" y="3046"/>
                <a:ext cx="212" cy="84"/>
                <a:chOff x="3249" y="3046"/>
                <a:chExt cx="212" cy="84"/>
              </a:xfrm>
            </p:grpSpPr>
            <p:sp>
              <p:nvSpPr>
                <p:cNvPr id="154688" name="Freeform 293"/>
                <p:cNvSpPr/>
                <p:nvPr/>
              </p:nvSpPr>
              <p:spPr bwMode="auto">
                <a:xfrm>
                  <a:off x="3360"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689" name="Freeform 294"/>
                <p:cNvSpPr/>
                <p:nvPr/>
              </p:nvSpPr>
              <p:spPr bwMode="auto">
                <a:xfrm>
                  <a:off x="3360"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690" name="Freeform 295"/>
                <p:cNvSpPr/>
                <p:nvPr/>
              </p:nvSpPr>
              <p:spPr bwMode="auto">
                <a:xfrm>
                  <a:off x="3249" y="3090"/>
                  <a:ext cx="102" cy="38"/>
                </a:xfrm>
                <a:custGeom>
                  <a:avLst/>
                  <a:gdLst>
                    <a:gd name="T0" fmla="*/ 102 w 102"/>
                    <a:gd name="T1" fmla="*/ 8 h 38"/>
                    <a:gd name="T2" fmla="*/ 79 w 102"/>
                    <a:gd name="T3" fmla="*/ 0 h 38"/>
                    <a:gd name="T4" fmla="*/ 26 w 102"/>
                    <a:gd name="T5" fmla="*/ 24 h 38"/>
                    <a:gd name="T6" fmla="*/ 0 w 102"/>
                    <a:gd name="T7" fmla="*/ 16 h 38"/>
                    <a:gd name="T8" fmla="*/ 13 w 102"/>
                    <a:gd name="T9" fmla="*/ 38 h 38"/>
                    <a:gd name="T10" fmla="*/ 79 w 102"/>
                    <a:gd name="T11" fmla="*/ 38 h 38"/>
                    <a:gd name="T12" fmla="*/ 51 w 102"/>
                    <a:gd name="T13" fmla="*/ 30 h 38"/>
                    <a:gd name="T14" fmla="*/ 102 w 102"/>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8">
                      <a:moveTo>
                        <a:pt x="102" y="8"/>
                      </a:moveTo>
                      <a:lnTo>
                        <a:pt x="79" y="0"/>
                      </a:lnTo>
                      <a:lnTo>
                        <a:pt x="26" y="24"/>
                      </a:lnTo>
                      <a:lnTo>
                        <a:pt x="0" y="16"/>
                      </a:lnTo>
                      <a:lnTo>
                        <a:pt x="13" y="38"/>
                      </a:lnTo>
                      <a:lnTo>
                        <a:pt x="79" y="38"/>
                      </a:lnTo>
                      <a:lnTo>
                        <a:pt x="51" y="30"/>
                      </a:lnTo>
                      <a:lnTo>
                        <a:pt x="102" y="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691" name="Freeform 296"/>
                <p:cNvSpPr/>
                <p:nvPr/>
              </p:nvSpPr>
              <p:spPr bwMode="auto">
                <a:xfrm>
                  <a:off x="3249" y="3090"/>
                  <a:ext cx="102" cy="38"/>
                </a:xfrm>
                <a:custGeom>
                  <a:avLst/>
                  <a:gdLst>
                    <a:gd name="T0" fmla="*/ 102 w 102"/>
                    <a:gd name="T1" fmla="*/ 8 h 38"/>
                    <a:gd name="T2" fmla="*/ 79 w 102"/>
                    <a:gd name="T3" fmla="*/ 0 h 38"/>
                    <a:gd name="T4" fmla="*/ 26 w 102"/>
                    <a:gd name="T5" fmla="*/ 24 h 38"/>
                    <a:gd name="T6" fmla="*/ 0 w 102"/>
                    <a:gd name="T7" fmla="*/ 16 h 38"/>
                    <a:gd name="T8" fmla="*/ 13 w 102"/>
                    <a:gd name="T9" fmla="*/ 38 h 38"/>
                    <a:gd name="T10" fmla="*/ 79 w 102"/>
                    <a:gd name="T11" fmla="*/ 38 h 38"/>
                    <a:gd name="T12" fmla="*/ 51 w 102"/>
                    <a:gd name="T13" fmla="*/ 30 h 38"/>
                    <a:gd name="T14" fmla="*/ 102 w 102"/>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8">
                      <a:moveTo>
                        <a:pt x="102" y="8"/>
                      </a:moveTo>
                      <a:lnTo>
                        <a:pt x="79" y="0"/>
                      </a:lnTo>
                      <a:lnTo>
                        <a:pt x="26" y="24"/>
                      </a:lnTo>
                      <a:lnTo>
                        <a:pt x="0" y="16"/>
                      </a:lnTo>
                      <a:lnTo>
                        <a:pt x="13" y="38"/>
                      </a:lnTo>
                      <a:lnTo>
                        <a:pt x="79" y="38"/>
                      </a:lnTo>
                      <a:lnTo>
                        <a:pt x="51" y="30"/>
                      </a:lnTo>
                      <a:lnTo>
                        <a:pt x="102" y="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692" name="Freeform 297"/>
                <p:cNvSpPr/>
                <p:nvPr/>
              </p:nvSpPr>
              <p:spPr bwMode="auto">
                <a:xfrm>
                  <a:off x="3255" y="3046"/>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693" name="Freeform 298"/>
                <p:cNvSpPr/>
                <p:nvPr/>
              </p:nvSpPr>
              <p:spPr bwMode="auto">
                <a:xfrm>
                  <a:off x="3255" y="3046"/>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694" name="Freeform 299"/>
                <p:cNvSpPr/>
                <p:nvPr/>
              </p:nvSpPr>
              <p:spPr bwMode="auto">
                <a:xfrm>
                  <a:off x="3356" y="3094"/>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695" name="Freeform 300"/>
                <p:cNvSpPr/>
                <p:nvPr/>
              </p:nvSpPr>
              <p:spPr bwMode="auto">
                <a:xfrm>
                  <a:off x="3356" y="3094"/>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grpSp>
          <p:grpSp>
            <p:nvGrpSpPr>
              <p:cNvPr id="154679" name="Group 301"/>
              <p:cNvGrpSpPr/>
              <p:nvPr/>
            </p:nvGrpSpPr>
            <p:grpSpPr bwMode="auto">
              <a:xfrm>
                <a:off x="3251" y="3048"/>
                <a:ext cx="212" cy="84"/>
                <a:chOff x="3251" y="3048"/>
                <a:chExt cx="212" cy="84"/>
              </a:xfrm>
            </p:grpSpPr>
            <p:sp>
              <p:nvSpPr>
                <p:cNvPr id="154680" name="Freeform 302"/>
                <p:cNvSpPr/>
                <p:nvPr/>
              </p:nvSpPr>
              <p:spPr bwMode="auto">
                <a:xfrm>
                  <a:off x="3362" y="3050"/>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681" name="Freeform 303"/>
                <p:cNvSpPr/>
                <p:nvPr/>
              </p:nvSpPr>
              <p:spPr bwMode="auto">
                <a:xfrm>
                  <a:off x="3362" y="3050"/>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682" name="Freeform 304"/>
                <p:cNvSpPr/>
                <p:nvPr/>
              </p:nvSpPr>
              <p:spPr bwMode="auto">
                <a:xfrm>
                  <a:off x="3251"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1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1"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683" name="Freeform 305"/>
                <p:cNvSpPr/>
                <p:nvPr/>
              </p:nvSpPr>
              <p:spPr bwMode="auto">
                <a:xfrm>
                  <a:off x="3251"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1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1"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684" name="Freeform 306"/>
                <p:cNvSpPr/>
                <p:nvPr/>
              </p:nvSpPr>
              <p:spPr bwMode="auto">
                <a:xfrm>
                  <a:off x="3257" y="3048"/>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685" name="Freeform 307"/>
                <p:cNvSpPr/>
                <p:nvPr/>
              </p:nvSpPr>
              <p:spPr bwMode="auto">
                <a:xfrm>
                  <a:off x="3257" y="3048"/>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686" name="Freeform 308"/>
                <p:cNvSpPr/>
                <p:nvPr/>
              </p:nvSpPr>
              <p:spPr bwMode="auto">
                <a:xfrm>
                  <a:off x="3358" y="3096"/>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4687" name="Freeform 309"/>
                <p:cNvSpPr/>
                <p:nvPr/>
              </p:nvSpPr>
              <p:spPr bwMode="auto">
                <a:xfrm>
                  <a:off x="3358" y="3096"/>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grpSp>
        </p:grpSp>
        <p:sp>
          <p:nvSpPr>
            <p:cNvPr id="154676" name="Line 310"/>
            <p:cNvSpPr>
              <a:spLocks noChangeShapeType="1"/>
            </p:cNvSpPr>
            <p:nvPr/>
          </p:nvSpPr>
          <p:spPr bwMode="auto">
            <a:xfrm>
              <a:off x="3202" y="3088"/>
              <a:ext cx="1" cy="80"/>
            </a:xfrm>
            <a:prstGeom prst="line">
              <a:avLst/>
            </a:prstGeom>
            <a:noFill/>
            <a:ln w="3175">
              <a:solidFill>
                <a:srgbClr val="AAE6FF"/>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4677" name="Line 311"/>
            <p:cNvSpPr>
              <a:spLocks noChangeShapeType="1"/>
            </p:cNvSpPr>
            <p:nvPr/>
          </p:nvSpPr>
          <p:spPr bwMode="auto">
            <a:xfrm>
              <a:off x="3510" y="3088"/>
              <a:ext cx="1" cy="80"/>
            </a:xfrm>
            <a:prstGeom prst="line">
              <a:avLst/>
            </a:prstGeom>
            <a:noFill/>
            <a:ln w="3175">
              <a:solidFill>
                <a:srgbClr val="AAE6FF"/>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sp>
        <p:nvSpPr>
          <p:cNvPr id="154661" name="Rectangle 312"/>
          <p:cNvSpPr>
            <a:spLocks noChangeArrowheads="1"/>
          </p:cNvSpPr>
          <p:nvPr/>
        </p:nvSpPr>
        <p:spPr bwMode="auto">
          <a:xfrm>
            <a:off x="7195609" y="3864745"/>
            <a:ext cx="926968"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4662" name="Rectangle 313"/>
          <p:cNvSpPr>
            <a:spLocks noChangeArrowheads="1"/>
          </p:cNvSpPr>
          <p:nvPr/>
        </p:nvSpPr>
        <p:spPr bwMode="auto">
          <a:xfrm>
            <a:off x="7527529" y="4293369"/>
            <a:ext cx="76944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kumimoji="1" lang="zh-CN" altLang="en-US" sz="2000" b="1">
                <a:solidFill>
                  <a:srgbClr val="000099"/>
                </a:solidFill>
                <a:latin typeface="Arial" panose="020B0604020202020204" pitchFamily="34" charset="0"/>
                <a:ea typeface="黑体" panose="02010609060101010101" pitchFamily="2" charset="-122"/>
              </a:rPr>
              <a:t>互联网</a:t>
            </a:r>
          </a:p>
        </p:txBody>
      </p:sp>
      <p:sp>
        <p:nvSpPr>
          <p:cNvPr id="154663" name="Rectangle 314"/>
          <p:cNvSpPr>
            <a:spLocks noChangeArrowheads="1"/>
          </p:cNvSpPr>
          <p:nvPr/>
        </p:nvSpPr>
        <p:spPr bwMode="auto">
          <a:xfrm>
            <a:off x="3993357" y="3952057"/>
            <a:ext cx="41619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4664" name="Rectangle 315"/>
          <p:cNvSpPr>
            <a:spLocks noChangeArrowheads="1"/>
          </p:cNvSpPr>
          <p:nvPr/>
        </p:nvSpPr>
        <p:spPr bwMode="auto">
          <a:xfrm>
            <a:off x="3102505" y="4660083"/>
            <a:ext cx="452306"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4665" name="Rectangle 316"/>
          <p:cNvSpPr>
            <a:spLocks noChangeArrowheads="1"/>
          </p:cNvSpPr>
          <p:nvPr/>
        </p:nvSpPr>
        <p:spPr bwMode="auto">
          <a:xfrm>
            <a:off x="1850496" y="4306070"/>
            <a:ext cx="45402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4666" name="Rectangle 317"/>
          <p:cNvSpPr>
            <a:spLocks noChangeArrowheads="1"/>
          </p:cNvSpPr>
          <p:nvPr/>
        </p:nvSpPr>
        <p:spPr bwMode="auto">
          <a:xfrm>
            <a:off x="462625" y="3966344"/>
            <a:ext cx="76944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kumimoji="1" lang="zh-CN" altLang="en-US" sz="2000" b="1">
                <a:solidFill>
                  <a:srgbClr val="000099"/>
                </a:solidFill>
                <a:latin typeface="Arial" panose="020B0604020202020204" pitchFamily="34" charset="0"/>
                <a:ea typeface="黑体" panose="02010609060101010101" pitchFamily="2" charset="-122"/>
              </a:rPr>
              <a:t>浏览器</a:t>
            </a:r>
          </a:p>
        </p:txBody>
      </p:sp>
      <p:sp>
        <p:nvSpPr>
          <p:cNvPr id="154667" name="Rectangle 318"/>
          <p:cNvSpPr>
            <a:spLocks noChangeArrowheads="1"/>
          </p:cNvSpPr>
          <p:nvPr/>
        </p:nvSpPr>
        <p:spPr bwMode="auto">
          <a:xfrm>
            <a:off x="4043231" y="3980632"/>
            <a:ext cx="28052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R</a:t>
            </a:r>
            <a:r>
              <a:rPr kumimoji="1" lang="en-US" altLang="zh-CN" sz="2000" b="1" baseline="-25000">
                <a:solidFill>
                  <a:srgbClr val="000099"/>
                </a:solidFill>
                <a:latin typeface="Arial" panose="020B0604020202020204" pitchFamily="34" charset="0"/>
                <a:ea typeface="黑体" panose="02010609060101010101" pitchFamily="2" charset="-122"/>
              </a:rPr>
              <a:t>1</a:t>
            </a:r>
          </a:p>
        </p:txBody>
      </p:sp>
      <p:sp>
        <p:nvSpPr>
          <p:cNvPr id="154668" name="Rectangle 319"/>
          <p:cNvSpPr>
            <a:spLocks noChangeArrowheads="1"/>
          </p:cNvSpPr>
          <p:nvPr/>
        </p:nvSpPr>
        <p:spPr bwMode="auto">
          <a:xfrm>
            <a:off x="6387307" y="4006032"/>
            <a:ext cx="28052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R</a:t>
            </a:r>
            <a:r>
              <a:rPr kumimoji="1" lang="en-US" altLang="zh-CN" sz="2000" b="1" baseline="-25000">
                <a:solidFill>
                  <a:srgbClr val="000099"/>
                </a:solidFill>
                <a:latin typeface="Arial" panose="020B0604020202020204" pitchFamily="34" charset="0"/>
                <a:ea typeface="黑体" panose="02010609060101010101" pitchFamily="2" charset="-122"/>
              </a:rPr>
              <a:t>2</a:t>
            </a:r>
          </a:p>
        </p:txBody>
      </p:sp>
      <p:sp>
        <p:nvSpPr>
          <p:cNvPr id="154669" name="Text Box 320"/>
          <p:cNvSpPr txBox="1">
            <a:spLocks noChangeArrowheads="1"/>
          </p:cNvSpPr>
          <p:nvPr/>
        </p:nvSpPr>
        <p:spPr bwMode="auto">
          <a:xfrm>
            <a:off x="507339" y="1196752"/>
            <a:ext cx="8913680" cy="946150"/>
          </a:xfrm>
          <a:prstGeom prst="rect">
            <a:avLst/>
          </a:prstGeom>
          <a:solidFill>
            <a:srgbClr val="FFFF66"/>
          </a:solidFill>
          <a:ln>
            <a:solidFill>
              <a:srgbClr val="000066"/>
            </a:solidFill>
          </a:ln>
          <a:effectLst/>
        </p:spPr>
        <p:txBody>
          <a:bodyPr>
            <a:spAutoFit/>
          </a:bodyPr>
          <a:lstStyle>
            <a:defPPr>
              <a:defRPr lang="zh-CN"/>
            </a:defPPr>
            <a:lvl1pPr eaLnBrk="1" hangingPunct="1">
              <a:defRPr sz="2800" b="1">
                <a:solidFill>
                  <a:srgbClr val="000066"/>
                </a:solidFill>
                <a:latin typeface="Arial" panose="020B0604020202020204" pitchFamily="34" charset="0"/>
                <a:ea typeface="黑体" panose="02010609060101010101" pitchFamily="2" charset="-122"/>
              </a:defRPr>
            </a:lvl1pPr>
            <a:lvl2pPr marL="742950" indent="-285750">
              <a:defRPr sz="3600"/>
            </a:lvl2pPr>
            <a:lvl3pPr marL="1143000" indent="-228600">
              <a:defRPr sz="3600"/>
            </a:lvl3pPr>
            <a:lvl4pPr marL="1600200" indent="-228600">
              <a:defRPr sz="3600"/>
            </a:lvl4pPr>
            <a:lvl5pPr marL="2057400" indent="-228600">
              <a:defRPr sz="3600"/>
            </a:lvl5pPr>
            <a:lvl6pPr marL="2514600" indent="-228600" eaLnBrk="0" fontAlgn="base" hangingPunct="0">
              <a:spcBef>
                <a:spcPct val="0"/>
              </a:spcBef>
              <a:spcAft>
                <a:spcPct val="0"/>
              </a:spcAft>
              <a:defRPr sz="3600"/>
            </a:lvl6pPr>
            <a:lvl7pPr marL="2971800" indent="-228600" eaLnBrk="0" fontAlgn="base" hangingPunct="0">
              <a:spcBef>
                <a:spcPct val="0"/>
              </a:spcBef>
              <a:spcAft>
                <a:spcPct val="0"/>
              </a:spcAft>
              <a:defRPr sz="3600"/>
            </a:lvl7pPr>
            <a:lvl8pPr marL="3429000" indent="-228600" eaLnBrk="0" fontAlgn="base" hangingPunct="0">
              <a:spcBef>
                <a:spcPct val="0"/>
              </a:spcBef>
              <a:spcAft>
                <a:spcPct val="0"/>
              </a:spcAft>
              <a:defRPr sz="3600"/>
            </a:lvl8pPr>
            <a:lvl9pPr marL="3886200" indent="-228600" eaLnBrk="0" fontAlgn="base" hangingPunct="0">
              <a:spcBef>
                <a:spcPct val="0"/>
              </a:spcBef>
              <a:spcAft>
                <a:spcPct val="0"/>
              </a:spcAft>
              <a:defRPr sz="3600"/>
            </a:lvl9pPr>
          </a:lstStyle>
          <a:p>
            <a:r>
              <a:rPr lang="en-US" altLang="zh-CN" dirty="0"/>
              <a:t>(4) </a:t>
            </a:r>
            <a:r>
              <a:rPr lang="zh-CN" altLang="en-US" dirty="0">
                <a:solidFill>
                  <a:srgbClr val="FF0000"/>
                </a:solidFill>
              </a:rPr>
              <a:t>源点服务器</a:t>
            </a:r>
            <a:r>
              <a:rPr lang="zh-CN" altLang="en-US" dirty="0"/>
              <a:t>将所请求的</a:t>
            </a:r>
            <a:r>
              <a:rPr lang="zh-CN" altLang="en-US" dirty="0">
                <a:solidFill>
                  <a:srgbClr val="FF0000"/>
                </a:solidFill>
              </a:rPr>
              <a:t>对象</a:t>
            </a:r>
            <a:r>
              <a:rPr lang="zh-CN" altLang="en-US" dirty="0"/>
              <a:t>放在 </a:t>
            </a:r>
            <a:r>
              <a:rPr lang="en-US" altLang="zh-CN" dirty="0"/>
              <a:t>HTTP </a:t>
            </a:r>
            <a:r>
              <a:rPr lang="zh-CN" altLang="en-US" dirty="0"/>
              <a:t>响应报文中</a:t>
            </a:r>
            <a:r>
              <a:rPr lang="zh-CN" altLang="en-US" dirty="0">
                <a:solidFill>
                  <a:srgbClr val="FF0000"/>
                </a:solidFill>
              </a:rPr>
              <a:t>返回</a:t>
            </a:r>
            <a:r>
              <a:rPr lang="zh-CN" altLang="en-US" dirty="0"/>
              <a:t>给校园网的</a:t>
            </a:r>
            <a:r>
              <a:rPr lang="zh-CN" altLang="en-US" dirty="0">
                <a:solidFill>
                  <a:srgbClr val="FF0000"/>
                </a:solidFill>
              </a:rPr>
              <a:t>代理服务器</a:t>
            </a:r>
            <a:r>
              <a:rPr lang="zh-CN" altLang="en-US" dirty="0"/>
              <a:t>。</a:t>
            </a:r>
          </a:p>
        </p:txBody>
      </p:sp>
      <p:sp>
        <p:nvSpPr>
          <p:cNvPr id="650561" name="Freeform 321"/>
          <p:cNvSpPr/>
          <p:nvPr/>
        </p:nvSpPr>
        <p:spPr bwMode="auto">
          <a:xfrm>
            <a:off x="3159258" y="3356745"/>
            <a:ext cx="5771621" cy="1871663"/>
          </a:xfrm>
          <a:custGeom>
            <a:avLst/>
            <a:gdLst>
              <a:gd name="T0" fmla="*/ 0 w 3356"/>
              <a:gd name="T1" fmla="*/ 2147483646 h 1179"/>
              <a:gd name="T2" fmla="*/ 2147483646 w 3356"/>
              <a:gd name="T3" fmla="*/ 2147483646 h 1179"/>
              <a:gd name="T4" fmla="*/ 2147483646 w 3356"/>
              <a:gd name="T5" fmla="*/ 2147483646 h 1179"/>
              <a:gd name="T6" fmla="*/ 2147483646 w 3356"/>
              <a:gd name="T7" fmla="*/ 2147483646 h 1179"/>
              <a:gd name="T8" fmla="*/ 2147483646 w 3356"/>
              <a:gd name="T9" fmla="*/ 2147483646 h 1179"/>
              <a:gd name="T10" fmla="*/ 2147483646 w 3356"/>
              <a:gd name="T11" fmla="*/ 2147483646 h 1179"/>
              <a:gd name="T12" fmla="*/ 2147483646 w 3356"/>
              <a:gd name="T13" fmla="*/ 2147483646 h 1179"/>
              <a:gd name="T14" fmla="*/ 2147483646 w 3356"/>
              <a:gd name="T15" fmla="*/ 2147483646 h 1179"/>
              <a:gd name="T16" fmla="*/ 2147483646 w 3356"/>
              <a:gd name="T17" fmla="*/ 0 h 117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356" h="1179">
                <a:moveTo>
                  <a:pt x="0" y="1179"/>
                </a:moveTo>
                <a:cubicBezTo>
                  <a:pt x="64" y="1127"/>
                  <a:pt x="263" y="937"/>
                  <a:pt x="385" y="867"/>
                </a:cubicBezTo>
                <a:cubicBezTo>
                  <a:pt x="507" y="797"/>
                  <a:pt x="552" y="778"/>
                  <a:pt x="732" y="758"/>
                </a:cubicBezTo>
                <a:cubicBezTo>
                  <a:pt x="912" y="738"/>
                  <a:pt x="1271" y="752"/>
                  <a:pt x="1464" y="749"/>
                </a:cubicBezTo>
                <a:cubicBezTo>
                  <a:pt x="1657" y="746"/>
                  <a:pt x="1767" y="750"/>
                  <a:pt x="1893" y="739"/>
                </a:cubicBezTo>
                <a:cubicBezTo>
                  <a:pt x="2019" y="728"/>
                  <a:pt x="2099" y="720"/>
                  <a:pt x="2222" y="680"/>
                </a:cubicBezTo>
                <a:cubicBezTo>
                  <a:pt x="2345" y="640"/>
                  <a:pt x="2503" y="567"/>
                  <a:pt x="2631" y="499"/>
                </a:cubicBezTo>
                <a:cubicBezTo>
                  <a:pt x="2759" y="431"/>
                  <a:pt x="2872" y="355"/>
                  <a:pt x="2993" y="272"/>
                </a:cubicBezTo>
                <a:cubicBezTo>
                  <a:pt x="3114" y="189"/>
                  <a:pt x="3295" y="53"/>
                  <a:pt x="3356" y="0"/>
                </a:cubicBezTo>
              </a:path>
            </a:pathLst>
          </a:custGeom>
          <a:noFill/>
          <a:ln w="76200" cmpd="sng">
            <a:solidFill>
              <a:schemeClr val="hlink"/>
            </a:solidFill>
            <a:round/>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grpId="0" nodeType="clickEffect">
                                  <p:stCondLst>
                                    <p:cond delay="0"/>
                                  </p:stCondLst>
                                  <p:childTnLst>
                                    <p:set>
                                      <p:cBhvr>
                                        <p:cTn id="6" dur="1" fill="hold">
                                          <p:stCondLst>
                                            <p:cond delay="0"/>
                                          </p:stCondLst>
                                        </p:cTn>
                                        <p:tgtEl>
                                          <p:spTgt spid="650561"/>
                                        </p:tgtEl>
                                        <p:attrNameLst>
                                          <p:attrName>style.visibility</p:attrName>
                                        </p:attrNameLst>
                                      </p:cBhvr>
                                      <p:to>
                                        <p:strVal val="visible"/>
                                      </p:to>
                                    </p:set>
                                    <p:animEffect transition="in" filter="wipe(right)">
                                      <p:cBhvr>
                                        <p:cTn id="7" dur="500"/>
                                        <p:tgtEl>
                                          <p:spTgt spid="6505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0561" grpId="0" animBg="1"/>
    </p:bld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2"/>
          <p:cNvSpPr>
            <a:spLocks noGrp="1" noChangeArrowheads="1"/>
          </p:cNvSpPr>
          <p:nvPr>
            <p:ph type="title"/>
          </p:nvPr>
        </p:nvSpPr>
        <p:spPr/>
        <p:txBody>
          <a:bodyPr/>
          <a:lstStyle/>
          <a:p>
            <a:pPr algn="ctr" eaLnBrk="1" hangingPunct="1">
              <a:defRPr/>
            </a:pPr>
            <a:r>
              <a:rPr dirty="0"/>
              <a:t>使用</a:t>
            </a:r>
            <a:r>
              <a:rPr lang="zh-CN" altLang="en-US" dirty="0"/>
              <a:t>代理服务器</a:t>
            </a:r>
            <a:r>
              <a:rPr dirty="0"/>
              <a:t>的情况</a:t>
            </a:r>
          </a:p>
        </p:txBody>
      </p:sp>
      <p:grpSp>
        <p:nvGrpSpPr>
          <p:cNvPr id="156675" name="Group 3"/>
          <p:cNvGrpSpPr/>
          <p:nvPr/>
        </p:nvGrpSpPr>
        <p:grpSpPr bwMode="auto">
          <a:xfrm>
            <a:off x="271727" y="3205932"/>
            <a:ext cx="3742267" cy="2570162"/>
            <a:chOff x="912" y="768"/>
            <a:chExt cx="2400" cy="1584"/>
          </a:xfrm>
        </p:grpSpPr>
        <p:sp>
          <p:nvSpPr>
            <p:cNvPr id="156978" name="Oval 4"/>
            <p:cNvSpPr>
              <a:spLocks noChangeArrowheads="1"/>
            </p:cNvSpPr>
            <p:nvPr/>
          </p:nvSpPr>
          <p:spPr bwMode="auto">
            <a:xfrm>
              <a:off x="1751" y="799"/>
              <a:ext cx="1026" cy="628"/>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56979" name="Oval 5"/>
            <p:cNvSpPr>
              <a:spLocks noChangeArrowheads="1"/>
            </p:cNvSpPr>
            <p:nvPr/>
          </p:nvSpPr>
          <p:spPr bwMode="auto">
            <a:xfrm>
              <a:off x="1172" y="972"/>
              <a:ext cx="781" cy="627"/>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56980" name="Oval 6"/>
            <p:cNvSpPr>
              <a:spLocks noChangeArrowheads="1"/>
            </p:cNvSpPr>
            <p:nvPr/>
          </p:nvSpPr>
          <p:spPr bwMode="auto">
            <a:xfrm>
              <a:off x="926" y="1364"/>
              <a:ext cx="521" cy="502"/>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56981" name="Oval 7"/>
            <p:cNvSpPr>
              <a:spLocks noChangeArrowheads="1"/>
            </p:cNvSpPr>
            <p:nvPr/>
          </p:nvSpPr>
          <p:spPr bwMode="auto">
            <a:xfrm>
              <a:off x="1085" y="1599"/>
              <a:ext cx="796" cy="549"/>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56982" name="Oval 8"/>
            <p:cNvSpPr>
              <a:spLocks noChangeArrowheads="1"/>
            </p:cNvSpPr>
            <p:nvPr/>
          </p:nvSpPr>
          <p:spPr bwMode="auto">
            <a:xfrm>
              <a:off x="1664" y="1693"/>
              <a:ext cx="1200" cy="659"/>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56983" name="Oval 9"/>
            <p:cNvSpPr>
              <a:spLocks noChangeArrowheads="1"/>
            </p:cNvSpPr>
            <p:nvPr/>
          </p:nvSpPr>
          <p:spPr bwMode="auto">
            <a:xfrm>
              <a:off x="2445" y="988"/>
              <a:ext cx="751"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56984" name="Oval 10"/>
            <p:cNvSpPr>
              <a:spLocks noChangeArrowheads="1"/>
            </p:cNvSpPr>
            <p:nvPr/>
          </p:nvSpPr>
          <p:spPr bwMode="auto">
            <a:xfrm>
              <a:off x="2560" y="1317"/>
              <a:ext cx="752"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56985" name="Oval 11"/>
            <p:cNvSpPr>
              <a:spLocks noChangeArrowheads="1"/>
            </p:cNvSpPr>
            <p:nvPr/>
          </p:nvSpPr>
          <p:spPr bwMode="auto">
            <a:xfrm>
              <a:off x="2488" y="1427"/>
              <a:ext cx="752"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56986" name="Oval 12"/>
            <p:cNvSpPr>
              <a:spLocks noChangeArrowheads="1"/>
            </p:cNvSpPr>
            <p:nvPr/>
          </p:nvSpPr>
          <p:spPr bwMode="auto">
            <a:xfrm>
              <a:off x="1360" y="1176"/>
              <a:ext cx="1547"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grpSp>
          <p:nvGrpSpPr>
            <p:cNvPr id="156987" name="Group 13"/>
            <p:cNvGrpSpPr/>
            <p:nvPr/>
          </p:nvGrpSpPr>
          <p:grpSpPr bwMode="auto">
            <a:xfrm>
              <a:off x="912" y="768"/>
              <a:ext cx="2386" cy="1553"/>
              <a:chOff x="912" y="768"/>
              <a:chExt cx="2386" cy="1553"/>
            </a:xfrm>
          </p:grpSpPr>
          <p:sp>
            <p:nvSpPr>
              <p:cNvPr id="156988" name="Oval 14"/>
              <p:cNvSpPr>
                <a:spLocks noChangeArrowheads="1"/>
              </p:cNvSpPr>
              <p:nvPr/>
            </p:nvSpPr>
            <p:spPr bwMode="auto">
              <a:xfrm>
                <a:off x="1736" y="768"/>
                <a:ext cx="1027"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56989" name="Oval 15"/>
              <p:cNvSpPr>
                <a:spLocks noChangeArrowheads="1"/>
              </p:cNvSpPr>
              <p:nvPr/>
            </p:nvSpPr>
            <p:spPr bwMode="auto">
              <a:xfrm>
                <a:off x="1158" y="941"/>
                <a:ext cx="781"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56990" name="Oval 16"/>
              <p:cNvSpPr>
                <a:spLocks noChangeArrowheads="1"/>
              </p:cNvSpPr>
              <p:nvPr/>
            </p:nvSpPr>
            <p:spPr bwMode="auto">
              <a:xfrm>
                <a:off x="912" y="1333"/>
                <a:ext cx="520" cy="501"/>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56991" name="Oval 17"/>
              <p:cNvSpPr>
                <a:spLocks noChangeArrowheads="1"/>
              </p:cNvSpPr>
              <p:nvPr/>
            </p:nvSpPr>
            <p:spPr bwMode="auto">
              <a:xfrm>
                <a:off x="1071" y="1568"/>
                <a:ext cx="795" cy="549"/>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56992" name="Oval 18"/>
              <p:cNvSpPr>
                <a:spLocks noChangeArrowheads="1"/>
              </p:cNvSpPr>
              <p:nvPr/>
            </p:nvSpPr>
            <p:spPr bwMode="auto">
              <a:xfrm>
                <a:off x="1649" y="1662"/>
                <a:ext cx="1200" cy="659"/>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56993" name="Oval 19"/>
              <p:cNvSpPr>
                <a:spLocks noChangeArrowheads="1"/>
              </p:cNvSpPr>
              <p:nvPr/>
            </p:nvSpPr>
            <p:spPr bwMode="auto">
              <a:xfrm>
                <a:off x="2430" y="95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56994" name="Oval 20"/>
              <p:cNvSpPr>
                <a:spLocks noChangeArrowheads="1"/>
              </p:cNvSpPr>
              <p:nvPr/>
            </p:nvSpPr>
            <p:spPr bwMode="auto">
              <a:xfrm>
                <a:off x="2546" y="128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56995" name="Oval 21"/>
              <p:cNvSpPr>
                <a:spLocks noChangeArrowheads="1"/>
              </p:cNvSpPr>
              <p:nvPr/>
            </p:nvSpPr>
            <p:spPr bwMode="auto">
              <a:xfrm>
                <a:off x="2473" y="1395"/>
                <a:ext cx="752"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sp>
            <p:nvSpPr>
              <p:cNvPr id="156996" name="Oval 22"/>
              <p:cNvSpPr>
                <a:spLocks noChangeArrowheads="1"/>
              </p:cNvSpPr>
              <p:nvPr/>
            </p:nvSpPr>
            <p:spPr bwMode="auto">
              <a:xfrm>
                <a:off x="1346" y="1144"/>
                <a:ext cx="1547"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en-US" b="1">
                  <a:solidFill>
                    <a:srgbClr val="000099"/>
                  </a:solidFill>
                </a:endParaRPr>
              </a:p>
            </p:txBody>
          </p:sp>
        </p:grpSp>
      </p:grpSp>
      <p:graphicFrame>
        <p:nvGraphicFramePr>
          <p:cNvPr id="156676" name="Object 23"/>
          <p:cNvGraphicFramePr>
            <a:graphicFrameLocks noChangeAspect="1"/>
          </p:cNvGraphicFramePr>
          <p:nvPr/>
        </p:nvGraphicFramePr>
        <p:xfrm>
          <a:off x="7087262" y="3929832"/>
          <a:ext cx="1917567" cy="1149350"/>
        </p:xfrm>
        <a:graphic>
          <a:graphicData uri="http://schemas.openxmlformats.org/presentationml/2006/ole">
            <mc:AlternateContent xmlns:mc="http://schemas.openxmlformats.org/markup-compatibility/2006">
              <mc:Choice xmlns:v="urn:schemas-microsoft-com:vml" Requires="v">
                <p:oleObj spid="_x0000_s25584" name="VISIO" r:id="rId4" imgW="1687195" imgH="964565" progId="Visio.Drawing.6">
                  <p:embed/>
                </p:oleObj>
              </mc:Choice>
              <mc:Fallback>
                <p:oleObj name="VISIO" r:id="rId4" imgW="1687195" imgH="964565" progId="Visio.Drawing.6">
                  <p:embed/>
                  <p:pic>
                    <p:nvPicPr>
                      <p:cNvPr id="0" name="图片 2460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87262" y="3929832"/>
                        <a:ext cx="1917567" cy="1149350"/>
                      </a:xfrm>
                      <a:prstGeom prst="rect">
                        <a:avLst/>
                      </a:prstGeom>
                      <a:noFill/>
                      <a:ln>
                        <a:noFill/>
                      </a:ln>
                      <a:effectLst>
                        <a:outerShdw dist="25400" dir="54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156677" name="Line 24"/>
          <p:cNvSpPr>
            <a:spLocks noChangeShapeType="1"/>
          </p:cNvSpPr>
          <p:nvPr/>
        </p:nvSpPr>
        <p:spPr bwMode="auto">
          <a:xfrm>
            <a:off x="4046671" y="4491807"/>
            <a:ext cx="2734469" cy="0"/>
          </a:xfrm>
          <a:prstGeom prst="line">
            <a:avLst/>
          </a:prstGeom>
          <a:noFill/>
          <a:ln w="38100">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156678" name="Line 25"/>
          <p:cNvSpPr>
            <a:spLocks noChangeShapeType="1"/>
          </p:cNvSpPr>
          <p:nvPr/>
        </p:nvSpPr>
        <p:spPr bwMode="auto">
          <a:xfrm>
            <a:off x="8273919" y="5001395"/>
            <a:ext cx="703394" cy="542925"/>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6679" name="Line 26"/>
          <p:cNvSpPr>
            <a:spLocks noChangeShapeType="1"/>
          </p:cNvSpPr>
          <p:nvPr/>
        </p:nvSpPr>
        <p:spPr bwMode="auto">
          <a:xfrm>
            <a:off x="8679789" y="4721994"/>
            <a:ext cx="564092" cy="115888"/>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6680" name="Line 27"/>
          <p:cNvSpPr>
            <a:spLocks noChangeShapeType="1"/>
          </p:cNvSpPr>
          <p:nvPr/>
        </p:nvSpPr>
        <p:spPr bwMode="auto">
          <a:xfrm flipV="1">
            <a:off x="8710746" y="4040958"/>
            <a:ext cx="533135" cy="153987"/>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6681" name="Line 28"/>
          <p:cNvSpPr>
            <a:spLocks noChangeShapeType="1"/>
          </p:cNvSpPr>
          <p:nvPr/>
        </p:nvSpPr>
        <p:spPr bwMode="auto">
          <a:xfrm flipV="1">
            <a:off x="8241242" y="3421832"/>
            <a:ext cx="736071" cy="595312"/>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nvGrpSpPr>
          <p:cNvPr id="156682" name="Group 29"/>
          <p:cNvGrpSpPr/>
          <p:nvPr/>
        </p:nvGrpSpPr>
        <p:grpSpPr bwMode="auto">
          <a:xfrm>
            <a:off x="9099418" y="3696469"/>
            <a:ext cx="426508" cy="661988"/>
            <a:chOff x="4486" y="2730"/>
            <a:chExt cx="217" cy="339"/>
          </a:xfrm>
        </p:grpSpPr>
        <p:grpSp>
          <p:nvGrpSpPr>
            <p:cNvPr id="156958" name="Group 30"/>
            <p:cNvGrpSpPr/>
            <p:nvPr/>
          </p:nvGrpSpPr>
          <p:grpSpPr bwMode="auto">
            <a:xfrm>
              <a:off x="4491" y="2736"/>
              <a:ext cx="212" cy="333"/>
              <a:chOff x="4491" y="2736"/>
              <a:chExt cx="212" cy="333"/>
            </a:xfrm>
          </p:grpSpPr>
          <p:sp>
            <p:nvSpPr>
              <p:cNvPr id="156969" name="Freeform 31"/>
              <p:cNvSpPr/>
              <p:nvPr/>
            </p:nvSpPr>
            <p:spPr bwMode="auto">
              <a:xfrm>
                <a:off x="4557" y="2736"/>
                <a:ext cx="146" cy="333"/>
              </a:xfrm>
              <a:custGeom>
                <a:avLst/>
                <a:gdLst>
                  <a:gd name="T0" fmla="*/ 50 w 146"/>
                  <a:gd name="T1" fmla="*/ 333 h 333"/>
                  <a:gd name="T2" fmla="*/ 0 w 146"/>
                  <a:gd name="T3" fmla="*/ 51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1"/>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970" name="Freeform 32"/>
              <p:cNvSpPr/>
              <p:nvPr/>
            </p:nvSpPr>
            <p:spPr bwMode="auto">
              <a:xfrm>
                <a:off x="4557" y="2736"/>
                <a:ext cx="146" cy="333"/>
              </a:xfrm>
              <a:custGeom>
                <a:avLst/>
                <a:gdLst>
                  <a:gd name="T0" fmla="*/ 50 w 146"/>
                  <a:gd name="T1" fmla="*/ 333 h 333"/>
                  <a:gd name="T2" fmla="*/ 0 w 146"/>
                  <a:gd name="T3" fmla="*/ 51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1"/>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971" name="Freeform 33"/>
              <p:cNvSpPr/>
              <p:nvPr/>
            </p:nvSpPr>
            <p:spPr bwMode="auto">
              <a:xfrm>
                <a:off x="4491" y="273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972" name="Freeform 34"/>
              <p:cNvSpPr/>
              <p:nvPr/>
            </p:nvSpPr>
            <p:spPr bwMode="auto">
              <a:xfrm>
                <a:off x="4491" y="273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973" name="Rectangle 35"/>
              <p:cNvSpPr>
                <a:spLocks noChangeArrowheads="1"/>
              </p:cNvSpPr>
              <p:nvPr/>
            </p:nvSpPr>
            <p:spPr bwMode="auto">
              <a:xfrm>
                <a:off x="4491" y="2799"/>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6974" name="Rectangle 36"/>
              <p:cNvSpPr>
                <a:spLocks noChangeArrowheads="1"/>
              </p:cNvSpPr>
              <p:nvPr/>
            </p:nvSpPr>
            <p:spPr bwMode="auto">
              <a:xfrm>
                <a:off x="4496" y="2812"/>
                <a:ext cx="66"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6975" name="Line 37"/>
              <p:cNvSpPr>
                <a:spLocks noChangeShapeType="1"/>
              </p:cNvSpPr>
              <p:nvPr/>
            </p:nvSpPr>
            <p:spPr bwMode="auto">
              <a:xfrm>
                <a:off x="4501" y="2837"/>
                <a:ext cx="51"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6976" name="Line 38"/>
              <p:cNvSpPr>
                <a:spLocks noChangeShapeType="1"/>
              </p:cNvSpPr>
              <p:nvPr/>
            </p:nvSpPr>
            <p:spPr bwMode="auto">
              <a:xfrm flipH="1">
                <a:off x="4491" y="3013"/>
                <a:ext cx="116"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6977" name="Line 39"/>
              <p:cNvSpPr>
                <a:spLocks noChangeShapeType="1"/>
              </p:cNvSpPr>
              <p:nvPr/>
            </p:nvSpPr>
            <p:spPr bwMode="auto">
              <a:xfrm flipH="1">
                <a:off x="4491" y="2900"/>
                <a:ext cx="116"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nvGrpSpPr>
            <p:cNvPr id="156959" name="Group 40"/>
            <p:cNvGrpSpPr/>
            <p:nvPr/>
          </p:nvGrpSpPr>
          <p:grpSpPr bwMode="auto">
            <a:xfrm>
              <a:off x="4486" y="2730"/>
              <a:ext cx="212" cy="333"/>
              <a:chOff x="4486" y="2730"/>
              <a:chExt cx="212" cy="333"/>
            </a:xfrm>
          </p:grpSpPr>
          <p:sp>
            <p:nvSpPr>
              <p:cNvPr id="156960" name="Freeform 41"/>
              <p:cNvSpPr/>
              <p:nvPr/>
            </p:nvSpPr>
            <p:spPr bwMode="auto">
              <a:xfrm>
                <a:off x="4552" y="2730"/>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961" name="Freeform 42"/>
              <p:cNvSpPr/>
              <p:nvPr/>
            </p:nvSpPr>
            <p:spPr bwMode="auto">
              <a:xfrm>
                <a:off x="4552" y="2730"/>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962" name="Freeform 43"/>
              <p:cNvSpPr/>
              <p:nvPr/>
            </p:nvSpPr>
            <p:spPr bwMode="auto">
              <a:xfrm>
                <a:off x="4486" y="2730"/>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963" name="Freeform 44"/>
              <p:cNvSpPr/>
              <p:nvPr/>
            </p:nvSpPr>
            <p:spPr bwMode="auto">
              <a:xfrm>
                <a:off x="4486" y="2730"/>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964" name="Rectangle 45"/>
              <p:cNvSpPr>
                <a:spLocks noChangeArrowheads="1"/>
              </p:cNvSpPr>
              <p:nvPr/>
            </p:nvSpPr>
            <p:spPr bwMode="auto">
              <a:xfrm>
                <a:off x="4486" y="2793"/>
                <a:ext cx="116" cy="270"/>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6965" name="Rectangle 46"/>
              <p:cNvSpPr>
                <a:spLocks noChangeArrowheads="1"/>
              </p:cNvSpPr>
              <p:nvPr/>
            </p:nvSpPr>
            <p:spPr bwMode="auto">
              <a:xfrm>
                <a:off x="4491" y="2806"/>
                <a:ext cx="66" cy="43"/>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6966" name="Line 47"/>
              <p:cNvSpPr>
                <a:spLocks noChangeShapeType="1"/>
              </p:cNvSpPr>
              <p:nvPr/>
            </p:nvSpPr>
            <p:spPr bwMode="auto">
              <a:xfrm>
                <a:off x="4501" y="2824"/>
                <a:ext cx="41"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6967" name="Line 48"/>
              <p:cNvSpPr>
                <a:spLocks noChangeShapeType="1"/>
              </p:cNvSpPr>
              <p:nvPr/>
            </p:nvSpPr>
            <p:spPr bwMode="auto">
              <a:xfrm flipH="1">
                <a:off x="4491" y="3006"/>
                <a:ext cx="106"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6968" name="Line 49"/>
              <p:cNvSpPr>
                <a:spLocks noChangeShapeType="1"/>
              </p:cNvSpPr>
              <p:nvPr/>
            </p:nvSpPr>
            <p:spPr bwMode="auto">
              <a:xfrm flipH="1">
                <a:off x="4491" y="2893"/>
                <a:ext cx="106"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grpSp>
        <p:nvGrpSpPr>
          <p:cNvPr id="156683" name="Group 50"/>
          <p:cNvGrpSpPr/>
          <p:nvPr/>
        </p:nvGrpSpPr>
        <p:grpSpPr bwMode="auto">
          <a:xfrm>
            <a:off x="9099418" y="4556894"/>
            <a:ext cx="426508" cy="661988"/>
            <a:chOff x="4486" y="3170"/>
            <a:chExt cx="217" cy="339"/>
          </a:xfrm>
        </p:grpSpPr>
        <p:grpSp>
          <p:nvGrpSpPr>
            <p:cNvPr id="156938" name="Group 51"/>
            <p:cNvGrpSpPr/>
            <p:nvPr/>
          </p:nvGrpSpPr>
          <p:grpSpPr bwMode="auto">
            <a:xfrm>
              <a:off x="4491" y="3176"/>
              <a:ext cx="212" cy="333"/>
              <a:chOff x="4491" y="3176"/>
              <a:chExt cx="212" cy="333"/>
            </a:xfrm>
          </p:grpSpPr>
          <p:sp>
            <p:nvSpPr>
              <p:cNvPr id="156949" name="Freeform 52"/>
              <p:cNvSpPr/>
              <p:nvPr/>
            </p:nvSpPr>
            <p:spPr bwMode="auto">
              <a:xfrm>
                <a:off x="4557" y="3176"/>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950" name="Freeform 53"/>
              <p:cNvSpPr/>
              <p:nvPr/>
            </p:nvSpPr>
            <p:spPr bwMode="auto">
              <a:xfrm>
                <a:off x="4557" y="3176"/>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951" name="Freeform 54"/>
              <p:cNvSpPr/>
              <p:nvPr/>
            </p:nvSpPr>
            <p:spPr bwMode="auto">
              <a:xfrm>
                <a:off x="4491" y="317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952" name="Freeform 55"/>
              <p:cNvSpPr/>
              <p:nvPr/>
            </p:nvSpPr>
            <p:spPr bwMode="auto">
              <a:xfrm>
                <a:off x="4491" y="317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953" name="Rectangle 56"/>
              <p:cNvSpPr>
                <a:spLocks noChangeArrowheads="1"/>
              </p:cNvSpPr>
              <p:nvPr/>
            </p:nvSpPr>
            <p:spPr bwMode="auto">
              <a:xfrm>
                <a:off x="4491" y="3239"/>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6954" name="Rectangle 57"/>
              <p:cNvSpPr>
                <a:spLocks noChangeArrowheads="1"/>
              </p:cNvSpPr>
              <p:nvPr/>
            </p:nvSpPr>
            <p:spPr bwMode="auto">
              <a:xfrm>
                <a:off x="4496" y="3251"/>
                <a:ext cx="66"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6955" name="Line 58"/>
              <p:cNvSpPr>
                <a:spLocks noChangeShapeType="1"/>
              </p:cNvSpPr>
              <p:nvPr/>
            </p:nvSpPr>
            <p:spPr bwMode="auto">
              <a:xfrm>
                <a:off x="4501" y="3276"/>
                <a:ext cx="51"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6956" name="Line 59"/>
              <p:cNvSpPr>
                <a:spLocks noChangeShapeType="1"/>
              </p:cNvSpPr>
              <p:nvPr/>
            </p:nvSpPr>
            <p:spPr bwMode="auto">
              <a:xfrm flipH="1">
                <a:off x="4491" y="3452"/>
                <a:ext cx="116"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6957" name="Line 60"/>
              <p:cNvSpPr>
                <a:spLocks noChangeShapeType="1"/>
              </p:cNvSpPr>
              <p:nvPr/>
            </p:nvSpPr>
            <p:spPr bwMode="auto">
              <a:xfrm flipH="1">
                <a:off x="4491" y="3339"/>
                <a:ext cx="116"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nvGrpSpPr>
            <p:cNvPr id="156939" name="Group 61"/>
            <p:cNvGrpSpPr/>
            <p:nvPr/>
          </p:nvGrpSpPr>
          <p:grpSpPr bwMode="auto">
            <a:xfrm>
              <a:off x="4486" y="3170"/>
              <a:ext cx="212" cy="332"/>
              <a:chOff x="4486" y="3170"/>
              <a:chExt cx="212" cy="332"/>
            </a:xfrm>
          </p:grpSpPr>
          <p:sp>
            <p:nvSpPr>
              <p:cNvPr id="156940" name="Freeform 62"/>
              <p:cNvSpPr/>
              <p:nvPr/>
            </p:nvSpPr>
            <p:spPr bwMode="auto">
              <a:xfrm>
                <a:off x="4552" y="3170"/>
                <a:ext cx="146" cy="332"/>
              </a:xfrm>
              <a:custGeom>
                <a:avLst/>
                <a:gdLst>
                  <a:gd name="T0" fmla="*/ 50 w 146"/>
                  <a:gd name="T1" fmla="*/ 332 h 332"/>
                  <a:gd name="T2" fmla="*/ 0 w 146"/>
                  <a:gd name="T3" fmla="*/ 50 h 332"/>
                  <a:gd name="T4" fmla="*/ 146 w 146"/>
                  <a:gd name="T5" fmla="*/ 0 h 332"/>
                  <a:gd name="T6" fmla="*/ 146 w 146"/>
                  <a:gd name="T7" fmla="*/ 269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69"/>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941" name="Freeform 63"/>
              <p:cNvSpPr/>
              <p:nvPr/>
            </p:nvSpPr>
            <p:spPr bwMode="auto">
              <a:xfrm>
                <a:off x="4552" y="3170"/>
                <a:ext cx="146" cy="332"/>
              </a:xfrm>
              <a:custGeom>
                <a:avLst/>
                <a:gdLst>
                  <a:gd name="T0" fmla="*/ 50 w 146"/>
                  <a:gd name="T1" fmla="*/ 332 h 332"/>
                  <a:gd name="T2" fmla="*/ 0 w 146"/>
                  <a:gd name="T3" fmla="*/ 50 h 332"/>
                  <a:gd name="T4" fmla="*/ 146 w 146"/>
                  <a:gd name="T5" fmla="*/ 0 h 332"/>
                  <a:gd name="T6" fmla="*/ 146 w 146"/>
                  <a:gd name="T7" fmla="*/ 269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69"/>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942" name="Freeform 64"/>
              <p:cNvSpPr/>
              <p:nvPr/>
            </p:nvSpPr>
            <p:spPr bwMode="auto">
              <a:xfrm>
                <a:off x="4486" y="3170"/>
                <a:ext cx="212" cy="62"/>
              </a:xfrm>
              <a:custGeom>
                <a:avLst/>
                <a:gdLst>
                  <a:gd name="T0" fmla="*/ 0 w 212"/>
                  <a:gd name="T1" fmla="*/ 62 h 62"/>
                  <a:gd name="T2" fmla="*/ 91 w 212"/>
                  <a:gd name="T3" fmla="*/ 0 h 62"/>
                  <a:gd name="T4" fmla="*/ 212 w 212"/>
                  <a:gd name="T5" fmla="*/ 0 h 62"/>
                  <a:gd name="T6" fmla="*/ 116 w 212"/>
                  <a:gd name="T7" fmla="*/ 62 h 62"/>
                  <a:gd name="T8" fmla="*/ 0 w 212"/>
                  <a:gd name="T9" fmla="*/ 62 h 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2">
                    <a:moveTo>
                      <a:pt x="0" y="62"/>
                    </a:moveTo>
                    <a:lnTo>
                      <a:pt x="91" y="0"/>
                    </a:lnTo>
                    <a:lnTo>
                      <a:pt x="212" y="0"/>
                    </a:lnTo>
                    <a:lnTo>
                      <a:pt x="116" y="62"/>
                    </a:lnTo>
                    <a:lnTo>
                      <a:pt x="0" y="62"/>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943" name="Freeform 65"/>
              <p:cNvSpPr/>
              <p:nvPr/>
            </p:nvSpPr>
            <p:spPr bwMode="auto">
              <a:xfrm>
                <a:off x="4486" y="3170"/>
                <a:ext cx="212" cy="62"/>
              </a:xfrm>
              <a:custGeom>
                <a:avLst/>
                <a:gdLst>
                  <a:gd name="T0" fmla="*/ 0 w 212"/>
                  <a:gd name="T1" fmla="*/ 62 h 62"/>
                  <a:gd name="T2" fmla="*/ 91 w 212"/>
                  <a:gd name="T3" fmla="*/ 0 h 62"/>
                  <a:gd name="T4" fmla="*/ 212 w 212"/>
                  <a:gd name="T5" fmla="*/ 0 h 62"/>
                  <a:gd name="T6" fmla="*/ 116 w 212"/>
                  <a:gd name="T7" fmla="*/ 62 h 62"/>
                  <a:gd name="T8" fmla="*/ 0 w 212"/>
                  <a:gd name="T9" fmla="*/ 62 h 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2">
                    <a:moveTo>
                      <a:pt x="0" y="62"/>
                    </a:moveTo>
                    <a:lnTo>
                      <a:pt x="91" y="0"/>
                    </a:lnTo>
                    <a:lnTo>
                      <a:pt x="212" y="0"/>
                    </a:lnTo>
                    <a:lnTo>
                      <a:pt x="116" y="62"/>
                    </a:lnTo>
                    <a:lnTo>
                      <a:pt x="0" y="62"/>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944" name="Rectangle 66"/>
              <p:cNvSpPr>
                <a:spLocks noChangeArrowheads="1"/>
              </p:cNvSpPr>
              <p:nvPr/>
            </p:nvSpPr>
            <p:spPr bwMode="auto">
              <a:xfrm>
                <a:off x="4486" y="3232"/>
                <a:ext cx="116" cy="270"/>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6945" name="Rectangle 67"/>
              <p:cNvSpPr>
                <a:spLocks noChangeArrowheads="1"/>
              </p:cNvSpPr>
              <p:nvPr/>
            </p:nvSpPr>
            <p:spPr bwMode="auto">
              <a:xfrm>
                <a:off x="4491" y="3245"/>
                <a:ext cx="66"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6946" name="Line 68"/>
              <p:cNvSpPr>
                <a:spLocks noChangeShapeType="1"/>
              </p:cNvSpPr>
              <p:nvPr/>
            </p:nvSpPr>
            <p:spPr bwMode="auto">
              <a:xfrm>
                <a:off x="4501" y="3264"/>
                <a:ext cx="41"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6947" name="Line 69"/>
              <p:cNvSpPr>
                <a:spLocks noChangeShapeType="1"/>
              </p:cNvSpPr>
              <p:nvPr/>
            </p:nvSpPr>
            <p:spPr bwMode="auto">
              <a:xfrm flipH="1">
                <a:off x="4491" y="3446"/>
                <a:ext cx="106"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6948" name="Line 70"/>
              <p:cNvSpPr>
                <a:spLocks noChangeShapeType="1"/>
              </p:cNvSpPr>
              <p:nvPr/>
            </p:nvSpPr>
            <p:spPr bwMode="auto">
              <a:xfrm flipH="1">
                <a:off x="4491" y="3333"/>
                <a:ext cx="106"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grpSp>
        <p:nvGrpSpPr>
          <p:cNvPr id="156684" name="Group 71"/>
          <p:cNvGrpSpPr/>
          <p:nvPr/>
        </p:nvGrpSpPr>
        <p:grpSpPr bwMode="auto">
          <a:xfrm>
            <a:off x="8655712" y="5229994"/>
            <a:ext cx="423069" cy="661988"/>
            <a:chOff x="4260" y="3515"/>
            <a:chExt cx="216" cy="339"/>
          </a:xfrm>
        </p:grpSpPr>
        <p:grpSp>
          <p:nvGrpSpPr>
            <p:cNvPr id="156918" name="Group 72"/>
            <p:cNvGrpSpPr/>
            <p:nvPr/>
          </p:nvGrpSpPr>
          <p:grpSpPr bwMode="auto">
            <a:xfrm>
              <a:off x="4265" y="3521"/>
              <a:ext cx="211" cy="333"/>
              <a:chOff x="4265" y="3521"/>
              <a:chExt cx="211" cy="333"/>
            </a:xfrm>
          </p:grpSpPr>
          <p:sp>
            <p:nvSpPr>
              <p:cNvPr id="156929" name="Freeform 73"/>
              <p:cNvSpPr/>
              <p:nvPr/>
            </p:nvSpPr>
            <p:spPr bwMode="auto">
              <a:xfrm>
                <a:off x="4330" y="3521"/>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930" name="Freeform 74"/>
              <p:cNvSpPr/>
              <p:nvPr/>
            </p:nvSpPr>
            <p:spPr bwMode="auto">
              <a:xfrm>
                <a:off x="4330" y="3521"/>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931" name="Freeform 75"/>
              <p:cNvSpPr/>
              <p:nvPr/>
            </p:nvSpPr>
            <p:spPr bwMode="auto">
              <a:xfrm>
                <a:off x="4265" y="3521"/>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932" name="Freeform 76"/>
              <p:cNvSpPr/>
              <p:nvPr/>
            </p:nvSpPr>
            <p:spPr bwMode="auto">
              <a:xfrm>
                <a:off x="4265" y="3521"/>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933" name="Rectangle 77"/>
              <p:cNvSpPr>
                <a:spLocks noChangeArrowheads="1"/>
              </p:cNvSpPr>
              <p:nvPr/>
            </p:nvSpPr>
            <p:spPr bwMode="auto">
              <a:xfrm>
                <a:off x="4265" y="3584"/>
                <a:ext cx="115"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6934" name="Rectangle 78"/>
              <p:cNvSpPr>
                <a:spLocks noChangeArrowheads="1"/>
              </p:cNvSpPr>
              <p:nvPr/>
            </p:nvSpPr>
            <p:spPr bwMode="auto">
              <a:xfrm>
                <a:off x="4270" y="3596"/>
                <a:ext cx="65"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6935" name="Line 79"/>
              <p:cNvSpPr>
                <a:spLocks noChangeShapeType="1"/>
              </p:cNvSpPr>
              <p:nvPr/>
            </p:nvSpPr>
            <p:spPr bwMode="auto">
              <a:xfrm>
                <a:off x="4275" y="3622"/>
                <a:ext cx="50"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6936" name="Line 80"/>
              <p:cNvSpPr>
                <a:spLocks noChangeShapeType="1"/>
              </p:cNvSpPr>
              <p:nvPr/>
            </p:nvSpPr>
            <p:spPr bwMode="auto">
              <a:xfrm flipH="1">
                <a:off x="4265" y="3797"/>
                <a:ext cx="115"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6937" name="Line 81"/>
              <p:cNvSpPr>
                <a:spLocks noChangeShapeType="1"/>
              </p:cNvSpPr>
              <p:nvPr/>
            </p:nvSpPr>
            <p:spPr bwMode="auto">
              <a:xfrm flipH="1">
                <a:off x="4265" y="3684"/>
                <a:ext cx="115"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nvGrpSpPr>
            <p:cNvPr id="156919" name="Group 82"/>
            <p:cNvGrpSpPr/>
            <p:nvPr/>
          </p:nvGrpSpPr>
          <p:grpSpPr bwMode="auto">
            <a:xfrm>
              <a:off x="4260" y="3515"/>
              <a:ext cx="211" cy="332"/>
              <a:chOff x="4260" y="3515"/>
              <a:chExt cx="211" cy="332"/>
            </a:xfrm>
          </p:grpSpPr>
          <p:sp>
            <p:nvSpPr>
              <p:cNvPr id="156920" name="Freeform 83"/>
              <p:cNvSpPr/>
              <p:nvPr/>
            </p:nvSpPr>
            <p:spPr bwMode="auto">
              <a:xfrm>
                <a:off x="4325" y="3515"/>
                <a:ext cx="146" cy="332"/>
              </a:xfrm>
              <a:custGeom>
                <a:avLst/>
                <a:gdLst>
                  <a:gd name="T0" fmla="*/ 50 w 146"/>
                  <a:gd name="T1" fmla="*/ 332 h 332"/>
                  <a:gd name="T2" fmla="*/ 0 w 146"/>
                  <a:gd name="T3" fmla="*/ 50 h 332"/>
                  <a:gd name="T4" fmla="*/ 146 w 146"/>
                  <a:gd name="T5" fmla="*/ 0 h 332"/>
                  <a:gd name="T6" fmla="*/ 146 w 146"/>
                  <a:gd name="T7" fmla="*/ 270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70"/>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921" name="Freeform 84"/>
              <p:cNvSpPr/>
              <p:nvPr/>
            </p:nvSpPr>
            <p:spPr bwMode="auto">
              <a:xfrm>
                <a:off x="4325" y="3515"/>
                <a:ext cx="146" cy="332"/>
              </a:xfrm>
              <a:custGeom>
                <a:avLst/>
                <a:gdLst>
                  <a:gd name="T0" fmla="*/ 50 w 146"/>
                  <a:gd name="T1" fmla="*/ 332 h 332"/>
                  <a:gd name="T2" fmla="*/ 0 w 146"/>
                  <a:gd name="T3" fmla="*/ 50 h 332"/>
                  <a:gd name="T4" fmla="*/ 146 w 146"/>
                  <a:gd name="T5" fmla="*/ 0 h 332"/>
                  <a:gd name="T6" fmla="*/ 146 w 146"/>
                  <a:gd name="T7" fmla="*/ 270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70"/>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922" name="Freeform 85"/>
              <p:cNvSpPr/>
              <p:nvPr/>
            </p:nvSpPr>
            <p:spPr bwMode="auto">
              <a:xfrm>
                <a:off x="4260" y="3515"/>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923" name="Freeform 86"/>
              <p:cNvSpPr/>
              <p:nvPr/>
            </p:nvSpPr>
            <p:spPr bwMode="auto">
              <a:xfrm>
                <a:off x="4260" y="3515"/>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924" name="Rectangle 87"/>
              <p:cNvSpPr>
                <a:spLocks noChangeArrowheads="1"/>
              </p:cNvSpPr>
              <p:nvPr/>
            </p:nvSpPr>
            <p:spPr bwMode="auto">
              <a:xfrm>
                <a:off x="4260" y="3578"/>
                <a:ext cx="115" cy="26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6925" name="Rectangle 88"/>
              <p:cNvSpPr>
                <a:spLocks noChangeArrowheads="1"/>
              </p:cNvSpPr>
              <p:nvPr/>
            </p:nvSpPr>
            <p:spPr bwMode="auto">
              <a:xfrm>
                <a:off x="4265" y="3590"/>
                <a:ext cx="65"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6926" name="Line 89"/>
              <p:cNvSpPr>
                <a:spLocks noChangeShapeType="1"/>
              </p:cNvSpPr>
              <p:nvPr/>
            </p:nvSpPr>
            <p:spPr bwMode="auto">
              <a:xfrm>
                <a:off x="4275" y="3609"/>
                <a:ext cx="40"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6927" name="Line 90"/>
              <p:cNvSpPr>
                <a:spLocks noChangeShapeType="1"/>
              </p:cNvSpPr>
              <p:nvPr/>
            </p:nvSpPr>
            <p:spPr bwMode="auto">
              <a:xfrm flipH="1">
                <a:off x="4265" y="3791"/>
                <a:ext cx="105"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6928" name="Line 91"/>
              <p:cNvSpPr>
                <a:spLocks noChangeShapeType="1"/>
              </p:cNvSpPr>
              <p:nvPr/>
            </p:nvSpPr>
            <p:spPr bwMode="auto">
              <a:xfrm flipH="1">
                <a:off x="4265" y="3678"/>
                <a:ext cx="105"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sp>
        <p:nvSpPr>
          <p:cNvPr id="156685" name="Rectangle 92"/>
          <p:cNvSpPr>
            <a:spLocks noChangeArrowheads="1"/>
          </p:cNvSpPr>
          <p:nvPr/>
        </p:nvSpPr>
        <p:spPr bwMode="auto">
          <a:xfrm>
            <a:off x="2285603" y="3156719"/>
            <a:ext cx="32676" cy="2598738"/>
          </a:xfrm>
          <a:prstGeom prst="rect">
            <a:avLst/>
          </a:prstGeom>
          <a:solidFill>
            <a:srgbClr val="000000"/>
          </a:solidFill>
          <a:ln w="28575">
            <a:solidFill>
              <a:srgbClr val="333399"/>
            </a:solidFill>
            <a:miter lim="800000"/>
          </a:ln>
        </p:spPr>
        <p:txBody>
          <a:bodyPr/>
          <a:lstStyle/>
          <a:p>
            <a:pPr eaLnBrk="1" hangingPunct="1"/>
            <a:endParaRPr lang="zh-CN" altLang="en-US" b="1">
              <a:solidFill>
                <a:srgbClr val="000099"/>
              </a:solidFill>
            </a:endParaRPr>
          </a:p>
        </p:txBody>
      </p:sp>
      <p:sp>
        <p:nvSpPr>
          <p:cNvPr id="156686" name="Line 93"/>
          <p:cNvSpPr>
            <a:spLocks noChangeShapeType="1"/>
          </p:cNvSpPr>
          <p:nvPr/>
        </p:nvSpPr>
        <p:spPr bwMode="auto">
          <a:xfrm>
            <a:off x="1411950" y="3537720"/>
            <a:ext cx="889132" cy="3175"/>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6687" name="Line 94"/>
          <p:cNvSpPr>
            <a:spLocks noChangeShapeType="1"/>
          </p:cNvSpPr>
          <p:nvPr/>
        </p:nvSpPr>
        <p:spPr bwMode="auto">
          <a:xfrm>
            <a:off x="1678517" y="4247333"/>
            <a:ext cx="622565" cy="1587"/>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6688" name="Line 95"/>
          <p:cNvSpPr>
            <a:spLocks noChangeShapeType="1"/>
          </p:cNvSpPr>
          <p:nvPr/>
        </p:nvSpPr>
        <p:spPr bwMode="auto">
          <a:xfrm>
            <a:off x="964804" y="4748983"/>
            <a:ext cx="1336278" cy="3175"/>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6689" name="Line 96"/>
          <p:cNvSpPr>
            <a:spLocks noChangeShapeType="1"/>
          </p:cNvSpPr>
          <p:nvPr/>
        </p:nvSpPr>
        <p:spPr bwMode="auto">
          <a:xfrm>
            <a:off x="1499659" y="5366520"/>
            <a:ext cx="801423" cy="3175"/>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6690" name="Line 97"/>
          <p:cNvSpPr>
            <a:spLocks noChangeShapeType="1"/>
          </p:cNvSpPr>
          <p:nvPr/>
        </p:nvSpPr>
        <p:spPr bwMode="auto">
          <a:xfrm>
            <a:off x="2301082" y="5544320"/>
            <a:ext cx="445427" cy="3175"/>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6691" name="Line 98"/>
          <p:cNvSpPr>
            <a:spLocks noChangeShapeType="1"/>
          </p:cNvSpPr>
          <p:nvPr/>
        </p:nvSpPr>
        <p:spPr bwMode="auto">
          <a:xfrm flipV="1">
            <a:off x="3159258" y="4580707"/>
            <a:ext cx="779065" cy="647700"/>
          </a:xfrm>
          <a:prstGeom prst="line">
            <a:avLst/>
          </a:prstGeom>
          <a:noFill/>
          <a:ln w="2857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156692" name="Line 99"/>
          <p:cNvSpPr>
            <a:spLocks noChangeShapeType="1"/>
          </p:cNvSpPr>
          <p:nvPr/>
        </p:nvSpPr>
        <p:spPr bwMode="auto">
          <a:xfrm>
            <a:off x="2301081" y="4483869"/>
            <a:ext cx="1515137" cy="1588"/>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nvGrpSpPr>
          <p:cNvPr id="156693" name="Group 100"/>
          <p:cNvGrpSpPr/>
          <p:nvPr/>
        </p:nvGrpSpPr>
        <p:grpSpPr bwMode="auto">
          <a:xfrm>
            <a:off x="3656277" y="4288607"/>
            <a:ext cx="607087" cy="374650"/>
            <a:chOff x="2154" y="3033"/>
            <a:chExt cx="309" cy="192"/>
          </a:xfrm>
        </p:grpSpPr>
        <p:sp>
          <p:nvSpPr>
            <p:cNvPr id="156893" name="Oval 101"/>
            <p:cNvSpPr>
              <a:spLocks noChangeArrowheads="1"/>
            </p:cNvSpPr>
            <p:nvPr/>
          </p:nvSpPr>
          <p:spPr bwMode="auto">
            <a:xfrm>
              <a:off x="2155" y="3113"/>
              <a:ext cx="308" cy="112"/>
            </a:xfrm>
            <a:prstGeom prst="ellipse">
              <a:avLst/>
            </a:prstGeom>
            <a:solidFill>
              <a:srgbClr val="0078AA"/>
            </a:solidFill>
            <a:ln w="3175">
              <a:solidFill>
                <a:srgbClr val="AAE6FF"/>
              </a:solidFill>
              <a:round/>
            </a:ln>
          </p:spPr>
          <p:txBody>
            <a:bodyPr/>
            <a:lstStyle/>
            <a:p>
              <a:pPr eaLnBrk="1" hangingPunct="1"/>
              <a:endParaRPr lang="zh-CN" altLang="en-US" b="1">
                <a:solidFill>
                  <a:srgbClr val="000099"/>
                </a:solidFill>
              </a:endParaRPr>
            </a:p>
          </p:txBody>
        </p:sp>
        <p:sp>
          <p:nvSpPr>
            <p:cNvPr id="156894" name="Rectangle 102"/>
            <p:cNvSpPr>
              <a:spLocks noChangeArrowheads="1"/>
            </p:cNvSpPr>
            <p:nvPr/>
          </p:nvSpPr>
          <p:spPr bwMode="auto">
            <a:xfrm>
              <a:off x="2154"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6895" name="Rectangle 103"/>
            <p:cNvSpPr>
              <a:spLocks noChangeArrowheads="1"/>
            </p:cNvSpPr>
            <p:nvPr/>
          </p:nvSpPr>
          <p:spPr bwMode="auto">
            <a:xfrm>
              <a:off x="2154"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6896" name="Oval 104"/>
            <p:cNvSpPr>
              <a:spLocks noChangeArrowheads="1"/>
            </p:cNvSpPr>
            <p:nvPr/>
          </p:nvSpPr>
          <p:spPr bwMode="auto">
            <a:xfrm>
              <a:off x="2155" y="3033"/>
              <a:ext cx="308" cy="112"/>
            </a:xfrm>
            <a:prstGeom prst="ellipse">
              <a:avLst/>
            </a:prstGeom>
            <a:solidFill>
              <a:srgbClr val="00B4FF"/>
            </a:solidFill>
            <a:ln w="3175">
              <a:solidFill>
                <a:srgbClr val="AAE6FF"/>
              </a:solidFill>
              <a:round/>
            </a:ln>
          </p:spPr>
          <p:txBody>
            <a:bodyPr/>
            <a:lstStyle/>
            <a:p>
              <a:pPr eaLnBrk="1" hangingPunct="1"/>
              <a:endParaRPr lang="zh-CN" altLang="en-US" b="1">
                <a:solidFill>
                  <a:srgbClr val="000099"/>
                </a:solidFill>
              </a:endParaRPr>
            </a:p>
          </p:txBody>
        </p:sp>
        <p:grpSp>
          <p:nvGrpSpPr>
            <p:cNvPr id="156897" name="Group 105"/>
            <p:cNvGrpSpPr/>
            <p:nvPr/>
          </p:nvGrpSpPr>
          <p:grpSpPr bwMode="auto">
            <a:xfrm>
              <a:off x="2201" y="3046"/>
              <a:ext cx="214" cy="86"/>
              <a:chOff x="2201" y="3046"/>
              <a:chExt cx="214" cy="86"/>
            </a:xfrm>
          </p:grpSpPr>
          <p:grpSp>
            <p:nvGrpSpPr>
              <p:cNvPr id="156900" name="Group 106"/>
              <p:cNvGrpSpPr/>
              <p:nvPr/>
            </p:nvGrpSpPr>
            <p:grpSpPr bwMode="auto">
              <a:xfrm>
                <a:off x="2201" y="3046"/>
                <a:ext cx="212" cy="84"/>
                <a:chOff x="2201" y="3046"/>
                <a:chExt cx="212" cy="84"/>
              </a:xfrm>
            </p:grpSpPr>
            <p:sp>
              <p:nvSpPr>
                <p:cNvPr id="156910" name="Freeform 107"/>
                <p:cNvSpPr/>
                <p:nvPr/>
              </p:nvSpPr>
              <p:spPr bwMode="auto">
                <a:xfrm>
                  <a:off x="2312"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0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0"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911" name="Freeform 108"/>
                <p:cNvSpPr/>
                <p:nvPr/>
              </p:nvSpPr>
              <p:spPr bwMode="auto">
                <a:xfrm>
                  <a:off x="2312"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0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0"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912" name="Freeform 109"/>
                <p:cNvSpPr/>
                <p:nvPr/>
              </p:nvSpPr>
              <p:spPr bwMode="auto">
                <a:xfrm>
                  <a:off x="2201" y="3090"/>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913" name="Freeform 110"/>
                <p:cNvSpPr/>
                <p:nvPr/>
              </p:nvSpPr>
              <p:spPr bwMode="auto">
                <a:xfrm>
                  <a:off x="2201" y="3090"/>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914" name="Freeform 111"/>
                <p:cNvSpPr/>
                <p:nvPr/>
              </p:nvSpPr>
              <p:spPr bwMode="auto">
                <a:xfrm>
                  <a:off x="2206" y="3046"/>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915" name="Freeform 112"/>
                <p:cNvSpPr/>
                <p:nvPr/>
              </p:nvSpPr>
              <p:spPr bwMode="auto">
                <a:xfrm>
                  <a:off x="2206" y="3046"/>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916" name="Freeform 113"/>
                <p:cNvSpPr/>
                <p:nvPr/>
              </p:nvSpPr>
              <p:spPr bwMode="auto">
                <a:xfrm>
                  <a:off x="2308" y="3094"/>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1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1" y="6"/>
                      </a:lnTo>
                      <a:lnTo>
                        <a:pt x="101" y="2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917" name="Freeform 114"/>
                <p:cNvSpPr/>
                <p:nvPr/>
              </p:nvSpPr>
              <p:spPr bwMode="auto">
                <a:xfrm>
                  <a:off x="2308" y="3094"/>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1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1" y="6"/>
                      </a:lnTo>
                      <a:lnTo>
                        <a:pt x="101" y="2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grpSp>
          <p:grpSp>
            <p:nvGrpSpPr>
              <p:cNvPr id="156901" name="Group 115"/>
              <p:cNvGrpSpPr/>
              <p:nvPr/>
            </p:nvGrpSpPr>
            <p:grpSpPr bwMode="auto">
              <a:xfrm>
                <a:off x="2203" y="3048"/>
                <a:ext cx="212" cy="84"/>
                <a:chOff x="2203" y="3048"/>
                <a:chExt cx="212" cy="84"/>
              </a:xfrm>
            </p:grpSpPr>
            <p:sp>
              <p:nvSpPr>
                <p:cNvPr id="156902" name="Freeform 116"/>
                <p:cNvSpPr/>
                <p:nvPr/>
              </p:nvSpPr>
              <p:spPr bwMode="auto">
                <a:xfrm>
                  <a:off x="2313" y="3050"/>
                  <a:ext cx="102" cy="36"/>
                </a:xfrm>
                <a:custGeom>
                  <a:avLst/>
                  <a:gdLst>
                    <a:gd name="T0" fmla="*/ 0 w 102"/>
                    <a:gd name="T1" fmla="*/ 28 h 36"/>
                    <a:gd name="T2" fmla="*/ 23 w 102"/>
                    <a:gd name="T3" fmla="*/ 36 h 36"/>
                    <a:gd name="T4" fmla="*/ 77 w 102"/>
                    <a:gd name="T5" fmla="*/ 12 h 36"/>
                    <a:gd name="T6" fmla="*/ 102 w 102"/>
                    <a:gd name="T7" fmla="*/ 20 h 36"/>
                    <a:gd name="T8" fmla="*/ 89 w 102"/>
                    <a:gd name="T9" fmla="*/ 0 h 36"/>
                    <a:gd name="T10" fmla="*/ 25 w 102"/>
                    <a:gd name="T11" fmla="*/ 0 h 36"/>
                    <a:gd name="T12" fmla="*/ 51 w 102"/>
                    <a:gd name="T13" fmla="*/ 6 h 36"/>
                    <a:gd name="T14" fmla="*/ 0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28"/>
                      </a:moveTo>
                      <a:lnTo>
                        <a:pt x="23" y="36"/>
                      </a:lnTo>
                      <a:lnTo>
                        <a:pt x="77" y="12"/>
                      </a:lnTo>
                      <a:lnTo>
                        <a:pt x="102" y="20"/>
                      </a:lnTo>
                      <a:lnTo>
                        <a:pt x="89" y="0"/>
                      </a:lnTo>
                      <a:lnTo>
                        <a:pt x="25"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903" name="Freeform 117"/>
                <p:cNvSpPr/>
                <p:nvPr/>
              </p:nvSpPr>
              <p:spPr bwMode="auto">
                <a:xfrm>
                  <a:off x="2313" y="3050"/>
                  <a:ext cx="102" cy="36"/>
                </a:xfrm>
                <a:custGeom>
                  <a:avLst/>
                  <a:gdLst>
                    <a:gd name="T0" fmla="*/ 0 w 102"/>
                    <a:gd name="T1" fmla="*/ 28 h 36"/>
                    <a:gd name="T2" fmla="*/ 23 w 102"/>
                    <a:gd name="T3" fmla="*/ 36 h 36"/>
                    <a:gd name="T4" fmla="*/ 77 w 102"/>
                    <a:gd name="T5" fmla="*/ 12 h 36"/>
                    <a:gd name="T6" fmla="*/ 102 w 102"/>
                    <a:gd name="T7" fmla="*/ 20 h 36"/>
                    <a:gd name="T8" fmla="*/ 89 w 102"/>
                    <a:gd name="T9" fmla="*/ 0 h 36"/>
                    <a:gd name="T10" fmla="*/ 25 w 102"/>
                    <a:gd name="T11" fmla="*/ 0 h 36"/>
                    <a:gd name="T12" fmla="*/ 51 w 102"/>
                    <a:gd name="T13" fmla="*/ 6 h 36"/>
                    <a:gd name="T14" fmla="*/ 0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28"/>
                      </a:moveTo>
                      <a:lnTo>
                        <a:pt x="23" y="36"/>
                      </a:lnTo>
                      <a:lnTo>
                        <a:pt x="77" y="12"/>
                      </a:lnTo>
                      <a:lnTo>
                        <a:pt x="102" y="20"/>
                      </a:lnTo>
                      <a:lnTo>
                        <a:pt x="89" y="0"/>
                      </a:lnTo>
                      <a:lnTo>
                        <a:pt x="25"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904" name="Freeform 118"/>
                <p:cNvSpPr/>
                <p:nvPr/>
              </p:nvSpPr>
              <p:spPr bwMode="auto">
                <a:xfrm>
                  <a:off x="2203"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905" name="Freeform 119"/>
                <p:cNvSpPr/>
                <p:nvPr/>
              </p:nvSpPr>
              <p:spPr bwMode="auto">
                <a:xfrm>
                  <a:off x="2203"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906" name="Freeform 120"/>
                <p:cNvSpPr/>
                <p:nvPr/>
              </p:nvSpPr>
              <p:spPr bwMode="auto">
                <a:xfrm>
                  <a:off x="2208" y="3048"/>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907" name="Freeform 121"/>
                <p:cNvSpPr/>
                <p:nvPr/>
              </p:nvSpPr>
              <p:spPr bwMode="auto">
                <a:xfrm>
                  <a:off x="2208" y="3048"/>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908" name="Freeform 122"/>
                <p:cNvSpPr/>
                <p:nvPr/>
              </p:nvSpPr>
              <p:spPr bwMode="auto">
                <a:xfrm>
                  <a:off x="2310" y="3096"/>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0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0" y="6"/>
                      </a:lnTo>
                      <a:lnTo>
                        <a:pt x="101" y="2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909" name="Freeform 123"/>
                <p:cNvSpPr/>
                <p:nvPr/>
              </p:nvSpPr>
              <p:spPr bwMode="auto">
                <a:xfrm>
                  <a:off x="2310" y="3096"/>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0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0" y="6"/>
                      </a:lnTo>
                      <a:lnTo>
                        <a:pt x="101" y="2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grpSp>
        </p:grpSp>
        <p:sp>
          <p:nvSpPr>
            <p:cNvPr id="156898" name="Line 124"/>
            <p:cNvSpPr>
              <a:spLocks noChangeShapeType="1"/>
            </p:cNvSpPr>
            <p:nvPr/>
          </p:nvSpPr>
          <p:spPr bwMode="auto">
            <a:xfrm>
              <a:off x="2154" y="3088"/>
              <a:ext cx="1" cy="80"/>
            </a:xfrm>
            <a:prstGeom prst="line">
              <a:avLst/>
            </a:prstGeom>
            <a:noFill/>
            <a:ln w="3175">
              <a:solidFill>
                <a:srgbClr val="AAE6FF"/>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6899" name="Line 125"/>
            <p:cNvSpPr>
              <a:spLocks noChangeShapeType="1"/>
            </p:cNvSpPr>
            <p:nvPr/>
          </p:nvSpPr>
          <p:spPr bwMode="auto">
            <a:xfrm>
              <a:off x="2462" y="3088"/>
              <a:ext cx="1" cy="80"/>
            </a:xfrm>
            <a:prstGeom prst="line">
              <a:avLst/>
            </a:prstGeom>
            <a:noFill/>
            <a:ln w="3175">
              <a:solidFill>
                <a:srgbClr val="AAE6FF"/>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nvGrpSpPr>
          <p:cNvPr id="156694" name="Group 126"/>
          <p:cNvGrpSpPr/>
          <p:nvPr/>
        </p:nvGrpSpPr>
        <p:grpSpPr bwMode="auto">
          <a:xfrm>
            <a:off x="1234810" y="3075758"/>
            <a:ext cx="557213" cy="517525"/>
            <a:chOff x="921" y="2412"/>
            <a:chExt cx="284" cy="265"/>
          </a:xfrm>
        </p:grpSpPr>
        <p:grpSp>
          <p:nvGrpSpPr>
            <p:cNvPr id="156867" name="Group 127"/>
            <p:cNvGrpSpPr/>
            <p:nvPr/>
          </p:nvGrpSpPr>
          <p:grpSpPr bwMode="auto">
            <a:xfrm>
              <a:off x="928" y="2417"/>
              <a:ext cx="277" cy="260"/>
              <a:chOff x="928" y="2417"/>
              <a:chExt cx="277" cy="260"/>
            </a:xfrm>
          </p:grpSpPr>
          <p:sp>
            <p:nvSpPr>
              <p:cNvPr id="156881" name="Freeform 128"/>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882" name="Freeform 129"/>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883" name="Freeform 130"/>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884" name="Freeform 131"/>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885" name="Rectangle 132"/>
              <p:cNvSpPr>
                <a:spLocks noChangeArrowheads="1"/>
              </p:cNvSpPr>
              <p:nvPr/>
            </p:nvSpPr>
            <p:spPr bwMode="auto">
              <a:xfrm>
                <a:off x="974" y="2434"/>
                <a:ext cx="185"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6886" name="Rectangle 133"/>
              <p:cNvSpPr>
                <a:spLocks noChangeArrowheads="1"/>
              </p:cNvSpPr>
              <p:nvPr/>
            </p:nvSpPr>
            <p:spPr bwMode="auto">
              <a:xfrm>
                <a:off x="937" y="2576"/>
                <a:ext cx="260"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6887" name="Rectangle 134"/>
              <p:cNvSpPr>
                <a:spLocks noChangeArrowheads="1"/>
              </p:cNvSpPr>
              <p:nvPr/>
            </p:nvSpPr>
            <p:spPr bwMode="auto">
              <a:xfrm>
                <a:off x="992" y="2450"/>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6888" name="Line 135"/>
              <p:cNvSpPr>
                <a:spLocks noChangeShapeType="1"/>
              </p:cNvSpPr>
              <p:nvPr/>
            </p:nvSpPr>
            <p:spPr bwMode="auto">
              <a:xfrm flipH="1">
                <a:off x="1115" y="2598"/>
                <a:ext cx="61" cy="1"/>
              </a:xfrm>
              <a:prstGeom prst="line">
                <a:avLst/>
              </a:prstGeom>
              <a:noFill/>
              <a:ln w="7938">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nvGrpSpPr>
              <p:cNvPr id="156889" name="Group 136"/>
              <p:cNvGrpSpPr/>
              <p:nvPr/>
            </p:nvGrpSpPr>
            <p:grpSpPr bwMode="auto">
              <a:xfrm>
                <a:off x="928" y="2639"/>
                <a:ext cx="277" cy="38"/>
                <a:chOff x="928" y="2639"/>
                <a:chExt cx="277" cy="38"/>
              </a:xfrm>
            </p:grpSpPr>
            <p:sp>
              <p:nvSpPr>
                <p:cNvPr id="156890" name="Freeform 137"/>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891" name="Freeform 138"/>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892" name="Rectangle 139"/>
                <p:cNvSpPr>
                  <a:spLocks noChangeArrowheads="1"/>
                </p:cNvSpPr>
                <p:nvPr/>
              </p:nvSpPr>
              <p:spPr bwMode="auto">
                <a:xfrm>
                  <a:off x="930" y="2666"/>
                  <a:ext cx="274"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grpSp>
        </p:grpSp>
        <p:grpSp>
          <p:nvGrpSpPr>
            <p:cNvPr id="156868" name="Group 140"/>
            <p:cNvGrpSpPr/>
            <p:nvPr/>
          </p:nvGrpSpPr>
          <p:grpSpPr bwMode="auto">
            <a:xfrm>
              <a:off x="921" y="2412"/>
              <a:ext cx="277" cy="261"/>
              <a:chOff x="921" y="2412"/>
              <a:chExt cx="277" cy="261"/>
            </a:xfrm>
          </p:grpSpPr>
          <p:sp>
            <p:nvSpPr>
              <p:cNvPr id="156869" name="Freeform 141"/>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870" name="Freeform 142"/>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871" name="Freeform 143"/>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872" name="Freeform 144"/>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873" name="Rectangle 145"/>
              <p:cNvSpPr>
                <a:spLocks noChangeArrowheads="1"/>
              </p:cNvSpPr>
              <p:nvPr/>
            </p:nvSpPr>
            <p:spPr bwMode="auto">
              <a:xfrm>
                <a:off x="968" y="2429"/>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6874" name="Rectangle 146"/>
              <p:cNvSpPr>
                <a:spLocks noChangeArrowheads="1"/>
              </p:cNvSpPr>
              <p:nvPr/>
            </p:nvSpPr>
            <p:spPr bwMode="auto">
              <a:xfrm>
                <a:off x="930" y="2571"/>
                <a:ext cx="260"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6875" name="Rectangle 147"/>
              <p:cNvSpPr>
                <a:spLocks noChangeArrowheads="1"/>
              </p:cNvSpPr>
              <p:nvPr/>
            </p:nvSpPr>
            <p:spPr bwMode="auto">
              <a:xfrm>
                <a:off x="985" y="2445"/>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6876" name="Line 148"/>
              <p:cNvSpPr>
                <a:spLocks noChangeShapeType="1"/>
              </p:cNvSpPr>
              <p:nvPr/>
            </p:nvSpPr>
            <p:spPr bwMode="auto">
              <a:xfrm flipH="1">
                <a:off x="1108" y="2593"/>
                <a:ext cx="61" cy="1"/>
              </a:xfrm>
              <a:prstGeom prst="line">
                <a:avLst/>
              </a:prstGeom>
              <a:noFill/>
              <a:ln w="7938">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nvGrpSpPr>
              <p:cNvPr id="156877" name="Group 149"/>
              <p:cNvGrpSpPr/>
              <p:nvPr/>
            </p:nvGrpSpPr>
            <p:grpSpPr bwMode="auto">
              <a:xfrm>
                <a:off x="921" y="2635"/>
                <a:ext cx="277" cy="38"/>
                <a:chOff x="921" y="2635"/>
                <a:chExt cx="277" cy="38"/>
              </a:xfrm>
            </p:grpSpPr>
            <p:sp>
              <p:nvSpPr>
                <p:cNvPr id="156878" name="Freeform 150"/>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879" name="Freeform 151"/>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880" name="Rectangle 152"/>
                <p:cNvSpPr>
                  <a:spLocks noChangeArrowheads="1"/>
                </p:cNvSpPr>
                <p:nvPr/>
              </p:nvSpPr>
              <p:spPr bwMode="auto">
                <a:xfrm>
                  <a:off x="923" y="2662"/>
                  <a:ext cx="274"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grpSp>
        </p:grpSp>
      </p:grpSp>
      <p:grpSp>
        <p:nvGrpSpPr>
          <p:cNvPr id="156695" name="Group 153"/>
          <p:cNvGrpSpPr/>
          <p:nvPr/>
        </p:nvGrpSpPr>
        <p:grpSpPr bwMode="auto">
          <a:xfrm>
            <a:off x="1384433" y="3785370"/>
            <a:ext cx="553773" cy="517525"/>
            <a:chOff x="997" y="2775"/>
            <a:chExt cx="282" cy="265"/>
          </a:xfrm>
        </p:grpSpPr>
        <p:grpSp>
          <p:nvGrpSpPr>
            <p:cNvPr id="156841" name="Group 154"/>
            <p:cNvGrpSpPr/>
            <p:nvPr/>
          </p:nvGrpSpPr>
          <p:grpSpPr bwMode="auto">
            <a:xfrm>
              <a:off x="1004" y="2779"/>
              <a:ext cx="275" cy="261"/>
              <a:chOff x="1004" y="2779"/>
              <a:chExt cx="275" cy="261"/>
            </a:xfrm>
          </p:grpSpPr>
          <p:sp>
            <p:nvSpPr>
              <p:cNvPr id="156855" name="Freeform 155"/>
              <p:cNvSpPr/>
              <p:nvPr/>
            </p:nvSpPr>
            <p:spPr bwMode="auto">
              <a:xfrm>
                <a:off x="1011" y="2914"/>
                <a:ext cx="260" cy="26"/>
              </a:xfrm>
              <a:custGeom>
                <a:avLst/>
                <a:gdLst>
                  <a:gd name="T0" fmla="*/ 0 w 260"/>
                  <a:gd name="T1" fmla="*/ 26 h 26"/>
                  <a:gd name="T2" fmla="*/ 30 w 260"/>
                  <a:gd name="T3" fmla="*/ 0 h 26"/>
                  <a:gd name="T4" fmla="*/ 229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0" y="0"/>
                    </a:lnTo>
                    <a:lnTo>
                      <a:pt x="229"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856" name="Freeform 156"/>
              <p:cNvSpPr/>
              <p:nvPr/>
            </p:nvSpPr>
            <p:spPr bwMode="auto">
              <a:xfrm>
                <a:off x="1011" y="2914"/>
                <a:ext cx="260" cy="26"/>
              </a:xfrm>
              <a:custGeom>
                <a:avLst/>
                <a:gdLst>
                  <a:gd name="T0" fmla="*/ 0 w 260"/>
                  <a:gd name="T1" fmla="*/ 26 h 26"/>
                  <a:gd name="T2" fmla="*/ 30 w 260"/>
                  <a:gd name="T3" fmla="*/ 0 h 26"/>
                  <a:gd name="T4" fmla="*/ 229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0" y="0"/>
                    </a:lnTo>
                    <a:lnTo>
                      <a:pt x="229"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857" name="Freeform 157"/>
              <p:cNvSpPr/>
              <p:nvPr/>
            </p:nvSpPr>
            <p:spPr bwMode="auto">
              <a:xfrm>
                <a:off x="1050" y="2779"/>
                <a:ext cx="183" cy="18"/>
              </a:xfrm>
              <a:custGeom>
                <a:avLst/>
                <a:gdLst>
                  <a:gd name="T0" fmla="*/ 0 w 183"/>
                  <a:gd name="T1" fmla="*/ 18 h 18"/>
                  <a:gd name="T2" fmla="*/ 22 w 183"/>
                  <a:gd name="T3" fmla="*/ 0 h 18"/>
                  <a:gd name="T4" fmla="*/ 161 w 183"/>
                  <a:gd name="T5" fmla="*/ 0 h 18"/>
                  <a:gd name="T6" fmla="*/ 183 w 183"/>
                  <a:gd name="T7" fmla="*/ 18 h 18"/>
                  <a:gd name="T8" fmla="*/ 0 w 183"/>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8">
                    <a:moveTo>
                      <a:pt x="0" y="18"/>
                    </a:moveTo>
                    <a:lnTo>
                      <a:pt x="22" y="0"/>
                    </a:lnTo>
                    <a:lnTo>
                      <a:pt x="161" y="0"/>
                    </a:lnTo>
                    <a:lnTo>
                      <a:pt x="183"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858" name="Freeform 158"/>
              <p:cNvSpPr/>
              <p:nvPr/>
            </p:nvSpPr>
            <p:spPr bwMode="auto">
              <a:xfrm>
                <a:off x="1050" y="2779"/>
                <a:ext cx="183" cy="18"/>
              </a:xfrm>
              <a:custGeom>
                <a:avLst/>
                <a:gdLst>
                  <a:gd name="T0" fmla="*/ 0 w 183"/>
                  <a:gd name="T1" fmla="*/ 18 h 18"/>
                  <a:gd name="T2" fmla="*/ 22 w 183"/>
                  <a:gd name="T3" fmla="*/ 0 h 18"/>
                  <a:gd name="T4" fmla="*/ 161 w 183"/>
                  <a:gd name="T5" fmla="*/ 0 h 18"/>
                  <a:gd name="T6" fmla="*/ 183 w 183"/>
                  <a:gd name="T7" fmla="*/ 18 h 18"/>
                  <a:gd name="T8" fmla="*/ 0 w 183"/>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8">
                    <a:moveTo>
                      <a:pt x="0" y="18"/>
                    </a:moveTo>
                    <a:lnTo>
                      <a:pt x="22" y="0"/>
                    </a:lnTo>
                    <a:lnTo>
                      <a:pt x="161" y="0"/>
                    </a:lnTo>
                    <a:lnTo>
                      <a:pt x="183"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859" name="Rectangle 159"/>
              <p:cNvSpPr>
                <a:spLocks noChangeArrowheads="1"/>
              </p:cNvSpPr>
              <p:nvPr/>
            </p:nvSpPr>
            <p:spPr bwMode="auto">
              <a:xfrm>
                <a:off x="1050" y="2797"/>
                <a:ext cx="183"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6860" name="Rectangle 160"/>
              <p:cNvSpPr>
                <a:spLocks noChangeArrowheads="1"/>
              </p:cNvSpPr>
              <p:nvPr/>
            </p:nvSpPr>
            <p:spPr bwMode="auto">
              <a:xfrm>
                <a:off x="1013" y="2938"/>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6861" name="Rectangle 161"/>
              <p:cNvSpPr>
                <a:spLocks noChangeArrowheads="1"/>
              </p:cNvSpPr>
              <p:nvPr/>
            </p:nvSpPr>
            <p:spPr bwMode="auto">
              <a:xfrm>
                <a:off x="1067" y="2813"/>
                <a:ext cx="149" cy="10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6862" name="Line 162"/>
              <p:cNvSpPr>
                <a:spLocks noChangeShapeType="1"/>
              </p:cNvSpPr>
              <p:nvPr/>
            </p:nvSpPr>
            <p:spPr bwMode="auto">
              <a:xfrm flipH="1">
                <a:off x="1189" y="2961"/>
                <a:ext cx="61" cy="1"/>
              </a:xfrm>
              <a:prstGeom prst="line">
                <a:avLst/>
              </a:prstGeom>
              <a:noFill/>
              <a:ln w="7938">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nvGrpSpPr>
              <p:cNvPr id="156863" name="Group 163"/>
              <p:cNvGrpSpPr/>
              <p:nvPr/>
            </p:nvGrpSpPr>
            <p:grpSpPr bwMode="auto">
              <a:xfrm>
                <a:off x="1004" y="3002"/>
                <a:ext cx="275" cy="38"/>
                <a:chOff x="1004" y="3002"/>
                <a:chExt cx="275" cy="38"/>
              </a:xfrm>
            </p:grpSpPr>
            <p:sp>
              <p:nvSpPr>
                <p:cNvPr id="156864" name="Freeform 164"/>
                <p:cNvSpPr/>
                <p:nvPr/>
              </p:nvSpPr>
              <p:spPr bwMode="auto">
                <a:xfrm>
                  <a:off x="1004" y="3002"/>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865" name="Freeform 165"/>
                <p:cNvSpPr/>
                <p:nvPr/>
              </p:nvSpPr>
              <p:spPr bwMode="auto">
                <a:xfrm>
                  <a:off x="1004" y="3002"/>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866" name="Rectangle 166"/>
                <p:cNvSpPr>
                  <a:spLocks noChangeArrowheads="1"/>
                </p:cNvSpPr>
                <p:nvPr/>
              </p:nvSpPr>
              <p:spPr bwMode="auto">
                <a:xfrm>
                  <a:off x="1006" y="3029"/>
                  <a:ext cx="271"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grpSp>
        </p:grpSp>
        <p:grpSp>
          <p:nvGrpSpPr>
            <p:cNvPr id="156842" name="Group 167"/>
            <p:cNvGrpSpPr/>
            <p:nvPr/>
          </p:nvGrpSpPr>
          <p:grpSpPr bwMode="auto">
            <a:xfrm>
              <a:off x="997" y="2775"/>
              <a:ext cx="275" cy="260"/>
              <a:chOff x="997" y="2775"/>
              <a:chExt cx="275" cy="260"/>
            </a:xfrm>
          </p:grpSpPr>
          <p:sp>
            <p:nvSpPr>
              <p:cNvPr id="156843" name="Freeform 168"/>
              <p:cNvSpPr/>
              <p:nvPr/>
            </p:nvSpPr>
            <p:spPr bwMode="auto">
              <a:xfrm>
                <a:off x="1004" y="2910"/>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844" name="Freeform 169"/>
              <p:cNvSpPr/>
              <p:nvPr/>
            </p:nvSpPr>
            <p:spPr bwMode="auto">
              <a:xfrm>
                <a:off x="1004" y="2910"/>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845" name="Freeform 170"/>
              <p:cNvSpPr/>
              <p:nvPr/>
            </p:nvSpPr>
            <p:spPr bwMode="auto">
              <a:xfrm>
                <a:off x="1043" y="2775"/>
                <a:ext cx="184" cy="17"/>
              </a:xfrm>
              <a:custGeom>
                <a:avLst/>
                <a:gdLst>
                  <a:gd name="T0" fmla="*/ 0 w 184"/>
                  <a:gd name="T1" fmla="*/ 17 h 17"/>
                  <a:gd name="T2" fmla="*/ 22 w 184"/>
                  <a:gd name="T3" fmla="*/ 0 h 17"/>
                  <a:gd name="T4" fmla="*/ 161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1"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846" name="Freeform 171"/>
              <p:cNvSpPr/>
              <p:nvPr/>
            </p:nvSpPr>
            <p:spPr bwMode="auto">
              <a:xfrm>
                <a:off x="1043" y="2775"/>
                <a:ext cx="184" cy="17"/>
              </a:xfrm>
              <a:custGeom>
                <a:avLst/>
                <a:gdLst>
                  <a:gd name="T0" fmla="*/ 0 w 184"/>
                  <a:gd name="T1" fmla="*/ 17 h 17"/>
                  <a:gd name="T2" fmla="*/ 22 w 184"/>
                  <a:gd name="T3" fmla="*/ 0 h 17"/>
                  <a:gd name="T4" fmla="*/ 161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1"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847" name="Rectangle 172"/>
              <p:cNvSpPr>
                <a:spLocks noChangeArrowheads="1"/>
              </p:cNvSpPr>
              <p:nvPr/>
            </p:nvSpPr>
            <p:spPr bwMode="auto">
              <a:xfrm>
                <a:off x="1043" y="2792"/>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6848" name="Rectangle 173"/>
              <p:cNvSpPr>
                <a:spLocks noChangeArrowheads="1"/>
              </p:cNvSpPr>
              <p:nvPr/>
            </p:nvSpPr>
            <p:spPr bwMode="auto">
              <a:xfrm>
                <a:off x="1006" y="2934"/>
                <a:ext cx="258" cy="5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6849" name="Rectangle 174"/>
              <p:cNvSpPr>
                <a:spLocks noChangeArrowheads="1"/>
              </p:cNvSpPr>
              <p:nvPr/>
            </p:nvSpPr>
            <p:spPr bwMode="auto">
              <a:xfrm>
                <a:off x="1060" y="2808"/>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6850" name="Line 175"/>
              <p:cNvSpPr>
                <a:spLocks noChangeShapeType="1"/>
              </p:cNvSpPr>
              <p:nvPr/>
            </p:nvSpPr>
            <p:spPr bwMode="auto">
              <a:xfrm flipH="1">
                <a:off x="1182" y="2956"/>
                <a:ext cx="62" cy="1"/>
              </a:xfrm>
              <a:prstGeom prst="line">
                <a:avLst/>
              </a:prstGeom>
              <a:noFill/>
              <a:ln w="7938">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nvGrpSpPr>
              <p:cNvPr id="156851" name="Group 176"/>
              <p:cNvGrpSpPr/>
              <p:nvPr/>
            </p:nvGrpSpPr>
            <p:grpSpPr bwMode="auto">
              <a:xfrm>
                <a:off x="997" y="2997"/>
                <a:ext cx="275" cy="38"/>
                <a:chOff x="997" y="2997"/>
                <a:chExt cx="275" cy="38"/>
              </a:xfrm>
            </p:grpSpPr>
            <p:sp>
              <p:nvSpPr>
                <p:cNvPr id="156852" name="Freeform 177"/>
                <p:cNvSpPr/>
                <p:nvPr/>
              </p:nvSpPr>
              <p:spPr bwMode="auto">
                <a:xfrm>
                  <a:off x="997" y="2997"/>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853" name="Freeform 178"/>
                <p:cNvSpPr/>
                <p:nvPr/>
              </p:nvSpPr>
              <p:spPr bwMode="auto">
                <a:xfrm>
                  <a:off x="997" y="2997"/>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854" name="Rectangle 179"/>
                <p:cNvSpPr>
                  <a:spLocks noChangeArrowheads="1"/>
                </p:cNvSpPr>
                <p:nvPr/>
              </p:nvSpPr>
              <p:spPr bwMode="auto">
                <a:xfrm>
                  <a:off x="999" y="3024"/>
                  <a:ext cx="272"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grpSp>
        </p:grpSp>
      </p:grpSp>
      <p:grpSp>
        <p:nvGrpSpPr>
          <p:cNvPr id="156696" name="Group 180"/>
          <p:cNvGrpSpPr/>
          <p:nvPr/>
        </p:nvGrpSpPr>
        <p:grpSpPr bwMode="auto">
          <a:xfrm>
            <a:off x="584730" y="4315595"/>
            <a:ext cx="553773" cy="517525"/>
            <a:chOff x="590" y="3047"/>
            <a:chExt cx="282" cy="265"/>
          </a:xfrm>
        </p:grpSpPr>
        <p:grpSp>
          <p:nvGrpSpPr>
            <p:cNvPr id="156815" name="Group 181"/>
            <p:cNvGrpSpPr/>
            <p:nvPr/>
          </p:nvGrpSpPr>
          <p:grpSpPr bwMode="auto">
            <a:xfrm>
              <a:off x="596" y="3051"/>
              <a:ext cx="276" cy="261"/>
              <a:chOff x="596" y="3051"/>
              <a:chExt cx="276" cy="261"/>
            </a:xfrm>
          </p:grpSpPr>
          <p:sp>
            <p:nvSpPr>
              <p:cNvPr id="156829" name="Freeform 182"/>
              <p:cNvSpPr/>
              <p:nvPr/>
            </p:nvSpPr>
            <p:spPr bwMode="auto">
              <a:xfrm>
                <a:off x="603" y="3186"/>
                <a:ext cx="260" cy="26"/>
              </a:xfrm>
              <a:custGeom>
                <a:avLst/>
                <a:gdLst>
                  <a:gd name="T0" fmla="*/ 0 w 260"/>
                  <a:gd name="T1" fmla="*/ 26 h 26"/>
                  <a:gd name="T2" fmla="*/ 31 w 260"/>
                  <a:gd name="T3" fmla="*/ 0 h 26"/>
                  <a:gd name="T4" fmla="*/ 230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1" y="0"/>
                    </a:lnTo>
                    <a:lnTo>
                      <a:pt x="230"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830" name="Freeform 183"/>
              <p:cNvSpPr/>
              <p:nvPr/>
            </p:nvSpPr>
            <p:spPr bwMode="auto">
              <a:xfrm>
                <a:off x="603" y="3186"/>
                <a:ext cx="260" cy="26"/>
              </a:xfrm>
              <a:custGeom>
                <a:avLst/>
                <a:gdLst>
                  <a:gd name="T0" fmla="*/ 0 w 260"/>
                  <a:gd name="T1" fmla="*/ 26 h 26"/>
                  <a:gd name="T2" fmla="*/ 31 w 260"/>
                  <a:gd name="T3" fmla="*/ 0 h 26"/>
                  <a:gd name="T4" fmla="*/ 230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1" y="0"/>
                    </a:lnTo>
                    <a:lnTo>
                      <a:pt x="230"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831" name="Freeform 184"/>
              <p:cNvSpPr/>
              <p:nvPr/>
            </p:nvSpPr>
            <p:spPr bwMode="auto">
              <a:xfrm>
                <a:off x="642" y="3051"/>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832" name="Freeform 185"/>
              <p:cNvSpPr/>
              <p:nvPr/>
            </p:nvSpPr>
            <p:spPr bwMode="auto">
              <a:xfrm>
                <a:off x="642" y="3051"/>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833" name="Rectangle 186"/>
              <p:cNvSpPr>
                <a:spLocks noChangeArrowheads="1"/>
              </p:cNvSpPr>
              <p:nvPr/>
            </p:nvSpPr>
            <p:spPr bwMode="auto">
              <a:xfrm>
                <a:off x="642" y="3069"/>
                <a:ext cx="184"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6834" name="Rectangle 187"/>
              <p:cNvSpPr>
                <a:spLocks noChangeArrowheads="1"/>
              </p:cNvSpPr>
              <p:nvPr/>
            </p:nvSpPr>
            <p:spPr bwMode="auto">
              <a:xfrm>
                <a:off x="605" y="3210"/>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6835" name="Rectangle 188"/>
              <p:cNvSpPr>
                <a:spLocks noChangeArrowheads="1"/>
              </p:cNvSpPr>
              <p:nvPr/>
            </p:nvSpPr>
            <p:spPr bwMode="auto">
              <a:xfrm>
                <a:off x="659" y="3085"/>
                <a:ext cx="150" cy="10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6836" name="Line 189"/>
              <p:cNvSpPr>
                <a:spLocks noChangeShapeType="1"/>
              </p:cNvSpPr>
              <p:nvPr/>
            </p:nvSpPr>
            <p:spPr bwMode="auto">
              <a:xfrm flipH="1">
                <a:off x="782" y="3233"/>
                <a:ext cx="61" cy="1"/>
              </a:xfrm>
              <a:prstGeom prst="line">
                <a:avLst/>
              </a:prstGeom>
              <a:noFill/>
              <a:ln w="7938">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nvGrpSpPr>
              <p:cNvPr id="156837" name="Group 190"/>
              <p:cNvGrpSpPr/>
              <p:nvPr/>
            </p:nvGrpSpPr>
            <p:grpSpPr bwMode="auto">
              <a:xfrm>
                <a:off x="596" y="3274"/>
                <a:ext cx="276" cy="38"/>
                <a:chOff x="596" y="3274"/>
                <a:chExt cx="276" cy="38"/>
              </a:xfrm>
            </p:grpSpPr>
            <p:sp>
              <p:nvSpPr>
                <p:cNvPr id="156838" name="Freeform 191"/>
                <p:cNvSpPr/>
                <p:nvPr/>
              </p:nvSpPr>
              <p:spPr bwMode="auto">
                <a:xfrm>
                  <a:off x="596" y="3274"/>
                  <a:ext cx="276" cy="29"/>
                </a:xfrm>
                <a:custGeom>
                  <a:avLst/>
                  <a:gdLst>
                    <a:gd name="T0" fmla="*/ 0 w 276"/>
                    <a:gd name="T1" fmla="*/ 29 h 29"/>
                    <a:gd name="T2" fmla="*/ 33 w 276"/>
                    <a:gd name="T3" fmla="*/ 0 h 29"/>
                    <a:gd name="T4" fmla="*/ 243 w 276"/>
                    <a:gd name="T5" fmla="*/ 0 h 29"/>
                    <a:gd name="T6" fmla="*/ 276 w 276"/>
                    <a:gd name="T7" fmla="*/ 29 h 29"/>
                    <a:gd name="T8" fmla="*/ 0 w 276"/>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6" h="29">
                      <a:moveTo>
                        <a:pt x="0" y="29"/>
                      </a:moveTo>
                      <a:lnTo>
                        <a:pt x="33" y="0"/>
                      </a:lnTo>
                      <a:lnTo>
                        <a:pt x="243" y="0"/>
                      </a:lnTo>
                      <a:lnTo>
                        <a:pt x="276"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839" name="Freeform 192"/>
                <p:cNvSpPr/>
                <p:nvPr/>
              </p:nvSpPr>
              <p:spPr bwMode="auto">
                <a:xfrm>
                  <a:off x="596" y="3274"/>
                  <a:ext cx="276" cy="29"/>
                </a:xfrm>
                <a:custGeom>
                  <a:avLst/>
                  <a:gdLst>
                    <a:gd name="T0" fmla="*/ 0 w 276"/>
                    <a:gd name="T1" fmla="*/ 29 h 29"/>
                    <a:gd name="T2" fmla="*/ 33 w 276"/>
                    <a:gd name="T3" fmla="*/ 0 h 29"/>
                    <a:gd name="T4" fmla="*/ 243 w 276"/>
                    <a:gd name="T5" fmla="*/ 0 h 29"/>
                    <a:gd name="T6" fmla="*/ 276 w 276"/>
                    <a:gd name="T7" fmla="*/ 29 h 29"/>
                    <a:gd name="T8" fmla="*/ 0 w 276"/>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6" h="29">
                      <a:moveTo>
                        <a:pt x="0" y="29"/>
                      </a:moveTo>
                      <a:lnTo>
                        <a:pt x="33" y="0"/>
                      </a:lnTo>
                      <a:lnTo>
                        <a:pt x="243" y="0"/>
                      </a:lnTo>
                      <a:lnTo>
                        <a:pt x="276"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840" name="Rectangle 193"/>
                <p:cNvSpPr>
                  <a:spLocks noChangeArrowheads="1"/>
                </p:cNvSpPr>
                <p:nvPr/>
              </p:nvSpPr>
              <p:spPr bwMode="auto">
                <a:xfrm>
                  <a:off x="598" y="3301"/>
                  <a:ext cx="272"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grpSp>
        </p:grpSp>
        <p:grpSp>
          <p:nvGrpSpPr>
            <p:cNvPr id="156816" name="Group 194"/>
            <p:cNvGrpSpPr/>
            <p:nvPr/>
          </p:nvGrpSpPr>
          <p:grpSpPr bwMode="auto">
            <a:xfrm>
              <a:off x="590" y="3047"/>
              <a:ext cx="275" cy="260"/>
              <a:chOff x="590" y="3047"/>
              <a:chExt cx="275" cy="260"/>
            </a:xfrm>
          </p:grpSpPr>
          <p:sp>
            <p:nvSpPr>
              <p:cNvPr id="156817" name="Freeform 195"/>
              <p:cNvSpPr/>
              <p:nvPr/>
            </p:nvSpPr>
            <p:spPr bwMode="auto">
              <a:xfrm>
                <a:off x="596" y="3182"/>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818" name="Freeform 196"/>
              <p:cNvSpPr/>
              <p:nvPr/>
            </p:nvSpPr>
            <p:spPr bwMode="auto">
              <a:xfrm>
                <a:off x="596" y="3182"/>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819" name="Freeform 197"/>
              <p:cNvSpPr/>
              <p:nvPr/>
            </p:nvSpPr>
            <p:spPr bwMode="auto">
              <a:xfrm>
                <a:off x="636" y="3047"/>
                <a:ext cx="183" cy="17"/>
              </a:xfrm>
              <a:custGeom>
                <a:avLst/>
                <a:gdLst>
                  <a:gd name="T0" fmla="*/ 0 w 183"/>
                  <a:gd name="T1" fmla="*/ 17 h 17"/>
                  <a:gd name="T2" fmla="*/ 22 w 183"/>
                  <a:gd name="T3" fmla="*/ 0 h 17"/>
                  <a:gd name="T4" fmla="*/ 161 w 183"/>
                  <a:gd name="T5" fmla="*/ 0 h 17"/>
                  <a:gd name="T6" fmla="*/ 183 w 183"/>
                  <a:gd name="T7" fmla="*/ 17 h 17"/>
                  <a:gd name="T8" fmla="*/ 0 w 183"/>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7">
                    <a:moveTo>
                      <a:pt x="0" y="17"/>
                    </a:moveTo>
                    <a:lnTo>
                      <a:pt x="22" y="0"/>
                    </a:lnTo>
                    <a:lnTo>
                      <a:pt x="161" y="0"/>
                    </a:lnTo>
                    <a:lnTo>
                      <a:pt x="183"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820" name="Freeform 198"/>
              <p:cNvSpPr/>
              <p:nvPr/>
            </p:nvSpPr>
            <p:spPr bwMode="auto">
              <a:xfrm>
                <a:off x="636" y="3047"/>
                <a:ext cx="183" cy="17"/>
              </a:xfrm>
              <a:custGeom>
                <a:avLst/>
                <a:gdLst>
                  <a:gd name="T0" fmla="*/ 0 w 183"/>
                  <a:gd name="T1" fmla="*/ 17 h 17"/>
                  <a:gd name="T2" fmla="*/ 22 w 183"/>
                  <a:gd name="T3" fmla="*/ 0 h 17"/>
                  <a:gd name="T4" fmla="*/ 161 w 183"/>
                  <a:gd name="T5" fmla="*/ 0 h 17"/>
                  <a:gd name="T6" fmla="*/ 183 w 183"/>
                  <a:gd name="T7" fmla="*/ 17 h 17"/>
                  <a:gd name="T8" fmla="*/ 0 w 183"/>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7">
                    <a:moveTo>
                      <a:pt x="0" y="17"/>
                    </a:moveTo>
                    <a:lnTo>
                      <a:pt x="22" y="0"/>
                    </a:lnTo>
                    <a:lnTo>
                      <a:pt x="161" y="0"/>
                    </a:lnTo>
                    <a:lnTo>
                      <a:pt x="183"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821" name="Rectangle 199"/>
              <p:cNvSpPr>
                <a:spLocks noChangeArrowheads="1"/>
              </p:cNvSpPr>
              <p:nvPr/>
            </p:nvSpPr>
            <p:spPr bwMode="auto">
              <a:xfrm>
                <a:off x="636" y="3064"/>
                <a:ext cx="183"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6822" name="Rectangle 200"/>
              <p:cNvSpPr>
                <a:spLocks noChangeArrowheads="1"/>
              </p:cNvSpPr>
              <p:nvPr/>
            </p:nvSpPr>
            <p:spPr bwMode="auto">
              <a:xfrm>
                <a:off x="598" y="3206"/>
                <a:ext cx="258" cy="5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6823" name="Rectangle 201"/>
              <p:cNvSpPr>
                <a:spLocks noChangeArrowheads="1"/>
              </p:cNvSpPr>
              <p:nvPr/>
            </p:nvSpPr>
            <p:spPr bwMode="auto">
              <a:xfrm>
                <a:off x="653" y="3080"/>
                <a:ext cx="149"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6824" name="Line 202"/>
              <p:cNvSpPr>
                <a:spLocks noChangeShapeType="1"/>
              </p:cNvSpPr>
              <p:nvPr/>
            </p:nvSpPr>
            <p:spPr bwMode="auto">
              <a:xfrm flipH="1">
                <a:off x="775" y="3228"/>
                <a:ext cx="61" cy="1"/>
              </a:xfrm>
              <a:prstGeom prst="line">
                <a:avLst/>
              </a:prstGeom>
              <a:noFill/>
              <a:ln w="7938">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nvGrpSpPr>
              <p:cNvPr id="156825" name="Group 203"/>
              <p:cNvGrpSpPr/>
              <p:nvPr/>
            </p:nvGrpSpPr>
            <p:grpSpPr bwMode="auto">
              <a:xfrm>
                <a:off x="590" y="3269"/>
                <a:ext cx="275" cy="38"/>
                <a:chOff x="590" y="3269"/>
                <a:chExt cx="275" cy="38"/>
              </a:xfrm>
            </p:grpSpPr>
            <p:sp>
              <p:nvSpPr>
                <p:cNvPr id="156826" name="Freeform 204"/>
                <p:cNvSpPr/>
                <p:nvPr/>
              </p:nvSpPr>
              <p:spPr bwMode="auto">
                <a:xfrm>
                  <a:off x="590" y="3269"/>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827" name="Freeform 205"/>
                <p:cNvSpPr/>
                <p:nvPr/>
              </p:nvSpPr>
              <p:spPr bwMode="auto">
                <a:xfrm>
                  <a:off x="590" y="3269"/>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828" name="Rectangle 206"/>
                <p:cNvSpPr>
                  <a:spLocks noChangeArrowheads="1"/>
                </p:cNvSpPr>
                <p:nvPr/>
              </p:nvSpPr>
              <p:spPr bwMode="auto">
                <a:xfrm>
                  <a:off x="591" y="3296"/>
                  <a:ext cx="272"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grpSp>
        </p:grpSp>
      </p:grpSp>
      <p:grpSp>
        <p:nvGrpSpPr>
          <p:cNvPr id="156697" name="Group 207"/>
          <p:cNvGrpSpPr/>
          <p:nvPr/>
        </p:nvGrpSpPr>
        <p:grpSpPr bwMode="auto">
          <a:xfrm>
            <a:off x="1205575" y="4937895"/>
            <a:ext cx="552053" cy="517525"/>
            <a:chOff x="906" y="3365"/>
            <a:chExt cx="281" cy="265"/>
          </a:xfrm>
        </p:grpSpPr>
        <p:grpSp>
          <p:nvGrpSpPr>
            <p:cNvPr id="156789" name="Group 208"/>
            <p:cNvGrpSpPr/>
            <p:nvPr/>
          </p:nvGrpSpPr>
          <p:grpSpPr bwMode="auto">
            <a:xfrm>
              <a:off x="912" y="3369"/>
              <a:ext cx="275" cy="261"/>
              <a:chOff x="912" y="3369"/>
              <a:chExt cx="275" cy="261"/>
            </a:xfrm>
          </p:grpSpPr>
          <p:sp>
            <p:nvSpPr>
              <p:cNvPr id="156803" name="Freeform 209"/>
              <p:cNvSpPr/>
              <p:nvPr/>
            </p:nvSpPr>
            <p:spPr bwMode="auto">
              <a:xfrm>
                <a:off x="919" y="3505"/>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804" name="Freeform 210"/>
              <p:cNvSpPr/>
              <p:nvPr/>
            </p:nvSpPr>
            <p:spPr bwMode="auto">
              <a:xfrm>
                <a:off x="919" y="3505"/>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805" name="Freeform 211"/>
              <p:cNvSpPr/>
              <p:nvPr/>
            </p:nvSpPr>
            <p:spPr bwMode="auto">
              <a:xfrm>
                <a:off x="958" y="3369"/>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806" name="Freeform 212"/>
              <p:cNvSpPr/>
              <p:nvPr/>
            </p:nvSpPr>
            <p:spPr bwMode="auto">
              <a:xfrm>
                <a:off x="958" y="3369"/>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807" name="Rectangle 213"/>
              <p:cNvSpPr>
                <a:spLocks noChangeArrowheads="1"/>
              </p:cNvSpPr>
              <p:nvPr/>
            </p:nvSpPr>
            <p:spPr bwMode="auto">
              <a:xfrm>
                <a:off x="958" y="3387"/>
                <a:ext cx="184"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6808" name="Rectangle 214"/>
              <p:cNvSpPr>
                <a:spLocks noChangeArrowheads="1"/>
              </p:cNvSpPr>
              <p:nvPr/>
            </p:nvSpPr>
            <p:spPr bwMode="auto">
              <a:xfrm>
                <a:off x="921" y="3528"/>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6809" name="Rectangle 215"/>
              <p:cNvSpPr>
                <a:spLocks noChangeArrowheads="1"/>
              </p:cNvSpPr>
              <p:nvPr/>
            </p:nvSpPr>
            <p:spPr bwMode="auto">
              <a:xfrm>
                <a:off x="975" y="3403"/>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6810" name="Line 216"/>
              <p:cNvSpPr>
                <a:spLocks noChangeShapeType="1"/>
              </p:cNvSpPr>
              <p:nvPr/>
            </p:nvSpPr>
            <p:spPr bwMode="auto">
              <a:xfrm flipH="1">
                <a:off x="1097" y="3551"/>
                <a:ext cx="62" cy="1"/>
              </a:xfrm>
              <a:prstGeom prst="line">
                <a:avLst/>
              </a:prstGeom>
              <a:noFill/>
              <a:ln w="7938">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nvGrpSpPr>
              <p:cNvPr id="156811" name="Group 217"/>
              <p:cNvGrpSpPr/>
              <p:nvPr/>
            </p:nvGrpSpPr>
            <p:grpSpPr bwMode="auto">
              <a:xfrm>
                <a:off x="912" y="3592"/>
                <a:ext cx="275" cy="38"/>
                <a:chOff x="912" y="3592"/>
                <a:chExt cx="275" cy="38"/>
              </a:xfrm>
            </p:grpSpPr>
            <p:sp>
              <p:nvSpPr>
                <p:cNvPr id="156812" name="Freeform 218"/>
                <p:cNvSpPr/>
                <p:nvPr/>
              </p:nvSpPr>
              <p:spPr bwMode="auto">
                <a:xfrm>
                  <a:off x="912" y="3592"/>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813" name="Freeform 219"/>
                <p:cNvSpPr/>
                <p:nvPr/>
              </p:nvSpPr>
              <p:spPr bwMode="auto">
                <a:xfrm>
                  <a:off x="912" y="3592"/>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814" name="Rectangle 220"/>
                <p:cNvSpPr>
                  <a:spLocks noChangeArrowheads="1"/>
                </p:cNvSpPr>
                <p:nvPr/>
              </p:nvSpPr>
              <p:spPr bwMode="auto">
                <a:xfrm>
                  <a:off x="914" y="3619"/>
                  <a:ext cx="272"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grpSp>
        </p:grpSp>
        <p:grpSp>
          <p:nvGrpSpPr>
            <p:cNvPr id="156790" name="Group 221"/>
            <p:cNvGrpSpPr/>
            <p:nvPr/>
          </p:nvGrpSpPr>
          <p:grpSpPr bwMode="auto">
            <a:xfrm>
              <a:off x="906" y="3365"/>
              <a:ext cx="275" cy="261"/>
              <a:chOff x="906" y="3365"/>
              <a:chExt cx="275" cy="261"/>
            </a:xfrm>
          </p:grpSpPr>
          <p:sp>
            <p:nvSpPr>
              <p:cNvPr id="156791" name="Freeform 222"/>
              <p:cNvSpPr/>
              <p:nvPr/>
            </p:nvSpPr>
            <p:spPr bwMode="auto">
              <a:xfrm>
                <a:off x="912" y="3500"/>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792" name="Freeform 223"/>
              <p:cNvSpPr/>
              <p:nvPr/>
            </p:nvSpPr>
            <p:spPr bwMode="auto">
              <a:xfrm>
                <a:off x="912" y="3500"/>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793" name="Freeform 224"/>
              <p:cNvSpPr/>
              <p:nvPr/>
            </p:nvSpPr>
            <p:spPr bwMode="auto">
              <a:xfrm>
                <a:off x="951" y="3365"/>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794" name="Freeform 225"/>
              <p:cNvSpPr/>
              <p:nvPr/>
            </p:nvSpPr>
            <p:spPr bwMode="auto">
              <a:xfrm>
                <a:off x="951" y="3365"/>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795" name="Rectangle 226"/>
              <p:cNvSpPr>
                <a:spLocks noChangeArrowheads="1"/>
              </p:cNvSpPr>
              <p:nvPr/>
            </p:nvSpPr>
            <p:spPr bwMode="auto">
              <a:xfrm>
                <a:off x="951" y="3382"/>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6796" name="Rectangle 227"/>
              <p:cNvSpPr>
                <a:spLocks noChangeArrowheads="1"/>
              </p:cNvSpPr>
              <p:nvPr/>
            </p:nvSpPr>
            <p:spPr bwMode="auto">
              <a:xfrm>
                <a:off x="914" y="3524"/>
                <a:ext cx="258"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6797" name="Rectangle 228"/>
              <p:cNvSpPr>
                <a:spLocks noChangeArrowheads="1"/>
              </p:cNvSpPr>
              <p:nvPr/>
            </p:nvSpPr>
            <p:spPr bwMode="auto">
              <a:xfrm>
                <a:off x="968" y="3398"/>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6798" name="Line 229"/>
              <p:cNvSpPr>
                <a:spLocks noChangeShapeType="1"/>
              </p:cNvSpPr>
              <p:nvPr/>
            </p:nvSpPr>
            <p:spPr bwMode="auto">
              <a:xfrm flipH="1">
                <a:off x="1091" y="3546"/>
                <a:ext cx="61" cy="1"/>
              </a:xfrm>
              <a:prstGeom prst="line">
                <a:avLst/>
              </a:prstGeom>
              <a:noFill/>
              <a:ln w="7938">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nvGrpSpPr>
              <p:cNvPr id="156799" name="Group 230"/>
              <p:cNvGrpSpPr/>
              <p:nvPr/>
            </p:nvGrpSpPr>
            <p:grpSpPr bwMode="auto">
              <a:xfrm>
                <a:off x="906" y="3587"/>
                <a:ext cx="275" cy="39"/>
                <a:chOff x="906" y="3587"/>
                <a:chExt cx="275" cy="39"/>
              </a:xfrm>
            </p:grpSpPr>
            <p:sp>
              <p:nvSpPr>
                <p:cNvPr id="156800" name="Freeform 231"/>
                <p:cNvSpPr/>
                <p:nvPr/>
              </p:nvSpPr>
              <p:spPr bwMode="auto">
                <a:xfrm>
                  <a:off x="906" y="3587"/>
                  <a:ext cx="275" cy="29"/>
                </a:xfrm>
                <a:custGeom>
                  <a:avLst/>
                  <a:gdLst>
                    <a:gd name="T0" fmla="*/ 0 w 275"/>
                    <a:gd name="T1" fmla="*/ 29 h 29"/>
                    <a:gd name="T2" fmla="*/ 32 w 275"/>
                    <a:gd name="T3" fmla="*/ 0 h 29"/>
                    <a:gd name="T4" fmla="*/ 242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2"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801" name="Freeform 232"/>
                <p:cNvSpPr/>
                <p:nvPr/>
              </p:nvSpPr>
              <p:spPr bwMode="auto">
                <a:xfrm>
                  <a:off x="906" y="3587"/>
                  <a:ext cx="275" cy="29"/>
                </a:xfrm>
                <a:custGeom>
                  <a:avLst/>
                  <a:gdLst>
                    <a:gd name="T0" fmla="*/ 0 w 275"/>
                    <a:gd name="T1" fmla="*/ 29 h 29"/>
                    <a:gd name="T2" fmla="*/ 32 w 275"/>
                    <a:gd name="T3" fmla="*/ 0 h 29"/>
                    <a:gd name="T4" fmla="*/ 242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2"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802" name="Rectangle 233"/>
                <p:cNvSpPr>
                  <a:spLocks noChangeArrowheads="1"/>
                </p:cNvSpPr>
                <p:nvPr/>
              </p:nvSpPr>
              <p:spPr bwMode="auto">
                <a:xfrm>
                  <a:off x="907" y="3614"/>
                  <a:ext cx="272" cy="12"/>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grpSp>
        </p:grpSp>
      </p:grpSp>
      <p:grpSp>
        <p:nvGrpSpPr>
          <p:cNvPr id="156698" name="Group 234"/>
          <p:cNvGrpSpPr/>
          <p:nvPr/>
        </p:nvGrpSpPr>
        <p:grpSpPr bwMode="auto">
          <a:xfrm>
            <a:off x="2820458" y="5058544"/>
            <a:ext cx="481542" cy="839788"/>
            <a:chOff x="1660" y="3427"/>
            <a:chExt cx="217" cy="339"/>
          </a:xfrm>
        </p:grpSpPr>
        <p:grpSp>
          <p:nvGrpSpPr>
            <p:cNvPr id="156769" name="Group 235"/>
            <p:cNvGrpSpPr/>
            <p:nvPr/>
          </p:nvGrpSpPr>
          <p:grpSpPr bwMode="auto">
            <a:xfrm>
              <a:off x="1665" y="3433"/>
              <a:ext cx="212" cy="333"/>
              <a:chOff x="1665" y="3433"/>
              <a:chExt cx="212" cy="333"/>
            </a:xfrm>
          </p:grpSpPr>
          <p:sp>
            <p:nvSpPr>
              <p:cNvPr id="156780" name="Freeform 236"/>
              <p:cNvSpPr/>
              <p:nvPr/>
            </p:nvSpPr>
            <p:spPr bwMode="auto">
              <a:xfrm>
                <a:off x="1731" y="3433"/>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781" name="Freeform 237"/>
              <p:cNvSpPr/>
              <p:nvPr/>
            </p:nvSpPr>
            <p:spPr bwMode="auto">
              <a:xfrm>
                <a:off x="1731" y="3433"/>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782" name="Freeform 238"/>
              <p:cNvSpPr/>
              <p:nvPr/>
            </p:nvSpPr>
            <p:spPr bwMode="auto">
              <a:xfrm>
                <a:off x="1665" y="3433"/>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783" name="Freeform 239"/>
              <p:cNvSpPr/>
              <p:nvPr/>
            </p:nvSpPr>
            <p:spPr bwMode="auto">
              <a:xfrm>
                <a:off x="1665" y="3433"/>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784" name="Rectangle 240"/>
              <p:cNvSpPr>
                <a:spLocks noChangeArrowheads="1"/>
              </p:cNvSpPr>
              <p:nvPr/>
            </p:nvSpPr>
            <p:spPr bwMode="auto">
              <a:xfrm>
                <a:off x="1665" y="3496"/>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6785" name="Rectangle 241"/>
              <p:cNvSpPr>
                <a:spLocks noChangeArrowheads="1"/>
              </p:cNvSpPr>
              <p:nvPr/>
            </p:nvSpPr>
            <p:spPr bwMode="auto">
              <a:xfrm>
                <a:off x="1671" y="3509"/>
                <a:ext cx="65" cy="4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6786" name="Line 242"/>
              <p:cNvSpPr>
                <a:spLocks noChangeShapeType="1"/>
              </p:cNvSpPr>
              <p:nvPr/>
            </p:nvSpPr>
            <p:spPr bwMode="auto">
              <a:xfrm>
                <a:off x="1676" y="3534"/>
                <a:ext cx="50"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6787" name="Line 243"/>
              <p:cNvSpPr>
                <a:spLocks noChangeShapeType="1"/>
              </p:cNvSpPr>
              <p:nvPr/>
            </p:nvSpPr>
            <p:spPr bwMode="auto">
              <a:xfrm flipH="1">
                <a:off x="1665" y="3709"/>
                <a:ext cx="116"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6788" name="Line 244"/>
              <p:cNvSpPr>
                <a:spLocks noChangeShapeType="1"/>
              </p:cNvSpPr>
              <p:nvPr/>
            </p:nvSpPr>
            <p:spPr bwMode="auto">
              <a:xfrm flipH="1">
                <a:off x="1665" y="3596"/>
                <a:ext cx="116"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nvGrpSpPr>
            <p:cNvPr id="156770" name="Group 245"/>
            <p:cNvGrpSpPr/>
            <p:nvPr/>
          </p:nvGrpSpPr>
          <p:grpSpPr bwMode="auto">
            <a:xfrm>
              <a:off x="1660" y="3427"/>
              <a:ext cx="212" cy="333"/>
              <a:chOff x="1660" y="3427"/>
              <a:chExt cx="212" cy="333"/>
            </a:xfrm>
          </p:grpSpPr>
          <p:sp>
            <p:nvSpPr>
              <p:cNvPr id="156771" name="Freeform 246"/>
              <p:cNvSpPr/>
              <p:nvPr/>
            </p:nvSpPr>
            <p:spPr bwMode="auto">
              <a:xfrm>
                <a:off x="1726" y="3427"/>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772" name="Freeform 247"/>
              <p:cNvSpPr/>
              <p:nvPr/>
            </p:nvSpPr>
            <p:spPr bwMode="auto">
              <a:xfrm>
                <a:off x="1726" y="3427"/>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773" name="Freeform 248"/>
              <p:cNvSpPr/>
              <p:nvPr/>
            </p:nvSpPr>
            <p:spPr bwMode="auto">
              <a:xfrm>
                <a:off x="1660" y="3427"/>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774" name="Freeform 249"/>
              <p:cNvSpPr/>
              <p:nvPr/>
            </p:nvSpPr>
            <p:spPr bwMode="auto">
              <a:xfrm>
                <a:off x="1660" y="3427"/>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775" name="Rectangle 250"/>
              <p:cNvSpPr>
                <a:spLocks noChangeArrowheads="1"/>
              </p:cNvSpPr>
              <p:nvPr/>
            </p:nvSpPr>
            <p:spPr bwMode="auto">
              <a:xfrm>
                <a:off x="1660" y="3490"/>
                <a:ext cx="116" cy="270"/>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6776" name="Rectangle 251"/>
              <p:cNvSpPr>
                <a:spLocks noChangeArrowheads="1"/>
              </p:cNvSpPr>
              <p:nvPr/>
            </p:nvSpPr>
            <p:spPr bwMode="auto">
              <a:xfrm>
                <a:off x="1665" y="3502"/>
                <a:ext cx="66"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6777" name="Line 252"/>
              <p:cNvSpPr>
                <a:spLocks noChangeShapeType="1"/>
              </p:cNvSpPr>
              <p:nvPr/>
            </p:nvSpPr>
            <p:spPr bwMode="auto">
              <a:xfrm>
                <a:off x="1676" y="3521"/>
                <a:ext cx="40"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6778" name="Line 253"/>
              <p:cNvSpPr>
                <a:spLocks noChangeShapeType="1"/>
              </p:cNvSpPr>
              <p:nvPr/>
            </p:nvSpPr>
            <p:spPr bwMode="auto">
              <a:xfrm flipH="1">
                <a:off x="1665" y="3703"/>
                <a:ext cx="106"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6779" name="Line 254"/>
              <p:cNvSpPr>
                <a:spLocks noChangeShapeType="1"/>
              </p:cNvSpPr>
              <p:nvPr/>
            </p:nvSpPr>
            <p:spPr bwMode="auto">
              <a:xfrm flipH="1">
                <a:off x="1665" y="3590"/>
                <a:ext cx="106"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sp>
        <p:nvSpPr>
          <p:cNvPr id="156699" name="Rectangle 255"/>
          <p:cNvSpPr>
            <a:spLocks noChangeArrowheads="1"/>
          </p:cNvSpPr>
          <p:nvPr/>
        </p:nvSpPr>
        <p:spPr bwMode="auto">
          <a:xfrm>
            <a:off x="2567649" y="3510733"/>
            <a:ext cx="928688"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6700" name="Rectangle 256"/>
          <p:cNvSpPr>
            <a:spLocks noChangeArrowheads="1"/>
          </p:cNvSpPr>
          <p:nvPr/>
        </p:nvSpPr>
        <p:spPr bwMode="auto">
          <a:xfrm>
            <a:off x="2675996" y="3650432"/>
            <a:ext cx="76944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kumimoji="1" lang="zh-CN" altLang="en-US" sz="2000" b="1">
                <a:solidFill>
                  <a:srgbClr val="000099"/>
                </a:solidFill>
                <a:latin typeface="Arial" panose="020B0604020202020204" pitchFamily="34" charset="0"/>
                <a:ea typeface="黑体" panose="02010609060101010101" pitchFamily="2" charset="-122"/>
              </a:rPr>
              <a:t>校园网</a:t>
            </a:r>
          </a:p>
        </p:txBody>
      </p:sp>
      <p:sp>
        <p:nvSpPr>
          <p:cNvPr id="156701" name="Rectangle 257"/>
          <p:cNvSpPr>
            <a:spLocks noChangeArrowheads="1"/>
          </p:cNvSpPr>
          <p:nvPr/>
        </p:nvSpPr>
        <p:spPr bwMode="auto">
          <a:xfrm>
            <a:off x="3458502" y="5544320"/>
            <a:ext cx="1164298" cy="620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6702" name="Rectangle 258"/>
          <p:cNvSpPr>
            <a:spLocks noChangeArrowheads="1"/>
          </p:cNvSpPr>
          <p:nvPr/>
        </p:nvSpPr>
        <p:spPr bwMode="auto">
          <a:xfrm>
            <a:off x="3896121" y="5661794"/>
            <a:ext cx="2051844"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eaLnBrk="1" hangingPunct="1"/>
            <a:r>
              <a:rPr kumimoji="1" lang="zh-CN" altLang="en-US" sz="2000" b="1" dirty="0">
                <a:solidFill>
                  <a:srgbClr val="000099"/>
                </a:solidFill>
                <a:latin typeface="Arial" panose="020B0604020202020204" pitchFamily="34" charset="0"/>
                <a:ea typeface="黑体" panose="02010609060101010101" pitchFamily="2" charset="-122"/>
              </a:rPr>
              <a:t>校园网的高速缓存</a:t>
            </a:r>
          </a:p>
          <a:p>
            <a:pPr algn="ctr" eaLnBrk="1" hangingPunct="1"/>
            <a:r>
              <a:rPr kumimoji="1" lang="zh-CN" altLang="en-US" sz="2000" b="1" dirty="0">
                <a:solidFill>
                  <a:srgbClr val="000099"/>
                </a:solidFill>
                <a:latin typeface="Arial" panose="020B0604020202020204" pitchFamily="34" charset="0"/>
                <a:ea typeface="黑体" panose="02010609060101010101" pitchFamily="2" charset="-122"/>
              </a:rPr>
              <a:t>（</a:t>
            </a:r>
            <a:r>
              <a:rPr kumimoji="1" lang="zh-CN" altLang="en-US" sz="2000" b="1" dirty="0">
                <a:solidFill>
                  <a:srgbClr val="FF0000"/>
                </a:solidFill>
                <a:latin typeface="Arial" panose="020B0604020202020204" pitchFamily="34" charset="0"/>
                <a:ea typeface="黑体" panose="02010609060101010101" pitchFamily="2" charset="-122"/>
              </a:rPr>
              <a:t>代理服务器</a:t>
            </a:r>
            <a:r>
              <a:rPr kumimoji="1" lang="zh-CN" altLang="en-US" sz="2000" b="1" dirty="0">
                <a:solidFill>
                  <a:srgbClr val="000099"/>
                </a:solidFill>
                <a:latin typeface="Arial" panose="020B0604020202020204" pitchFamily="34" charset="0"/>
                <a:ea typeface="黑体" panose="02010609060101010101" pitchFamily="2" charset="-122"/>
              </a:rPr>
              <a:t>）</a:t>
            </a:r>
          </a:p>
        </p:txBody>
      </p:sp>
      <p:grpSp>
        <p:nvGrpSpPr>
          <p:cNvPr id="156703" name="Group 259"/>
          <p:cNvGrpSpPr/>
          <p:nvPr/>
        </p:nvGrpSpPr>
        <p:grpSpPr bwMode="auto">
          <a:xfrm>
            <a:off x="8743421" y="2924944"/>
            <a:ext cx="424789" cy="661988"/>
            <a:chOff x="4305" y="2335"/>
            <a:chExt cx="216" cy="339"/>
          </a:xfrm>
        </p:grpSpPr>
        <p:grpSp>
          <p:nvGrpSpPr>
            <p:cNvPr id="156749" name="Group 260"/>
            <p:cNvGrpSpPr/>
            <p:nvPr/>
          </p:nvGrpSpPr>
          <p:grpSpPr bwMode="auto">
            <a:xfrm>
              <a:off x="4310" y="2341"/>
              <a:ext cx="211" cy="333"/>
              <a:chOff x="4310" y="2341"/>
              <a:chExt cx="211" cy="333"/>
            </a:xfrm>
          </p:grpSpPr>
          <p:sp>
            <p:nvSpPr>
              <p:cNvPr id="156760" name="Freeform 261"/>
              <p:cNvSpPr/>
              <p:nvPr/>
            </p:nvSpPr>
            <p:spPr bwMode="auto">
              <a:xfrm>
                <a:off x="4375" y="2341"/>
                <a:ext cx="146" cy="333"/>
              </a:xfrm>
              <a:custGeom>
                <a:avLst/>
                <a:gdLst>
                  <a:gd name="T0" fmla="*/ 51 w 146"/>
                  <a:gd name="T1" fmla="*/ 333 h 333"/>
                  <a:gd name="T2" fmla="*/ 0 w 146"/>
                  <a:gd name="T3" fmla="*/ 50 h 333"/>
                  <a:gd name="T4" fmla="*/ 146 w 146"/>
                  <a:gd name="T5" fmla="*/ 0 h 333"/>
                  <a:gd name="T6" fmla="*/ 146 w 146"/>
                  <a:gd name="T7" fmla="*/ 270 h 333"/>
                  <a:gd name="T8" fmla="*/ 51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1" y="333"/>
                    </a:moveTo>
                    <a:lnTo>
                      <a:pt x="0" y="50"/>
                    </a:lnTo>
                    <a:lnTo>
                      <a:pt x="146" y="0"/>
                    </a:lnTo>
                    <a:lnTo>
                      <a:pt x="146" y="270"/>
                    </a:lnTo>
                    <a:lnTo>
                      <a:pt x="51" y="33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761" name="Freeform 262"/>
              <p:cNvSpPr/>
              <p:nvPr/>
            </p:nvSpPr>
            <p:spPr bwMode="auto">
              <a:xfrm>
                <a:off x="4375" y="2341"/>
                <a:ext cx="146" cy="333"/>
              </a:xfrm>
              <a:custGeom>
                <a:avLst/>
                <a:gdLst>
                  <a:gd name="T0" fmla="*/ 51 w 146"/>
                  <a:gd name="T1" fmla="*/ 333 h 333"/>
                  <a:gd name="T2" fmla="*/ 0 w 146"/>
                  <a:gd name="T3" fmla="*/ 50 h 333"/>
                  <a:gd name="T4" fmla="*/ 146 w 146"/>
                  <a:gd name="T5" fmla="*/ 0 h 333"/>
                  <a:gd name="T6" fmla="*/ 146 w 146"/>
                  <a:gd name="T7" fmla="*/ 270 h 333"/>
                  <a:gd name="T8" fmla="*/ 51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1" y="333"/>
                    </a:moveTo>
                    <a:lnTo>
                      <a:pt x="0" y="50"/>
                    </a:lnTo>
                    <a:lnTo>
                      <a:pt x="146" y="0"/>
                    </a:lnTo>
                    <a:lnTo>
                      <a:pt x="146" y="270"/>
                    </a:lnTo>
                    <a:lnTo>
                      <a:pt x="51" y="33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762" name="Freeform 263"/>
              <p:cNvSpPr/>
              <p:nvPr/>
            </p:nvSpPr>
            <p:spPr bwMode="auto">
              <a:xfrm>
                <a:off x="4310" y="2341"/>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763" name="Freeform 264"/>
              <p:cNvSpPr/>
              <p:nvPr/>
            </p:nvSpPr>
            <p:spPr bwMode="auto">
              <a:xfrm>
                <a:off x="4310" y="2341"/>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764" name="Rectangle 265"/>
              <p:cNvSpPr>
                <a:spLocks noChangeArrowheads="1"/>
              </p:cNvSpPr>
              <p:nvPr/>
            </p:nvSpPr>
            <p:spPr bwMode="auto">
              <a:xfrm>
                <a:off x="4310" y="2404"/>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6765" name="Rectangle 266"/>
              <p:cNvSpPr>
                <a:spLocks noChangeArrowheads="1"/>
              </p:cNvSpPr>
              <p:nvPr/>
            </p:nvSpPr>
            <p:spPr bwMode="auto">
              <a:xfrm>
                <a:off x="4315" y="2416"/>
                <a:ext cx="65"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6766" name="Line 267"/>
              <p:cNvSpPr>
                <a:spLocks noChangeShapeType="1"/>
              </p:cNvSpPr>
              <p:nvPr/>
            </p:nvSpPr>
            <p:spPr bwMode="auto">
              <a:xfrm>
                <a:off x="4320" y="2441"/>
                <a:ext cx="50"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6767" name="Line 268"/>
              <p:cNvSpPr>
                <a:spLocks noChangeShapeType="1"/>
              </p:cNvSpPr>
              <p:nvPr/>
            </p:nvSpPr>
            <p:spPr bwMode="auto">
              <a:xfrm flipH="1">
                <a:off x="4310" y="2617"/>
                <a:ext cx="116"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6768" name="Line 269"/>
              <p:cNvSpPr>
                <a:spLocks noChangeShapeType="1"/>
              </p:cNvSpPr>
              <p:nvPr/>
            </p:nvSpPr>
            <p:spPr bwMode="auto">
              <a:xfrm flipH="1">
                <a:off x="4310" y="2504"/>
                <a:ext cx="116"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nvGrpSpPr>
            <p:cNvPr id="156750" name="Group 270"/>
            <p:cNvGrpSpPr/>
            <p:nvPr/>
          </p:nvGrpSpPr>
          <p:grpSpPr bwMode="auto">
            <a:xfrm>
              <a:off x="4305" y="2335"/>
              <a:ext cx="211" cy="332"/>
              <a:chOff x="4305" y="2335"/>
              <a:chExt cx="211" cy="332"/>
            </a:xfrm>
          </p:grpSpPr>
          <p:sp>
            <p:nvSpPr>
              <p:cNvPr id="156751" name="Freeform 271"/>
              <p:cNvSpPr/>
              <p:nvPr/>
            </p:nvSpPr>
            <p:spPr bwMode="auto">
              <a:xfrm>
                <a:off x="4370" y="2335"/>
                <a:ext cx="146" cy="332"/>
              </a:xfrm>
              <a:custGeom>
                <a:avLst/>
                <a:gdLst>
                  <a:gd name="T0" fmla="*/ 51 w 146"/>
                  <a:gd name="T1" fmla="*/ 332 h 332"/>
                  <a:gd name="T2" fmla="*/ 0 w 146"/>
                  <a:gd name="T3" fmla="*/ 50 h 332"/>
                  <a:gd name="T4" fmla="*/ 146 w 146"/>
                  <a:gd name="T5" fmla="*/ 0 h 332"/>
                  <a:gd name="T6" fmla="*/ 146 w 146"/>
                  <a:gd name="T7" fmla="*/ 270 h 332"/>
                  <a:gd name="T8" fmla="*/ 51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1" y="332"/>
                    </a:moveTo>
                    <a:lnTo>
                      <a:pt x="0" y="50"/>
                    </a:lnTo>
                    <a:lnTo>
                      <a:pt x="146" y="0"/>
                    </a:lnTo>
                    <a:lnTo>
                      <a:pt x="146" y="270"/>
                    </a:lnTo>
                    <a:lnTo>
                      <a:pt x="51" y="332"/>
                    </a:lnTo>
                    <a:close/>
                  </a:path>
                </a:pathLst>
              </a:custGeom>
              <a:solidFill>
                <a:srgbClr val="A5A58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752" name="Freeform 272"/>
              <p:cNvSpPr/>
              <p:nvPr/>
            </p:nvSpPr>
            <p:spPr bwMode="auto">
              <a:xfrm>
                <a:off x="4370" y="2335"/>
                <a:ext cx="146" cy="332"/>
              </a:xfrm>
              <a:custGeom>
                <a:avLst/>
                <a:gdLst>
                  <a:gd name="T0" fmla="*/ 51 w 146"/>
                  <a:gd name="T1" fmla="*/ 332 h 332"/>
                  <a:gd name="T2" fmla="*/ 0 w 146"/>
                  <a:gd name="T3" fmla="*/ 50 h 332"/>
                  <a:gd name="T4" fmla="*/ 146 w 146"/>
                  <a:gd name="T5" fmla="*/ 0 h 332"/>
                  <a:gd name="T6" fmla="*/ 146 w 146"/>
                  <a:gd name="T7" fmla="*/ 270 h 332"/>
                  <a:gd name="T8" fmla="*/ 51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1" y="332"/>
                    </a:moveTo>
                    <a:lnTo>
                      <a:pt x="0" y="50"/>
                    </a:lnTo>
                    <a:lnTo>
                      <a:pt x="146" y="0"/>
                    </a:lnTo>
                    <a:lnTo>
                      <a:pt x="146" y="270"/>
                    </a:lnTo>
                    <a:lnTo>
                      <a:pt x="51" y="332"/>
                    </a:lnTo>
                    <a:close/>
                  </a:path>
                </a:pathLst>
              </a:custGeom>
              <a:solidFill>
                <a:srgbClr val="A5A58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753" name="Freeform 273"/>
              <p:cNvSpPr/>
              <p:nvPr/>
            </p:nvSpPr>
            <p:spPr bwMode="auto">
              <a:xfrm>
                <a:off x="4305" y="2335"/>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754" name="Freeform 274"/>
              <p:cNvSpPr/>
              <p:nvPr/>
            </p:nvSpPr>
            <p:spPr bwMode="auto">
              <a:xfrm>
                <a:off x="4305" y="2335"/>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755" name="Rectangle 275"/>
              <p:cNvSpPr>
                <a:spLocks noChangeArrowheads="1"/>
              </p:cNvSpPr>
              <p:nvPr/>
            </p:nvSpPr>
            <p:spPr bwMode="auto">
              <a:xfrm>
                <a:off x="4305" y="2398"/>
                <a:ext cx="116" cy="26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6756" name="Rectangle 276"/>
              <p:cNvSpPr>
                <a:spLocks noChangeArrowheads="1"/>
              </p:cNvSpPr>
              <p:nvPr/>
            </p:nvSpPr>
            <p:spPr bwMode="auto">
              <a:xfrm>
                <a:off x="4310" y="2410"/>
                <a:ext cx="65"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6757" name="Line 277"/>
              <p:cNvSpPr>
                <a:spLocks noChangeShapeType="1"/>
              </p:cNvSpPr>
              <p:nvPr/>
            </p:nvSpPr>
            <p:spPr bwMode="auto">
              <a:xfrm>
                <a:off x="4320" y="2429"/>
                <a:ext cx="40"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6758" name="Line 278"/>
              <p:cNvSpPr>
                <a:spLocks noChangeShapeType="1"/>
              </p:cNvSpPr>
              <p:nvPr/>
            </p:nvSpPr>
            <p:spPr bwMode="auto">
              <a:xfrm flipH="1">
                <a:off x="4310" y="2611"/>
                <a:ext cx="106"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6759" name="Line 279"/>
              <p:cNvSpPr>
                <a:spLocks noChangeShapeType="1"/>
              </p:cNvSpPr>
              <p:nvPr/>
            </p:nvSpPr>
            <p:spPr bwMode="auto">
              <a:xfrm flipH="1">
                <a:off x="4310" y="2498"/>
                <a:ext cx="106" cy="1"/>
              </a:xfrm>
              <a:prstGeom prst="line">
                <a:avLst/>
              </a:prstGeom>
              <a:noFill/>
              <a:ln w="7938">
                <a:solidFill>
                  <a:srgbClr val="313124"/>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sp>
        <p:nvSpPr>
          <p:cNvPr id="156704" name="Rectangle 280"/>
          <p:cNvSpPr>
            <a:spLocks noChangeArrowheads="1"/>
          </p:cNvSpPr>
          <p:nvPr/>
        </p:nvSpPr>
        <p:spPr bwMode="auto">
          <a:xfrm>
            <a:off x="7346951" y="3085282"/>
            <a:ext cx="128240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kumimoji="1" lang="zh-CN" altLang="en-US" sz="2000" b="1">
                <a:solidFill>
                  <a:srgbClr val="000099"/>
                </a:solidFill>
                <a:latin typeface="Arial" panose="020B0604020202020204" pitchFamily="34" charset="0"/>
                <a:ea typeface="黑体" panose="02010609060101010101" pitchFamily="2" charset="-122"/>
              </a:rPr>
              <a:t>源点服务器</a:t>
            </a:r>
          </a:p>
        </p:txBody>
      </p:sp>
      <p:sp>
        <p:nvSpPr>
          <p:cNvPr id="156705" name="Rectangle 281"/>
          <p:cNvSpPr>
            <a:spLocks noChangeArrowheads="1"/>
          </p:cNvSpPr>
          <p:nvPr/>
        </p:nvSpPr>
        <p:spPr bwMode="auto">
          <a:xfrm>
            <a:off x="4526492" y="4093345"/>
            <a:ext cx="885693"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6706" name="Rectangle 282"/>
          <p:cNvSpPr>
            <a:spLocks noChangeArrowheads="1"/>
          </p:cNvSpPr>
          <p:nvPr/>
        </p:nvSpPr>
        <p:spPr bwMode="auto">
          <a:xfrm>
            <a:off x="5030391" y="4160019"/>
            <a:ext cx="95218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kumimoji="1" lang="en-US" altLang="zh-CN" sz="2000" b="1" dirty="0">
                <a:solidFill>
                  <a:srgbClr val="000099"/>
                </a:solidFill>
                <a:latin typeface="Arial" panose="020B0604020202020204" pitchFamily="34" charset="0"/>
                <a:ea typeface="黑体" panose="02010609060101010101" pitchFamily="2" charset="-122"/>
              </a:rPr>
              <a:t>2 Mbit/s</a:t>
            </a:r>
          </a:p>
        </p:txBody>
      </p:sp>
      <p:grpSp>
        <p:nvGrpSpPr>
          <p:cNvPr id="156707" name="Group 283"/>
          <p:cNvGrpSpPr/>
          <p:nvPr/>
        </p:nvGrpSpPr>
        <p:grpSpPr bwMode="auto">
          <a:xfrm>
            <a:off x="3102504" y="5544319"/>
            <a:ext cx="565812" cy="260350"/>
            <a:chOff x="1872" y="3676"/>
            <a:chExt cx="227" cy="136"/>
          </a:xfrm>
        </p:grpSpPr>
        <p:sp>
          <p:nvSpPr>
            <p:cNvPr id="156747" name="Line 284"/>
            <p:cNvSpPr>
              <a:spLocks noChangeShapeType="1"/>
            </p:cNvSpPr>
            <p:nvPr/>
          </p:nvSpPr>
          <p:spPr bwMode="auto">
            <a:xfrm>
              <a:off x="1919" y="3702"/>
              <a:ext cx="180" cy="11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6748" name="Freeform 285"/>
            <p:cNvSpPr/>
            <p:nvPr/>
          </p:nvSpPr>
          <p:spPr bwMode="auto">
            <a:xfrm>
              <a:off x="1872" y="3676"/>
              <a:ext cx="62" cy="47"/>
            </a:xfrm>
            <a:custGeom>
              <a:avLst/>
              <a:gdLst>
                <a:gd name="T0" fmla="*/ 62 w 62"/>
                <a:gd name="T1" fmla="*/ 15 h 47"/>
                <a:gd name="T2" fmla="*/ 0 w 62"/>
                <a:gd name="T3" fmla="*/ 0 h 47"/>
                <a:gd name="T4" fmla="*/ 42 w 62"/>
                <a:gd name="T5" fmla="*/ 47 h 47"/>
                <a:gd name="T6" fmla="*/ 62 w 62"/>
                <a:gd name="T7" fmla="*/ 15 h 4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2" h="47">
                  <a:moveTo>
                    <a:pt x="62" y="15"/>
                  </a:moveTo>
                  <a:lnTo>
                    <a:pt x="0" y="0"/>
                  </a:lnTo>
                  <a:lnTo>
                    <a:pt x="42" y="47"/>
                  </a:lnTo>
                  <a:lnTo>
                    <a:pt x="62" y="15"/>
                  </a:lnTo>
                  <a:close/>
                </a:path>
              </a:pathLst>
            </a:custGeom>
            <a:solidFill>
              <a:srgbClr val="000000"/>
            </a:solidFill>
            <a:ln w="28575" cmpd="sng">
              <a:solidFill>
                <a:srgbClr val="333399"/>
              </a:solidFill>
              <a:round/>
            </a:ln>
          </p:spPr>
          <p:txBody>
            <a:bodyPr/>
            <a:lstStyle/>
            <a:p>
              <a:endParaRPr lang="zh-CN" altLang="en-US" b="1">
                <a:solidFill>
                  <a:srgbClr val="000099"/>
                </a:solidFill>
              </a:endParaRPr>
            </a:p>
          </p:txBody>
        </p:sp>
      </p:grpSp>
      <p:grpSp>
        <p:nvGrpSpPr>
          <p:cNvPr id="156708" name="Group 286"/>
          <p:cNvGrpSpPr/>
          <p:nvPr/>
        </p:nvGrpSpPr>
        <p:grpSpPr bwMode="auto">
          <a:xfrm>
            <a:off x="6576483" y="4288607"/>
            <a:ext cx="607087" cy="374650"/>
            <a:chOff x="3202" y="3033"/>
            <a:chExt cx="309" cy="192"/>
          </a:xfrm>
        </p:grpSpPr>
        <p:sp>
          <p:nvSpPr>
            <p:cNvPr id="156722" name="Oval 287"/>
            <p:cNvSpPr>
              <a:spLocks noChangeArrowheads="1"/>
            </p:cNvSpPr>
            <p:nvPr/>
          </p:nvSpPr>
          <p:spPr bwMode="auto">
            <a:xfrm>
              <a:off x="3203" y="3113"/>
              <a:ext cx="308" cy="112"/>
            </a:xfrm>
            <a:prstGeom prst="ellipse">
              <a:avLst/>
            </a:prstGeom>
            <a:solidFill>
              <a:srgbClr val="0078AA"/>
            </a:solidFill>
            <a:ln w="3175">
              <a:solidFill>
                <a:srgbClr val="AAE6FF"/>
              </a:solidFill>
              <a:round/>
            </a:ln>
          </p:spPr>
          <p:txBody>
            <a:bodyPr/>
            <a:lstStyle/>
            <a:p>
              <a:pPr eaLnBrk="1" hangingPunct="1"/>
              <a:endParaRPr lang="zh-CN" altLang="en-US" b="1">
                <a:solidFill>
                  <a:srgbClr val="000099"/>
                </a:solidFill>
              </a:endParaRPr>
            </a:p>
          </p:txBody>
        </p:sp>
        <p:sp>
          <p:nvSpPr>
            <p:cNvPr id="156723" name="Rectangle 288"/>
            <p:cNvSpPr>
              <a:spLocks noChangeArrowheads="1"/>
            </p:cNvSpPr>
            <p:nvPr/>
          </p:nvSpPr>
          <p:spPr bwMode="auto">
            <a:xfrm>
              <a:off x="3202"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6724" name="Rectangle 289"/>
            <p:cNvSpPr>
              <a:spLocks noChangeArrowheads="1"/>
            </p:cNvSpPr>
            <p:nvPr/>
          </p:nvSpPr>
          <p:spPr bwMode="auto">
            <a:xfrm>
              <a:off x="3202"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6725" name="Oval 290"/>
            <p:cNvSpPr>
              <a:spLocks noChangeArrowheads="1"/>
            </p:cNvSpPr>
            <p:nvPr/>
          </p:nvSpPr>
          <p:spPr bwMode="auto">
            <a:xfrm>
              <a:off x="3203" y="3033"/>
              <a:ext cx="308" cy="112"/>
            </a:xfrm>
            <a:prstGeom prst="ellipse">
              <a:avLst/>
            </a:prstGeom>
            <a:solidFill>
              <a:srgbClr val="00B4FF"/>
            </a:solidFill>
            <a:ln w="3175">
              <a:solidFill>
                <a:srgbClr val="AAE6FF"/>
              </a:solidFill>
              <a:round/>
            </a:ln>
          </p:spPr>
          <p:txBody>
            <a:bodyPr/>
            <a:lstStyle/>
            <a:p>
              <a:pPr eaLnBrk="1" hangingPunct="1"/>
              <a:endParaRPr lang="zh-CN" altLang="en-US" b="1">
                <a:solidFill>
                  <a:srgbClr val="000099"/>
                </a:solidFill>
              </a:endParaRPr>
            </a:p>
          </p:txBody>
        </p:sp>
        <p:grpSp>
          <p:nvGrpSpPr>
            <p:cNvPr id="156726" name="Group 291"/>
            <p:cNvGrpSpPr/>
            <p:nvPr/>
          </p:nvGrpSpPr>
          <p:grpSpPr bwMode="auto">
            <a:xfrm>
              <a:off x="3249" y="3046"/>
              <a:ext cx="214" cy="86"/>
              <a:chOff x="3249" y="3046"/>
              <a:chExt cx="214" cy="86"/>
            </a:xfrm>
          </p:grpSpPr>
          <p:grpSp>
            <p:nvGrpSpPr>
              <p:cNvPr id="156729" name="Group 292"/>
              <p:cNvGrpSpPr/>
              <p:nvPr/>
            </p:nvGrpSpPr>
            <p:grpSpPr bwMode="auto">
              <a:xfrm>
                <a:off x="3249" y="3046"/>
                <a:ext cx="212" cy="84"/>
                <a:chOff x="3249" y="3046"/>
                <a:chExt cx="212" cy="84"/>
              </a:xfrm>
            </p:grpSpPr>
            <p:sp>
              <p:nvSpPr>
                <p:cNvPr id="156739" name="Freeform 293"/>
                <p:cNvSpPr/>
                <p:nvPr/>
              </p:nvSpPr>
              <p:spPr bwMode="auto">
                <a:xfrm>
                  <a:off x="3360"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740" name="Freeform 294"/>
                <p:cNvSpPr/>
                <p:nvPr/>
              </p:nvSpPr>
              <p:spPr bwMode="auto">
                <a:xfrm>
                  <a:off x="3360"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741" name="Freeform 295"/>
                <p:cNvSpPr/>
                <p:nvPr/>
              </p:nvSpPr>
              <p:spPr bwMode="auto">
                <a:xfrm>
                  <a:off x="3249" y="3090"/>
                  <a:ext cx="102" cy="38"/>
                </a:xfrm>
                <a:custGeom>
                  <a:avLst/>
                  <a:gdLst>
                    <a:gd name="T0" fmla="*/ 102 w 102"/>
                    <a:gd name="T1" fmla="*/ 8 h 38"/>
                    <a:gd name="T2" fmla="*/ 79 w 102"/>
                    <a:gd name="T3" fmla="*/ 0 h 38"/>
                    <a:gd name="T4" fmla="*/ 26 w 102"/>
                    <a:gd name="T5" fmla="*/ 24 h 38"/>
                    <a:gd name="T6" fmla="*/ 0 w 102"/>
                    <a:gd name="T7" fmla="*/ 16 h 38"/>
                    <a:gd name="T8" fmla="*/ 13 w 102"/>
                    <a:gd name="T9" fmla="*/ 38 h 38"/>
                    <a:gd name="T10" fmla="*/ 79 w 102"/>
                    <a:gd name="T11" fmla="*/ 38 h 38"/>
                    <a:gd name="T12" fmla="*/ 51 w 102"/>
                    <a:gd name="T13" fmla="*/ 30 h 38"/>
                    <a:gd name="T14" fmla="*/ 102 w 102"/>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8">
                      <a:moveTo>
                        <a:pt x="102" y="8"/>
                      </a:moveTo>
                      <a:lnTo>
                        <a:pt x="79" y="0"/>
                      </a:lnTo>
                      <a:lnTo>
                        <a:pt x="26" y="24"/>
                      </a:lnTo>
                      <a:lnTo>
                        <a:pt x="0" y="16"/>
                      </a:lnTo>
                      <a:lnTo>
                        <a:pt x="13" y="38"/>
                      </a:lnTo>
                      <a:lnTo>
                        <a:pt x="79" y="38"/>
                      </a:lnTo>
                      <a:lnTo>
                        <a:pt x="51" y="30"/>
                      </a:lnTo>
                      <a:lnTo>
                        <a:pt x="102" y="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742" name="Freeform 296"/>
                <p:cNvSpPr/>
                <p:nvPr/>
              </p:nvSpPr>
              <p:spPr bwMode="auto">
                <a:xfrm>
                  <a:off x="3249" y="3090"/>
                  <a:ext cx="102" cy="38"/>
                </a:xfrm>
                <a:custGeom>
                  <a:avLst/>
                  <a:gdLst>
                    <a:gd name="T0" fmla="*/ 102 w 102"/>
                    <a:gd name="T1" fmla="*/ 8 h 38"/>
                    <a:gd name="T2" fmla="*/ 79 w 102"/>
                    <a:gd name="T3" fmla="*/ 0 h 38"/>
                    <a:gd name="T4" fmla="*/ 26 w 102"/>
                    <a:gd name="T5" fmla="*/ 24 h 38"/>
                    <a:gd name="T6" fmla="*/ 0 w 102"/>
                    <a:gd name="T7" fmla="*/ 16 h 38"/>
                    <a:gd name="T8" fmla="*/ 13 w 102"/>
                    <a:gd name="T9" fmla="*/ 38 h 38"/>
                    <a:gd name="T10" fmla="*/ 79 w 102"/>
                    <a:gd name="T11" fmla="*/ 38 h 38"/>
                    <a:gd name="T12" fmla="*/ 51 w 102"/>
                    <a:gd name="T13" fmla="*/ 30 h 38"/>
                    <a:gd name="T14" fmla="*/ 102 w 102"/>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8">
                      <a:moveTo>
                        <a:pt x="102" y="8"/>
                      </a:moveTo>
                      <a:lnTo>
                        <a:pt x="79" y="0"/>
                      </a:lnTo>
                      <a:lnTo>
                        <a:pt x="26" y="24"/>
                      </a:lnTo>
                      <a:lnTo>
                        <a:pt x="0" y="16"/>
                      </a:lnTo>
                      <a:lnTo>
                        <a:pt x="13" y="38"/>
                      </a:lnTo>
                      <a:lnTo>
                        <a:pt x="79" y="38"/>
                      </a:lnTo>
                      <a:lnTo>
                        <a:pt x="51" y="30"/>
                      </a:lnTo>
                      <a:lnTo>
                        <a:pt x="102" y="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743" name="Freeform 297"/>
                <p:cNvSpPr/>
                <p:nvPr/>
              </p:nvSpPr>
              <p:spPr bwMode="auto">
                <a:xfrm>
                  <a:off x="3255" y="3046"/>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744" name="Freeform 298"/>
                <p:cNvSpPr/>
                <p:nvPr/>
              </p:nvSpPr>
              <p:spPr bwMode="auto">
                <a:xfrm>
                  <a:off x="3255" y="3046"/>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745" name="Freeform 299"/>
                <p:cNvSpPr/>
                <p:nvPr/>
              </p:nvSpPr>
              <p:spPr bwMode="auto">
                <a:xfrm>
                  <a:off x="3356" y="3094"/>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746" name="Freeform 300"/>
                <p:cNvSpPr/>
                <p:nvPr/>
              </p:nvSpPr>
              <p:spPr bwMode="auto">
                <a:xfrm>
                  <a:off x="3356" y="3094"/>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grpSp>
          <p:grpSp>
            <p:nvGrpSpPr>
              <p:cNvPr id="156730" name="Group 301"/>
              <p:cNvGrpSpPr/>
              <p:nvPr/>
            </p:nvGrpSpPr>
            <p:grpSpPr bwMode="auto">
              <a:xfrm>
                <a:off x="3251" y="3048"/>
                <a:ext cx="212" cy="84"/>
                <a:chOff x="3251" y="3048"/>
                <a:chExt cx="212" cy="84"/>
              </a:xfrm>
            </p:grpSpPr>
            <p:sp>
              <p:nvSpPr>
                <p:cNvPr id="156731" name="Freeform 302"/>
                <p:cNvSpPr/>
                <p:nvPr/>
              </p:nvSpPr>
              <p:spPr bwMode="auto">
                <a:xfrm>
                  <a:off x="3362" y="3050"/>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732" name="Freeform 303"/>
                <p:cNvSpPr/>
                <p:nvPr/>
              </p:nvSpPr>
              <p:spPr bwMode="auto">
                <a:xfrm>
                  <a:off x="3362" y="3050"/>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733" name="Freeform 304"/>
                <p:cNvSpPr/>
                <p:nvPr/>
              </p:nvSpPr>
              <p:spPr bwMode="auto">
                <a:xfrm>
                  <a:off x="3251"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1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1"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734" name="Freeform 305"/>
                <p:cNvSpPr/>
                <p:nvPr/>
              </p:nvSpPr>
              <p:spPr bwMode="auto">
                <a:xfrm>
                  <a:off x="3251"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1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1"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735" name="Freeform 306"/>
                <p:cNvSpPr/>
                <p:nvPr/>
              </p:nvSpPr>
              <p:spPr bwMode="auto">
                <a:xfrm>
                  <a:off x="3257" y="3048"/>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736" name="Freeform 307"/>
                <p:cNvSpPr/>
                <p:nvPr/>
              </p:nvSpPr>
              <p:spPr bwMode="auto">
                <a:xfrm>
                  <a:off x="3257" y="3048"/>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737" name="Freeform 308"/>
                <p:cNvSpPr/>
                <p:nvPr/>
              </p:nvSpPr>
              <p:spPr bwMode="auto">
                <a:xfrm>
                  <a:off x="3358" y="3096"/>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156738" name="Freeform 309"/>
                <p:cNvSpPr/>
                <p:nvPr/>
              </p:nvSpPr>
              <p:spPr bwMode="auto">
                <a:xfrm>
                  <a:off x="3358" y="3096"/>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grpSp>
        </p:grpSp>
        <p:sp>
          <p:nvSpPr>
            <p:cNvPr id="156727" name="Line 310"/>
            <p:cNvSpPr>
              <a:spLocks noChangeShapeType="1"/>
            </p:cNvSpPr>
            <p:nvPr/>
          </p:nvSpPr>
          <p:spPr bwMode="auto">
            <a:xfrm>
              <a:off x="3202" y="3088"/>
              <a:ext cx="1" cy="80"/>
            </a:xfrm>
            <a:prstGeom prst="line">
              <a:avLst/>
            </a:prstGeom>
            <a:noFill/>
            <a:ln w="3175">
              <a:solidFill>
                <a:srgbClr val="AAE6FF"/>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156728" name="Line 311"/>
            <p:cNvSpPr>
              <a:spLocks noChangeShapeType="1"/>
            </p:cNvSpPr>
            <p:nvPr/>
          </p:nvSpPr>
          <p:spPr bwMode="auto">
            <a:xfrm>
              <a:off x="3510" y="3088"/>
              <a:ext cx="1" cy="80"/>
            </a:xfrm>
            <a:prstGeom prst="line">
              <a:avLst/>
            </a:prstGeom>
            <a:noFill/>
            <a:ln w="3175">
              <a:solidFill>
                <a:srgbClr val="AAE6FF"/>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sp>
        <p:nvSpPr>
          <p:cNvPr id="156709" name="Rectangle 312"/>
          <p:cNvSpPr>
            <a:spLocks noChangeArrowheads="1"/>
          </p:cNvSpPr>
          <p:nvPr/>
        </p:nvSpPr>
        <p:spPr bwMode="auto">
          <a:xfrm>
            <a:off x="7195609" y="3864745"/>
            <a:ext cx="926968"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6710" name="Rectangle 313"/>
          <p:cNvSpPr>
            <a:spLocks noChangeArrowheads="1"/>
          </p:cNvSpPr>
          <p:nvPr/>
        </p:nvSpPr>
        <p:spPr bwMode="auto">
          <a:xfrm>
            <a:off x="7560204" y="4348932"/>
            <a:ext cx="76944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kumimoji="1" lang="zh-CN" altLang="en-US" sz="2000" b="1">
                <a:solidFill>
                  <a:srgbClr val="000099"/>
                </a:solidFill>
                <a:latin typeface="Arial" panose="020B0604020202020204" pitchFamily="34" charset="0"/>
                <a:ea typeface="黑体" panose="02010609060101010101" pitchFamily="2" charset="-122"/>
              </a:rPr>
              <a:t>互联网</a:t>
            </a:r>
          </a:p>
        </p:txBody>
      </p:sp>
      <p:sp>
        <p:nvSpPr>
          <p:cNvPr id="156711" name="Rectangle 314"/>
          <p:cNvSpPr>
            <a:spLocks noChangeArrowheads="1"/>
          </p:cNvSpPr>
          <p:nvPr/>
        </p:nvSpPr>
        <p:spPr bwMode="auto">
          <a:xfrm>
            <a:off x="3993357" y="3952057"/>
            <a:ext cx="41619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6712" name="Rectangle 315"/>
          <p:cNvSpPr>
            <a:spLocks noChangeArrowheads="1"/>
          </p:cNvSpPr>
          <p:nvPr/>
        </p:nvSpPr>
        <p:spPr bwMode="auto">
          <a:xfrm>
            <a:off x="3102505" y="4660083"/>
            <a:ext cx="452306"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6713" name="Rectangle 317"/>
          <p:cNvSpPr>
            <a:spLocks noChangeArrowheads="1"/>
          </p:cNvSpPr>
          <p:nvPr/>
        </p:nvSpPr>
        <p:spPr bwMode="auto">
          <a:xfrm>
            <a:off x="1850496" y="4306070"/>
            <a:ext cx="45402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a:solidFill>
                <a:srgbClr val="000099"/>
              </a:solidFill>
            </a:endParaRPr>
          </a:p>
        </p:txBody>
      </p:sp>
      <p:sp>
        <p:nvSpPr>
          <p:cNvPr id="156714" name="Rectangle 319"/>
          <p:cNvSpPr>
            <a:spLocks noChangeArrowheads="1"/>
          </p:cNvSpPr>
          <p:nvPr/>
        </p:nvSpPr>
        <p:spPr bwMode="auto">
          <a:xfrm>
            <a:off x="462625" y="3966344"/>
            <a:ext cx="76944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kumimoji="1" lang="zh-CN" altLang="en-US" sz="2000" b="1">
                <a:solidFill>
                  <a:srgbClr val="000099"/>
                </a:solidFill>
                <a:latin typeface="Arial" panose="020B0604020202020204" pitchFamily="34" charset="0"/>
                <a:ea typeface="黑体" panose="02010609060101010101" pitchFamily="2" charset="-122"/>
              </a:rPr>
              <a:t>浏览器</a:t>
            </a:r>
          </a:p>
        </p:txBody>
      </p:sp>
      <p:sp>
        <p:nvSpPr>
          <p:cNvPr id="156715" name="Rectangle 320"/>
          <p:cNvSpPr>
            <a:spLocks noChangeArrowheads="1"/>
          </p:cNvSpPr>
          <p:nvPr/>
        </p:nvSpPr>
        <p:spPr bwMode="auto">
          <a:xfrm>
            <a:off x="4043231" y="3980632"/>
            <a:ext cx="28052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R</a:t>
            </a:r>
            <a:r>
              <a:rPr kumimoji="1" lang="en-US" altLang="zh-CN" sz="2000" b="1" baseline="-25000">
                <a:solidFill>
                  <a:srgbClr val="000099"/>
                </a:solidFill>
                <a:latin typeface="Arial" panose="020B0604020202020204" pitchFamily="34" charset="0"/>
                <a:ea typeface="黑体" panose="02010609060101010101" pitchFamily="2" charset="-122"/>
              </a:rPr>
              <a:t>1</a:t>
            </a:r>
          </a:p>
        </p:txBody>
      </p:sp>
      <p:sp>
        <p:nvSpPr>
          <p:cNvPr id="156716" name="Rectangle 321"/>
          <p:cNvSpPr>
            <a:spLocks noChangeArrowheads="1"/>
          </p:cNvSpPr>
          <p:nvPr/>
        </p:nvSpPr>
        <p:spPr bwMode="auto">
          <a:xfrm>
            <a:off x="6387307" y="4006032"/>
            <a:ext cx="28052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R</a:t>
            </a:r>
            <a:r>
              <a:rPr kumimoji="1" lang="en-US" altLang="zh-CN" sz="2000" b="1" baseline="-25000">
                <a:solidFill>
                  <a:srgbClr val="000099"/>
                </a:solidFill>
                <a:latin typeface="Arial" panose="020B0604020202020204" pitchFamily="34" charset="0"/>
                <a:ea typeface="黑体" panose="02010609060101010101" pitchFamily="2" charset="-122"/>
              </a:rPr>
              <a:t>2</a:t>
            </a:r>
          </a:p>
        </p:txBody>
      </p:sp>
      <p:sp>
        <p:nvSpPr>
          <p:cNvPr id="647490" name="Freeform 322"/>
          <p:cNvSpPr/>
          <p:nvPr/>
        </p:nvSpPr>
        <p:spPr bwMode="auto">
          <a:xfrm>
            <a:off x="1836738" y="4269558"/>
            <a:ext cx="990600" cy="1023937"/>
          </a:xfrm>
          <a:custGeom>
            <a:avLst/>
            <a:gdLst>
              <a:gd name="T0" fmla="*/ 0 w 504"/>
              <a:gd name="T1" fmla="*/ 0 h 524"/>
              <a:gd name="T2" fmla="*/ 2147483646 w 504"/>
              <a:gd name="T3" fmla="*/ 2147483646 h 524"/>
              <a:gd name="T4" fmla="*/ 0 60000 65536"/>
              <a:gd name="T5" fmla="*/ 0 60000 65536"/>
            </a:gdLst>
            <a:ahLst/>
            <a:cxnLst>
              <a:cxn ang="T4">
                <a:pos x="T0" y="T1"/>
              </a:cxn>
              <a:cxn ang="T5">
                <a:pos x="T2" y="T3"/>
              </a:cxn>
            </a:cxnLst>
            <a:rect l="0" t="0" r="r" b="b"/>
            <a:pathLst>
              <a:path w="504" h="524">
                <a:moveTo>
                  <a:pt x="0" y="0"/>
                </a:moveTo>
                <a:cubicBezTo>
                  <a:pt x="84" y="87"/>
                  <a:pt x="399" y="415"/>
                  <a:pt x="504" y="524"/>
                </a:cubicBezTo>
              </a:path>
            </a:pathLst>
          </a:custGeom>
          <a:noFill/>
          <a:ln w="38100" cmpd="sng">
            <a:solidFill>
              <a:schemeClr val="hlink"/>
            </a:solidFill>
            <a:round/>
            <a:headEnd type="triangle" w="med" len="med"/>
            <a:tailEnd type="non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647494" name="Freeform 326"/>
          <p:cNvSpPr/>
          <p:nvPr/>
        </p:nvSpPr>
        <p:spPr bwMode="auto">
          <a:xfrm>
            <a:off x="1073150" y="4625158"/>
            <a:ext cx="1802342" cy="871537"/>
          </a:xfrm>
          <a:custGeom>
            <a:avLst/>
            <a:gdLst>
              <a:gd name="T0" fmla="*/ 0 w 917"/>
              <a:gd name="T1" fmla="*/ 0 h 446"/>
              <a:gd name="T2" fmla="*/ 2147483646 w 917"/>
              <a:gd name="T3" fmla="*/ 2147483646 h 446"/>
              <a:gd name="T4" fmla="*/ 0 60000 65536"/>
              <a:gd name="T5" fmla="*/ 0 60000 65536"/>
            </a:gdLst>
            <a:ahLst/>
            <a:cxnLst>
              <a:cxn ang="T4">
                <a:pos x="T0" y="T1"/>
              </a:cxn>
              <a:cxn ang="T5">
                <a:pos x="T2" y="T3"/>
              </a:cxn>
            </a:cxnLst>
            <a:rect l="0" t="0" r="r" b="b"/>
            <a:pathLst>
              <a:path w="917" h="446">
                <a:moveTo>
                  <a:pt x="0" y="0"/>
                </a:moveTo>
                <a:cubicBezTo>
                  <a:pt x="153" y="74"/>
                  <a:pt x="726" y="353"/>
                  <a:pt x="917" y="446"/>
                </a:cubicBezTo>
              </a:path>
            </a:pathLst>
          </a:custGeom>
          <a:noFill/>
          <a:ln w="38100" cmpd="sng">
            <a:solidFill>
              <a:schemeClr val="hlink"/>
            </a:solidFill>
            <a:round/>
            <a:headEnd type="triangle" w="med" len="med"/>
            <a:tailEnd type="non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647495" name="Freeform 327"/>
          <p:cNvSpPr/>
          <p:nvPr/>
        </p:nvSpPr>
        <p:spPr bwMode="auto">
          <a:xfrm>
            <a:off x="1683677" y="5277620"/>
            <a:ext cx="1155700" cy="366713"/>
          </a:xfrm>
          <a:custGeom>
            <a:avLst/>
            <a:gdLst>
              <a:gd name="T0" fmla="*/ 0 w 588"/>
              <a:gd name="T1" fmla="*/ 0 h 188"/>
              <a:gd name="T2" fmla="*/ 2147483646 w 588"/>
              <a:gd name="T3" fmla="*/ 2147483646 h 188"/>
              <a:gd name="T4" fmla="*/ 0 60000 65536"/>
              <a:gd name="T5" fmla="*/ 0 60000 65536"/>
            </a:gdLst>
            <a:ahLst/>
            <a:cxnLst>
              <a:cxn ang="T4">
                <a:pos x="T0" y="T1"/>
              </a:cxn>
              <a:cxn ang="T5">
                <a:pos x="T2" y="T3"/>
              </a:cxn>
            </a:cxnLst>
            <a:rect l="0" t="0" r="r" b="b"/>
            <a:pathLst>
              <a:path w="588" h="188">
                <a:moveTo>
                  <a:pt x="0" y="0"/>
                </a:moveTo>
                <a:cubicBezTo>
                  <a:pt x="98" y="31"/>
                  <a:pt x="466" y="149"/>
                  <a:pt x="588" y="188"/>
                </a:cubicBezTo>
              </a:path>
            </a:pathLst>
          </a:custGeom>
          <a:noFill/>
          <a:ln w="38100" cmpd="sng">
            <a:solidFill>
              <a:schemeClr val="hlink"/>
            </a:solidFill>
            <a:round/>
            <a:headEnd type="triangle" w="med" len="med"/>
            <a:tailEnd type="non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647496" name="Freeform 328"/>
          <p:cNvSpPr/>
          <p:nvPr/>
        </p:nvSpPr>
        <p:spPr bwMode="auto">
          <a:xfrm>
            <a:off x="1695715" y="3383732"/>
            <a:ext cx="1219333" cy="1776412"/>
          </a:xfrm>
          <a:custGeom>
            <a:avLst/>
            <a:gdLst>
              <a:gd name="T0" fmla="*/ 0 w 620"/>
              <a:gd name="T1" fmla="*/ 0 h 909"/>
              <a:gd name="T2" fmla="*/ 2147483646 w 620"/>
              <a:gd name="T3" fmla="*/ 2147483646 h 909"/>
              <a:gd name="T4" fmla="*/ 0 60000 65536"/>
              <a:gd name="T5" fmla="*/ 0 60000 65536"/>
            </a:gdLst>
            <a:ahLst/>
            <a:cxnLst>
              <a:cxn ang="T4">
                <a:pos x="T0" y="T1"/>
              </a:cxn>
              <a:cxn ang="T5">
                <a:pos x="T2" y="T3"/>
              </a:cxn>
            </a:cxnLst>
            <a:rect l="0" t="0" r="r" b="b"/>
            <a:pathLst>
              <a:path w="620" h="909">
                <a:moveTo>
                  <a:pt x="0" y="0"/>
                </a:moveTo>
                <a:cubicBezTo>
                  <a:pt x="103" y="151"/>
                  <a:pt x="491" y="720"/>
                  <a:pt x="620" y="909"/>
                </a:cubicBezTo>
              </a:path>
            </a:pathLst>
          </a:custGeom>
          <a:noFill/>
          <a:ln w="38100" cmpd="sng">
            <a:solidFill>
              <a:schemeClr val="hlink"/>
            </a:solidFill>
            <a:round/>
            <a:headEnd type="triangle" w="med" len="med"/>
            <a:tailEnd type="non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156721" name="Text Box 334"/>
          <p:cNvSpPr txBox="1">
            <a:spLocks noChangeArrowheads="1"/>
          </p:cNvSpPr>
          <p:nvPr/>
        </p:nvSpPr>
        <p:spPr bwMode="auto">
          <a:xfrm>
            <a:off x="507339" y="1196752"/>
            <a:ext cx="8913680" cy="1800225"/>
          </a:xfrm>
          <a:prstGeom prst="rect">
            <a:avLst/>
          </a:prstGeom>
          <a:solidFill>
            <a:srgbClr val="FFFF66"/>
          </a:solidFill>
          <a:ln>
            <a:solidFill>
              <a:srgbClr val="000066"/>
            </a:solidFill>
          </a:ln>
          <a:effectLst/>
        </p:spPr>
        <p:txBody>
          <a:bodyPr>
            <a:spAutoFit/>
          </a:bodyPr>
          <a:lstStyle>
            <a:defPPr>
              <a:defRPr lang="zh-CN"/>
            </a:defPPr>
            <a:lvl1pPr eaLnBrk="1" hangingPunct="1">
              <a:defRPr sz="2800" b="1">
                <a:solidFill>
                  <a:srgbClr val="000066"/>
                </a:solidFill>
                <a:latin typeface="Arial" panose="020B0604020202020204" pitchFamily="34" charset="0"/>
                <a:ea typeface="黑体" panose="02010609060101010101" pitchFamily="2" charset="-122"/>
              </a:defRPr>
            </a:lvl1pPr>
            <a:lvl2pPr marL="742950" indent="-285750">
              <a:defRPr sz="3600"/>
            </a:lvl2pPr>
            <a:lvl3pPr marL="1143000" indent="-228600">
              <a:defRPr sz="3600"/>
            </a:lvl3pPr>
            <a:lvl4pPr marL="1600200" indent="-228600">
              <a:defRPr sz="3600"/>
            </a:lvl4pPr>
            <a:lvl5pPr marL="2057400" indent="-228600">
              <a:defRPr sz="3600"/>
            </a:lvl5pPr>
            <a:lvl6pPr marL="2514600" indent="-228600" eaLnBrk="0" fontAlgn="base" hangingPunct="0">
              <a:spcBef>
                <a:spcPct val="0"/>
              </a:spcBef>
              <a:spcAft>
                <a:spcPct val="0"/>
              </a:spcAft>
              <a:defRPr sz="3600"/>
            </a:lvl6pPr>
            <a:lvl7pPr marL="2971800" indent="-228600" eaLnBrk="0" fontAlgn="base" hangingPunct="0">
              <a:spcBef>
                <a:spcPct val="0"/>
              </a:spcBef>
              <a:spcAft>
                <a:spcPct val="0"/>
              </a:spcAft>
              <a:defRPr sz="3600"/>
            </a:lvl7pPr>
            <a:lvl8pPr marL="3429000" indent="-228600" eaLnBrk="0" fontAlgn="base" hangingPunct="0">
              <a:spcBef>
                <a:spcPct val="0"/>
              </a:spcBef>
              <a:spcAft>
                <a:spcPct val="0"/>
              </a:spcAft>
              <a:defRPr sz="3600"/>
            </a:lvl8pPr>
            <a:lvl9pPr marL="3886200" indent="-228600" eaLnBrk="0" fontAlgn="base" hangingPunct="0">
              <a:spcBef>
                <a:spcPct val="0"/>
              </a:spcBef>
              <a:spcAft>
                <a:spcPct val="0"/>
              </a:spcAft>
              <a:defRPr sz="3600"/>
            </a:lvl9pPr>
          </a:lstStyle>
          <a:p>
            <a:r>
              <a:rPr lang="en-US" altLang="zh-CN" dirty="0"/>
              <a:t>(5)</a:t>
            </a:r>
            <a:r>
              <a:rPr lang="zh-CN" altLang="en-US" dirty="0">
                <a:solidFill>
                  <a:srgbClr val="FF0000"/>
                </a:solidFill>
              </a:rPr>
              <a:t>代理服务器</a:t>
            </a:r>
            <a:r>
              <a:rPr lang="zh-CN" altLang="en-US" dirty="0"/>
              <a:t>收到此对象后，先</a:t>
            </a:r>
            <a:r>
              <a:rPr lang="zh-CN" altLang="en-US" dirty="0">
                <a:solidFill>
                  <a:srgbClr val="FF0000"/>
                </a:solidFill>
              </a:rPr>
              <a:t>复制</a:t>
            </a:r>
            <a:r>
              <a:rPr lang="zh-CN" altLang="en-US" dirty="0"/>
              <a:t>在其</a:t>
            </a:r>
            <a:r>
              <a:rPr lang="zh-CN" altLang="en-US" dirty="0">
                <a:solidFill>
                  <a:srgbClr val="FF0000"/>
                </a:solidFill>
              </a:rPr>
              <a:t>本地存储器</a:t>
            </a:r>
            <a:r>
              <a:rPr lang="zh-CN" altLang="en-US" dirty="0"/>
              <a:t>中（为今后使用），然后再将该对象放在 </a:t>
            </a:r>
            <a:r>
              <a:rPr lang="en-US" altLang="zh-CN" dirty="0"/>
              <a:t>HTTP </a:t>
            </a:r>
            <a:r>
              <a:rPr lang="zh-CN" altLang="en-US" dirty="0"/>
              <a:t>响应报文中，通过已建立的 </a:t>
            </a:r>
            <a:r>
              <a:rPr lang="en-US" altLang="zh-CN" dirty="0"/>
              <a:t>TCP </a:t>
            </a:r>
            <a:r>
              <a:rPr lang="zh-CN" altLang="en-US" dirty="0"/>
              <a:t>连接，</a:t>
            </a:r>
            <a:r>
              <a:rPr lang="zh-CN" altLang="en-US" dirty="0">
                <a:solidFill>
                  <a:srgbClr val="FF0000"/>
                </a:solidFill>
              </a:rPr>
              <a:t>返回给请求该对象的浏览器</a:t>
            </a:r>
            <a:r>
              <a:rPr lang="zh-CN" altLang="en-US" dirty="0"/>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47496"/>
                                        </p:tgtEl>
                                        <p:attrNameLst>
                                          <p:attrName>style.visibility</p:attrName>
                                        </p:attrNameLst>
                                      </p:cBhvr>
                                      <p:to>
                                        <p:strVal val="visible"/>
                                      </p:to>
                                    </p:set>
                                    <p:animEffect transition="in" filter="wipe(down)">
                                      <p:cBhvr>
                                        <p:cTn id="7" dur="500"/>
                                        <p:tgtEl>
                                          <p:spTgt spid="647496"/>
                                        </p:tgtEl>
                                      </p:cBhvr>
                                    </p:animEffect>
                                  </p:childTnLst>
                                </p:cTn>
                              </p:par>
                            </p:childTnLst>
                          </p:cTn>
                        </p:par>
                        <p:par>
                          <p:cTn id="8" fill="hold">
                            <p:stCondLst>
                              <p:cond delay="500"/>
                            </p:stCondLst>
                            <p:childTnLst>
                              <p:par>
                                <p:cTn id="9" presetID="22" presetClass="entr" presetSubtype="4" fill="hold" grpId="0" nodeType="afterEffect">
                                  <p:stCondLst>
                                    <p:cond delay="500"/>
                                  </p:stCondLst>
                                  <p:childTnLst>
                                    <p:set>
                                      <p:cBhvr>
                                        <p:cTn id="10" dur="1" fill="hold">
                                          <p:stCondLst>
                                            <p:cond delay="0"/>
                                          </p:stCondLst>
                                        </p:cTn>
                                        <p:tgtEl>
                                          <p:spTgt spid="647490"/>
                                        </p:tgtEl>
                                        <p:attrNameLst>
                                          <p:attrName>style.visibility</p:attrName>
                                        </p:attrNameLst>
                                      </p:cBhvr>
                                      <p:to>
                                        <p:strVal val="visible"/>
                                      </p:to>
                                    </p:set>
                                    <p:animEffect transition="in" filter="wipe(down)">
                                      <p:cBhvr>
                                        <p:cTn id="11" dur="500"/>
                                        <p:tgtEl>
                                          <p:spTgt spid="647490"/>
                                        </p:tgtEl>
                                      </p:cBhvr>
                                    </p:animEffect>
                                  </p:childTnLst>
                                </p:cTn>
                              </p:par>
                            </p:childTnLst>
                          </p:cTn>
                        </p:par>
                        <p:par>
                          <p:cTn id="12" fill="hold">
                            <p:stCondLst>
                              <p:cond delay="1500"/>
                            </p:stCondLst>
                            <p:childTnLst>
                              <p:par>
                                <p:cTn id="13" presetID="22" presetClass="entr" presetSubtype="2" fill="hold" grpId="0" nodeType="afterEffect">
                                  <p:stCondLst>
                                    <p:cond delay="500"/>
                                  </p:stCondLst>
                                  <p:childTnLst>
                                    <p:set>
                                      <p:cBhvr>
                                        <p:cTn id="14" dur="1" fill="hold">
                                          <p:stCondLst>
                                            <p:cond delay="0"/>
                                          </p:stCondLst>
                                        </p:cTn>
                                        <p:tgtEl>
                                          <p:spTgt spid="647494"/>
                                        </p:tgtEl>
                                        <p:attrNameLst>
                                          <p:attrName>style.visibility</p:attrName>
                                        </p:attrNameLst>
                                      </p:cBhvr>
                                      <p:to>
                                        <p:strVal val="visible"/>
                                      </p:to>
                                    </p:set>
                                    <p:animEffect transition="in" filter="wipe(right)">
                                      <p:cBhvr>
                                        <p:cTn id="15" dur="500"/>
                                        <p:tgtEl>
                                          <p:spTgt spid="647494"/>
                                        </p:tgtEl>
                                      </p:cBhvr>
                                    </p:animEffect>
                                  </p:childTnLst>
                                </p:cTn>
                              </p:par>
                            </p:childTnLst>
                          </p:cTn>
                        </p:par>
                        <p:par>
                          <p:cTn id="16" fill="hold">
                            <p:stCondLst>
                              <p:cond delay="2500"/>
                            </p:stCondLst>
                            <p:childTnLst>
                              <p:par>
                                <p:cTn id="17" presetID="22" presetClass="entr" presetSubtype="2" fill="hold" grpId="0" nodeType="afterEffect">
                                  <p:stCondLst>
                                    <p:cond delay="500"/>
                                  </p:stCondLst>
                                  <p:childTnLst>
                                    <p:set>
                                      <p:cBhvr>
                                        <p:cTn id="18" dur="1" fill="hold">
                                          <p:stCondLst>
                                            <p:cond delay="0"/>
                                          </p:stCondLst>
                                        </p:cTn>
                                        <p:tgtEl>
                                          <p:spTgt spid="647495"/>
                                        </p:tgtEl>
                                        <p:attrNameLst>
                                          <p:attrName>style.visibility</p:attrName>
                                        </p:attrNameLst>
                                      </p:cBhvr>
                                      <p:to>
                                        <p:strVal val="visible"/>
                                      </p:to>
                                    </p:set>
                                    <p:animEffect transition="in" filter="wipe(right)">
                                      <p:cBhvr>
                                        <p:cTn id="19" dur="500"/>
                                        <p:tgtEl>
                                          <p:spTgt spid="6474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7490" grpId="0" animBg="1"/>
      <p:bldP spid="647494" grpId="0" animBg="1"/>
      <p:bldP spid="647495" grpId="0" animBg="1"/>
      <p:bldP spid="647496" grpId="0" animBg="1"/>
    </p:bld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36"/>
          <p:cNvSpPr>
            <a:spLocks noGrp="1" noChangeArrowheads="1"/>
          </p:cNvSpPr>
          <p:nvPr>
            <p:ph type="title"/>
          </p:nvPr>
        </p:nvSpPr>
        <p:spPr/>
        <p:txBody>
          <a:bodyPr/>
          <a:lstStyle/>
          <a:p>
            <a:pPr eaLnBrk="1" hangingPunct="1"/>
            <a:r>
              <a:rPr lang="en-US" altLang="zh-CN" dirty="0">
                <a:ea typeface="黑体" panose="02010609060101010101" pitchFamily="2" charset="-122"/>
              </a:rPr>
              <a:t>3. HTTP </a:t>
            </a:r>
            <a:r>
              <a:rPr lang="zh-CN" altLang="en-US" dirty="0">
                <a:ea typeface="黑体" panose="02010609060101010101" pitchFamily="2" charset="-122"/>
              </a:rPr>
              <a:t>的报文结构 </a:t>
            </a:r>
          </a:p>
        </p:txBody>
      </p:sp>
      <p:sp>
        <p:nvSpPr>
          <p:cNvPr id="158723" name="Rectangle 37"/>
          <p:cNvSpPr>
            <a:spLocks noGrp="1" noChangeArrowheads="1"/>
          </p:cNvSpPr>
          <p:nvPr>
            <p:ph idx="1"/>
          </p:nvPr>
        </p:nvSpPr>
        <p:spPr/>
        <p:txBody>
          <a:bodyPr/>
          <a:lstStyle/>
          <a:p>
            <a:pPr eaLnBrk="1" hangingPunct="1">
              <a:buFont typeface="Wingdings" panose="05000000000000000000" pitchFamily="2" charset="2"/>
              <a:buNone/>
            </a:pPr>
            <a:r>
              <a:rPr lang="en-US" altLang="zh-CN" dirty="0">
                <a:ea typeface="黑体" panose="02010609060101010101" pitchFamily="2" charset="-122"/>
              </a:rPr>
              <a:t>HTTP </a:t>
            </a:r>
            <a:r>
              <a:rPr lang="zh-CN" altLang="en-US" dirty="0">
                <a:ea typeface="黑体" panose="02010609060101010101" pitchFamily="2" charset="-122"/>
              </a:rPr>
              <a:t>有两类报文：</a:t>
            </a:r>
          </a:p>
          <a:p>
            <a:pPr eaLnBrk="1" hangingPunct="1"/>
            <a:r>
              <a:rPr lang="zh-CN" altLang="en-US" dirty="0">
                <a:solidFill>
                  <a:srgbClr val="FF0000"/>
                </a:solidFill>
                <a:ea typeface="黑体" panose="02010609060101010101" pitchFamily="2" charset="-122"/>
              </a:rPr>
              <a:t>请求报文</a:t>
            </a:r>
            <a:r>
              <a:rPr lang="en-US" altLang="zh-CN" dirty="0">
                <a:ea typeface="黑体" panose="02010609060101010101" pitchFamily="2" charset="-122"/>
              </a:rPr>
              <a:t>——</a:t>
            </a:r>
            <a:r>
              <a:rPr lang="zh-CN" altLang="en-US" dirty="0">
                <a:ea typeface="黑体" panose="02010609060101010101" pitchFamily="2" charset="-122"/>
              </a:rPr>
              <a:t>从客户向服务器发送请求报文。</a:t>
            </a:r>
          </a:p>
          <a:p>
            <a:pPr eaLnBrk="1" hangingPunct="1"/>
            <a:r>
              <a:rPr lang="zh-CN" altLang="en-US" dirty="0">
                <a:solidFill>
                  <a:srgbClr val="FF0000"/>
                </a:solidFill>
                <a:ea typeface="黑体" panose="02010609060101010101" pitchFamily="2" charset="-122"/>
              </a:rPr>
              <a:t>响应报文</a:t>
            </a:r>
            <a:r>
              <a:rPr lang="en-US" altLang="zh-CN" dirty="0">
                <a:ea typeface="黑体" panose="02010609060101010101" pitchFamily="2" charset="-122"/>
              </a:rPr>
              <a:t>——</a:t>
            </a:r>
            <a:r>
              <a:rPr lang="zh-CN" altLang="en-US" dirty="0">
                <a:ea typeface="黑体" panose="02010609060101010101" pitchFamily="2" charset="-122"/>
              </a:rPr>
              <a:t>从服务器到客户的回答。</a:t>
            </a: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2"/>
          <p:cNvSpPr>
            <a:spLocks noGrp="1" noChangeArrowheads="1"/>
          </p:cNvSpPr>
          <p:nvPr>
            <p:ph type="title"/>
          </p:nvPr>
        </p:nvSpPr>
        <p:spPr/>
        <p:txBody>
          <a:bodyPr/>
          <a:lstStyle/>
          <a:p>
            <a:pPr algn="ctr" eaLnBrk="1" hangingPunct="1"/>
            <a:r>
              <a:rPr lang="en-US" altLang="zh-CN" dirty="0">
                <a:ea typeface="黑体" panose="02010609060101010101" pitchFamily="2" charset="-122"/>
              </a:rPr>
              <a:t>HTTP </a:t>
            </a:r>
            <a:r>
              <a:rPr lang="zh-CN" altLang="en-US" dirty="0">
                <a:ea typeface="黑体" panose="02010609060101010101" pitchFamily="2" charset="-122"/>
              </a:rPr>
              <a:t>请求报文的一些方法 </a:t>
            </a:r>
          </a:p>
        </p:txBody>
      </p:sp>
      <p:sp>
        <p:nvSpPr>
          <p:cNvPr id="164867" name="Rectangle 3"/>
          <p:cNvSpPr>
            <a:spLocks noGrp="1" noChangeArrowheads="1"/>
          </p:cNvSpPr>
          <p:nvPr>
            <p:ph idx="1"/>
          </p:nvPr>
        </p:nvSpPr>
        <p:spPr/>
        <p:txBody>
          <a:bodyPr/>
          <a:lstStyle/>
          <a:p>
            <a:pPr eaLnBrk="1" hangingPunct="1">
              <a:lnSpc>
                <a:spcPct val="90000"/>
              </a:lnSpc>
              <a:spcAft>
                <a:spcPct val="30000"/>
              </a:spcAft>
              <a:buFont typeface="Wingdings" panose="05000000000000000000" pitchFamily="2" charset="2"/>
              <a:buNone/>
              <a:tabLst>
                <a:tab pos="2147570" algn="l"/>
              </a:tabLst>
            </a:pPr>
            <a:r>
              <a:rPr lang="zh-CN" altLang="en-US" sz="2800" dirty="0">
                <a:ea typeface="黑体" panose="02010609060101010101" pitchFamily="2" charset="-122"/>
              </a:rPr>
              <a:t>方法（操作）                   意义</a:t>
            </a:r>
          </a:p>
          <a:p>
            <a:pPr eaLnBrk="1" hangingPunct="1">
              <a:lnSpc>
                <a:spcPct val="90000"/>
              </a:lnSpc>
              <a:buFont typeface="Wingdings" panose="05000000000000000000" pitchFamily="2" charset="2"/>
              <a:buNone/>
              <a:tabLst>
                <a:tab pos="2147570" algn="l"/>
              </a:tabLst>
            </a:pPr>
            <a:r>
              <a:rPr lang="en-US" altLang="zh-CN" sz="2800" dirty="0">
                <a:ea typeface="黑体" panose="02010609060101010101" pitchFamily="2" charset="-122"/>
              </a:rPr>
              <a:t>OPTION   	    	</a:t>
            </a:r>
            <a:r>
              <a:rPr lang="zh-CN" altLang="en-US" sz="2800" dirty="0">
                <a:ea typeface="黑体" panose="02010609060101010101" pitchFamily="2" charset="-122"/>
              </a:rPr>
              <a:t>请求一些选项的信息</a:t>
            </a:r>
          </a:p>
          <a:p>
            <a:pPr eaLnBrk="1" hangingPunct="1">
              <a:lnSpc>
                <a:spcPct val="90000"/>
              </a:lnSpc>
              <a:buFont typeface="Wingdings" panose="05000000000000000000" pitchFamily="2" charset="2"/>
              <a:buNone/>
              <a:tabLst>
                <a:tab pos="2147570" algn="l"/>
              </a:tabLst>
            </a:pPr>
            <a:r>
              <a:rPr lang="en-US" altLang="zh-CN" sz="2800" dirty="0">
                <a:solidFill>
                  <a:srgbClr val="FF0000"/>
                </a:solidFill>
                <a:ea typeface="黑体" panose="02010609060101010101" pitchFamily="2" charset="-122"/>
              </a:rPr>
              <a:t>GET</a:t>
            </a:r>
            <a:r>
              <a:rPr lang="en-US" altLang="zh-CN" sz="2800" dirty="0">
                <a:ea typeface="黑体" panose="02010609060101010101" pitchFamily="2" charset="-122"/>
              </a:rPr>
              <a:t>              		</a:t>
            </a:r>
            <a:r>
              <a:rPr lang="zh-CN" altLang="en-US" sz="2800" dirty="0">
                <a:ea typeface="黑体" panose="02010609060101010101" pitchFamily="2" charset="-122"/>
              </a:rPr>
              <a:t>请求读取由 </a:t>
            </a:r>
            <a:r>
              <a:rPr lang="en-US" altLang="zh-CN" sz="2800" dirty="0">
                <a:ea typeface="黑体" panose="02010609060101010101" pitchFamily="2" charset="-122"/>
              </a:rPr>
              <a:t>URL</a:t>
            </a:r>
            <a:r>
              <a:rPr lang="zh-CN" altLang="en-US" sz="2800" dirty="0">
                <a:ea typeface="黑体" panose="02010609060101010101" pitchFamily="2" charset="-122"/>
              </a:rPr>
              <a:t>所标志的信息</a:t>
            </a:r>
          </a:p>
          <a:p>
            <a:pPr eaLnBrk="1" hangingPunct="1">
              <a:lnSpc>
                <a:spcPct val="90000"/>
              </a:lnSpc>
              <a:buFont typeface="Wingdings" panose="05000000000000000000" pitchFamily="2" charset="2"/>
              <a:buNone/>
              <a:tabLst>
                <a:tab pos="2147570" algn="l"/>
              </a:tabLst>
            </a:pPr>
            <a:r>
              <a:rPr lang="en-US" altLang="zh-CN" sz="2800" dirty="0">
                <a:ea typeface="黑体" panose="02010609060101010101" pitchFamily="2" charset="-122"/>
              </a:rPr>
              <a:t>HEAD          		</a:t>
            </a:r>
            <a:r>
              <a:rPr lang="zh-CN" altLang="en-US" sz="2800" dirty="0">
                <a:ea typeface="黑体" panose="02010609060101010101" pitchFamily="2" charset="-122"/>
              </a:rPr>
              <a:t>请求读取由 </a:t>
            </a:r>
            <a:r>
              <a:rPr lang="en-US" altLang="zh-CN" sz="2800" dirty="0">
                <a:ea typeface="黑体" panose="02010609060101010101" pitchFamily="2" charset="-122"/>
              </a:rPr>
              <a:t>URL</a:t>
            </a:r>
            <a:r>
              <a:rPr lang="zh-CN" altLang="en-US" sz="2800" dirty="0">
                <a:ea typeface="黑体" panose="02010609060101010101" pitchFamily="2" charset="-122"/>
              </a:rPr>
              <a:t>所标志的信息的首部</a:t>
            </a:r>
          </a:p>
          <a:p>
            <a:pPr eaLnBrk="1" hangingPunct="1">
              <a:lnSpc>
                <a:spcPct val="90000"/>
              </a:lnSpc>
              <a:buFont typeface="Wingdings" panose="05000000000000000000" pitchFamily="2" charset="2"/>
              <a:buNone/>
              <a:tabLst>
                <a:tab pos="2147570" algn="l"/>
              </a:tabLst>
            </a:pPr>
            <a:r>
              <a:rPr lang="en-US" altLang="zh-CN" sz="2800" dirty="0">
                <a:ea typeface="黑体" panose="02010609060101010101" pitchFamily="2" charset="-122"/>
              </a:rPr>
              <a:t>POST     		</a:t>
            </a:r>
            <a:r>
              <a:rPr lang="zh-CN" altLang="en-US" sz="2800" dirty="0">
                <a:ea typeface="黑体" panose="02010609060101010101" pitchFamily="2" charset="-122"/>
              </a:rPr>
              <a:t>给服务器添加信息（例如，注释）</a:t>
            </a:r>
          </a:p>
          <a:p>
            <a:pPr eaLnBrk="1" hangingPunct="1">
              <a:lnSpc>
                <a:spcPct val="90000"/>
              </a:lnSpc>
              <a:buFont typeface="Wingdings" panose="05000000000000000000" pitchFamily="2" charset="2"/>
              <a:buNone/>
              <a:tabLst>
                <a:tab pos="2147570" algn="l"/>
              </a:tabLst>
            </a:pPr>
            <a:r>
              <a:rPr lang="en-US" altLang="zh-CN" sz="2800" dirty="0">
                <a:ea typeface="黑体" panose="02010609060101010101" pitchFamily="2" charset="-122"/>
              </a:rPr>
              <a:t>PUT        		</a:t>
            </a:r>
            <a:r>
              <a:rPr lang="zh-CN" altLang="en-US" sz="2800" dirty="0">
                <a:ea typeface="黑体" panose="02010609060101010101" pitchFamily="2" charset="-122"/>
              </a:rPr>
              <a:t>在指明的 </a:t>
            </a:r>
            <a:r>
              <a:rPr lang="en-US" altLang="zh-CN" sz="2800" dirty="0">
                <a:ea typeface="黑体" panose="02010609060101010101" pitchFamily="2" charset="-122"/>
              </a:rPr>
              <a:t>URL</a:t>
            </a:r>
            <a:r>
              <a:rPr lang="zh-CN" altLang="en-US" sz="2800" dirty="0">
                <a:ea typeface="黑体" panose="02010609060101010101" pitchFamily="2" charset="-122"/>
              </a:rPr>
              <a:t>下存储一个文档</a:t>
            </a:r>
          </a:p>
          <a:p>
            <a:pPr eaLnBrk="1" hangingPunct="1">
              <a:lnSpc>
                <a:spcPct val="90000"/>
              </a:lnSpc>
              <a:buFont typeface="Wingdings" panose="05000000000000000000" pitchFamily="2" charset="2"/>
              <a:buNone/>
              <a:tabLst>
                <a:tab pos="2147570" algn="l"/>
              </a:tabLst>
            </a:pPr>
            <a:r>
              <a:rPr lang="en-US" altLang="zh-CN" sz="2800" dirty="0">
                <a:ea typeface="黑体" panose="02010609060101010101" pitchFamily="2" charset="-122"/>
              </a:rPr>
              <a:t>DELETE  		</a:t>
            </a:r>
            <a:r>
              <a:rPr lang="zh-CN" altLang="en-US" sz="2800" dirty="0">
                <a:ea typeface="黑体" panose="02010609060101010101" pitchFamily="2" charset="-122"/>
              </a:rPr>
              <a:t>删除指明的 </a:t>
            </a:r>
            <a:r>
              <a:rPr lang="en-US" altLang="zh-CN" sz="2800" dirty="0">
                <a:ea typeface="黑体" panose="02010609060101010101" pitchFamily="2" charset="-122"/>
              </a:rPr>
              <a:t>URL</a:t>
            </a:r>
            <a:r>
              <a:rPr lang="zh-CN" altLang="en-US" sz="2800" dirty="0">
                <a:ea typeface="黑体" panose="02010609060101010101" pitchFamily="2" charset="-122"/>
              </a:rPr>
              <a:t>所标志的资源</a:t>
            </a:r>
          </a:p>
          <a:p>
            <a:pPr eaLnBrk="1" hangingPunct="1">
              <a:lnSpc>
                <a:spcPct val="90000"/>
              </a:lnSpc>
              <a:buFont typeface="Wingdings" panose="05000000000000000000" pitchFamily="2" charset="2"/>
              <a:buNone/>
              <a:tabLst>
                <a:tab pos="2147570" algn="l"/>
              </a:tabLst>
            </a:pPr>
            <a:r>
              <a:rPr lang="en-US" altLang="zh-CN" sz="2800" dirty="0">
                <a:ea typeface="黑体" panose="02010609060101010101" pitchFamily="2" charset="-122"/>
              </a:rPr>
              <a:t>TRACE       		</a:t>
            </a:r>
            <a:r>
              <a:rPr lang="zh-CN" altLang="en-US" sz="2800" dirty="0">
                <a:ea typeface="黑体" panose="02010609060101010101" pitchFamily="2" charset="-122"/>
              </a:rPr>
              <a:t>用来进行环回测试的请求报文</a:t>
            </a:r>
          </a:p>
          <a:p>
            <a:pPr eaLnBrk="1" hangingPunct="1">
              <a:lnSpc>
                <a:spcPct val="90000"/>
              </a:lnSpc>
              <a:buFont typeface="Wingdings" panose="05000000000000000000" pitchFamily="2" charset="2"/>
              <a:buNone/>
              <a:tabLst>
                <a:tab pos="2147570" algn="l"/>
              </a:tabLst>
            </a:pPr>
            <a:r>
              <a:rPr lang="en-US" altLang="zh-CN" sz="2800" dirty="0">
                <a:ea typeface="黑体" panose="02010609060101010101" pitchFamily="2" charset="-122"/>
              </a:rPr>
              <a:t>CONNECT		</a:t>
            </a:r>
            <a:r>
              <a:rPr lang="zh-CN" altLang="en-US" sz="2800" dirty="0">
                <a:ea typeface="黑体" panose="02010609060101010101" pitchFamily="2" charset="-122"/>
              </a:rPr>
              <a:t>用于代理服务器</a:t>
            </a:r>
          </a:p>
        </p:txBody>
      </p:sp>
      <p:sp>
        <p:nvSpPr>
          <p:cNvPr id="164868" name="Line 4"/>
          <p:cNvSpPr>
            <a:spLocks noChangeShapeType="1"/>
          </p:cNvSpPr>
          <p:nvPr/>
        </p:nvSpPr>
        <p:spPr bwMode="auto">
          <a:xfrm>
            <a:off x="560512" y="1773238"/>
            <a:ext cx="8928992" cy="0"/>
          </a:xfrm>
          <a:prstGeom prst="line">
            <a:avLst/>
          </a:prstGeom>
          <a:noFill/>
          <a:ln w="2857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4869" name="Line 5"/>
          <p:cNvSpPr>
            <a:spLocks noChangeShapeType="1"/>
          </p:cNvSpPr>
          <p:nvPr/>
        </p:nvSpPr>
        <p:spPr bwMode="auto">
          <a:xfrm rot="5400000">
            <a:off x="775965" y="3285555"/>
            <a:ext cx="4465637" cy="0"/>
          </a:xfrm>
          <a:prstGeom prst="line">
            <a:avLst/>
          </a:prstGeom>
          <a:noFill/>
          <a:ln w="2857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2"/>
          <p:cNvSpPr>
            <a:spLocks noChangeArrowheads="1"/>
          </p:cNvSpPr>
          <p:nvPr/>
        </p:nvSpPr>
        <p:spPr bwMode="auto">
          <a:xfrm>
            <a:off x="2041393" y="3063974"/>
            <a:ext cx="3398308" cy="407987"/>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66915" name="Rectangle 3"/>
          <p:cNvSpPr>
            <a:spLocks noChangeArrowheads="1"/>
          </p:cNvSpPr>
          <p:nvPr/>
        </p:nvSpPr>
        <p:spPr bwMode="auto">
          <a:xfrm>
            <a:off x="2041393" y="2247999"/>
            <a:ext cx="3398308" cy="407987"/>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66916" name="Rectangle 4"/>
          <p:cNvSpPr>
            <a:spLocks noChangeArrowheads="1"/>
          </p:cNvSpPr>
          <p:nvPr/>
        </p:nvSpPr>
        <p:spPr bwMode="auto">
          <a:xfrm>
            <a:off x="2041394" y="1841598"/>
            <a:ext cx="5202369" cy="406400"/>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56677" name="Rectangle 5"/>
          <p:cNvSpPr>
            <a:spLocks noGrp="1" noChangeArrowheads="1"/>
          </p:cNvSpPr>
          <p:nvPr>
            <p:ph type="title"/>
          </p:nvPr>
        </p:nvSpPr>
        <p:spPr/>
        <p:txBody>
          <a:bodyPr/>
          <a:lstStyle/>
          <a:p>
            <a:pPr algn="ctr" eaLnBrk="1" hangingPunct="1">
              <a:defRPr/>
            </a:pPr>
            <a:r>
              <a:rPr lang="en-US" altLang="zh-CN" dirty="0"/>
              <a:t>HTTP </a:t>
            </a:r>
            <a:r>
              <a:rPr dirty="0"/>
              <a:t>的报文结构（请求报文） </a:t>
            </a:r>
          </a:p>
        </p:txBody>
      </p:sp>
      <p:sp>
        <p:nvSpPr>
          <p:cNvPr id="166918" name="Rectangle 6"/>
          <p:cNvSpPr>
            <a:spLocks noChangeArrowheads="1"/>
          </p:cNvSpPr>
          <p:nvPr/>
        </p:nvSpPr>
        <p:spPr bwMode="auto">
          <a:xfrm>
            <a:off x="4478338" y="3073499"/>
            <a:ext cx="961364" cy="388937"/>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66919" name="Rectangle 7"/>
          <p:cNvSpPr>
            <a:spLocks noChangeArrowheads="1"/>
          </p:cNvSpPr>
          <p:nvPr/>
        </p:nvSpPr>
        <p:spPr bwMode="auto">
          <a:xfrm>
            <a:off x="2048273" y="3491010"/>
            <a:ext cx="985440" cy="387350"/>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66920" name="Rectangle 8"/>
          <p:cNvSpPr>
            <a:spLocks noChangeArrowheads="1"/>
          </p:cNvSpPr>
          <p:nvPr/>
        </p:nvSpPr>
        <p:spPr bwMode="auto">
          <a:xfrm>
            <a:off x="4478338" y="2257523"/>
            <a:ext cx="961364" cy="398462"/>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66921" name="Rectangle 9"/>
          <p:cNvSpPr>
            <a:spLocks noChangeArrowheads="1"/>
          </p:cNvSpPr>
          <p:nvPr/>
        </p:nvSpPr>
        <p:spPr bwMode="auto">
          <a:xfrm>
            <a:off x="3876410" y="3073498"/>
            <a:ext cx="130704" cy="398462"/>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66922" name="Rectangle 10"/>
          <p:cNvSpPr>
            <a:spLocks noChangeArrowheads="1"/>
          </p:cNvSpPr>
          <p:nvPr/>
        </p:nvSpPr>
        <p:spPr bwMode="auto">
          <a:xfrm>
            <a:off x="3876411" y="2257523"/>
            <a:ext cx="120385" cy="398462"/>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66923" name="Line 11"/>
          <p:cNvSpPr>
            <a:spLocks noChangeShapeType="1"/>
          </p:cNvSpPr>
          <p:nvPr/>
        </p:nvSpPr>
        <p:spPr bwMode="auto">
          <a:xfrm>
            <a:off x="3726789" y="3063974"/>
            <a:ext cx="0" cy="40798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6924" name="Line 12"/>
          <p:cNvSpPr>
            <a:spLocks noChangeShapeType="1"/>
          </p:cNvSpPr>
          <p:nvPr/>
        </p:nvSpPr>
        <p:spPr bwMode="auto">
          <a:xfrm>
            <a:off x="4478338" y="3063974"/>
            <a:ext cx="0" cy="40798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6925" name="Line 13"/>
          <p:cNvSpPr>
            <a:spLocks noChangeShapeType="1"/>
          </p:cNvSpPr>
          <p:nvPr/>
        </p:nvSpPr>
        <p:spPr bwMode="auto">
          <a:xfrm>
            <a:off x="3876410" y="3063974"/>
            <a:ext cx="0" cy="40798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6926" name="Rectangle 14"/>
          <p:cNvSpPr>
            <a:spLocks noChangeArrowheads="1"/>
          </p:cNvSpPr>
          <p:nvPr/>
        </p:nvSpPr>
        <p:spPr bwMode="auto">
          <a:xfrm>
            <a:off x="6251444" y="1851124"/>
            <a:ext cx="992319" cy="396875"/>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66927" name="Rectangle 15"/>
          <p:cNvSpPr>
            <a:spLocks noChangeArrowheads="1"/>
          </p:cNvSpPr>
          <p:nvPr/>
        </p:nvSpPr>
        <p:spPr bwMode="auto">
          <a:xfrm>
            <a:off x="4808538" y="1851124"/>
            <a:ext cx="120385" cy="396875"/>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66928" name="Rectangle 16"/>
          <p:cNvSpPr>
            <a:spLocks noChangeArrowheads="1"/>
          </p:cNvSpPr>
          <p:nvPr/>
        </p:nvSpPr>
        <p:spPr bwMode="auto">
          <a:xfrm>
            <a:off x="3365634" y="1851124"/>
            <a:ext cx="120385" cy="396875"/>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66929" name="Text Box 17"/>
          <p:cNvSpPr txBox="1">
            <a:spLocks noChangeArrowheads="1"/>
          </p:cNvSpPr>
          <p:nvPr/>
        </p:nvSpPr>
        <p:spPr bwMode="auto">
          <a:xfrm>
            <a:off x="2227131" y="1830486"/>
            <a:ext cx="90922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000" b="1">
                <a:solidFill>
                  <a:srgbClr val="333399"/>
                </a:solidFill>
                <a:latin typeface="Arial" panose="020B0604020202020204" pitchFamily="34" charset="0"/>
                <a:ea typeface="黑体" panose="02010609060101010101" pitchFamily="2" charset="-122"/>
              </a:rPr>
              <a:t>方   法</a:t>
            </a:r>
          </a:p>
        </p:txBody>
      </p:sp>
      <p:sp>
        <p:nvSpPr>
          <p:cNvPr id="166930" name="Line 18"/>
          <p:cNvSpPr>
            <a:spLocks noChangeShapeType="1"/>
          </p:cNvSpPr>
          <p:nvPr/>
        </p:nvSpPr>
        <p:spPr bwMode="auto">
          <a:xfrm>
            <a:off x="3365633" y="1841598"/>
            <a:ext cx="0" cy="4064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6931" name="Line 19"/>
          <p:cNvSpPr>
            <a:spLocks noChangeShapeType="1"/>
          </p:cNvSpPr>
          <p:nvPr/>
        </p:nvSpPr>
        <p:spPr bwMode="auto">
          <a:xfrm>
            <a:off x="3486018" y="1841598"/>
            <a:ext cx="0" cy="4064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6932" name="Line 20"/>
          <p:cNvSpPr>
            <a:spLocks noChangeShapeType="1"/>
          </p:cNvSpPr>
          <p:nvPr/>
        </p:nvSpPr>
        <p:spPr bwMode="auto">
          <a:xfrm>
            <a:off x="4808538" y="1841598"/>
            <a:ext cx="0" cy="4064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6933" name="Line 21"/>
          <p:cNvSpPr>
            <a:spLocks noChangeShapeType="1"/>
          </p:cNvSpPr>
          <p:nvPr/>
        </p:nvSpPr>
        <p:spPr bwMode="auto">
          <a:xfrm>
            <a:off x="4928923" y="1841598"/>
            <a:ext cx="0" cy="4064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6934" name="Line 22"/>
          <p:cNvSpPr>
            <a:spLocks noChangeShapeType="1"/>
          </p:cNvSpPr>
          <p:nvPr/>
        </p:nvSpPr>
        <p:spPr bwMode="auto">
          <a:xfrm>
            <a:off x="6251443" y="1841598"/>
            <a:ext cx="0" cy="4064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6935" name="Text Box 23"/>
          <p:cNvSpPr txBox="1">
            <a:spLocks noChangeArrowheads="1"/>
          </p:cNvSpPr>
          <p:nvPr/>
        </p:nvSpPr>
        <p:spPr bwMode="auto">
          <a:xfrm>
            <a:off x="3716471" y="1830486"/>
            <a:ext cx="71365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333399"/>
                </a:solidFill>
                <a:latin typeface="Arial" panose="020B0604020202020204" pitchFamily="34" charset="0"/>
                <a:ea typeface="黑体" panose="02010609060101010101" pitchFamily="2" charset="-122"/>
              </a:rPr>
              <a:t>URL</a:t>
            </a:r>
          </a:p>
        </p:txBody>
      </p:sp>
      <p:sp>
        <p:nvSpPr>
          <p:cNvPr id="166936" name="Text Box 24"/>
          <p:cNvSpPr txBox="1">
            <a:spLocks noChangeArrowheads="1"/>
          </p:cNvSpPr>
          <p:nvPr/>
        </p:nvSpPr>
        <p:spPr bwMode="auto">
          <a:xfrm>
            <a:off x="5066506" y="1830486"/>
            <a:ext cx="90922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000" b="1">
                <a:solidFill>
                  <a:srgbClr val="333399"/>
                </a:solidFill>
                <a:latin typeface="Arial" panose="020B0604020202020204" pitchFamily="34" charset="0"/>
                <a:ea typeface="黑体" panose="02010609060101010101" pitchFamily="2" charset="-122"/>
              </a:rPr>
              <a:t>版   本</a:t>
            </a:r>
          </a:p>
        </p:txBody>
      </p:sp>
      <p:sp>
        <p:nvSpPr>
          <p:cNvPr id="166937" name="Text Box 25"/>
          <p:cNvSpPr txBox="1">
            <a:spLocks noChangeArrowheads="1"/>
          </p:cNvSpPr>
          <p:nvPr/>
        </p:nvSpPr>
        <p:spPr bwMode="auto">
          <a:xfrm>
            <a:off x="2049992" y="2243236"/>
            <a:ext cx="146706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000" b="1">
                <a:solidFill>
                  <a:srgbClr val="333399"/>
                </a:solidFill>
                <a:latin typeface="Arial" panose="020B0604020202020204" pitchFamily="34" charset="0"/>
                <a:ea typeface="黑体" panose="02010609060101010101" pitchFamily="2" charset="-122"/>
              </a:rPr>
              <a:t>首部字段名</a:t>
            </a:r>
          </a:p>
        </p:txBody>
      </p:sp>
      <p:sp>
        <p:nvSpPr>
          <p:cNvPr id="166938" name="Line 26"/>
          <p:cNvSpPr>
            <a:spLocks noChangeShapeType="1"/>
          </p:cNvSpPr>
          <p:nvPr/>
        </p:nvSpPr>
        <p:spPr bwMode="auto">
          <a:xfrm>
            <a:off x="3726789" y="2247999"/>
            <a:ext cx="0" cy="40798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6939" name="Line 27"/>
          <p:cNvSpPr>
            <a:spLocks noChangeShapeType="1"/>
          </p:cNvSpPr>
          <p:nvPr/>
        </p:nvSpPr>
        <p:spPr bwMode="auto">
          <a:xfrm>
            <a:off x="4478338" y="2247999"/>
            <a:ext cx="0" cy="40798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6940" name="Text Box 28"/>
          <p:cNvSpPr txBox="1">
            <a:spLocks noChangeArrowheads="1"/>
          </p:cNvSpPr>
          <p:nvPr/>
        </p:nvSpPr>
        <p:spPr bwMode="auto">
          <a:xfrm>
            <a:off x="5689071" y="2659161"/>
            <a:ext cx="95410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000" b="1">
                <a:solidFill>
                  <a:srgbClr val="333399"/>
                </a:solidFill>
                <a:latin typeface="Arial" panose="020B0604020202020204" pitchFamily="34" charset="0"/>
                <a:ea typeface="黑体" panose="02010609060101010101" pitchFamily="2" charset="-122"/>
              </a:rPr>
              <a:t>首部行</a:t>
            </a:r>
          </a:p>
        </p:txBody>
      </p:sp>
      <p:sp>
        <p:nvSpPr>
          <p:cNvPr id="166941" name="Line 29"/>
          <p:cNvSpPr>
            <a:spLocks noChangeShapeType="1"/>
          </p:cNvSpPr>
          <p:nvPr/>
        </p:nvSpPr>
        <p:spPr bwMode="auto">
          <a:xfrm>
            <a:off x="3876410" y="2247999"/>
            <a:ext cx="0" cy="40798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6942" name="Text Box 30"/>
          <p:cNvSpPr txBox="1">
            <a:spLocks noChangeArrowheads="1"/>
          </p:cNvSpPr>
          <p:nvPr/>
        </p:nvSpPr>
        <p:spPr bwMode="auto">
          <a:xfrm>
            <a:off x="3647679" y="2244824"/>
            <a:ext cx="26962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333399"/>
                </a:solidFill>
                <a:latin typeface="Arial" panose="020B0604020202020204" pitchFamily="34" charset="0"/>
                <a:ea typeface="黑体" panose="02010609060101010101" pitchFamily="2" charset="-122"/>
              </a:rPr>
              <a:t>:</a:t>
            </a:r>
          </a:p>
        </p:txBody>
      </p:sp>
      <p:sp>
        <p:nvSpPr>
          <p:cNvPr id="166943" name="Text Box 31"/>
          <p:cNvSpPr txBox="1">
            <a:spLocks noChangeArrowheads="1"/>
          </p:cNvSpPr>
          <p:nvPr/>
        </p:nvSpPr>
        <p:spPr bwMode="auto">
          <a:xfrm>
            <a:off x="4008835" y="2251174"/>
            <a:ext cx="44114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000" b="1">
                <a:solidFill>
                  <a:srgbClr val="333399"/>
                </a:solidFill>
                <a:latin typeface="Arial" panose="020B0604020202020204" pitchFamily="34" charset="0"/>
                <a:ea typeface="黑体" panose="02010609060101010101" pitchFamily="2" charset="-122"/>
              </a:rPr>
              <a:t>值</a:t>
            </a:r>
          </a:p>
        </p:txBody>
      </p:sp>
      <p:sp>
        <p:nvSpPr>
          <p:cNvPr id="166944" name="Text Box 32"/>
          <p:cNvSpPr txBox="1">
            <a:spLocks noChangeArrowheads="1"/>
          </p:cNvSpPr>
          <p:nvPr/>
        </p:nvSpPr>
        <p:spPr bwMode="auto">
          <a:xfrm>
            <a:off x="2044834" y="3051274"/>
            <a:ext cx="146706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000" b="1">
                <a:solidFill>
                  <a:srgbClr val="333399"/>
                </a:solidFill>
                <a:latin typeface="Arial" panose="020B0604020202020204" pitchFamily="34" charset="0"/>
                <a:ea typeface="黑体" panose="02010609060101010101" pitchFamily="2" charset="-122"/>
              </a:rPr>
              <a:t>首部字段名</a:t>
            </a:r>
          </a:p>
        </p:txBody>
      </p:sp>
      <p:sp>
        <p:nvSpPr>
          <p:cNvPr id="166945" name="Text Box 33"/>
          <p:cNvSpPr txBox="1">
            <a:spLocks noChangeArrowheads="1"/>
          </p:cNvSpPr>
          <p:nvPr/>
        </p:nvSpPr>
        <p:spPr bwMode="auto">
          <a:xfrm>
            <a:off x="4034631" y="3063974"/>
            <a:ext cx="44114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000" b="1">
                <a:solidFill>
                  <a:srgbClr val="333399"/>
                </a:solidFill>
                <a:latin typeface="Arial" panose="020B0604020202020204" pitchFamily="34" charset="0"/>
                <a:ea typeface="黑体" panose="02010609060101010101" pitchFamily="2" charset="-122"/>
              </a:rPr>
              <a:t>值</a:t>
            </a:r>
          </a:p>
        </p:txBody>
      </p:sp>
      <p:sp>
        <p:nvSpPr>
          <p:cNvPr id="166946" name="Text Box 34"/>
          <p:cNvSpPr txBox="1">
            <a:spLocks noChangeArrowheads="1"/>
          </p:cNvSpPr>
          <p:nvPr/>
        </p:nvSpPr>
        <p:spPr bwMode="auto">
          <a:xfrm>
            <a:off x="3606404" y="3683099"/>
            <a:ext cx="26962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333399"/>
                </a:solidFill>
                <a:latin typeface="Arial" panose="020B0604020202020204" pitchFamily="34" charset="0"/>
                <a:ea typeface="黑体" panose="02010609060101010101" pitchFamily="2" charset="-122"/>
              </a:rPr>
              <a:t>:</a:t>
            </a:r>
          </a:p>
        </p:txBody>
      </p:sp>
      <p:sp>
        <p:nvSpPr>
          <p:cNvPr id="166947" name="Text Box 35"/>
          <p:cNvSpPr txBox="1">
            <a:spLocks noChangeArrowheads="1"/>
          </p:cNvSpPr>
          <p:nvPr/>
        </p:nvSpPr>
        <p:spPr bwMode="auto">
          <a:xfrm rot="-5400000">
            <a:off x="2871614" y="2686912"/>
            <a:ext cx="44114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333399"/>
                </a:solidFill>
                <a:latin typeface="Arial" panose="020B0604020202020204" pitchFamily="34" charset="0"/>
                <a:ea typeface="黑体" panose="02010609060101010101" pitchFamily="2" charset="-122"/>
              </a:rPr>
              <a:t>…</a:t>
            </a:r>
          </a:p>
        </p:txBody>
      </p:sp>
      <p:sp>
        <p:nvSpPr>
          <p:cNvPr id="166948" name="AutoShape 36"/>
          <p:cNvSpPr/>
          <p:nvPr/>
        </p:nvSpPr>
        <p:spPr bwMode="auto">
          <a:xfrm>
            <a:off x="5515372" y="2300386"/>
            <a:ext cx="240771" cy="1171575"/>
          </a:xfrm>
          <a:prstGeom prst="rightBrace">
            <a:avLst>
              <a:gd name="adj1" fmla="val 43929"/>
              <a:gd name="adj2" fmla="val 50000"/>
            </a:avLst>
          </a:prstGeom>
          <a:noFill/>
          <a:ln w="19050">
            <a:solidFill>
              <a:srgbClr val="333399"/>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66949" name="Rectangle 37"/>
          <p:cNvSpPr>
            <a:spLocks noChangeArrowheads="1"/>
          </p:cNvSpPr>
          <p:nvPr/>
        </p:nvSpPr>
        <p:spPr bwMode="auto">
          <a:xfrm>
            <a:off x="2041393" y="3878361"/>
            <a:ext cx="5413904" cy="917575"/>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66950" name="Text Box 38"/>
          <p:cNvSpPr txBox="1">
            <a:spLocks noChangeArrowheads="1"/>
          </p:cNvSpPr>
          <p:nvPr/>
        </p:nvSpPr>
        <p:spPr bwMode="auto">
          <a:xfrm>
            <a:off x="3831537" y="3972023"/>
            <a:ext cx="1723549"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algn="ctr" eaLnBrk="1" hangingPunct="1"/>
            <a:r>
              <a:rPr kumimoji="1" lang="zh-CN" altLang="en-US" sz="2000" b="1">
                <a:solidFill>
                  <a:srgbClr val="333399"/>
                </a:solidFill>
                <a:latin typeface="Arial" panose="020B0604020202020204" pitchFamily="34" charset="0"/>
                <a:ea typeface="黑体" panose="02010609060101010101" pitchFamily="2" charset="-122"/>
              </a:rPr>
              <a:t>实体主体</a:t>
            </a:r>
          </a:p>
          <a:p>
            <a:pPr algn="ctr" eaLnBrk="1" hangingPunct="1"/>
            <a:r>
              <a:rPr kumimoji="1" lang="zh-CN" altLang="en-US" sz="2000" b="1">
                <a:solidFill>
                  <a:srgbClr val="333399"/>
                </a:solidFill>
                <a:latin typeface="Arial" panose="020B0604020202020204" pitchFamily="34" charset="0"/>
                <a:ea typeface="黑体" panose="02010609060101010101" pitchFamily="2" charset="-122"/>
              </a:rPr>
              <a:t>（通常不用）</a:t>
            </a:r>
          </a:p>
        </p:txBody>
      </p:sp>
      <p:sp>
        <p:nvSpPr>
          <p:cNvPr id="166951" name="Text Box 39"/>
          <p:cNvSpPr txBox="1">
            <a:spLocks noChangeArrowheads="1"/>
          </p:cNvSpPr>
          <p:nvPr/>
        </p:nvSpPr>
        <p:spPr bwMode="auto">
          <a:xfrm>
            <a:off x="7204208" y="1830486"/>
            <a:ext cx="95410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000" b="1">
                <a:solidFill>
                  <a:srgbClr val="333399"/>
                </a:solidFill>
                <a:latin typeface="Arial" panose="020B0604020202020204" pitchFamily="34" charset="0"/>
                <a:ea typeface="黑体" panose="02010609060101010101" pitchFamily="2" charset="-122"/>
              </a:rPr>
              <a:t>请求行</a:t>
            </a:r>
          </a:p>
        </p:txBody>
      </p:sp>
      <p:sp>
        <p:nvSpPr>
          <p:cNvPr id="166952" name="Line 40"/>
          <p:cNvSpPr>
            <a:spLocks noChangeShapeType="1"/>
          </p:cNvSpPr>
          <p:nvPr/>
        </p:nvSpPr>
        <p:spPr bwMode="auto">
          <a:xfrm>
            <a:off x="2041393" y="2655985"/>
            <a:ext cx="0" cy="4079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6953" name="Line 41"/>
          <p:cNvSpPr>
            <a:spLocks noChangeShapeType="1"/>
          </p:cNvSpPr>
          <p:nvPr/>
        </p:nvSpPr>
        <p:spPr bwMode="auto">
          <a:xfrm>
            <a:off x="2041393" y="3471960"/>
            <a:ext cx="0" cy="4064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6954" name="Line 42"/>
          <p:cNvSpPr>
            <a:spLocks noChangeShapeType="1"/>
          </p:cNvSpPr>
          <p:nvPr/>
        </p:nvSpPr>
        <p:spPr bwMode="auto">
          <a:xfrm>
            <a:off x="3033713" y="3471960"/>
            <a:ext cx="0" cy="4064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6955" name="Line 43"/>
          <p:cNvSpPr>
            <a:spLocks noChangeShapeType="1"/>
          </p:cNvSpPr>
          <p:nvPr/>
        </p:nvSpPr>
        <p:spPr bwMode="auto">
          <a:xfrm>
            <a:off x="5439702" y="2655985"/>
            <a:ext cx="0" cy="4079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6956" name="Text Box 44"/>
          <p:cNvSpPr txBox="1">
            <a:spLocks noChangeArrowheads="1"/>
          </p:cNvSpPr>
          <p:nvPr/>
        </p:nvSpPr>
        <p:spPr bwMode="auto">
          <a:xfrm>
            <a:off x="3737108" y="1181199"/>
            <a:ext cx="69762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000" b="1">
                <a:solidFill>
                  <a:srgbClr val="333399"/>
                </a:solidFill>
                <a:latin typeface="Arial" panose="020B0604020202020204" pitchFamily="34" charset="0"/>
                <a:ea typeface="黑体" panose="02010609060101010101" pitchFamily="2" charset="-122"/>
              </a:rPr>
              <a:t>空格</a:t>
            </a:r>
          </a:p>
        </p:txBody>
      </p:sp>
      <p:sp>
        <p:nvSpPr>
          <p:cNvPr id="166957" name="Text Box 45"/>
          <p:cNvSpPr txBox="1">
            <a:spLocks noChangeArrowheads="1"/>
          </p:cNvSpPr>
          <p:nvPr/>
        </p:nvSpPr>
        <p:spPr bwMode="auto">
          <a:xfrm>
            <a:off x="5835254" y="1181199"/>
            <a:ext cx="12105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000" b="1">
                <a:solidFill>
                  <a:srgbClr val="333399"/>
                </a:solidFill>
                <a:latin typeface="Arial" panose="020B0604020202020204" pitchFamily="34" charset="0"/>
                <a:ea typeface="黑体" panose="02010609060101010101" pitchFamily="2" charset="-122"/>
              </a:rPr>
              <a:t>回车换行</a:t>
            </a:r>
          </a:p>
        </p:txBody>
      </p:sp>
      <p:sp>
        <p:nvSpPr>
          <p:cNvPr id="166958" name="Line 46"/>
          <p:cNvSpPr>
            <a:spLocks noChangeShapeType="1"/>
          </p:cNvSpPr>
          <p:nvPr/>
        </p:nvSpPr>
        <p:spPr bwMode="auto">
          <a:xfrm>
            <a:off x="4397508" y="1535210"/>
            <a:ext cx="441986" cy="306388"/>
          </a:xfrm>
          <a:prstGeom prst="line">
            <a:avLst/>
          </a:prstGeom>
          <a:noFill/>
          <a:ln w="19050">
            <a:solidFill>
              <a:srgbClr val="333399"/>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6959" name="Line 47"/>
          <p:cNvSpPr>
            <a:spLocks noChangeShapeType="1"/>
          </p:cNvSpPr>
          <p:nvPr/>
        </p:nvSpPr>
        <p:spPr bwMode="auto">
          <a:xfrm flipH="1">
            <a:off x="3394869" y="1535210"/>
            <a:ext cx="481542" cy="306388"/>
          </a:xfrm>
          <a:prstGeom prst="line">
            <a:avLst/>
          </a:prstGeom>
          <a:noFill/>
          <a:ln w="19050">
            <a:solidFill>
              <a:srgbClr val="333399"/>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6960" name="Line 48"/>
          <p:cNvSpPr>
            <a:spLocks noChangeShapeType="1"/>
          </p:cNvSpPr>
          <p:nvPr/>
        </p:nvSpPr>
        <p:spPr bwMode="auto">
          <a:xfrm>
            <a:off x="6481895" y="1535210"/>
            <a:ext cx="240771" cy="306388"/>
          </a:xfrm>
          <a:prstGeom prst="line">
            <a:avLst/>
          </a:prstGeom>
          <a:noFill/>
          <a:ln w="19050">
            <a:solidFill>
              <a:srgbClr val="333399"/>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6961" name="Line 49"/>
          <p:cNvSpPr>
            <a:spLocks noChangeShapeType="1"/>
          </p:cNvSpPr>
          <p:nvPr/>
        </p:nvSpPr>
        <p:spPr bwMode="auto">
          <a:xfrm>
            <a:off x="3996796" y="3063974"/>
            <a:ext cx="0" cy="40798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6962" name="Line 50"/>
          <p:cNvSpPr>
            <a:spLocks noChangeShapeType="1"/>
          </p:cNvSpPr>
          <p:nvPr/>
        </p:nvSpPr>
        <p:spPr bwMode="auto">
          <a:xfrm>
            <a:off x="3996796" y="2247999"/>
            <a:ext cx="0" cy="40798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6963" name="Text Box 51"/>
          <p:cNvSpPr txBox="1">
            <a:spLocks noChangeArrowheads="1"/>
          </p:cNvSpPr>
          <p:nvPr/>
        </p:nvSpPr>
        <p:spPr bwMode="auto">
          <a:xfrm>
            <a:off x="3647679" y="3065561"/>
            <a:ext cx="26962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333399"/>
                </a:solidFill>
                <a:latin typeface="Arial" panose="020B0604020202020204" pitchFamily="34" charset="0"/>
                <a:ea typeface="黑体" panose="02010609060101010101" pitchFamily="2" charset="-122"/>
              </a:rPr>
              <a:t>:</a:t>
            </a:r>
          </a:p>
        </p:txBody>
      </p:sp>
      <p:sp>
        <p:nvSpPr>
          <p:cNvPr id="166964" name="Text Box 52"/>
          <p:cNvSpPr txBox="1">
            <a:spLocks noChangeArrowheads="1"/>
          </p:cNvSpPr>
          <p:nvPr/>
        </p:nvSpPr>
        <p:spPr bwMode="auto">
          <a:xfrm>
            <a:off x="6206729" y="1830486"/>
            <a:ext cx="87075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333399"/>
                </a:solidFill>
                <a:latin typeface="Arial" panose="020B0604020202020204" pitchFamily="34" charset="0"/>
                <a:ea typeface="黑体" panose="02010609060101010101" pitchFamily="2" charset="-122"/>
              </a:rPr>
              <a:t>CRLF</a:t>
            </a:r>
          </a:p>
        </p:txBody>
      </p:sp>
      <p:sp>
        <p:nvSpPr>
          <p:cNvPr id="166965" name="Text Box 53"/>
          <p:cNvSpPr txBox="1">
            <a:spLocks noChangeArrowheads="1"/>
          </p:cNvSpPr>
          <p:nvPr/>
        </p:nvSpPr>
        <p:spPr bwMode="auto">
          <a:xfrm>
            <a:off x="4493816" y="3071911"/>
            <a:ext cx="920088" cy="396875"/>
          </a:xfrm>
          <a:prstGeom prst="rect">
            <a:avLst/>
          </a:prstGeom>
          <a:noFill/>
          <a:ln>
            <a:noFill/>
          </a:ln>
          <a:effectLst/>
          <a:extLst>
            <a:ext uri="{909E8E84-426E-40DD-AFC4-6F175D3DCCD1}">
              <a14:hiddenFill xmlns:a14="http://schemas.microsoft.com/office/drawing/2010/main">
                <a:solidFill>
                  <a:srgbClr val="CCE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dirty="0">
                <a:solidFill>
                  <a:srgbClr val="333399"/>
                </a:solidFill>
                <a:latin typeface="Arial" panose="020B0604020202020204" pitchFamily="34" charset="0"/>
                <a:ea typeface="黑体" panose="02010609060101010101" pitchFamily="2" charset="-122"/>
              </a:rPr>
              <a:t>CRLF</a:t>
            </a:r>
          </a:p>
        </p:txBody>
      </p:sp>
      <p:sp>
        <p:nvSpPr>
          <p:cNvPr id="166966" name="Text Box 54"/>
          <p:cNvSpPr txBox="1">
            <a:spLocks noChangeArrowheads="1"/>
          </p:cNvSpPr>
          <p:nvPr/>
        </p:nvSpPr>
        <p:spPr bwMode="auto">
          <a:xfrm>
            <a:off x="4500695" y="2262286"/>
            <a:ext cx="87075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333399"/>
                </a:solidFill>
                <a:latin typeface="Arial" panose="020B0604020202020204" pitchFamily="34" charset="0"/>
                <a:ea typeface="黑体" panose="02010609060101010101" pitchFamily="2" charset="-122"/>
              </a:rPr>
              <a:t>CRLF</a:t>
            </a:r>
          </a:p>
        </p:txBody>
      </p:sp>
      <p:sp>
        <p:nvSpPr>
          <p:cNvPr id="166967" name="Text Box 55"/>
          <p:cNvSpPr txBox="1">
            <a:spLocks noChangeArrowheads="1"/>
          </p:cNvSpPr>
          <p:nvPr/>
        </p:nvSpPr>
        <p:spPr bwMode="auto">
          <a:xfrm>
            <a:off x="2044833" y="3464024"/>
            <a:ext cx="87075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333399"/>
                </a:solidFill>
                <a:latin typeface="Arial" panose="020B0604020202020204" pitchFamily="34" charset="0"/>
                <a:ea typeface="黑体" panose="02010609060101010101" pitchFamily="2" charset="-122"/>
              </a:rPr>
              <a:t>CRLF</a:t>
            </a:r>
          </a:p>
        </p:txBody>
      </p:sp>
      <p:sp>
        <p:nvSpPr>
          <p:cNvPr id="166968" name="Text Box 56"/>
          <p:cNvSpPr txBox="1">
            <a:spLocks noChangeArrowheads="1"/>
          </p:cNvSpPr>
          <p:nvPr/>
        </p:nvSpPr>
        <p:spPr bwMode="auto">
          <a:xfrm>
            <a:off x="1754188" y="4926111"/>
            <a:ext cx="5850731"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lang="en-US" altLang="zh-CN" sz="2800" b="1" dirty="0">
                <a:solidFill>
                  <a:srgbClr val="0000FF"/>
                </a:solidFill>
                <a:latin typeface="Arial" panose="020B0604020202020204" pitchFamily="34" charset="0"/>
                <a:ea typeface="黑体" panose="02010609060101010101" pitchFamily="2" charset="-122"/>
              </a:rPr>
              <a:t>“URL”</a:t>
            </a:r>
            <a:r>
              <a:rPr lang="zh-CN" altLang="en-US" sz="2800" b="1" dirty="0">
                <a:solidFill>
                  <a:srgbClr val="0000FF"/>
                </a:solidFill>
                <a:latin typeface="黑体" panose="02010609060101010101" pitchFamily="2" charset="-122"/>
                <a:ea typeface="黑体" panose="02010609060101010101" pitchFamily="2" charset="-122"/>
              </a:rPr>
              <a:t>是所请求的资源的</a:t>
            </a:r>
            <a:r>
              <a:rPr lang="zh-CN" altLang="en-US" sz="2800" b="1" dirty="0">
                <a:solidFill>
                  <a:srgbClr val="0000FF"/>
                </a:solidFill>
                <a:latin typeface="Arial" panose="020B0604020202020204" pitchFamily="34" charset="0"/>
                <a:ea typeface="黑体" panose="02010609060101010101" pitchFamily="2" charset="-122"/>
              </a:rPr>
              <a:t> </a:t>
            </a:r>
            <a:r>
              <a:rPr lang="en-US" altLang="zh-CN" sz="2800" b="1" dirty="0">
                <a:solidFill>
                  <a:srgbClr val="0000FF"/>
                </a:solidFill>
                <a:latin typeface="Arial" panose="020B0604020202020204" pitchFamily="34" charset="0"/>
                <a:ea typeface="黑体" panose="02010609060101010101" pitchFamily="2" charset="-122"/>
              </a:rPr>
              <a:t>URL</a:t>
            </a:r>
            <a:r>
              <a:rPr lang="zh-CN" altLang="en-US" sz="2800" b="1" dirty="0">
                <a:solidFill>
                  <a:srgbClr val="0000FF"/>
                </a:solidFill>
                <a:latin typeface="Arial" panose="020B0604020202020204" pitchFamily="34" charset="0"/>
                <a:ea typeface="黑体" panose="02010609060101010101" pitchFamily="2" charset="-122"/>
              </a:rPr>
              <a:t>。</a:t>
            </a:r>
          </a:p>
        </p:txBody>
      </p:sp>
      <p:sp>
        <p:nvSpPr>
          <p:cNvPr id="655417" name="Rectangle 57"/>
          <p:cNvSpPr>
            <a:spLocks noChangeArrowheads="1"/>
          </p:cNvSpPr>
          <p:nvPr/>
        </p:nvSpPr>
        <p:spPr bwMode="auto">
          <a:xfrm>
            <a:off x="3393149" y="1757461"/>
            <a:ext cx="1559851" cy="576263"/>
          </a:xfrm>
          <a:prstGeom prst="rect">
            <a:avLst/>
          </a:prstGeom>
          <a:noFill/>
          <a:ln w="57150">
            <a:solidFill>
              <a:schemeClr val="hlink"/>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58" name="Text Box 60"/>
          <p:cNvSpPr txBox="1">
            <a:spLocks noChangeArrowheads="1"/>
          </p:cNvSpPr>
          <p:nvPr/>
        </p:nvSpPr>
        <p:spPr bwMode="auto">
          <a:xfrm>
            <a:off x="405871" y="1760265"/>
            <a:ext cx="1262327"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lang="zh-CN" altLang="en-US" sz="2800" b="1" dirty="0">
                <a:solidFill>
                  <a:srgbClr val="333399"/>
                </a:solidFill>
                <a:ea typeface="黑体" panose="02010609060101010101" pitchFamily="2" charset="-122"/>
              </a:rPr>
              <a:t>开始行</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655417"/>
                                        </p:tgtEl>
                                        <p:attrNameLst>
                                          <p:attrName>style.visibility</p:attrName>
                                        </p:attrNameLst>
                                      </p:cBhvr>
                                      <p:to>
                                        <p:strVal val="visible"/>
                                      </p:to>
                                    </p:set>
                                  </p:childTnLst>
                                </p:cTn>
                              </p:par>
                            </p:childTnLst>
                          </p:cTn>
                        </p:par>
                        <p:par>
                          <p:cTn id="7" fill="hold">
                            <p:stCondLst>
                              <p:cond delay="0"/>
                            </p:stCondLst>
                            <p:childTnLst>
                              <p:par>
                                <p:cTn id="8" presetID="35" presetClass="emph" presetSubtype="0" repeatCount="3000" fill="hold" grpId="1" nodeType="afterEffect">
                                  <p:stCondLst>
                                    <p:cond delay="500"/>
                                  </p:stCondLst>
                                  <p:childTnLst>
                                    <p:anim calcmode="discrete" valueType="str">
                                      <p:cBhvr>
                                        <p:cTn id="9" dur="1000" fill="hold"/>
                                        <p:tgtEl>
                                          <p:spTgt spid="655417"/>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417" grpId="0" animBg="1"/>
      <p:bldP spid="655417" grpId="1" animBg="1"/>
    </p:bld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2"/>
          <p:cNvSpPr>
            <a:spLocks noChangeArrowheads="1"/>
          </p:cNvSpPr>
          <p:nvPr/>
        </p:nvSpPr>
        <p:spPr bwMode="auto">
          <a:xfrm>
            <a:off x="2041393" y="3063974"/>
            <a:ext cx="3398308" cy="407987"/>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68963" name="Rectangle 3"/>
          <p:cNvSpPr>
            <a:spLocks noChangeArrowheads="1"/>
          </p:cNvSpPr>
          <p:nvPr/>
        </p:nvSpPr>
        <p:spPr bwMode="auto">
          <a:xfrm>
            <a:off x="2041393" y="2247999"/>
            <a:ext cx="3398308" cy="407987"/>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68964" name="Rectangle 4"/>
          <p:cNvSpPr>
            <a:spLocks noChangeArrowheads="1"/>
          </p:cNvSpPr>
          <p:nvPr/>
        </p:nvSpPr>
        <p:spPr bwMode="auto">
          <a:xfrm>
            <a:off x="2041394" y="1841598"/>
            <a:ext cx="5202369" cy="406400"/>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58725" name="Rectangle 5"/>
          <p:cNvSpPr>
            <a:spLocks noGrp="1" noChangeArrowheads="1"/>
          </p:cNvSpPr>
          <p:nvPr>
            <p:ph type="title"/>
          </p:nvPr>
        </p:nvSpPr>
        <p:spPr/>
        <p:txBody>
          <a:bodyPr/>
          <a:lstStyle/>
          <a:p>
            <a:pPr algn="ctr" eaLnBrk="1" hangingPunct="1">
              <a:defRPr/>
            </a:pPr>
            <a:r>
              <a:rPr lang="en-US" altLang="zh-CN" dirty="0"/>
              <a:t>HTTP </a:t>
            </a:r>
            <a:r>
              <a:rPr dirty="0"/>
              <a:t>的报文结构（请求报文） </a:t>
            </a:r>
          </a:p>
        </p:txBody>
      </p:sp>
      <p:sp>
        <p:nvSpPr>
          <p:cNvPr id="168966" name="Rectangle 6"/>
          <p:cNvSpPr>
            <a:spLocks noChangeArrowheads="1"/>
          </p:cNvSpPr>
          <p:nvPr/>
        </p:nvSpPr>
        <p:spPr bwMode="auto">
          <a:xfrm>
            <a:off x="4478338" y="3073499"/>
            <a:ext cx="961364" cy="388937"/>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68967" name="Rectangle 7"/>
          <p:cNvSpPr>
            <a:spLocks noChangeArrowheads="1"/>
          </p:cNvSpPr>
          <p:nvPr/>
        </p:nvSpPr>
        <p:spPr bwMode="auto">
          <a:xfrm>
            <a:off x="2048273" y="3491010"/>
            <a:ext cx="985440" cy="387350"/>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68968" name="Rectangle 8"/>
          <p:cNvSpPr>
            <a:spLocks noChangeArrowheads="1"/>
          </p:cNvSpPr>
          <p:nvPr/>
        </p:nvSpPr>
        <p:spPr bwMode="auto">
          <a:xfrm>
            <a:off x="4478338" y="2257523"/>
            <a:ext cx="961364" cy="398462"/>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68969" name="Rectangle 9"/>
          <p:cNvSpPr>
            <a:spLocks noChangeArrowheads="1"/>
          </p:cNvSpPr>
          <p:nvPr/>
        </p:nvSpPr>
        <p:spPr bwMode="auto">
          <a:xfrm>
            <a:off x="3876410" y="3073498"/>
            <a:ext cx="130704" cy="398462"/>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68970" name="Rectangle 10"/>
          <p:cNvSpPr>
            <a:spLocks noChangeArrowheads="1"/>
          </p:cNvSpPr>
          <p:nvPr/>
        </p:nvSpPr>
        <p:spPr bwMode="auto">
          <a:xfrm>
            <a:off x="3876411" y="2257523"/>
            <a:ext cx="120385" cy="398462"/>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68971" name="Line 11"/>
          <p:cNvSpPr>
            <a:spLocks noChangeShapeType="1"/>
          </p:cNvSpPr>
          <p:nvPr/>
        </p:nvSpPr>
        <p:spPr bwMode="auto">
          <a:xfrm>
            <a:off x="3726789" y="3063974"/>
            <a:ext cx="0" cy="40798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8972" name="Line 12"/>
          <p:cNvSpPr>
            <a:spLocks noChangeShapeType="1"/>
          </p:cNvSpPr>
          <p:nvPr/>
        </p:nvSpPr>
        <p:spPr bwMode="auto">
          <a:xfrm>
            <a:off x="4478338" y="3063974"/>
            <a:ext cx="0" cy="40798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8973" name="Line 13"/>
          <p:cNvSpPr>
            <a:spLocks noChangeShapeType="1"/>
          </p:cNvSpPr>
          <p:nvPr/>
        </p:nvSpPr>
        <p:spPr bwMode="auto">
          <a:xfrm>
            <a:off x="3876410" y="3063974"/>
            <a:ext cx="0" cy="40798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8974" name="Rectangle 14"/>
          <p:cNvSpPr>
            <a:spLocks noChangeArrowheads="1"/>
          </p:cNvSpPr>
          <p:nvPr/>
        </p:nvSpPr>
        <p:spPr bwMode="auto">
          <a:xfrm>
            <a:off x="6251444" y="1851124"/>
            <a:ext cx="992319" cy="396875"/>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68975" name="Rectangle 15"/>
          <p:cNvSpPr>
            <a:spLocks noChangeArrowheads="1"/>
          </p:cNvSpPr>
          <p:nvPr/>
        </p:nvSpPr>
        <p:spPr bwMode="auto">
          <a:xfrm>
            <a:off x="4808538" y="1851124"/>
            <a:ext cx="120385" cy="396875"/>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68976" name="Rectangle 16"/>
          <p:cNvSpPr>
            <a:spLocks noChangeArrowheads="1"/>
          </p:cNvSpPr>
          <p:nvPr/>
        </p:nvSpPr>
        <p:spPr bwMode="auto">
          <a:xfrm>
            <a:off x="3365634" y="1851124"/>
            <a:ext cx="120385" cy="396875"/>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68977" name="Text Box 17"/>
          <p:cNvSpPr txBox="1">
            <a:spLocks noChangeArrowheads="1"/>
          </p:cNvSpPr>
          <p:nvPr/>
        </p:nvSpPr>
        <p:spPr bwMode="auto">
          <a:xfrm>
            <a:off x="2227131" y="1830486"/>
            <a:ext cx="90922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000" b="1">
                <a:solidFill>
                  <a:srgbClr val="333399"/>
                </a:solidFill>
                <a:latin typeface="Arial" panose="020B0604020202020204" pitchFamily="34" charset="0"/>
                <a:ea typeface="黑体" panose="02010609060101010101" pitchFamily="2" charset="-122"/>
              </a:rPr>
              <a:t>方   法</a:t>
            </a:r>
          </a:p>
        </p:txBody>
      </p:sp>
      <p:sp>
        <p:nvSpPr>
          <p:cNvPr id="168978" name="Line 18"/>
          <p:cNvSpPr>
            <a:spLocks noChangeShapeType="1"/>
          </p:cNvSpPr>
          <p:nvPr/>
        </p:nvSpPr>
        <p:spPr bwMode="auto">
          <a:xfrm>
            <a:off x="3365633" y="1841598"/>
            <a:ext cx="0" cy="4064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8979" name="Line 19"/>
          <p:cNvSpPr>
            <a:spLocks noChangeShapeType="1"/>
          </p:cNvSpPr>
          <p:nvPr/>
        </p:nvSpPr>
        <p:spPr bwMode="auto">
          <a:xfrm>
            <a:off x="3486018" y="1841598"/>
            <a:ext cx="0" cy="4064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8980" name="Line 20"/>
          <p:cNvSpPr>
            <a:spLocks noChangeShapeType="1"/>
          </p:cNvSpPr>
          <p:nvPr/>
        </p:nvSpPr>
        <p:spPr bwMode="auto">
          <a:xfrm>
            <a:off x="4808538" y="1841598"/>
            <a:ext cx="0" cy="4064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8981" name="Line 21"/>
          <p:cNvSpPr>
            <a:spLocks noChangeShapeType="1"/>
          </p:cNvSpPr>
          <p:nvPr/>
        </p:nvSpPr>
        <p:spPr bwMode="auto">
          <a:xfrm>
            <a:off x="4928923" y="1841598"/>
            <a:ext cx="0" cy="4064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8982" name="Line 22"/>
          <p:cNvSpPr>
            <a:spLocks noChangeShapeType="1"/>
          </p:cNvSpPr>
          <p:nvPr/>
        </p:nvSpPr>
        <p:spPr bwMode="auto">
          <a:xfrm>
            <a:off x="6251443" y="1841598"/>
            <a:ext cx="0" cy="4064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8983" name="Text Box 23"/>
          <p:cNvSpPr txBox="1">
            <a:spLocks noChangeArrowheads="1"/>
          </p:cNvSpPr>
          <p:nvPr/>
        </p:nvSpPr>
        <p:spPr bwMode="auto">
          <a:xfrm>
            <a:off x="3716471" y="1830486"/>
            <a:ext cx="71365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333399"/>
                </a:solidFill>
                <a:latin typeface="Arial" panose="020B0604020202020204" pitchFamily="34" charset="0"/>
                <a:ea typeface="黑体" panose="02010609060101010101" pitchFamily="2" charset="-122"/>
              </a:rPr>
              <a:t>URL</a:t>
            </a:r>
          </a:p>
        </p:txBody>
      </p:sp>
      <p:sp>
        <p:nvSpPr>
          <p:cNvPr id="168984" name="Text Box 24"/>
          <p:cNvSpPr txBox="1">
            <a:spLocks noChangeArrowheads="1"/>
          </p:cNvSpPr>
          <p:nvPr/>
        </p:nvSpPr>
        <p:spPr bwMode="auto">
          <a:xfrm>
            <a:off x="5066506" y="1830486"/>
            <a:ext cx="90922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000" b="1">
                <a:solidFill>
                  <a:srgbClr val="333399"/>
                </a:solidFill>
                <a:latin typeface="Arial" panose="020B0604020202020204" pitchFamily="34" charset="0"/>
                <a:ea typeface="黑体" panose="02010609060101010101" pitchFamily="2" charset="-122"/>
              </a:rPr>
              <a:t>版   本</a:t>
            </a:r>
          </a:p>
        </p:txBody>
      </p:sp>
      <p:sp>
        <p:nvSpPr>
          <p:cNvPr id="168985" name="Text Box 25"/>
          <p:cNvSpPr txBox="1">
            <a:spLocks noChangeArrowheads="1"/>
          </p:cNvSpPr>
          <p:nvPr/>
        </p:nvSpPr>
        <p:spPr bwMode="auto">
          <a:xfrm>
            <a:off x="2049992" y="2243236"/>
            <a:ext cx="146706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000" b="1">
                <a:solidFill>
                  <a:srgbClr val="333399"/>
                </a:solidFill>
                <a:latin typeface="Arial" panose="020B0604020202020204" pitchFamily="34" charset="0"/>
                <a:ea typeface="黑体" panose="02010609060101010101" pitchFamily="2" charset="-122"/>
              </a:rPr>
              <a:t>首部字段名</a:t>
            </a:r>
          </a:p>
        </p:txBody>
      </p:sp>
      <p:sp>
        <p:nvSpPr>
          <p:cNvPr id="168986" name="Line 26"/>
          <p:cNvSpPr>
            <a:spLocks noChangeShapeType="1"/>
          </p:cNvSpPr>
          <p:nvPr/>
        </p:nvSpPr>
        <p:spPr bwMode="auto">
          <a:xfrm>
            <a:off x="3726789" y="2247999"/>
            <a:ext cx="0" cy="40798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8987" name="Line 27"/>
          <p:cNvSpPr>
            <a:spLocks noChangeShapeType="1"/>
          </p:cNvSpPr>
          <p:nvPr/>
        </p:nvSpPr>
        <p:spPr bwMode="auto">
          <a:xfrm>
            <a:off x="4478338" y="2247999"/>
            <a:ext cx="0" cy="40798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8988" name="Text Box 28"/>
          <p:cNvSpPr txBox="1">
            <a:spLocks noChangeArrowheads="1"/>
          </p:cNvSpPr>
          <p:nvPr/>
        </p:nvSpPr>
        <p:spPr bwMode="auto">
          <a:xfrm>
            <a:off x="5689071" y="2659161"/>
            <a:ext cx="95410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000" b="1">
                <a:solidFill>
                  <a:srgbClr val="333399"/>
                </a:solidFill>
                <a:latin typeface="Arial" panose="020B0604020202020204" pitchFamily="34" charset="0"/>
                <a:ea typeface="黑体" panose="02010609060101010101" pitchFamily="2" charset="-122"/>
              </a:rPr>
              <a:t>首部行</a:t>
            </a:r>
          </a:p>
        </p:txBody>
      </p:sp>
      <p:sp>
        <p:nvSpPr>
          <p:cNvPr id="168989" name="Line 29"/>
          <p:cNvSpPr>
            <a:spLocks noChangeShapeType="1"/>
          </p:cNvSpPr>
          <p:nvPr/>
        </p:nvSpPr>
        <p:spPr bwMode="auto">
          <a:xfrm>
            <a:off x="3876410" y="2247999"/>
            <a:ext cx="0" cy="40798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8990" name="Text Box 30"/>
          <p:cNvSpPr txBox="1">
            <a:spLocks noChangeArrowheads="1"/>
          </p:cNvSpPr>
          <p:nvPr/>
        </p:nvSpPr>
        <p:spPr bwMode="auto">
          <a:xfrm>
            <a:off x="3647679" y="2244824"/>
            <a:ext cx="26962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333399"/>
                </a:solidFill>
                <a:latin typeface="Arial" panose="020B0604020202020204" pitchFamily="34" charset="0"/>
                <a:ea typeface="黑体" panose="02010609060101010101" pitchFamily="2" charset="-122"/>
              </a:rPr>
              <a:t>:</a:t>
            </a:r>
          </a:p>
        </p:txBody>
      </p:sp>
      <p:sp>
        <p:nvSpPr>
          <p:cNvPr id="168991" name="Text Box 31"/>
          <p:cNvSpPr txBox="1">
            <a:spLocks noChangeArrowheads="1"/>
          </p:cNvSpPr>
          <p:nvPr/>
        </p:nvSpPr>
        <p:spPr bwMode="auto">
          <a:xfrm>
            <a:off x="4008835" y="2251174"/>
            <a:ext cx="44114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000" b="1">
                <a:solidFill>
                  <a:srgbClr val="333399"/>
                </a:solidFill>
                <a:latin typeface="Arial" panose="020B0604020202020204" pitchFamily="34" charset="0"/>
                <a:ea typeface="黑体" panose="02010609060101010101" pitchFamily="2" charset="-122"/>
              </a:rPr>
              <a:t>值</a:t>
            </a:r>
          </a:p>
        </p:txBody>
      </p:sp>
      <p:sp>
        <p:nvSpPr>
          <p:cNvPr id="168992" name="Text Box 32"/>
          <p:cNvSpPr txBox="1">
            <a:spLocks noChangeArrowheads="1"/>
          </p:cNvSpPr>
          <p:nvPr/>
        </p:nvSpPr>
        <p:spPr bwMode="auto">
          <a:xfrm>
            <a:off x="2044834" y="3051274"/>
            <a:ext cx="146706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000" b="1">
                <a:solidFill>
                  <a:srgbClr val="333399"/>
                </a:solidFill>
                <a:latin typeface="Arial" panose="020B0604020202020204" pitchFamily="34" charset="0"/>
                <a:ea typeface="黑体" panose="02010609060101010101" pitchFamily="2" charset="-122"/>
              </a:rPr>
              <a:t>首部字段名</a:t>
            </a:r>
          </a:p>
        </p:txBody>
      </p:sp>
      <p:sp>
        <p:nvSpPr>
          <p:cNvPr id="168993" name="Text Box 33"/>
          <p:cNvSpPr txBox="1">
            <a:spLocks noChangeArrowheads="1"/>
          </p:cNvSpPr>
          <p:nvPr/>
        </p:nvSpPr>
        <p:spPr bwMode="auto">
          <a:xfrm>
            <a:off x="4034631" y="3063974"/>
            <a:ext cx="44114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000" b="1">
                <a:solidFill>
                  <a:srgbClr val="333399"/>
                </a:solidFill>
                <a:latin typeface="Arial" panose="020B0604020202020204" pitchFamily="34" charset="0"/>
                <a:ea typeface="黑体" panose="02010609060101010101" pitchFamily="2" charset="-122"/>
              </a:rPr>
              <a:t>值</a:t>
            </a:r>
          </a:p>
        </p:txBody>
      </p:sp>
      <p:sp>
        <p:nvSpPr>
          <p:cNvPr id="168994" name="Text Box 34"/>
          <p:cNvSpPr txBox="1">
            <a:spLocks noChangeArrowheads="1"/>
          </p:cNvSpPr>
          <p:nvPr/>
        </p:nvSpPr>
        <p:spPr bwMode="auto">
          <a:xfrm>
            <a:off x="3606404" y="3683099"/>
            <a:ext cx="26962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333399"/>
                </a:solidFill>
                <a:latin typeface="Arial" panose="020B0604020202020204" pitchFamily="34" charset="0"/>
                <a:ea typeface="黑体" panose="02010609060101010101" pitchFamily="2" charset="-122"/>
              </a:rPr>
              <a:t>:</a:t>
            </a:r>
          </a:p>
        </p:txBody>
      </p:sp>
      <p:sp>
        <p:nvSpPr>
          <p:cNvPr id="168995" name="Text Box 35"/>
          <p:cNvSpPr txBox="1">
            <a:spLocks noChangeArrowheads="1"/>
          </p:cNvSpPr>
          <p:nvPr/>
        </p:nvSpPr>
        <p:spPr bwMode="auto">
          <a:xfrm rot="-5400000">
            <a:off x="2871614" y="2686912"/>
            <a:ext cx="44114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333399"/>
                </a:solidFill>
                <a:latin typeface="Arial" panose="020B0604020202020204" pitchFamily="34" charset="0"/>
                <a:ea typeface="黑体" panose="02010609060101010101" pitchFamily="2" charset="-122"/>
              </a:rPr>
              <a:t>…</a:t>
            </a:r>
          </a:p>
        </p:txBody>
      </p:sp>
      <p:sp>
        <p:nvSpPr>
          <p:cNvPr id="168996" name="AutoShape 36"/>
          <p:cNvSpPr/>
          <p:nvPr/>
        </p:nvSpPr>
        <p:spPr bwMode="auto">
          <a:xfrm>
            <a:off x="5515372" y="2300386"/>
            <a:ext cx="240771" cy="1171575"/>
          </a:xfrm>
          <a:prstGeom prst="rightBrace">
            <a:avLst>
              <a:gd name="adj1" fmla="val 43929"/>
              <a:gd name="adj2" fmla="val 50000"/>
            </a:avLst>
          </a:prstGeom>
          <a:noFill/>
          <a:ln w="19050">
            <a:solidFill>
              <a:srgbClr val="333399"/>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68997" name="Rectangle 37"/>
          <p:cNvSpPr>
            <a:spLocks noChangeArrowheads="1"/>
          </p:cNvSpPr>
          <p:nvPr/>
        </p:nvSpPr>
        <p:spPr bwMode="auto">
          <a:xfrm>
            <a:off x="2041393" y="3878361"/>
            <a:ext cx="5413904" cy="917575"/>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68998" name="Text Box 38"/>
          <p:cNvSpPr txBox="1">
            <a:spLocks noChangeArrowheads="1"/>
          </p:cNvSpPr>
          <p:nvPr/>
        </p:nvSpPr>
        <p:spPr bwMode="auto">
          <a:xfrm>
            <a:off x="3831537" y="3972023"/>
            <a:ext cx="1723549"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algn="ctr" eaLnBrk="1" hangingPunct="1"/>
            <a:r>
              <a:rPr kumimoji="1" lang="zh-CN" altLang="en-US" sz="2000" b="1">
                <a:solidFill>
                  <a:srgbClr val="333399"/>
                </a:solidFill>
                <a:latin typeface="Arial" panose="020B0604020202020204" pitchFamily="34" charset="0"/>
                <a:ea typeface="黑体" panose="02010609060101010101" pitchFamily="2" charset="-122"/>
              </a:rPr>
              <a:t>实体主体</a:t>
            </a:r>
          </a:p>
          <a:p>
            <a:pPr algn="ctr" eaLnBrk="1" hangingPunct="1"/>
            <a:r>
              <a:rPr kumimoji="1" lang="zh-CN" altLang="en-US" sz="2000" b="1">
                <a:solidFill>
                  <a:srgbClr val="333399"/>
                </a:solidFill>
                <a:latin typeface="Arial" panose="020B0604020202020204" pitchFamily="34" charset="0"/>
                <a:ea typeface="黑体" panose="02010609060101010101" pitchFamily="2" charset="-122"/>
              </a:rPr>
              <a:t>（通常不用）</a:t>
            </a:r>
          </a:p>
        </p:txBody>
      </p:sp>
      <p:sp>
        <p:nvSpPr>
          <p:cNvPr id="168999" name="Text Box 39"/>
          <p:cNvSpPr txBox="1">
            <a:spLocks noChangeArrowheads="1"/>
          </p:cNvSpPr>
          <p:nvPr/>
        </p:nvSpPr>
        <p:spPr bwMode="auto">
          <a:xfrm>
            <a:off x="7204208" y="1830486"/>
            <a:ext cx="95410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000" b="1">
                <a:solidFill>
                  <a:srgbClr val="333399"/>
                </a:solidFill>
                <a:latin typeface="Arial" panose="020B0604020202020204" pitchFamily="34" charset="0"/>
                <a:ea typeface="黑体" panose="02010609060101010101" pitchFamily="2" charset="-122"/>
              </a:rPr>
              <a:t>请求行</a:t>
            </a:r>
          </a:p>
        </p:txBody>
      </p:sp>
      <p:sp>
        <p:nvSpPr>
          <p:cNvPr id="169000" name="Line 40"/>
          <p:cNvSpPr>
            <a:spLocks noChangeShapeType="1"/>
          </p:cNvSpPr>
          <p:nvPr/>
        </p:nvSpPr>
        <p:spPr bwMode="auto">
          <a:xfrm>
            <a:off x="2041393" y="2655985"/>
            <a:ext cx="0" cy="4079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9001" name="Line 41"/>
          <p:cNvSpPr>
            <a:spLocks noChangeShapeType="1"/>
          </p:cNvSpPr>
          <p:nvPr/>
        </p:nvSpPr>
        <p:spPr bwMode="auto">
          <a:xfrm>
            <a:off x="2041393" y="3471960"/>
            <a:ext cx="0" cy="4064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9002" name="Line 42"/>
          <p:cNvSpPr>
            <a:spLocks noChangeShapeType="1"/>
          </p:cNvSpPr>
          <p:nvPr/>
        </p:nvSpPr>
        <p:spPr bwMode="auto">
          <a:xfrm>
            <a:off x="3033713" y="3471960"/>
            <a:ext cx="0" cy="4064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9003" name="Line 43"/>
          <p:cNvSpPr>
            <a:spLocks noChangeShapeType="1"/>
          </p:cNvSpPr>
          <p:nvPr/>
        </p:nvSpPr>
        <p:spPr bwMode="auto">
          <a:xfrm>
            <a:off x="5439702" y="2655985"/>
            <a:ext cx="0" cy="4079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9004" name="Text Box 44"/>
          <p:cNvSpPr txBox="1">
            <a:spLocks noChangeArrowheads="1"/>
          </p:cNvSpPr>
          <p:nvPr/>
        </p:nvSpPr>
        <p:spPr bwMode="auto">
          <a:xfrm>
            <a:off x="3737108" y="1181199"/>
            <a:ext cx="69762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000" b="1">
                <a:solidFill>
                  <a:srgbClr val="333399"/>
                </a:solidFill>
                <a:latin typeface="Arial" panose="020B0604020202020204" pitchFamily="34" charset="0"/>
                <a:ea typeface="黑体" panose="02010609060101010101" pitchFamily="2" charset="-122"/>
              </a:rPr>
              <a:t>空格</a:t>
            </a:r>
          </a:p>
        </p:txBody>
      </p:sp>
      <p:sp>
        <p:nvSpPr>
          <p:cNvPr id="169005" name="Text Box 45"/>
          <p:cNvSpPr txBox="1">
            <a:spLocks noChangeArrowheads="1"/>
          </p:cNvSpPr>
          <p:nvPr/>
        </p:nvSpPr>
        <p:spPr bwMode="auto">
          <a:xfrm>
            <a:off x="5835254" y="1181199"/>
            <a:ext cx="12105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000" b="1">
                <a:solidFill>
                  <a:srgbClr val="333399"/>
                </a:solidFill>
                <a:latin typeface="Arial" panose="020B0604020202020204" pitchFamily="34" charset="0"/>
                <a:ea typeface="黑体" panose="02010609060101010101" pitchFamily="2" charset="-122"/>
              </a:rPr>
              <a:t>回车换行</a:t>
            </a:r>
          </a:p>
        </p:txBody>
      </p:sp>
      <p:sp>
        <p:nvSpPr>
          <p:cNvPr id="169006" name="Line 46"/>
          <p:cNvSpPr>
            <a:spLocks noChangeShapeType="1"/>
          </p:cNvSpPr>
          <p:nvPr/>
        </p:nvSpPr>
        <p:spPr bwMode="auto">
          <a:xfrm>
            <a:off x="4397508" y="1535210"/>
            <a:ext cx="441986" cy="306388"/>
          </a:xfrm>
          <a:prstGeom prst="line">
            <a:avLst/>
          </a:prstGeom>
          <a:noFill/>
          <a:ln w="19050">
            <a:solidFill>
              <a:srgbClr val="333399"/>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9007" name="Line 47"/>
          <p:cNvSpPr>
            <a:spLocks noChangeShapeType="1"/>
          </p:cNvSpPr>
          <p:nvPr/>
        </p:nvSpPr>
        <p:spPr bwMode="auto">
          <a:xfrm flipH="1">
            <a:off x="3394869" y="1535210"/>
            <a:ext cx="481542" cy="306388"/>
          </a:xfrm>
          <a:prstGeom prst="line">
            <a:avLst/>
          </a:prstGeom>
          <a:noFill/>
          <a:ln w="19050">
            <a:solidFill>
              <a:srgbClr val="333399"/>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9008" name="Line 48"/>
          <p:cNvSpPr>
            <a:spLocks noChangeShapeType="1"/>
          </p:cNvSpPr>
          <p:nvPr/>
        </p:nvSpPr>
        <p:spPr bwMode="auto">
          <a:xfrm>
            <a:off x="6481895" y="1535210"/>
            <a:ext cx="240771" cy="306388"/>
          </a:xfrm>
          <a:prstGeom prst="line">
            <a:avLst/>
          </a:prstGeom>
          <a:noFill/>
          <a:ln w="19050">
            <a:solidFill>
              <a:srgbClr val="333399"/>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9009" name="Line 49"/>
          <p:cNvSpPr>
            <a:spLocks noChangeShapeType="1"/>
          </p:cNvSpPr>
          <p:nvPr/>
        </p:nvSpPr>
        <p:spPr bwMode="auto">
          <a:xfrm>
            <a:off x="3996796" y="3063974"/>
            <a:ext cx="0" cy="40798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9010" name="Line 50"/>
          <p:cNvSpPr>
            <a:spLocks noChangeShapeType="1"/>
          </p:cNvSpPr>
          <p:nvPr/>
        </p:nvSpPr>
        <p:spPr bwMode="auto">
          <a:xfrm>
            <a:off x="3996796" y="2247999"/>
            <a:ext cx="0" cy="40798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69011" name="Text Box 51"/>
          <p:cNvSpPr txBox="1">
            <a:spLocks noChangeArrowheads="1"/>
          </p:cNvSpPr>
          <p:nvPr/>
        </p:nvSpPr>
        <p:spPr bwMode="auto">
          <a:xfrm>
            <a:off x="3647679" y="3065561"/>
            <a:ext cx="26962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333399"/>
                </a:solidFill>
                <a:latin typeface="Arial" panose="020B0604020202020204" pitchFamily="34" charset="0"/>
                <a:ea typeface="黑体" panose="02010609060101010101" pitchFamily="2" charset="-122"/>
              </a:rPr>
              <a:t>:</a:t>
            </a:r>
          </a:p>
        </p:txBody>
      </p:sp>
      <p:sp>
        <p:nvSpPr>
          <p:cNvPr id="169012" name="Text Box 52"/>
          <p:cNvSpPr txBox="1">
            <a:spLocks noChangeArrowheads="1"/>
          </p:cNvSpPr>
          <p:nvPr/>
        </p:nvSpPr>
        <p:spPr bwMode="auto">
          <a:xfrm>
            <a:off x="6206729" y="1830486"/>
            <a:ext cx="87075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333399"/>
                </a:solidFill>
                <a:latin typeface="Arial" panose="020B0604020202020204" pitchFamily="34" charset="0"/>
                <a:ea typeface="黑体" panose="02010609060101010101" pitchFamily="2" charset="-122"/>
              </a:rPr>
              <a:t>CRLF</a:t>
            </a:r>
          </a:p>
        </p:txBody>
      </p:sp>
      <p:sp>
        <p:nvSpPr>
          <p:cNvPr id="169013" name="Text Box 53"/>
          <p:cNvSpPr txBox="1">
            <a:spLocks noChangeArrowheads="1"/>
          </p:cNvSpPr>
          <p:nvPr/>
        </p:nvSpPr>
        <p:spPr bwMode="auto">
          <a:xfrm>
            <a:off x="4493816" y="3071911"/>
            <a:ext cx="920088" cy="396875"/>
          </a:xfrm>
          <a:prstGeom prst="rect">
            <a:avLst/>
          </a:prstGeom>
          <a:noFill/>
          <a:ln>
            <a:noFill/>
          </a:ln>
          <a:effectLst/>
          <a:extLst>
            <a:ext uri="{909E8E84-426E-40DD-AFC4-6F175D3DCCD1}">
              <a14:hiddenFill xmlns:a14="http://schemas.microsoft.com/office/drawing/2010/main">
                <a:solidFill>
                  <a:srgbClr val="CCE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333399"/>
                </a:solidFill>
                <a:latin typeface="Arial" panose="020B0604020202020204" pitchFamily="34" charset="0"/>
                <a:ea typeface="黑体" panose="02010609060101010101" pitchFamily="2" charset="-122"/>
              </a:rPr>
              <a:t>CRLF</a:t>
            </a:r>
          </a:p>
        </p:txBody>
      </p:sp>
      <p:sp>
        <p:nvSpPr>
          <p:cNvPr id="169014" name="Text Box 54"/>
          <p:cNvSpPr txBox="1">
            <a:spLocks noChangeArrowheads="1"/>
          </p:cNvSpPr>
          <p:nvPr/>
        </p:nvSpPr>
        <p:spPr bwMode="auto">
          <a:xfrm>
            <a:off x="4500695" y="2262286"/>
            <a:ext cx="87075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333399"/>
                </a:solidFill>
                <a:latin typeface="Arial" panose="020B0604020202020204" pitchFamily="34" charset="0"/>
                <a:ea typeface="黑体" panose="02010609060101010101" pitchFamily="2" charset="-122"/>
              </a:rPr>
              <a:t>CRLF</a:t>
            </a:r>
          </a:p>
        </p:txBody>
      </p:sp>
      <p:sp>
        <p:nvSpPr>
          <p:cNvPr id="169015" name="Text Box 55"/>
          <p:cNvSpPr txBox="1">
            <a:spLocks noChangeArrowheads="1"/>
          </p:cNvSpPr>
          <p:nvPr/>
        </p:nvSpPr>
        <p:spPr bwMode="auto">
          <a:xfrm>
            <a:off x="2044833" y="3464024"/>
            <a:ext cx="87075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333399"/>
                </a:solidFill>
                <a:latin typeface="Arial" panose="020B0604020202020204" pitchFamily="34" charset="0"/>
                <a:ea typeface="黑体" panose="02010609060101010101" pitchFamily="2" charset="-122"/>
              </a:rPr>
              <a:t>CRLF</a:t>
            </a:r>
          </a:p>
        </p:txBody>
      </p:sp>
      <p:sp>
        <p:nvSpPr>
          <p:cNvPr id="169016" name="Text Box 56"/>
          <p:cNvSpPr txBox="1">
            <a:spLocks noChangeArrowheads="1"/>
          </p:cNvSpPr>
          <p:nvPr/>
        </p:nvSpPr>
        <p:spPr bwMode="auto">
          <a:xfrm>
            <a:off x="2457583" y="4926111"/>
            <a:ext cx="460216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lang="en-US" altLang="zh-CN" sz="2800" b="1" dirty="0">
                <a:solidFill>
                  <a:srgbClr val="0000FF"/>
                </a:solidFill>
                <a:latin typeface="Arial" panose="020B0604020202020204" pitchFamily="34" charset="0"/>
                <a:ea typeface="黑体" panose="02010609060101010101" pitchFamily="2" charset="-122"/>
              </a:rPr>
              <a:t>“</a:t>
            </a:r>
            <a:r>
              <a:rPr lang="zh-CN" altLang="en-US" sz="2800" b="1" dirty="0">
                <a:solidFill>
                  <a:srgbClr val="0000FF"/>
                </a:solidFill>
                <a:latin typeface="Arial" panose="020B0604020202020204" pitchFamily="34" charset="0"/>
                <a:ea typeface="黑体" panose="02010609060101010101" pitchFamily="2" charset="-122"/>
              </a:rPr>
              <a:t>版本”</a:t>
            </a:r>
            <a:r>
              <a:rPr lang="zh-CN" altLang="en-US" sz="2800" b="1" dirty="0">
                <a:solidFill>
                  <a:srgbClr val="0000FF"/>
                </a:solidFill>
                <a:latin typeface="黑体" panose="02010609060101010101" pitchFamily="2" charset="-122"/>
                <a:ea typeface="黑体" panose="02010609060101010101" pitchFamily="2" charset="-122"/>
              </a:rPr>
              <a:t>是</a:t>
            </a:r>
            <a:r>
              <a:rPr lang="zh-CN" altLang="en-US" sz="2800" b="1" dirty="0">
                <a:solidFill>
                  <a:srgbClr val="0000FF"/>
                </a:solidFill>
                <a:latin typeface="Arial" panose="020B0604020202020204" pitchFamily="34" charset="0"/>
                <a:ea typeface="黑体" panose="02010609060101010101" pitchFamily="2" charset="-122"/>
              </a:rPr>
              <a:t> </a:t>
            </a:r>
            <a:r>
              <a:rPr lang="en-US" altLang="zh-CN" sz="2800" b="1" dirty="0">
                <a:solidFill>
                  <a:srgbClr val="0000FF"/>
                </a:solidFill>
                <a:latin typeface="Arial" panose="020B0604020202020204" pitchFamily="34" charset="0"/>
                <a:ea typeface="黑体" panose="02010609060101010101" pitchFamily="2" charset="-122"/>
              </a:rPr>
              <a:t>HTTP </a:t>
            </a:r>
            <a:r>
              <a:rPr lang="zh-CN" altLang="en-US" sz="2800" b="1" dirty="0">
                <a:solidFill>
                  <a:srgbClr val="0000FF"/>
                </a:solidFill>
                <a:latin typeface="黑体" panose="02010609060101010101" pitchFamily="2" charset="-122"/>
                <a:ea typeface="黑体" panose="02010609060101010101" pitchFamily="2" charset="-122"/>
              </a:rPr>
              <a:t>的版本</a:t>
            </a:r>
            <a:r>
              <a:rPr lang="zh-CN" altLang="en-US" sz="2800" b="1" dirty="0">
                <a:solidFill>
                  <a:srgbClr val="0000FF"/>
                </a:solidFill>
                <a:latin typeface="Arial" panose="020B0604020202020204" pitchFamily="34" charset="0"/>
                <a:ea typeface="黑体" panose="02010609060101010101" pitchFamily="2" charset="-122"/>
              </a:rPr>
              <a:t>。</a:t>
            </a:r>
          </a:p>
        </p:txBody>
      </p:sp>
      <p:sp>
        <p:nvSpPr>
          <p:cNvPr id="656441" name="Rectangle 57"/>
          <p:cNvSpPr>
            <a:spLocks noChangeArrowheads="1"/>
          </p:cNvSpPr>
          <p:nvPr/>
        </p:nvSpPr>
        <p:spPr bwMode="auto">
          <a:xfrm>
            <a:off x="4796499" y="1757461"/>
            <a:ext cx="1559851" cy="576263"/>
          </a:xfrm>
          <a:prstGeom prst="rect">
            <a:avLst/>
          </a:prstGeom>
          <a:noFill/>
          <a:ln w="57150">
            <a:solidFill>
              <a:schemeClr val="hlink"/>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58" name="Text Box 60"/>
          <p:cNvSpPr txBox="1">
            <a:spLocks noChangeArrowheads="1"/>
          </p:cNvSpPr>
          <p:nvPr/>
        </p:nvSpPr>
        <p:spPr bwMode="auto">
          <a:xfrm>
            <a:off x="405871" y="1760265"/>
            <a:ext cx="1262327"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lang="zh-CN" altLang="en-US" sz="2800" b="1" dirty="0">
                <a:solidFill>
                  <a:srgbClr val="333399"/>
                </a:solidFill>
                <a:ea typeface="黑体" panose="02010609060101010101" pitchFamily="2" charset="-122"/>
              </a:rPr>
              <a:t>开始行</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656441"/>
                                        </p:tgtEl>
                                        <p:attrNameLst>
                                          <p:attrName>style.visibility</p:attrName>
                                        </p:attrNameLst>
                                      </p:cBhvr>
                                      <p:to>
                                        <p:strVal val="visible"/>
                                      </p:to>
                                    </p:set>
                                  </p:childTnLst>
                                </p:cTn>
                              </p:par>
                            </p:childTnLst>
                          </p:cTn>
                        </p:par>
                        <p:par>
                          <p:cTn id="7" fill="hold">
                            <p:stCondLst>
                              <p:cond delay="0"/>
                            </p:stCondLst>
                            <p:childTnLst>
                              <p:par>
                                <p:cTn id="8" presetID="35" presetClass="emph" presetSubtype="0" repeatCount="3000" fill="hold" grpId="1" nodeType="afterEffect">
                                  <p:stCondLst>
                                    <p:cond delay="500"/>
                                  </p:stCondLst>
                                  <p:childTnLst>
                                    <p:anim calcmode="discrete" valueType="str">
                                      <p:cBhvr>
                                        <p:cTn id="9" dur="1000" fill="hold"/>
                                        <p:tgtEl>
                                          <p:spTgt spid="656441"/>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6441" grpId="0" animBg="1"/>
      <p:bldP spid="656441" grpId="1" animBg="1"/>
    </p:bld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2"/>
          <p:cNvSpPr>
            <a:spLocks noChangeArrowheads="1"/>
          </p:cNvSpPr>
          <p:nvPr/>
        </p:nvSpPr>
        <p:spPr bwMode="auto">
          <a:xfrm>
            <a:off x="2041393" y="3065190"/>
            <a:ext cx="3398308" cy="407987"/>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71011" name="Rectangle 3"/>
          <p:cNvSpPr>
            <a:spLocks noChangeArrowheads="1"/>
          </p:cNvSpPr>
          <p:nvPr/>
        </p:nvSpPr>
        <p:spPr bwMode="auto">
          <a:xfrm>
            <a:off x="2041393" y="2249215"/>
            <a:ext cx="3398308" cy="407987"/>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71012" name="Rectangle 4"/>
          <p:cNvSpPr>
            <a:spLocks noChangeArrowheads="1"/>
          </p:cNvSpPr>
          <p:nvPr/>
        </p:nvSpPr>
        <p:spPr bwMode="auto">
          <a:xfrm>
            <a:off x="2041394" y="1842814"/>
            <a:ext cx="5202369" cy="406400"/>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60773" name="Rectangle 5"/>
          <p:cNvSpPr>
            <a:spLocks noGrp="1" noChangeArrowheads="1"/>
          </p:cNvSpPr>
          <p:nvPr>
            <p:ph type="title"/>
          </p:nvPr>
        </p:nvSpPr>
        <p:spPr/>
        <p:txBody>
          <a:bodyPr/>
          <a:lstStyle/>
          <a:p>
            <a:pPr algn="ctr" eaLnBrk="1" hangingPunct="1">
              <a:defRPr/>
            </a:pPr>
            <a:r>
              <a:rPr lang="en-US" altLang="zh-CN" dirty="0"/>
              <a:t>HTTP </a:t>
            </a:r>
            <a:r>
              <a:rPr dirty="0"/>
              <a:t>的报文结构（响应报文） </a:t>
            </a:r>
          </a:p>
        </p:txBody>
      </p:sp>
      <p:sp>
        <p:nvSpPr>
          <p:cNvPr id="171014" name="Rectangle 6"/>
          <p:cNvSpPr>
            <a:spLocks noChangeArrowheads="1"/>
          </p:cNvSpPr>
          <p:nvPr/>
        </p:nvSpPr>
        <p:spPr bwMode="auto">
          <a:xfrm>
            <a:off x="4478338" y="3074715"/>
            <a:ext cx="961364" cy="388937"/>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71015" name="Rectangle 7"/>
          <p:cNvSpPr>
            <a:spLocks noChangeArrowheads="1"/>
          </p:cNvSpPr>
          <p:nvPr/>
        </p:nvSpPr>
        <p:spPr bwMode="auto">
          <a:xfrm>
            <a:off x="2048273" y="3492226"/>
            <a:ext cx="985440" cy="387350"/>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71016" name="Rectangle 8"/>
          <p:cNvSpPr>
            <a:spLocks noChangeArrowheads="1"/>
          </p:cNvSpPr>
          <p:nvPr/>
        </p:nvSpPr>
        <p:spPr bwMode="auto">
          <a:xfrm>
            <a:off x="4478338" y="2258739"/>
            <a:ext cx="961364" cy="398462"/>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71017" name="Rectangle 9"/>
          <p:cNvSpPr>
            <a:spLocks noChangeArrowheads="1"/>
          </p:cNvSpPr>
          <p:nvPr/>
        </p:nvSpPr>
        <p:spPr bwMode="auto">
          <a:xfrm>
            <a:off x="3876410" y="3074714"/>
            <a:ext cx="130704" cy="398462"/>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71018" name="Rectangle 10"/>
          <p:cNvSpPr>
            <a:spLocks noChangeArrowheads="1"/>
          </p:cNvSpPr>
          <p:nvPr/>
        </p:nvSpPr>
        <p:spPr bwMode="auto">
          <a:xfrm>
            <a:off x="3876411" y="2258739"/>
            <a:ext cx="120385" cy="398462"/>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71019" name="Line 11"/>
          <p:cNvSpPr>
            <a:spLocks noChangeShapeType="1"/>
          </p:cNvSpPr>
          <p:nvPr/>
        </p:nvSpPr>
        <p:spPr bwMode="auto">
          <a:xfrm>
            <a:off x="3726789" y="3065190"/>
            <a:ext cx="0" cy="40798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71020" name="Line 12"/>
          <p:cNvSpPr>
            <a:spLocks noChangeShapeType="1"/>
          </p:cNvSpPr>
          <p:nvPr/>
        </p:nvSpPr>
        <p:spPr bwMode="auto">
          <a:xfrm>
            <a:off x="4478338" y="3065190"/>
            <a:ext cx="0" cy="40798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71021" name="Line 13"/>
          <p:cNvSpPr>
            <a:spLocks noChangeShapeType="1"/>
          </p:cNvSpPr>
          <p:nvPr/>
        </p:nvSpPr>
        <p:spPr bwMode="auto">
          <a:xfrm>
            <a:off x="3876410" y="3065190"/>
            <a:ext cx="0" cy="40798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71022" name="Rectangle 14"/>
          <p:cNvSpPr>
            <a:spLocks noChangeArrowheads="1"/>
          </p:cNvSpPr>
          <p:nvPr/>
        </p:nvSpPr>
        <p:spPr bwMode="auto">
          <a:xfrm>
            <a:off x="6251444" y="1852340"/>
            <a:ext cx="992319" cy="396875"/>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71023" name="Rectangle 15"/>
          <p:cNvSpPr>
            <a:spLocks noChangeArrowheads="1"/>
          </p:cNvSpPr>
          <p:nvPr/>
        </p:nvSpPr>
        <p:spPr bwMode="auto">
          <a:xfrm>
            <a:off x="4808538" y="1852340"/>
            <a:ext cx="120385" cy="396875"/>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71024" name="Rectangle 16"/>
          <p:cNvSpPr>
            <a:spLocks noChangeArrowheads="1"/>
          </p:cNvSpPr>
          <p:nvPr/>
        </p:nvSpPr>
        <p:spPr bwMode="auto">
          <a:xfrm>
            <a:off x="3365634" y="1852340"/>
            <a:ext cx="120385" cy="396875"/>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71025" name="Text Box 17"/>
          <p:cNvSpPr txBox="1">
            <a:spLocks noChangeArrowheads="1"/>
          </p:cNvSpPr>
          <p:nvPr/>
        </p:nvSpPr>
        <p:spPr bwMode="auto">
          <a:xfrm>
            <a:off x="2227131" y="1831702"/>
            <a:ext cx="90922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000" b="1">
                <a:solidFill>
                  <a:srgbClr val="333399"/>
                </a:solidFill>
                <a:latin typeface="Arial" panose="020B0604020202020204" pitchFamily="34" charset="0"/>
                <a:ea typeface="黑体" panose="02010609060101010101" pitchFamily="2" charset="-122"/>
              </a:rPr>
              <a:t>版   本</a:t>
            </a:r>
          </a:p>
        </p:txBody>
      </p:sp>
      <p:sp>
        <p:nvSpPr>
          <p:cNvPr id="171026" name="Line 18"/>
          <p:cNvSpPr>
            <a:spLocks noChangeShapeType="1"/>
          </p:cNvSpPr>
          <p:nvPr/>
        </p:nvSpPr>
        <p:spPr bwMode="auto">
          <a:xfrm>
            <a:off x="3365633" y="1842814"/>
            <a:ext cx="0" cy="4064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71027" name="Line 19"/>
          <p:cNvSpPr>
            <a:spLocks noChangeShapeType="1"/>
          </p:cNvSpPr>
          <p:nvPr/>
        </p:nvSpPr>
        <p:spPr bwMode="auto">
          <a:xfrm>
            <a:off x="3486018" y="1842814"/>
            <a:ext cx="0" cy="4064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71028" name="Line 20"/>
          <p:cNvSpPr>
            <a:spLocks noChangeShapeType="1"/>
          </p:cNvSpPr>
          <p:nvPr/>
        </p:nvSpPr>
        <p:spPr bwMode="auto">
          <a:xfrm>
            <a:off x="4808538" y="1842814"/>
            <a:ext cx="0" cy="4064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71029" name="Line 21"/>
          <p:cNvSpPr>
            <a:spLocks noChangeShapeType="1"/>
          </p:cNvSpPr>
          <p:nvPr/>
        </p:nvSpPr>
        <p:spPr bwMode="auto">
          <a:xfrm>
            <a:off x="4928923" y="1842814"/>
            <a:ext cx="0" cy="4064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71030" name="Line 22"/>
          <p:cNvSpPr>
            <a:spLocks noChangeShapeType="1"/>
          </p:cNvSpPr>
          <p:nvPr/>
        </p:nvSpPr>
        <p:spPr bwMode="auto">
          <a:xfrm>
            <a:off x="6251443" y="1842814"/>
            <a:ext cx="0" cy="4064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71031" name="Text Box 23"/>
          <p:cNvSpPr txBox="1">
            <a:spLocks noChangeArrowheads="1"/>
          </p:cNvSpPr>
          <p:nvPr/>
        </p:nvSpPr>
        <p:spPr bwMode="auto">
          <a:xfrm>
            <a:off x="3627041" y="1817415"/>
            <a:ext cx="95410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000" b="1">
                <a:solidFill>
                  <a:srgbClr val="333399"/>
                </a:solidFill>
                <a:latin typeface="Arial" panose="020B0604020202020204" pitchFamily="34" charset="0"/>
                <a:ea typeface="黑体" panose="02010609060101010101" pitchFamily="2" charset="-122"/>
              </a:rPr>
              <a:t>状态码</a:t>
            </a:r>
          </a:p>
        </p:txBody>
      </p:sp>
      <p:sp>
        <p:nvSpPr>
          <p:cNvPr id="171032" name="Text Box 24"/>
          <p:cNvSpPr txBox="1">
            <a:spLocks noChangeArrowheads="1"/>
          </p:cNvSpPr>
          <p:nvPr/>
        </p:nvSpPr>
        <p:spPr bwMode="auto">
          <a:xfrm>
            <a:off x="5066506" y="1831702"/>
            <a:ext cx="90922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000" b="1">
                <a:solidFill>
                  <a:srgbClr val="333399"/>
                </a:solidFill>
                <a:latin typeface="Arial" panose="020B0604020202020204" pitchFamily="34" charset="0"/>
                <a:ea typeface="黑体" panose="02010609060101010101" pitchFamily="2" charset="-122"/>
              </a:rPr>
              <a:t>短   语</a:t>
            </a:r>
          </a:p>
        </p:txBody>
      </p:sp>
      <p:sp>
        <p:nvSpPr>
          <p:cNvPr id="171033" name="Text Box 25"/>
          <p:cNvSpPr txBox="1">
            <a:spLocks noChangeArrowheads="1"/>
          </p:cNvSpPr>
          <p:nvPr/>
        </p:nvSpPr>
        <p:spPr bwMode="auto">
          <a:xfrm>
            <a:off x="2049992" y="2244452"/>
            <a:ext cx="146706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000" b="1">
                <a:solidFill>
                  <a:srgbClr val="333399"/>
                </a:solidFill>
                <a:latin typeface="Arial" panose="020B0604020202020204" pitchFamily="34" charset="0"/>
                <a:ea typeface="黑体" panose="02010609060101010101" pitchFamily="2" charset="-122"/>
              </a:rPr>
              <a:t>首部字段名</a:t>
            </a:r>
          </a:p>
        </p:txBody>
      </p:sp>
      <p:sp>
        <p:nvSpPr>
          <p:cNvPr id="171034" name="Line 26"/>
          <p:cNvSpPr>
            <a:spLocks noChangeShapeType="1"/>
          </p:cNvSpPr>
          <p:nvPr/>
        </p:nvSpPr>
        <p:spPr bwMode="auto">
          <a:xfrm>
            <a:off x="3726789" y="2249215"/>
            <a:ext cx="0" cy="40798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71035" name="Line 27"/>
          <p:cNvSpPr>
            <a:spLocks noChangeShapeType="1"/>
          </p:cNvSpPr>
          <p:nvPr/>
        </p:nvSpPr>
        <p:spPr bwMode="auto">
          <a:xfrm>
            <a:off x="4478338" y="2249215"/>
            <a:ext cx="0" cy="40798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71036" name="Text Box 28"/>
          <p:cNvSpPr txBox="1">
            <a:spLocks noChangeArrowheads="1"/>
          </p:cNvSpPr>
          <p:nvPr/>
        </p:nvSpPr>
        <p:spPr bwMode="auto">
          <a:xfrm>
            <a:off x="5689071" y="2660377"/>
            <a:ext cx="95410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000" b="1">
                <a:solidFill>
                  <a:srgbClr val="333399"/>
                </a:solidFill>
                <a:latin typeface="Arial" panose="020B0604020202020204" pitchFamily="34" charset="0"/>
                <a:ea typeface="黑体" panose="02010609060101010101" pitchFamily="2" charset="-122"/>
              </a:rPr>
              <a:t>首部行</a:t>
            </a:r>
          </a:p>
        </p:txBody>
      </p:sp>
      <p:sp>
        <p:nvSpPr>
          <p:cNvPr id="171037" name="Line 29"/>
          <p:cNvSpPr>
            <a:spLocks noChangeShapeType="1"/>
          </p:cNvSpPr>
          <p:nvPr/>
        </p:nvSpPr>
        <p:spPr bwMode="auto">
          <a:xfrm>
            <a:off x="3876410" y="2249215"/>
            <a:ext cx="0" cy="40798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71038" name="Text Box 30"/>
          <p:cNvSpPr txBox="1">
            <a:spLocks noChangeArrowheads="1"/>
          </p:cNvSpPr>
          <p:nvPr/>
        </p:nvSpPr>
        <p:spPr bwMode="auto">
          <a:xfrm>
            <a:off x="3647679" y="2246040"/>
            <a:ext cx="26962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333399"/>
                </a:solidFill>
                <a:latin typeface="Arial" panose="020B0604020202020204" pitchFamily="34" charset="0"/>
                <a:ea typeface="黑体" panose="02010609060101010101" pitchFamily="2" charset="-122"/>
              </a:rPr>
              <a:t>:</a:t>
            </a:r>
          </a:p>
        </p:txBody>
      </p:sp>
      <p:sp>
        <p:nvSpPr>
          <p:cNvPr id="171039" name="Text Box 31"/>
          <p:cNvSpPr txBox="1">
            <a:spLocks noChangeArrowheads="1"/>
          </p:cNvSpPr>
          <p:nvPr/>
        </p:nvSpPr>
        <p:spPr bwMode="auto">
          <a:xfrm>
            <a:off x="4008835" y="2252390"/>
            <a:ext cx="44114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000" b="1">
                <a:solidFill>
                  <a:srgbClr val="333399"/>
                </a:solidFill>
                <a:latin typeface="Arial" panose="020B0604020202020204" pitchFamily="34" charset="0"/>
                <a:ea typeface="黑体" panose="02010609060101010101" pitchFamily="2" charset="-122"/>
              </a:rPr>
              <a:t>值</a:t>
            </a:r>
          </a:p>
        </p:txBody>
      </p:sp>
      <p:sp>
        <p:nvSpPr>
          <p:cNvPr id="171040" name="Text Box 32"/>
          <p:cNvSpPr txBox="1">
            <a:spLocks noChangeArrowheads="1"/>
          </p:cNvSpPr>
          <p:nvPr/>
        </p:nvSpPr>
        <p:spPr bwMode="auto">
          <a:xfrm>
            <a:off x="2044834" y="3052490"/>
            <a:ext cx="146706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000" b="1">
                <a:solidFill>
                  <a:srgbClr val="333399"/>
                </a:solidFill>
                <a:latin typeface="Arial" panose="020B0604020202020204" pitchFamily="34" charset="0"/>
                <a:ea typeface="黑体" panose="02010609060101010101" pitchFamily="2" charset="-122"/>
              </a:rPr>
              <a:t>首部字段名</a:t>
            </a:r>
          </a:p>
        </p:txBody>
      </p:sp>
      <p:sp>
        <p:nvSpPr>
          <p:cNvPr id="171041" name="Text Box 33"/>
          <p:cNvSpPr txBox="1">
            <a:spLocks noChangeArrowheads="1"/>
          </p:cNvSpPr>
          <p:nvPr/>
        </p:nvSpPr>
        <p:spPr bwMode="auto">
          <a:xfrm>
            <a:off x="4034631" y="3065190"/>
            <a:ext cx="44114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000" b="1">
                <a:solidFill>
                  <a:srgbClr val="333399"/>
                </a:solidFill>
                <a:latin typeface="Arial" panose="020B0604020202020204" pitchFamily="34" charset="0"/>
                <a:ea typeface="黑体" panose="02010609060101010101" pitchFamily="2" charset="-122"/>
              </a:rPr>
              <a:t>值</a:t>
            </a:r>
          </a:p>
        </p:txBody>
      </p:sp>
      <p:sp>
        <p:nvSpPr>
          <p:cNvPr id="171042" name="Text Box 34"/>
          <p:cNvSpPr txBox="1">
            <a:spLocks noChangeArrowheads="1"/>
          </p:cNvSpPr>
          <p:nvPr/>
        </p:nvSpPr>
        <p:spPr bwMode="auto">
          <a:xfrm>
            <a:off x="3606404" y="3684315"/>
            <a:ext cx="26962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333399"/>
                </a:solidFill>
                <a:latin typeface="Arial" panose="020B0604020202020204" pitchFamily="34" charset="0"/>
                <a:ea typeface="黑体" panose="02010609060101010101" pitchFamily="2" charset="-122"/>
              </a:rPr>
              <a:t>:</a:t>
            </a:r>
          </a:p>
        </p:txBody>
      </p:sp>
      <p:sp>
        <p:nvSpPr>
          <p:cNvPr id="171043" name="Text Box 35"/>
          <p:cNvSpPr txBox="1">
            <a:spLocks noChangeArrowheads="1"/>
          </p:cNvSpPr>
          <p:nvPr/>
        </p:nvSpPr>
        <p:spPr bwMode="auto">
          <a:xfrm rot="-5400000">
            <a:off x="2871614" y="2688128"/>
            <a:ext cx="44114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333399"/>
                </a:solidFill>
                <a:latin typeface="Arial" panose="020B0604020202020204" pitchFamily="34" charset="0"/>
                <a:ea typeface="黑体" panose="02010609060101010101" pitchFamily="2" charset="-122"/>
              </a:rPr>
              <a:t>…</a:t>
            </a:r>
          </a:p>
        </p:txBody>
      </p:sp>
      <p:sp>
        <p:nvSpPr>
          <p:cNvPr id="171044" name="AutoShape 36"/>
          <p:cNvSpPr/>
          <p:nvPr/>
        </p:nvSpPr>
        <p:spPr bwMode="auto">
          <a:xfrm>
            <a:off x="5515372" y="2301602"/>
            <a:ext cx="240771" cy="1171575"/>
          </a:xfrm>
          <a:prstGeom prst="rightBrace">
            <a:avLst>
              <a:gd name="adj1" fmla="val 43929"/>
              <a:gd name="adj2" fmla="val 50000"/>
            </a:avLst>
          </a:prstGeom>
          <a:noFill/>
          <a:ln w="19050">
            <a:solidFill>
              <a:srgbClr val="333399"/>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71045" name="Rectangle 37"/>
          <p:cNvSpPr>
            <a:spLocks noChangeArrowheads="1"/>
          </p:cNvSpPr>
          <p:nvPr/>
        </p:nvSpPr>
        <p:spPr bwMode="auto">
          <a:xfrm>
            <a:off x="2041393" y="3879577"/>
            <a:ext cx="5413904" cy="917575"/>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71046" name="Text Box 38"/>
          <p:cNvSpPr txBox="1">
            <a:spLocks noChangeArrowheads="1"/>
          </p:cNvSpPr>
          <p:nvPr/>
        </p:nvSpPr>
        <p:spPr bwMode="auto">
          <a:xfrm>
            <a:off x="3318577" y="3973239"/>
            <a:ext cx="2749471"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algn="ctr" eaLnBrk="1" hangingPunct="1"/>
            <a:r>
              <a:rPr kumimoji="1" lang="zh-CN" altLang="en-US" sz="2000" b="1">
                <a:solidFill>
                  <a:srgbClr val="333399"/>
                </a:solidFill>
                <a:latin typeface="Arial" panose="020B0604020202020204" pitchFamily="34" charset="0"/>
                <a:ea typeface="黑体" panose="02010609060101010101" pitchFamily="2" charset="-122"/>
              </a:rPr>
              <a:t>实体主体</a:t>
            </a:r>
          </a:p>
          <a:p>
            <a:pPr algn="ctr" eaLnBrk="1" hangingPunct="1"/>
            <a:r>
              <a:rPr kumimoji="1" lang="zh-CN" altLang="en-US" sz="2000" b="1">
                <a:solidFill>
                  <a:srgbClr val="333399"/>
                </a:solidFill>
                <a:latin typeface="Arial" panose="020B0604020202020204" pitchFamily="34" charset="0"/>
                <a:ea typeface="黑体" panose="02010609060101010101" pitchFamily="2" charset="-122"/>
              </a:rPr>
              <a:t>（有些响应报文不用）</a:t>
            </a:r>
          </a:p>
        </p:txBody>
      </p:sp>
      <p:sp>
        <p:nvSpPr>
          <p:cNvPr id="171047" name="Text Box 39"/>
          <p:cNvSpPr txBox="1">
            <a:spLocks noChangeArrowheads="1"/>
          </p:cNvSpPr>
          <p:nvPr/>
        </p:nvSpPr>
        <p:spPr bwMode="auto">
          <a:xfrm>
            <a:off x="7204208" y="1831702"/>
            <a:ext cx="95410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000" b="1">
                <a:solidFill>
                  <a:srgbClr val="333399"/>
                </a:solidFill>
                <a:latin typeface="Arial" panose="020B0604020202020204" pitchFamily="34" charset="0"/>
                <a:ea typeface="黑体" panose="02010609060101010101" pitchFamily="2" charset="-122"/>
              </a:rPr>
              <a:t>状态行</a:t>
            </a:r>
          </a:p>
        </p:txBody>
      </p:sp>
      <p:sp>
        <p:nvSpPr>
          <p:cNvPr id="171048" name="Line 40"/>
          <p:cNvSpPr>
            <a:spLocks noChangeShapeType="1"/>
          </p:cNvSpPr>
          <p:nvPr/>
        </p:nvSpPr>
        <p:spPr bwMode="auto">
          <a:xfrm>
            <a:off x="2041393" y="2657201"/>
            <a:ext cx="0" cy="4079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71049" name="Line 41"/>
          <p:cNvSpPr>
            <a:spLocks noChangeShapeType="1"/>
          </p:cNvSpPr>
          <p:nvPr/>
        </p:nvSpPr>
        <p:spPr bwMode="auto">
          <a:xfrm>
            <a:off x="2041393" y="3473176"/>
            <a:ext cx="0" cy="4064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71050" name="Line 42"/>
          <p:cNvSpPr>
            <a:spLocks noChangeShapeType="1"/>
          </p:cNvSpPr>
          <p:nvPr/>
        </p:nvSpPr>
        <p:spPr bwMode="auto">
          <a:xfrm>
            <a:off x="3033713" y="3473176"/>
            <a:ext cx="0" cy="4064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71051" name="Line 43"/>
          <p:cNvSpPr>
            <a:spLocks noChangeShapeType="1"/>
          </p:cNvSpPr>
          <p:nvPr/>
        </p:nvSpPr>
        <p:spPr bwMode="auto">
          <a:xfrm>
            <a:off x="5439702" y="2657201"/>
            <a:ext cx="0" cy="4079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71052" name="Text Box 44"/>
          <p:cNvSpPr txBox="1">
            <a:spLocks noChangeArrowheads="1"/>
          </p:cNvSpPr>
          <p:nvPr/>
        </p:nvSpPr>
        <p:spPr bwMode="auto">
          <a:xfrm>
            <a:off x="3737108" y="1182415"/>
            <a:ext cx="69762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000" b="1">
                <a:solidFill>
                  <a:srgbClr val="333399"/>
                </a:solidFill>
                <a:latin typeface="Arial" panose="020B0604020202020204" pitchFamily="34" charset="0"/>
                <a:ea typeface="黑体" panose="02010609060101010101" pitchFamily="2" charset="-122"/>
              </a:rPr>
              <a:t>空格</a:t>
            </a:r>
          </a:p>
        </p:txBody>
      </p:sp>
      <p:sp>
        <p:nvSpPr>
          <p:cNvPr id="171053" name="Text Box 45"/>
          <p:cNvSpPr txBox="1">
            <a:spLocks noChangeArrowheads="1"/>
          </p:cNvSpPr>
          <p:nvPr/>
        </p:nvSpPr>
        <p:spPr bwMode="auto">
          <a:xfrm>
            <a:off x="5835254" y="1182415"/>
            <a:ext cx="12105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000" b="1">
                <a:solidFill>
                  <a:srgbClr val="333399"/>
                </a:solidFill>
                <a:latin typeface="Arial" panose="020B0604020202020204" pitchFamily="34" charset="0"/>
                <a:ea typeface="黑体" panose="02010609060101010101" pitchFamily="2" charset="-122"/>
              </a:rPr>
              <a:t>回车换行</a:t>
            </a:r>
          </a:p>
        </p:txBody>
      </p:sp>
      <p:sp>
        <p:nvSpPr>
          <p:cNvPr id="171054" name="Line 46"/>
          <p:cNvSpPr>
            <a:spLocks noChangeShapeType="1"/>
          </p:cNvSpPr>
          <p:nvPr/>
        </p:nvSpPr>
        <p:spPr bwMode="auto">
          <a:xfrm>
            <a:off x="4397508" y="1536426"/>
            <a:ext cx="441986" cy="306388"/>
          </a:xfrm>
          <a:prstGeom prst="line">
            <a:avLst/>
          </a:prstGeom>
          <a:noFill/>
          <a:ln w="19050">
            <a:solidFill>
              <a:srgbClr val="333399"/>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71055" name="Line 47"/>
          <p:cNvSpPr>
            <a:spLocks noChangeShapeType="1"/>
          </p:cNvSpPr>
          <p:nvPr/>
        </p:nvSpPr>
        <p:spPr bwMode="auto">
          <a:xfrm flipH="1">
            <a:off x="3394869" y="1536426"/>
            <a:ext cx="481542" cy="306388"/>
          </a:xfrm>
          <a:prstGeom prst="line">
            <a:avLst/>
          </a:prstGeom>
          <a:noFill/>
          <a:ln w="19050">
            <a:solidFill>
              <a:srgbClr val="333399"/>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71056" name="Line 48"/>
          <p:cNvSpPr>
            <a:spLocks noChangeShapeType="1"/>
          </p:cNvSpPr>
          <p:nvPr/>
        </p:nvSpPr>
        <p:spPr bwMode="auto">
          <a:xfrm>
            <a:off x="6481895" y="1536426"/>
            <a:ext cx="240771" cy="306388"/>
          </a:xfrm>
          <a:prstGeom prst="line">
            <a:avLst/>
          </a:prstGeom>
          <a:noFill/>
          <a:ln w="19050">
            <a:solidFill>
              <a:srgbClr val="333399"/>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71057" name="Line 49"/>
          <p:cNvSpPr>
            <a:spLocks noChangeShapeType="1"/>
          </p:cNvSpPr>
          <p:nvPr/>
        </p:nvSpPr>
        <p:spPr bwMode="auto">
          <a:xfrm>
            <a:off x="3996796" y="3065190"/>
            <a:ext cx="0" cy="40798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71058" name="Line 50"/>
          <p:cNvSpPr>
            <a:spLocks noChangeShapeType="1"/>
          </p:cNvSpPr>
          <p:nvPr/>
        </p:nvSpPr>
        <p:spPr bwMode="auto">
          <a:xfrm>
            <a:off x="3996796" y="2249215"/>
            <a:ext cx="0" cy="40798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71059" name="Text Box 51"/>
          <p:cNvSpPr txBox="1">
            <a:spLocks noChangeArrowheads="1"/>
          </p:cNvSpPr>
          <p:nvPr/>
        </p:nvSpPr>
        <p:spPr bwMode="auto">
          <a:xfrm>
            <a:off x="3647679" y="3066777"/>
            <a:ext cx="26962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333399"/>
                </a:solidFill>
                <a:latin typeface="Arial" panose="020B0604020202020204" pitchFamily="34" charset="0"/>
                <a:ea typeface="黑体" panose="02010609060101010101" pitchFamily="2" charset="-122"/>
              </a:rPr>
              <a:t>:</a:t>
            </a:r>
          </a:p>
        </p:txBody>
      </p:sp>
      <p:sp>
        <p:nvSpPr>
          <p:cNvPr id="171060" name="Text Box 52"/>
          <p:cNvSpPr txBox="1">
            <a:spLocks noChangeArrowheads="1"/>
          </p:cNvSpPr>
          <p:nvPr/>
        </p:nvSpPr>
        <p:spPr bwMode="auto">
          <a:xfrm>
            <a:off x="6206729" y="1831702"/>
            <a:ext cx="87075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333399"/>
                </a:solidFill>
                <a:latin typeface="Arial" panose="020B0604020202020204" pitchFamily="34" charset="0"/>
                <a:ea typeface="黑体" panose="02010609060101010101" pitchFamily="2" charset="-122"/>
              </a:rPr>
              <a:t>CRLF</a:t>
            </a:r>
          </a:p>
        </p:txBody>
      </p:sp>
      <p:sp>
        <p:nvSpPr>
          <p:cNvPr id="171061" name="Text Box 53"/>
          <p:cNvSpPr txBox="1">
            <a:spLocks noChangeArrowheads="1"/>
          </p:cNvSpPr>
          <p:nvPr/>
        </p:nvSpPr>
        <p:spPr bwMode="auto">
          <a:xfrm>
            <a:off x="4493816" y="3073127"/>
            <a:ext cx="920088" cy="396875"/>
          </a:xfrm>
          <a:prstGeom prst="rect">
            <a:avLst/>
          </a:prstGeom>
          <a:noFill/>
          <a:ln>
            <a:noFill/>
          </a:ln>
          <a:effectLst/>
          <a:extLst>
            <a:ext uri="{909E8E84-426E-40DD-AFC4-6F175D3DCCD1}">
              <a14:hiddenFill xmlns:a14="http://schemas.microsoft.com/office/drawing/2010/main">
                <a:solidFill>
                  <a:srgbClr val="CCE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333399"/>
                </a:solidFill>
                <a:latin typeface="Arial" panose="020B0604020202020204" pitchFamily="34" charset="0"/>
                <a:ea typeface="黑体" panose="02010609060101010101" pitchFamily="2" charset="-122"/>
              </a:rPr>
              <a:t>CRLF</a:t>
            </a:r>
          </a:p>
        </p:txBody>
      </p:sp>
      <p:sp>
        <p:nvSpPr>
          <p:cNvPr id="171062" name="Text Box 54"/>
          <p:cNvSpPr txBox="1">
            <a:spLocks noChangeArrowheads="1"/>
          </p:cNvSpPr>
          <p:nvPr/>
        </p:nvSpPr>
        <p:spPr bwMode="auto">
          <a:xfrm>
            <a:off x="4500695" y="2263502"/>
            <a:ext cx="87075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333399"/>
                </a:solidFill>
                <a:latin typeface="Arial" panose="020B0604020202020204" pitchFamily="34" charset="0"/>
                <a:ea typeface="黑体" panose="02010609060101010101" pitchFamily="2" charset="-122"/>
              </a:rPr>
              <a:t>CRLF</a:t>
            </a:r>
          </a:p>
        </p:txBody>
      </p:sp>
      <p:sp>
        <p:nvSpPr>
          <p:cNvPr id="171063" name="Text Box 55"/>
          <p:cNvSpPr txBox="1">
            <a:spLocks noChangeArrowheads="1"/>
          </p:cNvSpPr>
          <p:nvPr/>
        </p:nvSpPr>
        <p:spPr bwMode="auto">
          <a:xfrm>
            <a:off x="2044833" y="3465240"/>
            <a:ext cx="87075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333399"/>
                </a:solidFill>
                <a:latin typeface="Arial" panose="020B0604020202020204" pitchFamily="34" charset="0"/>
                <a:ea typeface="黑体" panose="02010609060101010101" pitchFamily="2" charset="-122"/>
              </a:rPr>
              <a:t>CRLF</a:t>
            </a:r>
          </a:p>
        </p:txBody>
      </p:sp>
      <p:sp>
        <p:nvSpPr>
          <p:cNvPr id="171064" name="Text Box 56"/>
          <p:cNvSpPr txBox="1">
            <a:spLocks noChangeArrowheads="1"/>
          </p:cNvSpPr>
          <p:nvPr/>
        </p:nvSpPr>
        <p:spPr bwMode="auto">
          <a:xfrm>
            <a:off x="584730" y="4864124"/>
            <a:ext cx="8893043" cy="1373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lang="zh-CN" altLang="en-US" sz="2800" b="1" dirty="0">
                <a:solidFill>
                  <a:srgbClr val="0000FF"/>
                </a:solidFill>
                <a:latin typeface="黑体" panose="02010609060101010101" pitchFamily="2" charset="-122"/>
                <a:ea typeface="黑体" panose="02010609060101010101" pitchFamily="2" charset="-122"/>
              </a:rPr>
              <a:t>响应报文的开始行是</a:t>
            </a:r>
            <a:r>
              <a:rPr lang="zh-CN" altLang="en-US" sz="2800" b="1" dirty="0">
                <a:solidFill>
                  <a:srgbClr val="FF0000"/>
                </a:solidFill>
                <a:latin typeface="黑体" panose="02010609060101010101" pitchFamily="2" charset="-122"/>
                <a:ea typeface="黑体" panose="02010609060101010101" pitchFamily="2" charset="-122"/>
              </a:rPr>
              <a:t>状态行</a:t>
            </a:r>
            <a:r>
              <a:rPr lang="zh-CN" altLang="en-US" sz="2800" b="1" dirty="0">
                <a:solidFill>
                  <a:srgbClr val="FF0000"/>
                </a:solidFill>
                <a:latin typeface="Arial" panose="020B0604020202020204" pitchFamily="34" charset="0"/>
                <a:ea typeface="黑体" panose="02010609060101010101" pitchFamily="2" charset="-122"/>
              </a:rPr>
              <a:t>。</a:t>
            </a:r>
          </a:p>
          <a:p>
            <a:pPr eaLnBrk="1" hangingPunct="1"/>
            <a:r>
              <a:rPr lang="zh-CN" altLang="en-US" sz="2800" b="1" dirty="0">
                <a:solidFill>
                  <a:srgbClr val="0000FF"/>
                </a:solidFill>
                <a:latin typeface="Arial" panose="020B0604020202020204" pitchFamily="34" charset="0"/>
                <a:ea typeface="黑体" panose="02010609060101010101" pitchFamily="2" charset="-122"/>
              </a:rPr>
              <a:t>状态行包括三项内容，即 </a:t>
            </a:r>
            <a:r>
              <a:rPr lang="en-US" altLang="zh-CN" sz="2800" b="1" dirty="0">
                <a:solidFill>
                  <a:srgbClr val="FF0000"/>
                </a:solidFill>
                <a:latin typeface="Arial" panose="020B0604020202020204" pitchFamily="34" charset="0"/>
                <a:ea typeface="黑体" panose="02010609060101010101" pitchFamily="2" charset="-122"/>
              </a:rPr>
              <a:t>HTTP </a:t>
            </a:r>
            <a:r>
              <a:rPr lang="zh-CN" altLang="en-US" sz="2800" b="1" dirty="0">
                <a:solidFill>
                  <a:srgbClr val="FF0000"/>
                </a:solidFill>
                <a:latin typeface="Arial" panose="020B0604020202020204" pitchFamily="34" charset="0"/>
                <a:ea typeface="黑体" panose="02010609060101010101" pitchFamily="2" charset="-122"/>
              </a:rPr>
              <a:t>的版本，状态码，</a:t>
            </a:r>
            <a:r>
              <a:rPr lang="zh-CN" altLang="en-US" sz="2800" b="1" dirty="0">
                <a:solidFill>
                  <a:srgbClr val="0000FF"/>
                </a:solidFill>
                <a:latin typeface="Arial" panose="020B0604020202020204" pitchFamily="34" charset="0"/>
                <a:ea typeface="黑体" panose="02010609060101010101" pitchFamily="2" charset="-122"/>
              </a:rPr>
              <a:t>以及解释状态码的</a:t>
            </a:r>
            <a:r>
              <a:rPr lang="zh-CN" altLang="en-US" sz="2800" b="1" dirty="0">
                <a:solidFill>
                  <a:srgbClr val="FF0000"/>
                </a:solidFill>
                <a:latin typeface="Arial" panose="020B0604020202020204" pitchFamily="34" charset="0"/>
                <a:ea typeface="黑体" panose="02010609060101010101" pitchFamily="2" charset="-122"/>
              </a:rPr>
              <a:t>简单短语。</a:t>
            </a:r>
            <a:r>
              <a:rPr lang="zh-CN" altLang="en-US" sz="2800" b="1" dirty="0">
                <a:solidFill>
                  <a:srgbClr val="FF0000"/>
                </a:solidFill>
              </a:rPr>
              <a:t> </a:t>
            </a:r>
          </a:p>
        </p:txBody>
      </p:sp>
      <p:grpSp>
        <p:nvGrpSpPr>
          <p:cNvPr id="652346" name="Group 58"/>
          <p:cNvGrpSpPr/>
          <p:nvPr/>
        </p:nvGrpSpPr>
        <p:grpSpPr bwMode="auto">
          <a:xfrm>
            <a:off x="405871" y="1758677"/>
            <a:ext cx="8525008" cy="576263"/>
            <a:chOff x="236" y="1026"/>
            <a:chExt cx="4957" cy="363"/>
          </a:xfrm>
        </p:grpSpPr>
        <p:sp>
          <p:nvSpPr>
            <p:cNvPr id="171066" name="Rectangle 59"/>
            <p:cNvSpPr>
              <a:spLocks noChangeArrowheads="1"/>
            </p:cNvSpPr>
            <p:nvPr/>
          </p:nvSpPr>
          <p:spPr bwMode="auto">
            <a:xfrm>
              <a:off x="1111" y="1026"/>
              <a:ext cx="4082" cy="363"/>
            </a:xfrm>
            <a:prstGeom prst="rect">
              <a:avLst/>
            </a:prstGeom>
            <a:noFill/>
            <a:ln w="57150">
              <a:solidFill>
                <a:schemeClr val="hlink"/>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p>
          </p:txBody>
        </p:sp>
        <p:sp>
          <p:nvSpPr>
            <p:cNvPr id="171067" name="Text Box 60"/>
            <p:cNvSpPr txBox="1">
              <a:spLocks noChangeArrowheads="1"/>
            </p:cNvSpPr>
            <p:nvPr/>
          </p:nvSpPr>
          <p:spPr bwMode="auto">
            <a:xfrm>
              <a:off x="236" y="1027"/>
              <a:ext cx="734"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lang="zh-CN" altLang="en-US" sz="2800" b="1" dirty="0">
                  <a:solidFill>
                    <a:srgbClr val="333399"/>
                  </a:solidFill>
                  <a:ea typeface="黑体" panose="02010609060101010101" pitchFamily="2" charset="-122"/>
                </a:rPr>
                <a:t>开始行</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repeatCount="3000" fill="hold" nodeType="clickEffect">
                                  <p:stCondLst>
                                    <p:cond delay="0"/>
                                  </p:stCondLst>
                                  <p:childTnLst>
                                    <p:set>
                                      <p:cBhvr>
                                        <p:cTn id="6" dur="1" fill="hold">
                                          <p:stCondLst>
                                            <p:cond delay="0"/>
                                          </p:stCondLst>
                                        </p:cTn>
                                        <p:tgtEl>
                                          <p:spTgt spid="652346"/>
                                        </p:tgtEl>
                                        <p:attrNameLst>
                                          <p:attrName>style.visibility</p:attrName>
                                        </p:attrNameLst>
                                      </p:cBhvr>
                                      <p:to>
                                        <p:strVal val="visible"/>
                                      </p:to>
                                    </p:set>
                                  </p:childTnLst>
                                </p:cTn>
                              </p:par>
                            </p:childTnLst>
                          </p:cTn>
                        </p:par>
                        <p:par>
                          <p:cTn id="7" fill="hold">
                            <p:stCondLst>
                              <p:cond delay="0"/>
                            </p:stCondLst>
                            <p:childTnLst>
                              <p:par>
                                <p:cTn id="8" presetID="35" presetClass="emph" presetSubtype="0" repeatCount="3000" fill="hold" nodeType="afterEffect">
                                  <p:stCondLst>
                                    <p:cond delay="500"/>
                                  </p:stCondLst>
                                  <p:childTnLst>
                                    <p:anim calcmode="discrete" valueType="str">
                                      <p:cBhvr>
                                        <p:cTn id="9" dur="1000" fill="hold"/>
                                        <p:tgtEl>
                                          <p:spTgt spid="652346"/>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Rectangle 2"/>
          <p:cNvSpPr>
            <a:spLocks noGrp="1" noChangeArrowheads="1"/>
          </p:cNvSpPr>
          <p:nvPr>
            <p:ph type="title"/>
          </p:nvPr>
        </p:nvSpPr>
        <p:spPr/>
        <p:txBody>
          <a:bodyPr/>
          <a:lstStyle/>
          <a:p>
            <a:pPr eaLnBrk="1" hangingPunct="1"/>
            <a:r>
              <a:rPr lang="en-US" altLang="zh-CN" dirty="0">
                <a:ea typeface="黑体" panose="02010609060101010101" pitchFamily="2" charset="-122"/>
              </a:rPr>
              <a:t>4. </a:t>
            </a:r>
            <a:r>
              <a:rPr lang="zh-CN" altLang="en-US" dirty="0">
                <a:ea typeface="黑体" panose="02010609060101010101" pitchFamily="2" charset="-122"/>
              </a:rPr>
              <a:t>在服务器上存放用户的信息</a:t>
            </a:r>
          </a:p>
        </p:txBody>
      </p:sp>
      <p:sp>
        <p:nvSpPr>
          <p:cNvPr id="167940" name="Rectangle 3"/>
          <p:cNvSpPr>
            <a:spLocks noGrp="1" noChangeArrowheads="1"/>
          </p:cNvSpPr>
          <p:nvPr>
            <p:ph idx="1"/>
          </p:nvPr>
        </p:nvSpPr>
        <p:spPr/>
        <p:txBody>
          <a:bodyPr/>
          <a:lstStyle/>
          <a:p>
            <a:pPr eaLnBrk="1" hangingPunct="1">
              <a:defRPr/>
            </a:pPr>
            <a:r>
              <a:rPr lang="en-US" altLang="zh-CN" dirty="0">
                <a:solidFill>
                  <a:srgbClr val="FF0000"/>
                </a:solidFill>
              </a:rPr>
              <a:t>Cookie</a:t>
            </a:r>
            <a:r>
              <a:rPr lang="en-US" altLang="zh-CN" dirty="0"/>
              <a:t> </a:t>
            </a:r>
            <a:r>
              <a:rPr lang="zh-CN" altLang="en-US" dirty="0"/>
              <a:t>表示在 </a:t>
            </a:r>
            <a:r>
              <a:rPr lang="en-US" altLang="zh-CN" dirty="0"/>
              <a:t>HTTP </a:t>
            </a:r>
            <a:r>
              <a:rPr lang="zh-CN" altLang="en-US" dirty="0"/>
              <a:t>服务器和客户之间传递的状态信息。</a:t>
            </a:r>
          </a:p>
          <a:p>
            <a:pPr eaLnBrk="1" hangingPunct="1">
              <a:defRPr/>
            </a:pPr>
            <a:r>
              <a:rPr lang="zh-CN" altLang="en-US" dirty="0"/>
              <a:t>使用 </a:t>
            </a:r>
            <a:r>
              <a:rPr lang="en-US" altLang="zh-CN" dirty="0"/>
              <a:t>Cookie </a:t>
            </a:r>
            <a:r>
              <a:rPr lang="zh-CN" altLang="en-US" dirty="0"/>
              <a:t>的</a:t>
            </a:r>
            <a:r>
              <a:rPr lang="zh-CN" altLang="en-US" dirty="0">
                <a:solidFill>
                  <a:srgbClr val="0000FF"/>
                </a:solidFill>
              </a:rPr>
              <a:t>网站服务器</a:t>
            </a:r>
            <a:r>
              <a:rPr lang="zh-CN" altLang="en-US" dirty="0"/>
              <a:t>为用户产生一个</a:t>
            </a:r>
            <a:r>
              <a:rPr lang="zh-CN" altLang="en-US" dirty="0">
                <a:solidFill>
                  <a:srgbClr val="FF0000"/>
                </a:solidFill>
              </a:rPr>
              <a:t>唯一的识别码。</a:t>
            </a:r>
            <a:r>
              <a:rPr lang="zh-CN" altLang="en-US" dirty="0"/>
              <a:t>利用此识别码，网站就能够跟踪该用户在该网站的活动。  </a:t>
            </a:r>
            <a:endParaRPr lang="en-US" altLang="zh-CN" dirty="0"/>
          </a:p>
          <a:p>
            <a:pPr>
              <a:defRPr/>
            </a:pPr>
            <a:r>
              <a:rPr lang="zh-CN" altLang="en-US" dirty="0"/>
              <a:t>万维网站点使用 </a:t>
            </a:r>
            <a:r>
              <a:rPr lang="en-US" altLang="zh-CN" dirty="0"/>
              <a:t>Cookie </a:t>
            </a:r>
            <a:r>
              <a:rPr lang="zh-CN" altLang="en-US" dirty="0"/>
              <a:t>来跟踪用户。</a:t>
            </a:r>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2"/>
          <p:cNvSpPr>
            <a:spLocks noGrp="1" noChangeArrowheads="1"/>
          </p:cNvSpPr>
          <p:nvPr>
            <p:ph type="title"/>
          </p:nvPr>
        </p:nvSpPr>
        <p:spPr/>
        <p:txBody>
          <a:bodyPr/>
          <a:lstStyle/>
          <a:p>
            <a:pPr eaLnBrk="1" hangingPunct="1"/>
            <a:r>
              <a:rPr lang="en-US" altLang="zh-CN" dirty="0">
                <a:ea typeface="黑体" panose="02010609060101010101" pitchFamily="2" charset="-122"/>
              </a:rPr>
              <a:t>6.4.4  </a:t>
            </a:r>
            <a:r>
              <a:rPr lang="zh-CN" altLang="en-US" dirty="0">
                <a:ea typeface="黑体" panose="02010609060101010101" pitchFamily="2" charset="-122"/>
              </a:rPr>
              <a:t>万维网的文档</a:t>
            </a:r>
            <a:endParaRPr lang="en-US" altLang="zh-CN" dirty="0">
              <a:ea typeface="黑体" panose="02010609060101010101" pitchFamily="2" charset="-122"/>
            </a:endParaRPr>
          </a:p>
        </p:txBody>
      </p:sp>
      <p:sp>
        <p:nvSpPr>
          <p:cNvPr id="657411" name="Rectangle 3"/>
          <p:cNvSpPr>
            <a:spLocks noGrp="1" noChangeArrowheads="1"/>
          </p:cNvSpPr>
          <p:nvPr>
            <p:ph idx="1"/>
          </p:nvPr>
        </p:nvSpPr>
        <p:spPr/>
        <p:txBody>
          <a:bodyPr/>
          <a:lstStyle/>
          <a:p>
            <a:pPr marL="0" indent="0">
              <a:buNone/>
              <a:defRPr/>
            </a:pPr>
            <a:r>
              <a:rPr lang="en-US" altLang="zh-CN" sz="4000" dirty="0">
                <a:solidFill>
                  <a:srgbClr val="333399"/>
                </a:solidFill>
                <a:latin typeface="+mj-lt"/>
                <a:ea typeface="黑体" panose="02010609060101010101" pitchFamily="2" charset="-122"/>
                <a:cs typeface="+mj-cs"/>
              </a:rPr>
              <a:t>1. </a:t>
            </a:r>
            <a:r>
              <a:rPr lang="zh-CN" altLang="en-US" sz="4000" dirty="0">
                <a:solidFill>
                  <a:srgbClr val="333399"/>
                </a:solidFill>
                <a:latin typeface="+mj-lt"/>
                <a:ea typeface="黑体" panose="02010609060101010101" pitchFamily="2" charset="-122"/>
                <a:cs typeface="+mj-cs"/>
              </a:rPr>
              <a:t>超文本标记语言 </a:t>
            </a:r>
            <a:r>
              <a:rPr lang="en-US" altLang="zh-CN" sz="4000" dirty="0">
                <a:solidFill>
                  <a:srgbClr val="333399"/>
                </a:solidFill>
                <a:latin typeface="+mj-lt"/>
                <a:ea typeface="黑体" panose="02010609060101010101" pitchFamily="2" charset="-122"/>
                <a:cs typeface="+mj-cs"/>
              </a:rPr>
              <a:t>HTML</a:t>
            </a:r>
            <a:endParaRPr lang="en-US" altLang="zh-CN" sz="4400" dirty="0">
              <a:solidFill>
                <a:srgbClr val="333399"/>
              </a:solidFill>
              <a:latin typeface="+mj-lt"/>
              <a:ea typeface="黑体" panose="02010609060101010101" pitchFamily="2" charset="-122"/>
              <a:cs typeface="+mj-cs"/>
            </a:endParaRPr>
          </a:p>
          <a:p>
            <a:pPr eaLnBrk="1" hangingPunct="1">
              <a:defRPr/>
            </a:pPr>
            <a:r>
              <a:rPr lang="zh-CN" altLang="en-US" dirty="0"/>
              <a:t>超文本标记语言 </a:t>
            </a:r>
            <a:r>
              <a:rPr lang="en-US" altLang="zh-CN" dirty="0"/>
              <a:t>HTML </a:t>
            </a:r>
            <a:r>
              <a:rPr lang="zh-CN" altLang="en-US" dirty="0"/>
              <a:t>中的 </a:t>
            </a:r>
            <a:r>
              <a:rPr lang="en-US" altLang="zh-CN" dirty="0"/>
              <a:t>Markup </a:t>
            </a:r>
            <a:r>
              <a:rPr lang="zh-CN" altLang="en-US" dirty="0"/>
              <a:t>的意思就是“设置标记”。</a:t>
            </a:r>
          </a:p>
          <a:p>
            <a:pPr eaLnBrk="1" hangingPunct="1">
              <a:defRPr/>
            </a:pPr>
            <a:r>
              <a:rPr lang="en-US" altLang="zh-CN" dirty="0"/>
              <a:t>HTML </a:t>
            </a:r>
            <a:r>
              <a:rPr lang="zh-CN" altLang="en-US" dirty="0"/>
              <a:t>定义了许多用于</a:t>
            </a:r>
            <a:r>
              <a:rPr lang="zh-CN" altLang="en-US" dirty="0">
                <a:solidFill>
                  <a:srgbClr val="FF0000"/>
                </a:solidFill>
              </a:rPr>
              <a:t>排版的命令</a:t>
            </a:r>
            <a:r>
              <a:rPr lang="zh-CN" altLang="en-US" dirty="0"/>
              <a:t>（即标签）。</a:t>
            </a:r>
          </a:p>
          <a:p>
            <a:pPr eaLnBrk="1" hangingPunct="1">
              <a:defRPr/>
            </a:pPr>
            <a:r>
              <a:rPr lang="en-US" altLang="zh-CN" dirty="0"/>
              <a:t>HTML </a:t>
            </a:r>
            <a:r>
              <a:rPr lang="zh-CN" altLang="en-US" dirty="0"/>
              <a:t>把各种</a:t>
            </a:r>
            <a:r>
              <a:rPr lang="zh-CN" altLang="en-US" dirty="0">
                <a:solidFill>
                  <a:srgbClr val="FF0000"/>
                </a:solidFill>
              </a:rPr>
              <a:t>标签</a:t>
            </a:r>
            <a:r>
              <a:rPr lang="zh-CN" altLang="en-US" dirty="0"/>
              <a:t>嵌入到万维网的</a:t>
            </a:r>
            <a:r>
              <a:rPr lang="zh-CN" altLang="en-US" dirty="0">
                <a:solidFill>
                  <a:srgbClr val="FF0000"/>
                </a:solidFill>
              </a:rPr>
              <a:t>页面</a:t>
            </a:r>
            <a:r>
              <a:rPr lang="zh-CN" altLang="en-US" dirty="0"/>
              <a:t>中。这样就构成了所谓的 </a:t>
            </a:r>
            <a:r>
              <a:rPr lang="en-US" altLang="zh-CN" dirty="0">
                <a:solidFill>
                  <a:srgbClr val="FF0000"/>
                </a:solidFill>
              </a:rPr>
              <a:t>HTML </a:t>
            </a:r>
            <a:r>
              <a:rPr lang="zh-CN" altLang="en-US" dirty="0">
                <a:solidFill>
                  <a:srgbClr val="FF0000"/>
                </a:solidFill>
              </a:rPr>
              <a:t>文档</a:t>
            </a:r>
            <a:r>
              <a:rPr lang="zh-CN" altLang="en-US" dirty="0"/>
              <a:t>。</a:t>
            </a:r>
          </a:p>
        </p:txBody>
      </p:sp>
      <p:grpSp>
        <p:nvGrpSpPr>
          <p:cNvPr id="4" name="组合 3"/>
          <p:cNvGrpSpPr/>
          <p:nvPr/>
        </p:nvGrpSpPr>
        <p:grpSpPr>
          <a:xfrm>
            <a:off x="496800" y="2262539"/>
            <a:ext cx="8189168" cy="4595461"/>
            <a:chOff x="496800" y="2262539"/>
            <a:chExt cx="8189168" cy="4595461"/>
          </a:xfrm>
        </p:grpSpPr>
        <p:pic>
          <p:nvPicPr>
            <p:cNvPr id="2" name="图片 1"/>
            <p:cNvPicPr>
              <a:picLocks noChangeAspect="1"/>
            </p:cNvPicPr>
            <p:nvPr/>
          </p:nvPicPr>
          <p:blipFill>
            <a:blip r:embed="rId3"/>
            <a:stretch>
              <a:fillRect/>
            </a:stretch>
          </p:blipFill>
          <p:spPr>
            <a:xfrm>
              <a:off x="496800" y="2262539"/>
              <a:ext cx="8189168" cy="4595461"/>
            </a:xfrm>
            <a:prstGeom prst="rect">
              <a:avLst/>
            </a:prstGeom>
            <a:solidFill>
              <a:srgbClr val="FF0000"/>
            </a:solidFill>
          </p:spPr>
        </p:pic>
        <p:sp>
          <p:nvSpPr>
            <p:cNvPr id="3" name="矩形 2"/>
            <p:cNvSpPr/>
            <p:nvPr/>
          </p:nvSpPr>
          <p:spPr>
            <a:xfrm>
              <a:off x="5601072" y="6345360"/>
              <a:ext cx="1944216" cy="17998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5" name="图片 4"/>
          <p:cNvPicPr>
            <a:picLocks noChangeAspect="1"/>
          </p:cNvPicPr>
          <p:nvPr/>
        </p:nvPicPr>
        <p:blipFill>
          <a:blip r:embed="rId4"/>
          <a:stretch>
            <a:fillRect/>
          </a:stretch>
        </p:blipFill>
        <p:spPr>
          <a:xfrm>
            <a:off x="484656" y="2132856"/>
            <a:ext cx="6012089" cy="472514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57411">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57411">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Rectangle 2"/>
          <p:cNvSpPr>
            <a:spLocks noGrp="1" noChangeArrowheads="1"/>
          </p:cNvSpPr>
          <p:nvPr>
            <p:ph type="title"/>
          </p:nvPr>
        </p:nvSpPr>
        <p:spPr/>
        <p:txBody>
          <a:bodyPr/>
          <a:lstStyle/>
          <a:p>
            <a:pPr algn="ctr" eaLnBrk="1" hangingPunct="1"/>
            <a:r>
              <a:rPr lang="en-US" altLang="zh-CN" dirty="0">
                <a:ea typeface="黑体" panose="02010609060101010101" pitchFamily="2" charset="-122"/>
              </a:rPr>
              <a:t>HTML </a:t>
            </a:r>
            <a:r>
              <a:rPr lang="zh-CN" altLang="en-US" dirty="0">
                <a:ea typeface="黑体" panose="02010609060101010101" pitchFamily="2" charset="-122"/>
              </a:rPr>
              <a:t>文档 </a:t>
            </a:r>
          </a:p>
        </p:txBody>
      </p:sp>
      <p:sp>
        <p:nvSpPr>
          <p:cNvPr id="658435" name="Rectangle 3"/>
          <p:cNvSpPr>
            <a:spLocks noGrp="1" noChangeArrowheads="1"/>
          </p:cNvSpPr>
          <p:nvPr>
            <p:ph idx="1"/>
          </p:nvPr>
        </p:nvSpPr>
        <p:spPr/>
        <p:txBody>
          <a:bodyPr/>
          <a:lstStyle/>
          <a:p>
            <a:pPr algn="just" eaLnBrk="1" hangingPunct="1">
              <a:spcAft>
                <a:spcPct val="10000"/>
              </a:spcAft>
            </a:pPr>
            <a:r>
              <a:rPr lang="zh-CN" altLang="en-US" sz="2800" dirty="0">
                <a:ea typeface="黑体" panose="02010609060101010101" pitchFamily="2" charset="-122"/>
              </a:rPr>
              <a:t>仅当 </a:t>
            </a:r>
            <a:r>
              <a:rPr lang="en-US" altLang="zh-CN" sz="2800" dirty="0">
                <a:ea typeface="黑体" panose="02010609060101010101" pitchFamily="2" charset="-122"/>
              </a:rPr>
              <a:t>HTML </a:t>
            </a:r>
            <a:r>
              <a:rPr lang="zh-CN" altLang="en-US" sz="2800" dirty="0">
                <a:ea typeface="黑体" panose="02010609060101010101" pitchFamily="2" charset="-122"/>
              </a:rPr>
              <a:t>文档是以 </a:t>
            </a:r>
            <a:r>
              <a:rPr lang="en-US" altLang="zh-CN" sz="2800" dirty="0">
                <a:solidFill>
                  <a:srgbClr val="FF0000"/>
                </a:solidFill>
                <a:ea typeface="黑体" panose="02010609060101010101" pitchFamily="2" charset="-122"/>
              </a:rPr>
              <a:t>.html </a:t>
            </a:r>
            <a:r>
              <a:rPr lang="zh-CN" altLang="en-US" sz="2800" dirty="0">
                <a:ea typeface="黑体" panose="02010609060101010101" pitchFamily="2" charset="-122"/>
              </a:rPr>
              <a:t>或</a:t>
            </a:r>
            <a:r>
              <a:rPr lang="zh-CN" altLang="en-US" sz="2800" dirty="0">
                <a:solidFill>
                  <a:srgbClr val="FF0000"/>
                </a:solidFill>
                <a:ea typeface="黑体" panose="02010609060101010101" pitchFamily="2" charset="-122"/>
              </a:rPr>
              <a:t> </a:t>
            </a:r>
            <a:r>
              <a:rPr lang="en-US" altLang="zh-CN" sz="2800" dirty="0">
                <a:solidFill>
                  <a:srgbClr val="FF0000"/>
                </a:solidFill>
                <a:ea typeface="黑体" panose="02010609060101010101" pitchFamily="2" charset="-122"/>
              </a:rPr>
              <a:t>.</a:t>
            </a:r>
            <a:r>
              <a:rPr lang="en-US" altLang="zh-CN" sz="2800" dirty="0" err="1">
                <a:solidFill>
                  <a:srgbClr val="FF0000"/>
                </a:solidFill>
                <a:ea typeface="黑体" panose="02010609060101010101" pitchFamily="2" charset="-122"/>
              </a:rPr>
              <a:t>htm</a:t>
            </a:r>
            <a:r>
              <a:rPr lang="en-US" altLang="zh-CN" sz="2800" dirty="0">
                <a:solidFill>
                  <a:srgbClr val="FF0000"/>
                </a:solidFill>
                <a:ea typeface="黑体" panose="02010609060101010101" pitchFamily="2" charset="-122"/>
              </a:rPr>
              <a:t> </a:t>
            </a:r>
            <a:r>
              <a:rPr lang="zh-CN" altLang="en-US" sz="2800" dirty="0">
                <a:ea typeface="黑体" panose="02010609060101010101" pitchFamily="2" charset="-122"/>
              </a:rPr>
              <a:t>为后缀时，浏览器才对此文档的各种标签进行解释。</a:t>
            </a:r>
          </a:p>
          <a:p>
            <a:pPr algn="just" eaLnBrk="1" hangingPunct="1">
              <a:spcAft>
                <a:spcPct val="10000"/>
              </a:spcAft>
            </a:pPr>
            <a:r>
              <a:rPr lang="zh-CN" altLang="en-US" sz="2800" dirty="0">
                <a:ea typeface="黑体" panose="02010609060101010101" pitchFamily="2" charset="-122"/>
              </a:rPr>
              <a:t>如 </a:t>
            </a:r>
            <a:r>
              <a:rPr lang="en-US" altLang="zh-CN" sz="2800" dirty="0">
                <a:ea typeface="黑体" panose="02010609060101010101" pitchFamily="2" charset="-122"/>
              </a:rPr>
              <a:t>HTML </a:t>
            </a:r>
            <a:r>
              <a:rPr lang="zh-CN" altLang="en-US" sz="2800" dirty="0">
                <a:ea typeface="黑体" panose="02010609060101010101" pitchFamily="2" charset="-122"/>
              </a:rPr>
              <a:t>文档改换以 </a:t>
            </a:r>
            <a:r>
              <a:rPr lang="en-US" altLang="zh-CN" sz="2800" dirty="0">
                <a:solidFill>
                  <a:srgbClr val="FF0000"/>
                </a:solidFill>
                <a:ea typeface="黑体" panose="02010609060101010101" pitchFamily="2" charset="-122"/>
              </a:rPr>
              <a:t>.txt </a:t>
            </a:r>
            <a:r>
              <a:rPr lang="zh-CN" altLang="en-US" sz="2800" dirty="0">
                <a:ea typeface="黑体" panose="02010609060101010101" pitchFamily="2" charset="-122"/>
              </a:rPr>
              <a:t>为其后缀，则 </a:t>
            </a:r>
            <a:r>
              <a:rPr lang="en-US" altLang="zh-CN" sz="2800" dirty="0">
                <a:ea typeface="黑体" panose="02010609060101010101" pitchFamily="2" charset="-122"/>
              </a:rPr>
              <a:t>HTML </a:t>
            </a:r>
            <a:r>
              <a:rPr lang="zh-CN" altLang="en-US" sz="2800" dirty="0">
                <a:ea typeface="黑体" panose="02010609060101010101" pitchFamily="2" charset="-122"/>
              </a:rPr>
              <a:t>解释程序就</a:t>
            </a:r>
            <a:r>
              <a:rPr lang="zh-CN" altLang="en-US" sz="2800" dirty="0">
                <a:solidFill>
                  <a:srgbClr val="FF0000"/>
                </a:solidFill>
                <a:ea typeface="黑体" panose="02010609060101010101" pitchFamily="2" charset="-122"/>
              </a:rPr>
              <a:t>不对标签进行解释</a:t>
            </a:r>
            <a:r>
              <a:rPr lang="zh-CN" altLang="en-US" sz="2800" dirty="0">
                <a:ea typeface="黑体" panose="02010609060101010101" pitchFamily="2" charset="-122"/>
              </a:rPr>
              <a:t>，而浏览器只能看见原来的</a:t>
            </a:r>
            <a:r>
              <a:rPr lang="zh-CN" altLang="en-US" sz="2800" dirty="0">
                <a:solidFill>
                  <a:srgbClr val="FF0000"/>
                </a:solidFill>
                <a:ea typeface="黑体" panose="02010609060101010101" pitchFamily="2" charset="-122"/>
              </a:rPr>
              <a:t>文本文件</a:t>
            </a:r>
            <a:r>
              <a:rPr lang="zh-CN" altLang="en-US" sz="2800" dirty="0">
                <a:ea typeface="黑体" panose="02010609060101010101" pitchFamily="2" charset="-122"/>
              </a:rPr>
              <a:t>。</a:t>
            </a:r>
          </a:p>
          <a:p>
            <a:pPr algn="just" eaLnBrk="1" hangingPunct="1">
              <a:spcAft>
                <a:spcPct val="10000"/>
              </a:spcAft>
            </a:pPr>
            <a:r>
              <a:rPr lang="zh-CN" altLang="en-US" sz="2800" dirty="0">
                <a:ea typeface="黑体" panose="02010609060101010101" pitchFamily="2" charset="-122"/>
              </a:rPr>
              <a:t>当浏览器从服务器读取 </a:t>
            </a:r>
            <a:r>
              <a:rPr lang="en-US" altLang="zh-CN" sz="2800" dirty="0">
                <a:ea typeface="黑体" panose="02010609060101010101" pitchFamily="2" charset="-122"/>
              </a:rPr>
              <a:t>HTML </a:t>
            </a:r>
            <a:r>
              <a:rPr lang="zh-CN" altLang="en-US" sz="2800" dirty="0">
                <a:ea typeface="黑体" panose="02010609060101010101" pitchFamily="2" charset="-122"/>
              </a:rPr>
              <a:t>文档后，就按照 </a:t>
            </a:r>
            <a:r>
              <a:rPr lang="en-US" altLang="zh-CN" sz="2800" dirty="0">
                <a:ea typeface="黑体" panose="02010609060101010101" pitchFamily="2" charset="-122"/>
              </a:rPr>
              <a:t>HTML </a:t>
            </a:r>
            <a:r>
              <a:rPr lang="zh-CN" altLang="en-US" sz="2800" dirty="0">
                <a:ea typeface="黑体" panose="02010609060101010101" pitchFamily="2" charset="-122"/>
              </a:rPr>
              <a:t>文档中的各种标签，根据浏览器所使用的显示器的尺寸和分辨率大小，重新进行排版并恢复出所读取的页面。</a:t>
            </a:r>
            <a:endParaRPr lang="zh-CN" altLang="en-US" sz="2400" dirty="0">
              <a:ea typeface="黑体" panose="02010609060101010101" pitchFamily="2" charset="-122"/>
            </a:endParaRPr>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4"/>
          <p:cNvSpPr>
            <a:spLocks noGrp="1" noChangeArrowheads="1"/>
          </p:cNvSpPr>
          <p:nvPr>
            <p:ph type="title"/>
          </p:nvPr>
        </p:nvSpPr>
        <p:spPr>
          <a:xfrm>
            <a:off x="495300" y="188913"/>
            <a:ext cx="9066742" cy="792162"/>
          </a:xfrm>
        </p:spPr>
        <p:txBody>
          <a:bodyPr/>
          <a:lstStyle/>
          <a:p>
            <a:pPr algn="ctr" eaLnBrk="1" hangingPunct="1"/>
            <a:r>
              <a:rPr lang="zh-CN" altLang="en-US" dirty="0">
                <a:ea typeface="黑体" panose="02010609060101010101" pitchFamily="2" charset="-122"/>
              </a:rPr>
              <a:t>两种不同的链接</a:t>
            </a:r>
          </a:p>
        </p:txBody>
      </p:sp>
      <p:sp>
        <p:nvSpPr>
          <p:cNvPr id="193540" name="Rectangle 5"/>
          <p:cNvSpPr>
            <a:spLocks noGrp="1" noChangeArrowheads="1"/>
          </p:cNvSpPr>
          <p:nvPr>
            <p:ph idx="1"/>
          </p:nvPr>
        </p:nvSpPr>
        <p:spPr>
          <a:xfrm>
            <a:off x="495300" y="1196975"/>
            <a:ext cx="9066742" cy="4933950"/>
          </a:xfrm>
        </p:spPr>
        <p:txBody>
          <a:bodyPr/>
          <a:lstStyle/>
          <a:p>
            <a:pPr>
              <a:defRPr/>
            </a:pPr>
            <a:r>
              <a:rPr lang="en-US" altLang="zh-CN" dirty="0"/>
              <a:t>HTML</a:t>
            </a:r>
            <a:r>
              <a:rPr lang="zh-CN" altLang="zh-CN" dirty="0"/>
              <a:t>还规定了</a:t>
            </a:r>
            <a:r>
              <a:rPr lang="zh-CN" altLang="zh-CN" dirty="0">
                <a:solidFill>
                  <a:srgbClr val="FF0000"/>
                </a:solidFill>
              </a:rPr>
              <a:t>链接的设置方法</a:t>
            </a:r>
            <a:r>
              <a:rPr lang="zh-CN" altLang="zh-CN" dirty="0"/>
              <a:t>。每个链接都有一个起点和终点。</a:t>
            </a:r>
            <a:endParaRPr lang="en-US" altLang="zh-CN" dirty="0"/>
          </a:p>
          <a:p>
            <a:pPr eaLnBrk="1" hangingPunct="1">
              <a:defRPr/>
            </a:pPr>
            <a:r>
              <a:rPr lang="zh-CN" altLang="en-US" dirty="0">
                <a:solidFill>
                  <a:srgbClr val="FF0000"/>
                </a:solidFill>
              </a:rPr>
              <a:t>远程链接：</a:t>
            </a:r>
            <a:r>
              <a:rPr lang="zh-CN" altLang="en-US" dirty="0"/>
              <a:t>超链的终点是其他网点上的页面。</a:t>
            </a:r>
          </a:p>
          <a:p>
            <a:pPr eaLnBrk="1" hangingPunct="1">
              <a:defRPr/>
            </a:pPr>
            <a:r>
              <a:rPr lang="zh-CN" altLang="en-US" dirty="0">
                <a:solidFill>
                  <a:srgbClr val="FF0000"/>
                </a:solidFill>
              </a:rPr>
              <a:t>本地链接：</a:t>
            </a:r>
            <a:r>
              <a:rPr lang="zh-CN" altLang="en-US" dirty="0"/>
              <a:t>超链指向</a:t>
            </a:r>
            <a:r>
              <a:rPr lang="zh-CN" altLang="en-US" dirty="0">
                <a:solidFill>
                  <a:srgbClr val="FF0000"/>
                </a:solidFill>
              </a:rPr>
              <a:t>本计算机</a:t>
            </a:r>
            <a:r>
              <a:rPr lang="zh-CN" altLang="en-US" dirty="0"/>
              <a:t>中的某个文件。</a:t>
            </a:r>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Rectangle 2"/>
          <p:cNvSpPr>
            <a:spLocks noGrp="1" noChangeArrowheads="1"/>
          </p:cNvSpPr>
          <p:nvPr>
            <p:ph type="title"/>
          </p:nvPr>
        </p:nvSpPr>
        <p:spPr/>
        <p:txBody>
          <a:bodyPr/>
          <a:lstStyle/>
          <a:p>
            <a:pPr eaLnBrk="1" hangingPunct="1"/>
            <a:r>
              <a:rPr lang="en-US" altLang="zh-CN" dirty="0">
                <a:ea typeface="黑体" panose="02010609060101010101" pitchFamily="2" charset="-122"/>
              </a:rPr>
              <a:t>2. </a:t>
            </a:r>
            <a:r>
              <a:rPr lang="zh-CN" altLang="en-US" dirty="0">
                <a:ea typeface="黑体" panose="02010609060101010101" pitchFamily="2" charset="-122"/>
              </a:rPr>
              <a:t>动态万维网文档 </a:t>
            </a:r>
          </a:p>
        </p:txBody>
      </p:sp>
      <p:sp>
        <p:nvSpPr>
          <p:cNvPr id="692227" name="Rectangle 3"/>
          <p:cNvSpPr>
            <a:spLocks noGrp="1" noChangeArrowheads="1"/>
          </p:cNvSpPr>
          <p:nvPr>
            <p:ph idx="1"/>
          </p:nvPr>
        </p:nvSpPr>
        <p:spPr/>
        <p:txBody>
          <a:bodyPr/>
          <a:lstStyle/>
          <a:p>
            <a:pPr eaLnBrk="1" hangingPunct="1">
              <a:defRPr/>
            </a:pPr>
            <a:r>
              <a:rPr lang="zh-CN" altLang="en-US" dirty="0">
                <a:solidFill>
                  <a:srgbClr val="FF0000"/>
                </a:solidFill>
              </a:rPr>
              <a:t>静态文档</a:t>
            </a:r>
            <a:r>
              <a:rPr lang="zh-CN" altLang="en-US" dirty="0"/>
              <a:t>是指该文档创作完毕后就存放在万维网服务器中，在被用户浏览的过程中，</a:t>
            </a:r>
            <a:r>
              <a:rPr lang="zh-CN" altLang="en-US" dirty="0">
                <a:solidFill>
                  <a:srgbClr val="FF0000"/>
                </a:solidFill>
              </a:rPr>
              <a:t>内容不会改变</a:t>
            </a:r>
            <a:r>
              <a:rPr lang="zh-CN" altLang="en-US" dirty="0"/>
              <a:t>。 </a:t>
            </a:r>
          </a:p>
          <a:p>
            <a:pPr eaLnBrk="1" hangingPunct="1">
              <a:defRPr/>
            </a:pPr>
            <a:r>
              <a:rPr lang="zh-CN" altLang="en-US" dirty="0">
                <a:solidFill>
                  <a:srgbClr val="FF0000"/>
                </a:solidFill>
              </a:rPr>
              <a:t>动态文档</a:t>
            </a:r>
            <a:r>
              <a:rPr lang="zh-CN" altLang="en-US" dirty="0"/>
              <a:t>是指文档的内容是在浏览器访问万维网服务器时才</a:t>
            </a:r>
            <a:r>
              <a:rPr lang="zh-CN" altLang="en-US" dirty="0">
                <a:solidFill>
                  <a:srgbClr val="FF0000"/>
                </a:solidFill>
              </a:rPr>
              <a:t>由应用程序动态创建</a:t>
            </a:r>
            <a:r>
              <a:rPr lang="zh-CN" altLang="en-US" dirty="0"/>
              <a:t>。</a:t>
            </a:r>
          </a:p>
          <a:p>
            <a:pPr eaLnBrk="1" hangingPunct="1">
              <a:defRPr/>
            </a:pPr>
            <a:r>
              <a:rPr lang="zh-CN" altLang="en-US" dirty="0">
                <a:solidFill>
                  <a:srgbClr val="0000FF"/>
                </a:solidFill>
              </a:rPr>
              <a:t>动态文档</a:t>
            </a:r>
            <a:r>
              <a:rPr lang="zh-CN" altLang="en-US" dirty="0"/>
              <a:t>和</a:t>
            </a:r>
            <a:r>
              <a:rPr lang="zh-CN" altLang="en-US" dirty="0">
                <a:solidFill>
                  <a:srgbClr val="0000FF"/>
                </a:solidFill>
              </a:rPr>
              <a:t>静态文档</a:t>
            </a:r>
            <a:r>
              <a:rPr lang="zh-CN" altLang="en-US" dirty="0"/>
              <a:t>之间的主要</a:t>
            </a:r>
            <a:r>
              <a:rPr lang="zh-CN" altLang="en-US" dirty="0">
                <a:solidFill>
                  <a:srgbClr val="0000FF"/>
                </a:solidFill>
              </a:rPr>
              <a:t>差别</a:t>
            </a:r>
            <a:r>
              <a:rPr lang="zh-CN" altLang="en-US" dirty="0"/>
              <a:t>体现在</a:t>
            </a:r>
            <a:r>
              <a:rPr lang="zh-CN" altLang="en-US" dirty="0">
                <a:solidFill>
                  <a:srgbClr val="FF0000"/>
                </a:solidFill>
              </a:rPr>
              <a:t>服务器</a:t>
            </a:r>
            <a:r>
              <a:rPr lang="zh-CN" altLang="en-US" dirty="0"/>
              <a:t>一端。这主要是文档内容的生成方法不同。而从浏览器的角度看，这两种文档并没有区别。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9222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9222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0" name="Rectangle 2"/>
          <p:cNvSpPr>
            <a:spLocks noGrp="1" noChangeArrowheads="1"/>
          </p:cNvSpPr>
          <p:nvPr>
            <p:ph type="title"/>
          </p:nvPr>
        </p:nvSpPr>
        <p:spPr/>
        <p:txBody>
          <a:bodyPr/>
          <a:lstStyle/>
          <a:p>
            <a:pPr eaLnBrk="1" hangingPunct="1"/>
            <a:r>
              <a:rPr lang="en-US" altLang="zh-CN" dirty="0">
                <a:ea typeface="黑体" panose="02010609060101010101" pitchFamily="2" charset="-122"/>
              </a:rPr>
              <a:t>6.4.5  </a:t>
            </a:r>
            <a:r>
              <a:rPr lang="zh-CN" altLang="en-US" dirty="0">
                <a:ea typeface="黑体" panose="02010609060101010101" pitchFamily="2" charset="-122"/>
              </a:rPr>
              <a:t>万维网的信息检索系统</a:t>
            </a:r>
          </a:p>
        </p:txBody>
      </p:sp>
      <p:sp>
        <p:nvSpPr>
          <p:cNvPr id="227331" name="Rectangle 3"/>
          <p:cNvSpPr>
            <a:spLocks noGrp="1" noChangeArrowheads="1"/>
          </p:cNvSpPr>
          <p:nvPr>
            <p:ph idx="1"/>
          </p:nvPr>
        </p:nvSpPr>
        <p:spPr>
          <a:xfrm>
            <a:off x="496570" y="1195070"/>
            <a:ext cx="9064625" cy="5166360"/>
          </a:xfrm>
        </p:spPr>
        <p:txBody>
          <a:bodyPr/>
          <a:lstStyle/>
          <a:p>
            <a:pPr marL="0" indent="0">
              <a:buNone/>
            </a:pPr>
            <a:r>
              <a:rPr lang="en-US" altLang="zh-CN" sz="4000" dirty="0">
                <a:solidFill>
                  <a:srgbClr val="333399"/>
                </a:solidFill>
                <a:latin typeface="+mj-lt"/>
                <a:ea typeface="黑体" panose="02010609060101010101" pitchFamily="2" charset="-122"/>
                <a:cs typeface="+mj-cs"/>
              </a:rPr>
              <a:t>1.  </a:t>
            </a:r>
            <a:r>
              <a:rPr lang="zh-CN" altLang="en-US" sz="4000" dirty="0">
                <a:solidFill>
                  <a:srgbClr val="333399"/>
                </a:solidFill>
                <a:latin typeface="+mj-lt"/>
                <a:ea typeface="黑体" panose="02010609060101010101" pitchFamily="2" charset="-122"/>
                <a:cs typeface="+mj-cs"/>
              </a:rPr>
              <a:t>全文检索搜索和分类目录搜索</a:t>
            </a:r>
            <a:endParaRPr lang="en-US" altLang="zh-CN" sz="4000" dirty="0">
              <a:solidFill>
                <a:srgbClr val="333399"/>
              </a:solidFill>
              <a:latin typeface="+mj-lt"/>
              <a:ea typeface="黑体" panose="02010609060101010101" pitchFamily="2" charset="-122"/>
              <a:cs typeface="+mj-cs"/>
            </a:endParaRPr>
          </a:p>
          <a:p>
            <a:pPr eaLnBrk="1" hangingPunct="1"/>
            <a:r>
              <a:rPr lang="zh-CN" altLang="en-US" sz="2800" dirty="0">
                <a:ea typeface="黑体" panose="02010609060101010101" pitchFamily="2" charset="-122"/>
              </a:rPr>
              <a:t>在万维网中用来进行搜索的程序叫做</a:t>
            </a:r>
            <a:r>
              <a:rPr lang="zh-CN" altLang="en-US" sz="2800" dirty="0">
                <a:solidFill>
                  <a:srgbClr val="FF0000"/>
                </a:solidFill>
                <a:ea typeface="黑体" panose="02010609060101010101" pitchFamily="2" charset="-122"/>
              </a:rPr>
              <a:t>搜索引擎</a:t>
            </a:r>
            <a:r>
              <a:rPr lang="zh-CN" altLang="en-US" sz="2800" dirty="0">
                <a:ea typeface="黑体" panose="02010609060101010101" pitchFamily="2" charset="-122"/>
              </a:rPr>
              <a:t>。</a:t>
            </a:r>
          </a:p>
          <a:p>
            <a:pPr eaLnBrk="1" hangingPunct="1"/>
            <a:r>
              <a:rPr lang="zh-CN" altLang="en-US" sz="2800" dirty="0">
                <a:solidFill>
                  <a:srgbClr val="FF0000"/>
                </a:solidFill>
                <a:ea typeface="黑体" panose="02010609060101010101" pitchFamily="2" charset="-122"/>
              </a:rPr>
              <a:t>全文检索搜索引擎</a:t>
            </a:r>
            <a:r>
              <a:rPr lang="zh-CN" altLang="en-US" sz="2800" dirty="0">
                <a:ea typeface="黑体" panose="02010609060101010101" pitchFamily="2" charset="-122"/>
              </a:rPr>
              <a:t>是一种纯技术型的检索工具。它的工作原理是通过搜索软件到互联网上的各网站收集信息，</a:t>
            </a:r>
            <a:r>
              <a:rPr lang="zh-CN" altLang="en-US" sz="2800" dirty="0">
                <a:solidFill>
                  <a:srgbClr val="FF0000"/>
                </a:solidFill>
                <a:ea typeface="黑体" panose="02010609060101010101" pitchFamily="2" charset="-122"/>
              </a:rPr>
              <a:t>找到一个网站后</a:t>
            </a:r>
            <a:r>
              <a:rPr lang="zh-CN" altLang="en-US" sz="2800" dirty="0">
                <a:ea typeface="黑体" panose="02010609060101010101" pitchFamily="2" charset="-122"/>
              </a:rPr>
              <a:t>可以从这个网站再</a:t>
            </a:r>
            <a:r>
              <a:rPr lang="zh-CN" altLang="en-US" sz="2800" dirty="0">
                <a:solidFill>
                  <a:srgbClr val="FF0000"/>
                </a:solidFill>
                <a:ea typeface="黑体" panose="02010609060101010101" pitchFamily="2" charset="-122"/>
              </a:rPr>
              <a:t>链接</a:t>
            </a:r>
            <a:r>
              <a:rPr lang="zh-CN" altLang="en-US" sz="2800" dirty="0">
                <a:ea typeface="黑体" panose="02010609060101010101" pitchFamily="2" charset="-122"/>
              </a:rPr>
              <a:t>到</a:t>
            </a:r>
            <a:r>
              <a:rPr lang="zh-CN" altLang="en-US" sz="2800" dirty="0">
                <a:solidFill>
                  <a:srgbClr val="FF0000"/>
                </a:solidFill>
                <a:ea typeface="黑体" panose="02010609060101010101" pitchFamily="2" charset="-122"/>
              </a:rPr>
              <a:t>另一个网站</a:t>
            </a:r>
            <a:r>
              <a:rPr lang="zh-CN" altLang="en-US" sz="2800" dirty="0">
                <a:ea typeface="黑体" panose="02010609060101010101" pitchFamily="2" charset="-122"/>
              </a:rPr>
              <a:t>。然后按照一定的规则建立一个很大的在线数据库供用户查询。</a:t>
            </a:r>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2" name="Rectangle 2"/>
          <p:cNvSpPr>
            <a:spLocks noGrp="1" noChangeArrowheads="1"/>
          </p:cNvSpPr>
          <p:nvPr>
            <p:ph type="title"/>
          </p:nvPr>
        </p:nvSpPr>
        <p:spPr/>
        <p:txBody>
          <a:bodyPr/>
          <a:lstStyle/>
          <a:p>
            <a:pPr algn="ctr" eaLnBrk="1" hangingPunct="1">
              <a:defRPr/>
            </a:pPr>
            <a:r>
              <a:rPr sz="4060"/>
              <a:t>一些著名的搜索引擎 </a:t>
            </a:r>
          </a:p>
        </p:txBody>
      </p:sp>
      <p:sp>
        <p:nvSpPr>
          <p:cNvPr id="230403" name="Rectangle 3"/>
          <p:cNvSpPr>
            <a:spLocks noGrp="1" noChangeArrowheads="1"/>
          </p:cNvSpPr>
          <p:nvPr>
            <p:ph idx="1"/>
          </p:nvPr>
        </p:nvSpPr>
        <p:spPr>
          <a:xfrm>
            <a:off x="496570" y="1195070"/>
            <a:ext cx="9064625" cy="5131435"/>
          </a:xfrm>
        </p:spPr>
        <p:txBody>
          <a:bodyPr/>
          <a:lstStyle/>
          <a:p>
            <a:pPr eaLnBrk="1" hangingPunct="1"/>
            <a:r>
              <a:rPr lang="zh-CN" altLang="en-US" dirty="0"/>
              <a:t>最著名的全文检索搜索引擎：</a:t>
            </a:r>
          </a:p>
          <a:p>
            <a:pPr lvl="1" eaLnBrk="1" hangingPunct="1"/>
            <a:r>
              <a:rPr lang="en-US" altLang="zh-CN" dirty="0">
                <a:solidFill>
                  <a:srgbClr val="0000FF"/>
                </a:solidFill>
                <a:ea typeface="黑体" panose="02010609060101010101" pitchFamily="2" charset="-122"/>
              </a:rPr>
              <a:t>Google</a:t>
            </a:r>
            <a:r>
              <a:rPr lang="zh-CN" altLang="en-US" dirty="0">
                <a:solidFill>
                  <a:srgbClr val="0000FF"/>
                </a:solidFill>
                <a:ea typeface="黑体" panose="02010609060101010101" pitchFamily="2" charset="-122"/>
              </a:rPr>
              <a:t>（谷歌）</a:t>
            </a:r>
            <a:r>
              <a:rPr lang="en-US" altLang="zh-CN" dirty="0">
                <a:solidFill>
                  <a:srgbClr val="0000FF"/>
                </a:solidFill>
                <a:ea typeface="黑体" panose="02010609060101010101" pitchFamily="2" charset="-122"/>
              </a:rPr>
              <a:t>(www.google.com) </a:t>
            </a:r>
          </a:p>
          <a:p>
            <a:pPr lvl="1" eaLnBrk="1" hangingPunct="1"/>
            <a:r>
              <a:rPr lang="zh-CN" altLang="en-US" dirty="0">
                <a:solidFill>
                  <a:srgbClr val="0000FF"/>
                </a:solidFill>
                <a:ea typeface="黑体" panose="02010609060101010101" pitchFamily="2" charset="-122"/>
              </a:rPr>
              <a:t>百度 </a:t>
            </a:r>
            <a:r>
              <a:rPr lang="en-US" altLang="zh-CN" dirty="0">
                <a:solidFill>
                  <a:srgbClr val="0000FF"/>
                </a:solidFill>
                <a:ea typeface="黑体" panose="02010609060101010101" pitchFamily="2" charset="-122"/>
              </a:rPr>
              <a:t>(www.baidu.com) </a:t>
            </a:r>
          </a:p>
          <a:p>
            <a:pPr eaLnBrk="1" hangingPunct="1"/>
            <a:r>
              <a:rPr lang="zh-CN" altLang="en-US" dirty="0"/>
              <a:t>最著名的分类目录搜索引擎：</a:t>
            </a:r>
          </a:p>
          <a:p>
            <a:pPr lvl="1" eaLnBrk="1" hangingPunct="1"/>
            <a:r>
              <a:rPr lang="zh-CN" altLang="en-US" dirty="0">
                <a:solidFill>
                  <a:srgbClr val="0000FF"/>
                </a:solidFill>
                <a:ea typeface="黑体" panose="02010609060101010101" pitchFamily="2" charset="-122"/>
              </a:rPr>
              <a:t>雅虎 </a:t>
            </a:r>
            <a:r>
              <a:rPr lang="en-US" altLang="zh-CN" dirty="0">
                <a:solidFill>
                  <a:srgbClr val="0000FF"/>
                </a:solidFill>
                <a:ea typeface="黑体" panose="02010609060101010101" pitchFamily="2" charset="-122"/>
              </a:rPr>
              <a:t>(www.yahoo.com)</a:t>
            </a:r>
          </a:p>
          <a:p>
            <a:pPr lvl="1" eaLnBrk="1" hangingPunct="1"/>
            <a:r>
              <a:rPr lang="zh-CN" altLang="en-US" dirty="0">
                <a:solidFill>
                  <a:srgbClr val="0000FF"/>
                </a:solidFill>
                <a:ea typeface="黑体" panose="02010609060101010101" pitchFamily="2" charset="-122"/>
              </a:rPr>
              <a:t>雅虎中国 </a:t>
            </a:r>
            <a:r>
              <a:rPr lang="en-US" altLang="zh-CN" dirty="0">
                <a:solidFill>
                  <a:srgbClr val="0000FF"/>
                </a:solidFill>
                <a:ea typeface="黑体" panose="02010609060101010101" pitchFamily="2" charset="-122"/>
              </a:rPr>
              <a:t>(cn.yahoo.com)</a:t>
            </a:r>
          </a:p>
          <a:p>
            <a:pPr lvl="1" eaLnBrk="1" hangingPunct="1"/>
            <a:r>
              <a:rPr lang="zh-CN" altLang="en-US" dirty="0">
                <a:solidFill>
                  <a:srgbClr val="0000FF"/>
                </a:solidFill>
                <a:ea typeface="黑体" panose="02010609060101010101" pitchFamily="2" charset="-122"/>
              </a:rPr>
              <a:t>新浪 </a:t>
            </a:r>
            <a:r>
              <a:rPr lang="en-US" altLang="zh-CN" dirty="0">
                <a:solidFill>
                  <a:srgbClr val="0000FF"/>
                </a:solidFill>
                <a:ea typeface="黑体" panose="02010609060101010101" pitchFamily="2" charset="-122"/>
              </a:rPr>
              <a:t>(www.sina.com)</a:t>
            </a:r>
          </a:p>
          <a:p>
            <a:pPr lvl="1" eaLnBrk="1" hangingPunct="1"/>
            <a:r>
              <a:rPr lang="zh-CN" altLang="en-US" dirty="0">
                <a:solidFill>
                  <a:srgbClr val="0000FF"/>
                </a:solidFill>
                <a:ea typeface="黑体" panose="02010609060101010101" pitchFamily="2" charset="-122"/>
              </a:rPr>
              <a:t>搜狐 </a:t>
            </a:r>
            <a:r>
              <a:rPr lang="en-US" altLang="zh-CN" dirty="0">
                <a:solidFill>
                  <a:srgbClr val="0000FF"/>
                </a:solidFill>
                <a:ea typeface="黑体" panose="02010609060101010101" pitchFamily="2" charset="-122"/>
              </a:rPr>
              <a:t>(www.sohu.com)</a:t>
            </a:r>
          </a:p>
          <a:p>
            <a:pPr lvl="1" eaLnBrk="1" hangingPunct="1"/>
            <a:r>
              <a:rPr lang="zh-CN" altLang="en-US" dirty="0">
                <a:solidFill>
                  <a:srgbClr val="0000FF"/>
                </a:solidFill>
                <a:ea typeface="黑体" panose="02010609060101010101" pitchFamily="2" charset="-122"/>
              </a:rPr>
              <a:t>网易 </a:t>
            </a:r>
            <a:r>
              <a:rPr lang="en-US" altLang="zh-CN" dirty="0">
                <a:solidFill>
                  <a:srgbClr val="0000FF"/>
                </a:solidFill>
                <a:ea typeface="黑体" panose="02010609060101010101" pitchFamily="2" charset="-122"/>
              </a:rPr>
              <a:t>(www.163.com) </a:t>
            </a:r>
          </a:p>
          <a:p>
            <a:pPr lvl="1" eaLnBrk="1" hangingPunct="1"/>
            <a:endParaRPr lang="en-US" altLang="zh-CN" dirty="0">
              <a:ea typeface="黑体" panose="02010609060101010101" pitchFamily="2" charset="-122"/>
            </a:endParaRPr>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618" name="标题 1"/>
          <p:cNvSpPr>
            <a:spLocks noGrp="1"/>
          </p:cNvSpPr>
          <p:nvPr>
            <p:ph type="title"/>
          </p:nvPr>
        </p:nvSpPr>
        <p:spPr>
          <a:xfrm>
            <a:off x="495300" y="188913"/>
            <a:ext cx="9066742" cy="792162"/>
          </a:xfrm>
        </p:spPr>
        <p:txBody>
          <a:bodyPr/>
          <a:lstStyle/>
          <a:p>
            <a:pPr eaLnBrk="1" hangingPunct="1"/>
            <a:r>
              <a:rPr lang="en-US" altLang="zh-CN">
                <a:ea typeface="黑体" panose="02010609060101010101" pitchFamily="2" charset="-122"/>
              </a:rPr>
              <a:t>6.5  </a:t>
            </a:r>
            <a:r>
              <a:rPr lang="zh-CN" altLang="en-US">
                <a:ea typeface="黑体" panose="02010609060101010101" pitchFamily="2" charset="-122"/>
              </a:rPr>
              <a:t>电子邮件</a:t>
            </a:r>
          </a:p>
        </p:txBody>
      </p:sp>
      <p:sp>
        <p:nvSpPr>
          <p:cNvPr id="3" name="内容占位符 2"/>
          <p:cNvSpPr>
            <a:spLocks noGrp="1"/>
          </p:cNvSpPr>
          <p:nvPr>
            <p:ph idx="1"/>
          </p:nvPr>
        </p:nvSpPr>
        <p:spPr>
          <a:xfrm>
            <a:off x="495300" y="1196975"/>
            <a:ext cx="9066742" cy="4933950"/>
          </a:xfrm>
        </p:spPr>
        <p:txBody>
          <a:bodyPr/>
          <a:lstStyle/>
          <a:p>
            <a:pPr eaLnBrk="1" hangingPunct="1">
              <a:defRPr/>
            </a:pPr>
            <a:r>
              <a:rPr lang="en-US" altLang="zh-CN" sz="3200" dirty="0"/>
              <a:t>6.5.1  </a:t>
            </a:r>
            <a:r>
              <a:rPr lang="zh-CN" altLang="en-US" sz="3200" dirty="0"/>
              <a:t>电子邮件概述</a:t>
            </a:r>
            <a:endParaRPr lang="en-US" altLang="zh-CN" sz="3200" dirty="0"/>
          </a:p>
          <a:p>
            <a:pPr eaLnBrk="1" hangingPunct="1">
              <a:defRPr/>
            </a:pPr>
            <a:r>
              <a:rPr lang="en-US" altLang="zh-CN" sz="3200" dirty="0"/>
              <a:t>6.5.2  </a:t>
            </a:r>
            <a:r>
              <a:rPr lang="zh-CN" altLang="en-US" sz="3200" dirty="0"/>
              <a:t>简单邮件传送协议 </a:t>
            </a:r>
            <a:r>
              <a:rPr lang="en-US" altLang="zh-CN" sz="3200" dirty="0"/>
              <a:t>SMTP</a:t>
            </a:r>
          </a:p>
          <a:p>
            <a:pPr eaLnBrk="1" hangingPunct="1">
              <a:defRPr/>
            </a:pPr>
            <a:r>
              <a:rPr lang="en-US" altLang="zh-CN" sz="3200" dirty="0"/>
              <a:t>6.5.3  </a:t>
            </a:r>
            <a:r>
              <a:rPr lang="zh-CN" altLang="en-US" sz="3200" dirty="0"/>
              <a:t>电子邮件的信息格式</a:t>
            </a:r>
            <a:endParaRPr lang="en-US" altLang="zh-CN" sz="3200" dirty="0"/>
          </a:p>
          <a:p>
            <a:pPr eaLnBrk="1" hangingPunct="1">
              <a:defRPr/>
            </a:pPr>
            <a:r>
              <a:rPr lang="en-US" altLang="zh-CN" sz="3200" dirty="0"/>
              <a:t>6.5.4  </a:t>
            </a:r>
            <a:r>
              <a:rPr lang="zh-CN" altLang="en-US" sz="3200" dirty="0"/>
              <a:t>邮件读取协议 </a:t>
            </a:r>
            <a:r>
              <a:rPr lang="en-US" altLang="zh-CN" sz="3200" dirty="0"/>
              <a:t>POP3 </a:t>
            </a:r>
            <a:r>
              <a:rPr lang="zh-CN" altLang="en-US" sz="3200" dirty="0"/>
              <a:t>和 </a:t>
            </a:r>
            <a:r>
              <a:rPr lang="en-US" altLang="zh-CN" sz="3200" dirty="0"/>
              <a:t>IMAP</a:t>
            </a:r>
          </a:p>
          <a:p>
            <a:pPr eaLnBrk="1" hangingPunct="1">
              <a:defRPr/>
            </a:pPr>
            <a:r>
              <a:rPr lang="en-US" altLang="zh-CN" sz="3200" dirty="0"/>
              <a:t>6.5.5  </a:t>
            </a:r>
            <a:r>
              <a:rPr lang="zh-CN" altLang="en-US" sz="3200" dirty="0"/>
              <a:t>基于万维网的电子邮件</a:t>
            </a:r>
            <a:endParaRPr lang="en-US" altLang="zh-CN" sz="3200" dirty="0"/>
          </a:p>
          <a:p>
            <a:pPr eaLnBrk="1" hangingPunct="1">
              <a:defRPr/>
            </a:pPr>
            <a:r>
              <a:rPr lang="en-US" altLang="zh-CN" sz="3200" dirty="0"/>
              <a:t>6.5.6  </a:t>
            </a:r>
            <a:r>
              <a:rPr lang="zh-CN" altLang="en-US" sz="3200" dirty="0"/>
              <a:t>通用互联网邮件扩充 </a:t>
            </a:r>
            <a:r>
              <a:rPr lang="en-US" altLang="zh-CN" sz="3200" dirty="0"/>
              <a:t>MIME</a:t>
            </a:r>
            <a:endParaRPr lang="zh-CN" altLang="en-US" dirty="0"/>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Rectangle 2"/>
          <p:cNvSpPr>
            <a:spLocks noGrp="1" noChangeArrowheads="1"/>
          </p:cNvSpPr>
          <p:nvPr>
            <p:ph type="title"/>
          </p:nvPr>
        </p:nvSpPr>
        <p:spPr/>
        <p:txBody>
          <a:bodyPr/>
          <a:lstStyle/>
          <a:p>
            <a:pPr eaLnBrk="1" hangingPunct="1"/>
            <a:br>
              <a:rPr lang="zh-CN" altLang="en-US" dirty="0">
                <a:ea typeface="黑体" panose="02010609060101010101" pitchFamily="2" charset="-122"/>
              </a:rPr>
            </a:br>
            <a:r>
              <a:rPr lang="en-US" altLang="zh-CN" dirty="0">
                <a:ea typeface="黑体" panose="02010609060101010101" pitchFamily="2" charset="-122"/>
              </a:rPr>
              <a:t>6.5.1  </a:t>
            </a:r>
            <a:r>
              <a:rPr lang="zh-CN" altLang="en-US" dirty="0">
                <a:ea typeface="黑体" panose="02010609060101010101" pitchFamily="2" charset="-122"/>
              </a:rPr>
              <a:t>电子邮件概述</a:t>
            </a:r>
          </a:p>
        </p:txBody>
      </p:sp>
      <p:sp>
        <p:nvSpPr>
          <p:cNvPr id="1132547" name="Rectangle 3"/>
          <p:cNvSpPr>
            <a:spLocks noGrp="1" noChangeArrowheads="1"/>
          </p:cNvSpPr>
          <p:nvPr>
            <p:ph idx="1"/>
          </p:nvPr>
        </p:nvSpPr>
        <p:spPr>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r>
              <a:rPr lang="zh-CN" altLang="en-US" dirty="0">
                <a:solidFill>
                  <a:srgbClr val="FF0000"/>
                </a:solidFill>
              </a:rPr>
              <a:t>电子邮件 </a:t>
            </a:r>
            <a:r>
              <a:rPr lang="en-US" altLang="zh-CN" dirty="0"/>
              <a:t>(e-mail) </a:t>
            </a:r>
            <a:r>
              <a:rPr lang="zh-CN" altLang="en-US" dirty="0"/>
              <a:t>是互联网上使用得最多的和最受用户欢迎的一种应用。</a:t>
            </a:r>
          </a:p>
          <a:p>
            <a:r>
              <a:rPr lang="zh-CN" altLang="en-US" dirty="0">
                <a:solidFill>
                  <a:srgbClr val="FF0000"/>
                </a:solidFill>
              </a:rPr>
              <a:t>电子邮件</a:t>
            </a:r>
            <a:r>
              <a:rPr lang="zh-CN" altLang="en-US" dirty="0"/>
              <a:t>把</a:t>
            </a:r>
            <a:r>
              <a:rPr lang="zh-CN" altLang="en-US" dirty="0">
                <a:solidFill>
                  <a:srgbClr val="FF0000"/>
                </a:solidFill>
              </a:rPr>
              <a:t>邮件</a:t>
            </a:r>
            <a:r>
              <a:rPr lang="zh-CN" altLang="en-US" dirty="0"/>
              <a:t>发送到</a:t>
            </a:r>
            <a:r>
              <a:rPr lang="zh-CN" altLang="en-US" dirty="0">
                <a:solidFill>
                  <a:srgbClr val="FF0000"/>
                </a:solidFill>
              </a:rPr>
              <a:t>收件人</a:t>
            </a:r>
            <a:r>
              <a:rPr lang="zh-CN" altLang="en-US" dirty="0"/>
              <a:t>使用的</a:t>
            </a:r>
            <a:r>
              <a:rPr lang="zh-CN" altLang="en-US" dirty="0">
                <a:solidFill>
                  <a:srgbClr val="FF0000"/>
                </a:solidFill>
              </a:rPr>
              <a:t>邮件服务器</a:t>
            </a:r>
            <a:r>
              <a:rPr lang="zh-CN" altLang="en-US" dirty="0"/>
              <a:t>，并放在其中的</a:t>
            </a:r>
            <a:r>
              <a:rPr lang="zh-CN" altLang="en-US" dirty="0">
                <a:solidFill>
                  <a:srgbClr val="FF0000"/>
                </a:solidFill>
              </a:rPr>
              <a:t>收件人邮箱</a:t>
            </a:r>
            <a:r>
              <a:rPr lang="zh-CN" altLang="en-US" dirty="0"/>
              <a:t>中，收件人可随时上网到自己使用的</a:t>
            </a:r>
            <a:r>
              <a:rPr lang="zh-CN" altLang="en-US" dirty="0">
                <a:solidFill>
                  <a:srgbClr val="FF0000"/>
                </a:solidFill>
              </a:rPr>
              <a:t>邮件服务器</a:t>
            </a:r>
            <a:r>
              <a:rPr lang="zh-CN" altLang="en-US" dirty="0"/>
              <a:t>进行</a:t>
            </a:r>
            <a:r>
              <a:rPr lang="zh-CN" altLang="en-US" dirty="0">
                <a:solidFill>
                  <a:srgbClr val="FF0000"/>
                </a:solidFill>
              </a:rPr>
              <a:t>读取</a:t>
            </a:r>
            <a:r>
              <a:rPr lang="zh-CN" altLang="en-US" dirty="0"/>
              <a:t>。</a:t>
            </a:r>
          </a:p>
          <a:p>
            <a:r>
              <a:rPr lang="zh-CN" altLang="en-US" dirty="0"/>
              <a:t>电子邮件不仅使用方便，而且还具有传递迅速和费用低廉的优点。</a:t>
            </a:r>
          </a:p>
          <a:p>
            <a:r>
              <a:rPr lang="zh-CN" altLang="en-US" dirty="0"/>
              <a:t>现在电子邮件不仅可传送文字信息，而且还可附上声音和图像。</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3254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3254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3254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2547" grpId="0" build="p"/>
    </p:bld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pPr algn="ctr" eaLnBrk="1" hangingPunct="1"/>
            <a:r>
              <a:rPr lang="zh-CN" altLang="en-US">
                <a:ea typeface="黑体" panose="02010609060101010101" pitchFamily="2" charset="-122"/>
              </a:rPr>
              <a:t>电子邮件的一些标准</a:t>
            </a:r>
          </a:p>
        </p:txBody>
      </p:sp>
      <p:sp>
        <p:nvSpPr>
          <p:cNvPr id="1134595" name="Rectangle 3"/>
          <p:cNvSpPr>
            <a:spLocks noGrp="1" noChangeArrowheads="1"/>
          </p:cNvSpPr>
          <p:nvPr>
            <p:ph idx="1"/>
          </p:nvPr>
        </p:nvSpPr>
        <p:spPr>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r>
              <a:rPr lang="zh-CN" altLang="en-US" dirty="0"/>
              <a:t>发送邮件的协议：</a:t>
            </a:r>
            <a:r>
              <a:rPr lang="en-US" altLang="zh-CN" dirty="0">
                <a:solidFill>
                  <a:srgbClr val="FF0000"/>
                </a:solidFill>
              </a:rPr>
              <a:t>SMTP</a:t>
            </a:r>
          </a:p>
          <a:p>
            <a:r>
              <a:rPr lang="zh-CN" altLang="en-US" dirty="0"/>
              <a:t>读取邮件的协议：</a:t>
            </a:r>
            <a:r>
              <a:rPr lang="en-US" altLang="zh-CN" dirty="0">
                <a:solidFill>
                  <a:srgbClr val="FF0000"/>
                </a:solidFill>
              </a:rPr>
              <a:t>POP3</a:t>
            </a:r>
            <a:endParaRPr lang="en-US" altLang="zh-CN" dirty="0"/>
          </a:p>
          <a:p>
            <a:r>
              <a:rPr lang="en-US" altLang="zh-CN" dirty="0"/>
              <a:t>MIME(</a:t>
            </a:r>
            <a:r>
              <a:rPr lang="zh-CN" altLang="en-US" dirty="0"/>
              <a:t>多用途互联网邮件扩展类型</a:t>
            </a:r>
            <a:r>
              <a:rPr lang="en-US" altLang="zh-CN" dirty="0"/>
              <a:t>,</a:t>
            </a:r>
            <a:r>
              <a:rPr lang="zh-CN" altLang="en-US" dirty="0">
                <a:solidFill>
                  <a:srgbClr val="0000FF"/>
                </a:solidFill>
              </a:rPr>
              <a:t>互联网标准</a:t>
            </a:r>
            <a:r>
              <a:rPr lang="en-US" altLang="zh-CN" dirty="0"/>
              <a:t>)</a:t>
            </a:r>
            <a:r>
              <a:rPr lang="zh-CN" altLang="en-US" dirty="0"/>
              <a:t>在其</a:t>
            </a:r>
            <a:r>
              <a:rPr lang="zh-CN" altLang="en-US" dirty="0">
                <a:solidFill>
                  <a:srgbClr val="FF0000"/>
                </a:solidFill>
              </a:rPr>
              <a:t>邮件首部</a:t>
            </a:r>
            <a:r>
              <a:rPr lang="zh-CN" altLang="en-US" dirty="0"/>
              <a:t>中说明了邮件的数据类型</a:t>
            </a:r>
            <a:r>
              <a:rPr lang="en-US" altLang="zh-CN" dirty="0"/>
              <a:t>(</a:t>
            </a:r>
            <a:r>
              <a:rPr lang="zh-CN" altLang="en-US" dirty="0"/>
              <a:t>如文本、声音、图像、视像等</a:t>
            </a:r>
            <a:r>
              <a:rPr lang="en-US" altLang="zh-CN" dirty="0"/>
              <a:t>)</a:t>
            </a:r>
            <a:r>
              <a:rPr lang="zh-CN" altLang="en-US" dirty="0"/>
              <a:t>，使用 </a:t>
            </a:r>
            <a:r>
              <a:rPr lang="en-US" altLang="zh-CN" dirty="0"/>
              <a:t>MIME </a:t>
            </a:r>
            <a:r>
              <a:rPr lang="zh-CN" altLang="en-US" dirty="0"/>
              <a:t>可在邮件中同时传送多种类型的数据。 </a:t>
            </a:r>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44738" name="Object 383"/>
          <p:cNvGraphicFramePr>
            <a:graphicFrameLocks noChangeAspect="1"/>
          </p:cNvGraphicFramePr>
          <p:nvPr/>
        </p:nvGraphicFramePr>
        <p:xfrm>
          <a:off x="3855060" y="4378326"/>
          <a:ext cx="2729310" cy="1439863"/>
        </p:xfrm>
        <a:graphic>
          <a:graphicData uri="http://schemas.openxmlformats.org/presentationml/2006/ole">
            <mc:AlternateContent xmlns:mc="http://schemas.openxmlformats.org/markup-compatibility/2006">
              <mc:Choice xmlns:v="urn:schemas-microsoft-com:vml" Requires="v">
                <p:oleObj spid="_x0000_s27608" name="VISIO" r:id="rId4" imgW="1687195" imgH="964565" progId="Visio.Drawing.6">
                  <p:embed/>
                </p:oleObj>
              </mc:Choice>
              <mc:Fallback>
                <p:oleObj name="VISIO" r:id="rId4" imgW="1687195" imgH="964565" progId="Visio.Drawing.6">
                  <p:embed/>
                  <p:pic>
                    <p:nvPicPr>
                      <p:cNvPr id="0" name="图片 2564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55060" y="4378326"/>
                        <a:ext cx="2729310" cy="1439863"/>
                      </a:xfrm>
                      <a:prstGeom prst="rect">
                        <a:avLst/>
                      </a:prstGeom>
                      <a:noFill/>
                      <a:ln>
                        <a:noFill/>
                      </a:ln>
                      <a:effectLst>
                        <a:outerShdw dist="25400" dir="54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244739" name="Object 383"/>
          <p:cNvGraphicFramePr>
            <a:graphicFrameLocks noGrp="1" noChangeAspect="1"/>
          </p:cNvGraphicFramePr>
          <p:nvPr>
            <p:ph idx="4294967295"/>
          </p:nvPr>
        </p:nvGraphicFramePr>
        <p:xfrm>
          <a:off x="7248606" y="4378325"/>
          <a:ext cx="2728912" cy="1439863"/>
        </p:xfrm>
        <a:graphic>
          <a:graphicData uri="http://schemas.openxmlformats.org/presentationml/2006/ole">
            <mc:AlternateContent xmlns:mc="http://schemas.openxmlformats.org/markup-compatibility/2006">
              <mc:Choice xmlns:v="urn:schemas-microsoft-com:vml" Requires="v">
                <p:oleObj spid="_x0000_s27609" name="VISIO" r:id="rId6" imgW="1687195" imgH="964565" progId="Visio.Drawing.6">
                  <p:embed/>
                </p:oleObj>
              </mc:Choice>
              <mc:Fallback>
                <p:oleObj name="VISIO" r:id="rId6" imgW="1687195" imgH="964565" progId="Visio.Drawing.6">
                  <p:embed/>
                  <p:pic>
                    <p:nvPicPr>
                      <p:cNvPr id="0" name="图片 2564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48606" y="4378325"/>
                        <a:ext cx="2728912" cy="1439863"/>
                      </a:xfrm>
                      <a:prstGeom prst="rect">
                        <a:avLst/>
                      </a:prstGeom>
                      <a:noFill/>
                      <a:ln>
                        <a:noFill/>
                      </a:ln>
                      <a:effectLst>
                        <a:outerShdw dist="25400" dir="54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244740" name="Rectangle 2"/>
          <p:cNvSpPr>
            <a:spLocks noGrp="1" noChangeArrowheads="1"/>
          </p:cNvSpPr>
          <p:nvPr>
            <p:ph type="title" idx="4294967295"/>
          </p:nvPr>
        </p:nvSpPr>
        <p:spPr>
          <a:xfrm>
            <a:off x="863332" y="-3646"/>
            <a:ext cx="7978100" cy="768350"/>
          </a:xfrm>
          <a:noFill/>
        </p:spPr>
        <p:txBody>
          <a:bodyPr/>
          <a:lstStyle/>
          <a:p>
            <a:pPr algn="ctr" eaLnBrk="1" hangingPunct="1"/>
            <a:r>
              <a:rPr dirty="0"/>
              <a:t>电子邮件的最主要的组成构件 </a:t>
            </a:r>
          </a:p>
        </p:txBody>
      </p:sp>
      <p:sp>
        <p:nvSpPr>
          <p:cNvPr id="244741" name="Line 3"/>
          <p:cNvSpPr>
            <a:spLocks noChangeShapeType="1"/>
          </p:cNvSpPr>
          <p:nvPr/>
        </p:nvSpPr>
        <p:spPr bwMode="auto">
          <a:xfrm flipH="1" flipV="1">
            <a:off x="1261614" y="4886325"/>
            <a:ext cx="825500" cy="76200"/>
          </a:xfrm>
          <a:prstGeom prst="line">
            <a:avLst/>
          </a:prstGeom>
          <a:noFill/>
          <a:ln w="38100">
            <a:solidFill>
              <a:srgbClr val="333399"/>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44742" name="Freeform 4"/>
          <p:cNvSpPr/>
          <p:nvPr/>
        </p:nvSpPr>
        <p:spPr bwMode="auto">
          <a:xfrm>
            <a:off x="8175176" y="4821239"/>
            <a:ext cx="825500" cy="142875"/>
          </a:xfrm>
          <a:custGeom>
            <a:avLst/>
            <a:gdLst>
              <a:gd name="T0" fmla="*/ 2147483646 w 480"/>
              <a:gd name="T1" fmla="*/ 0 h 90"/>
              <a:gd name="T2" fmla="*/ 0 w 480"/>
              <a:gd name="T3" fmla="*/ 2147483646 h 90"/>
              <a:gd name="T4" fmla="*/ 0 60000 65536"/>
              <a:gd name="T5" fmla="*/ 0 60000 65536"/>
            </a:gdLst>
            <a:ahLst/>
            <a:cxnLst>
              <a:cxn ang="T4">
                <a:pos x="T0" y="T1"/>
              </a:cxn>
              <a:cxn ang="T5">
                <a:pos x="T2" y="T3"/>
              </a:cxn>
            </a:cxnLst>
            <a:rect l="0" t="0" r="r" b="b"/>
            <a:pathLst>
              <a:path w="480" h="90">
                <a:moveTo>
                  <a:pt x="480" y="0"/>
                </a:moveTo>
                <a:lnTo>
                  <a:pt x="0" y="90"/>
                </a:lnTo>
              </a:path>
            </a:pathLst>
          </a:custGeom>
          <a:noFill/>
          <a:ln w="38100" cmpd="sng">
            <a:solidFill>
              <a:srgbClr val="333399"/>
            </a:solidFill>
            <a:round/>
            <a:headEnd type="none" w="med" len="med"/>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44743" name="Line 5"/>
          <p:cNvSpPr>
            <a:spLocks noChangeShapeType="1"/>
          </p:cNvSpPr>
          <p:nvPr/>
        </p:nvSpPr>
        <p:spPr bwMode="auto">
          <a:xfrm flipH="1" flipV="1">
            <a:off x="6441626" y="5038725"/>
            <a:ext cx="846138" cy="0"/>
          </a:xfrm>
          <a:prstGeom prst="line">
            <a:avLst/>
          </a:prstGeom>
          <a:noFill/>
          <a:ln w="38100">
            <a:solidFill>
              <a:srgbClr val="333399"/>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44744" name="Line 6"/>
          <p:cNvSpPr>
            <a:spLocks noChangeShapeType="1"/>
          </p:cNvSpPr>
          <p:nvPr/>
        </p:nvSpPr>
        <p:spPr bwMode="auto">
          <a:xfrm flipH="1" flipV="1">
            <a:off x="3160264" y="5026025"/>
            <a:ext cx="846138" cy="0"/>
          </a:xfrm>
          <a:prstGeom prst="line">
            <a:avLst/>
          </a:prstGeom>
          <a:noFill/>
          <a:ln w="38100">
            <a:solidFill>
              <a:srgbClr val="333399"/>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44745" name="Text Box 7"/>
          <p:cNvSpPr txBox="1">
            <a:spLocks noChangeArrowheads="1"/>
          </p:cNvSpPr>
          <p:nvPr/>
        </p:nvSpPr>
        <p:spPr bwMode="auto">
          <a:xfrm>
            <a:off x="188464" y="4065588"/>
            <a:ext cx="87716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1800" b="1">
                <a:solidFill>
                  <a:srgbClr val="000099"/>
                </a:solidFill>
                <a:latin typeface="Arial" panose="020B0604020202020204" pitchFamily="34" charset="0"/>
                <a:ea typeface="黑体" panose="02010609060101010101" pitchFamily="2" charset="-122"/>
              </a:rPr>
              <a:t>发送方</a:t>
            </a:r>
          </a:p>
        </p:txBody>
      </p:sp>
      <p:sp>
        <p:nvSpPr>
          <p:cNvPr id="244746" name="Text Box 8"/>
          <p:cNvSpPr txBox="1">
            <a:spLocks noChangeArrowheads="1"/>
          </p:cNvSpPr>
          <p:nvPr/>
        </p:nvSpPr>
        <p:spPr bwMode="auto">
          <a:xfrm>
            <a:off x="1254735" y="5926138"/>
            <a:ext cx="110799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1800" b="1">
                <a:solidFill>
                  <a:srgbClr val="000099"/>
                </a:solidFill>
                <a:latin typeface="Arial" panose="020B0604020202020204" pitchFamily="34" charset="0"/>
                <a:ea typeface="黑体" panose="02010609060101010101" pitchFamily="2" charset="-122"/>
              </a:rPr>
              <a:t>邮件缓存</a:t>
            </a:r>
          </a:p>
        </p:txBody>
      </p:sp>
      <p:sp>
        <p:nvSpPr>
          <p:cNvPr id="244747" name="Text Box 9"/>
          <p:cNvSpPr txBox="1">
            <a:spLocks noChangeArrowheads="1"/>
          </p:cNvSpPr>
          <p:nvPr/>
        </p:nvSpPr>
        <p:spPr bwMode="auto">
          <a:xfrm>
            <a:off x="6049514" y="5956300"/>
            <a:ext cx="133882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1800" b="1">
                <a:solidFill>
                  <a:srgbClr val="000099"/>
                </a:solidFill>
                <a:latin typeface="Arial" panose="020B0604020202020204" pitchFamily="34" charset="0"/>
                <a:ea typeface="黑体" panose="02010609060101010101" pitchFamily="2" charset="-122"/>
              </a:rPr>
              <a:t>   </a:t>
            </a:r>
            <a:r>
              <a:rPr kumimoji="1" lang="zh-CN" altLang="en-US" sz="1800" b="1">
                <a:solidFill>
                  <a:srgbClr val="000099"/>
                </a:solidFill>
                <a:latin typeface="Arial" panose="020B0604020202020204" pitchFamily="34" charset="0"/>
                <a:ea typeface="黑体" panose="02010609060101010101" pitchFamily="2" charset="-122"/>
              </a:rPr>
              <a:t>接收方</a:t>
            </a:r>
          </a:p>
          <a:p>
            <a:pPr eaLnBrk="1" hangingPunct="1"/>
            <a:r>
              <a:rPr kumimoji="1" lang="zh-CN" altLang="en-US" sz="1800" b="1">
                <a:solidFill>
                  <a:srgbClr val="000099"/>
                </a:solidFill>
                <a:latin typeface="Arial" panose="020B0604020202020204" pitchFamily="34" charset="0"/>
                <a:ea typeface="黑体" panose="02010609060101010101" pitchFamily="2" charset="-122"/>
              </a:rPr>
              <a:t>邮件服务器</a:t>
            </a:r>
          </a:p>
        </p:txBody>
      </p:sp>
      <p:sp>
        <p:nvSpPr>
          <p:cNvPr id="244748" name="Oval 10"/>
          <p:cNvSpPr>
            <a:spLocks noChangeArrowheads="1"/>
          </p:cNvSpPr>
          <p:nvPr/>
        </p:nvSpPr>
        <p:spPr bwMode="auto">
          <a:xfrm>
            <a:off x="6957564" y="4351339"/>
            <a:ext cx="1405070" cy="1296987"/>
          </a:xfrm>
          <a:prstGeom prst="ellipse">
            <a:avLst/>
          </a:prstGeom>
          <a:solidFill>
            <a:srgbClr val="66FF66"/>
          </a:solidFill>
          <a:ln w="19050">
            <a:solidFill>
              <a:schemeClr val="folHlink"/>
            </a:solidFill>
            <a:round/>
          </a:ln>
          <a:effectLst>
            <a:outerShdw dist="35921" dir="2700000" algn="ctr" rotWithShape="0">
              <a:schemeClr val="bg2"/>
            </a:outerShdw>
          </a:effectLst>
        </p:spPr>
        <p:txBody>
          <a:bodyPr wrap="none" anchor="ctr"/>
          <a:lstStyle/>
          <a:p>
            <a:pPr eaLnBrk="1" hangingPunct="1"/>
            <a:endParaRPr lang="zh-CN" altLang="en-US" b="1">
              <a:solidFill>
                <a:srgbClr val="000099"/>
              </a:solidFill>
            </a:endParaRPr>
          </a:p>
        </p:txBody>
      </p:sp>
      <p:grpSp>
        <p:nvGrpSpPr>
          <p:cNvPr id="244749" name="Group 11"/>
          <p:cNvGrpSpPr/>
          <p:nvPr/>
        </p:nvGrpSpPr>
        <p:grpSpPr bwMode="auto">
          <a:xfrm>
            <a:off x="7372034" y="4460875"/>
            <a:ext cx="495300" cy="457200"/>
            <a:chOff x="2351" y="2975"/>
            <a:chExt cx="481" cy="433"/>
          </a:xfrm>
        </p:grpSpPr>
        <p:sp>
          <p:nvSpPr>
            <p:cNvPr id="245118" name="Rectangle 12"/>
            <p:cNvSpPr>
              <a:spLocks noChangeArrowheads="1"/>
            </p:cNvSpPr>
            <p:nvPr/>
          </p:nvSpPr>
          <p:spPr bwMode="auto">
            <a:xfrm rot="-5400000">
              <a:off x="2376" y="2952"/>
              <a:ext cx="432" cy="480"/>
            </a:xfrm>
            <a:prstGeom prst="rect">
              <a:avLst/>
            </a:prstGeom>
            <a:solidFill>
              <a:srgbClr val="CCECFF"/>
            </a:solidFill>
            <a:ln w="19050">
              <a:solidFill>
                <a:schemeClr val="tx1"/>
              </a:solidFill>
              <a:miter lim="800000"/>
            </a:ln>
            <a:effectLst>
              <a:outerShdw dist="35921" dir="2700000" algn="ctr" rotWithShape="0">
                <a:schemeClr val="bg2"/>
              </a:outerShdw>
            </a:effectLst>
          </p:spPr>
          <p:txBody>
            <a:bodyPr wrap="none" anchor="ctr"/>
            <a:lstStyle/>
            <a:p>
              <a:pPr eaLnBrk="1" hangingPunct="1"/>
              <a:endParaRPr lang="zh-CN" altLang="en-US" b="1">
                <a:solidFill>
                  <a:srgbClr val="000099"/>
                </a:solidFill>
              </a:endParaRPr>
            </a:p>
          </p:txBody>
        </p:sp>
        <p:sp>
          <p:nvSpPr>
            <p:cNvPr id="245119" name="Line 13"/>
            <p:cNvSpPr>
              <a:spLocks noChangeShapeType="1"/>
            </p:cNvSpPr>
            <p:nvPr/>
          </p:nvSpPr>
          <p:spPr bwMode="auto">
            <a:xfrm rot="10800000">
              <a:off x="2351" y="3321"/>
              <a:ext cx="48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45120" name="Line 14"/>
            <p:cNvSpPr>
              <a:spLocks noChangeShapeType="1"/>
            </p:cNvSpPr>
            <p:nvPr/>
          </p:nvSpPr>
          <p:spPr bwMode="auto">
            <a:xfrm rot="10800000">
              <a:off x="2351" y="3234"/>
              <a:ext cx="48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45121" name="Line 15"/>
            <p:cNvSpPr>
              <a:spLocks noChangeShapeType="1"/>
            </p:cNvSpPr>
            <p:nvPr/>
          </p:nvSpPr>
          <p:spPr bwMode="auto">
            <a:xfrm rot="10800000">
              <a:off x="2351" y="3148"/>
              <a:ext cx="48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45122" name="Line 16"/>
            <p:cNvSpPr>
              <a:spLocks noChangeShapeType="1"/>
            </p:cNvSpPr>
            <p:nvPr/>
          </p:nvSpPr>
          <p:spPr bwMode="auto">
            <a:xfrm rot="10800000">
              <a:off x="2351" y="3061"/>
              <a:ext cx="48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45123" name="Line 17"/>
            <p:cNvSpPr>
              <a:spLocks noChangeShapeType="1"/>
            </p:cNvSpPr>
            <p:nvPr/>
          </p:nvSpPr>
          <p:spPr bwMode="auto">
            <a:xfrm rot="5400000">
              <a:off x="2519" y="3191"/>
              <a:ext cx="432"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45124" name="Line 18"/>
            <p:cNvSpPr>
              <a:spLocks noChangeShapeType="1"/>
            </p:cNvSpPr>
            <p:nvPr/>
          </p:nvSpPr>
          <p:spPr bwMode="auto">
            <a:xfrm rot="5400000">
              <a:off x="2423" y="3191"/>
              <a:ext cx="432"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45125" name="Line 19"/>
            <p:cNvSpPr>
              <a:spLocks noChangeShapeType="1"/>
            </p:cNvSpPr>
            <p:nvPr/>
          </p:nvSpPr>
          <p:spPr bwMode="auto">
            <a:xfrm rot="5400000">
              <a:off x="2327" y="3191"/>
              <a:ext cx="432"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45126" name="Line 20"/>
            <p:cNvSpPr>
              <a:spLocks noChangeShapeType="1"/>
            </p:cNvSpPr>
            <p:nvPr/>
          </p:nvSpPr>
          <p:spPr bwMode="auto">
            <a:xfrm rot="5400000">
              <a:off x="2231" y="3191"/>
              <a:ext cx="432"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grpSp>
      <p:grpSp>
        <p:nvGrpSpPr>
          <p:cNvPr id="244750" name="Group 21"/>
          <p:cNvGrpSpPr/>
          <p:nvPr/>
        </p:nvGrpSpPr>
        <p:grpSpPr bwMode="auto">
          <a:xfrm>
            <a:off x="7258528" y="5013325"/>
            <a:ext cx="791104" cy="457200"/>
            <a:chOff x="1296" y="768"/>
            <a:chExt cx="556" cy="336"/>
          </a:xfrm>
        </p:grpSpPr>
        <p:sp>
          <p:nvSpPr>
            <p:cNvPr id="245095" name="Rectangle 22"/>
            <p:cNvSpPr>
              <a:spLocks noChangeArrowheads="1"/>
            </p:cNvSpPr>
            <p:nvPr/>
          </p:nvSpPr>
          <p:spPr bwMode="auto">
            <a:xfrm>
              <a:off x="1296" y="768"/>
              <a:ext cx="556" cy="336"/>
            </a:xfrm>
            <a:prstGeom prst="rect">
              <a:avLst/>
            </a:prstGeom>
            <a:solidFill>
              <a:srgbClr val="FFFF99"/>
            </a:solidFill>
            <a:ln w="12700">
              <a:solidFill>
                <a:schemeClr val="tx1"/>
              </a:solidFill>
              <a:miter lim="800000"/>
            </a:ln>
            <a:effectLst>
              <a:outerShdw dist="35921" dir="2700000" algn="ctr" rotWithShape="0">
                <a:schemeClr val="bg2"/>
              </a:outerShdw>
            </a:effectLst>
          </p:spPr>
          <p:txBody>
            <a:bodyPr wrap="none" anchor="ctr"/>
            <a:lstStyle/>
            <a:p>
              <a:pPr algn="ctr" eaLnBrk="1" hangingPunct="1"/>
              <a:endParaRPr kumimoji="1" lang="zh-CN" altLang="zh-CN" sz="1800" b="1">
                <a:solidFill>
                  <a:srgbClr val="000099"/>
                </a:solidFill>
                <a:latin typeface="Arial" panose="020B0604020202020204" pitchFamily="34" charset="0"/>
                <a:ea typeface="黑体" panose="02010609060101010101" pitchFamily="2" charset="-122"/>
              </a:endParaRPr>
            </a:p>
          </p:txBody>
        </p:sp>
        <p:grpSp>
          <p:nvGrpSpPr>
            <p:cNvPr id="245096" name="Group 23"/>
            <p:cNvGrpSpPr/>
            <p:nvPr/>
          </p:nvGrpSpPr>
          <p:grpSpPr bwMode="auto">
            <a:xfrm>
              <a:off x="1367" y="829"/>
              <a:ext cx="393" cy="214"/>
              <a:chOff x="2928" y="3744"/>
              <a:chExt cx="528" cy="336"/>
            </a:xfrm>
          </p:grpSpPr>
          <p:grpSp>
            <p:nvGrpSpPr>
              <p:cNvPr id="245097" name="Group 24"/>
              <p:cNvGrpSpPr/>
              <p:nvPr/>
            </p:nvGrpSpPr>
            <p:grpSpPr bwMode="auto">
              <a:xfrm>
                <a:off x="3024" y="3744"/>
                <a:ext cx="432" cy="240"/>
                <a:chOff x="2736" y="3648"/>
                <a:chExt cx="432" cy="240"/>
              </a:xfrm>
            </p:grpSpPr>
            <p:grpSp>
              <p:nvGrpSpPr>
                <p:cNvPr id="245112" name="Group 25"/>
                <p:cNvGrpSpPr/>
                <p:nvPr/>
              </p:nvGrpSpPr>
              <p:grpSpPr bwMode="auto">
                <a:xfrm>
                  <a:off x="2736" y="3648"/>
                  <a:ext cx="432" cy="240"/>
                  <a:chOff x="2592" y="3504"/>
                  <a:chExt cx="576" cy="384"/>
                </a:xfrm>
              </p:grpSpPr>
              <p:sp>
                <p:nvSpPr>
                  <p:cNvPr id="245114" name="Rectangle 26"/>
                  <p:cNvSpPr>
                    <a:spLocks noChangeArrowheads="1"/>
                  </p:cNvSpPr>
                  <p:nvPr/>
                </p:nvSpPr>
                <p:spPr bwMode="auto">
                  <a:xfrm>
                    <a:off x="2592" y="3504"/>
                    <a:ext cx="576" cy="384"/>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solidFill>
                        <a:srgbClr val="000099"/>
                      </a:solidFill>
                    </a:endParaRPr>
                  </a:p>
                </p:txBody>
              </p:sp>
              <p:sp>
                <p:nvSpPr>
                  <p:cNvPr id="245115" name="Freeform 27"/>
                  <p:cNvSpPr/>
                  <p:nvPr/>
                </p:nvSpPr>
                <p:spPr bwMode="auto">
                  <a:xfrm>
                    <a:off x="2592" y="3504"/>
                    <a:ext cx="576" cy="240"/>
                  </a:xfrm>
                  <a:custGeom>
                    <a:avLst/>
                    <a:gdLst>
                      <a:gd name="T0" fmla="*/ 0 w 576"/>
                      <a:gd name="T1" fmla="*/ 0 h 240"/>
                      <a:gd name="T2" fmla="*/ 288 w 576"/>
                      <a:gd name="T3" fmla="*/ 240 h 240"/>
                      <a:gd name="T4" fmla="*/ 576 w 576"/>
                      <a:gd name="T5" fmla="*/ 0 h 240"/>
                      <a:gd name="T6" fmla="*/ 0 60000 65536"/>
                      <a:gd name="T7" fmla="*/ 0 60000 65536"/>
                      <a:gd name="T8" fmla="*/ 0 60000 65536"/>
                    </a:gdLst>
                    <a:ahLst/>
                    <a:cxnLst>
                      <a:cxn ang="T6">
                        <a:pos x="T0" y="T1"/>
                      </a:cxn>
                      <a:cxn ang="T7">
                        <a:pos x="T2" y="T3"/>
                      </a:cxn>
                      <a:cxn ang="T8">
                        <a:pos x="T4" y="T5"/>
                      </a:cxn>
                    </a:cxnLst>
                    <a:rect l="0" t="0" r="r" b="b"/>
                    <a:pathLst>
                      <a:path w="576" h="240">
                        <a:moveTo>
                          <a:pt x="0" y="0"/>
                        </a:moveTo>
                        <a:lnTo>
                          <a:pt x="288" y="240"/>
                        </a:lnTo>
                        <a:lnTo>
                          <a:pt x="576" y="0"/>
                        </a:lnTo>
                      </a:path>
                    </a:pathLst>
                  </a:custGeom>
                  <a:solidFill>
                    <a:srgbClr val="FFFF99"/>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45116" name="Line 28"/>
                  <p:cNvSpPr>
                    <a:spLocks noChangeShapeType="1"/>
                  </p:cNvSpPr>
                  <p:nvPr/>
                </p:nvSpPr>
                <p:spPr bwMode="auto">
                  <a:xfrm flipV="1">
                    <a:off x="2592" y="3704"/>
                    <a:ext cx="232" cy="18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45117" name="Line 29"/>
                  <p:cNvSpPr>
                    <a:spLocks noChangeShapeType="1"/>
                  </p:cNvSpPr>
                  <p:nvPr/>
                </p:nvSpPr>
                <p:spPr bwMode="auto">
                  <a:xfrm flipH="1" flipV="1">
                    <a:off x="2936" y="3704"/>
                    <a:ext cx="232" cy="18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grpSp>
            <p:sp>
              <p:nvSpPr>
                <p:cNvPr id="245113" name="Line 30"/>
                <p:cNvSpPr>
                  <a:spLocks noChangeShapeType="1"/>
                </p:cNvSpPr>
                <p:nvPr/>
              </p:nvSpPr>
              <p:spPr bwMode="auto">
                <a:xfrm>
                  <a:off x="2736" y="3648"/>
                  <a:ext cx="424"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grpSp>
          <p:grpSp>
            <p:nvGrpSpPr>
              <p:cNvPr id="245098" name="Group 31"/>
              <p:cNvGrpSpPr/>
              <p:nvPr/>
            </p:nvGrpSpPr>
            <p:grpSpPr bwMode="auto">
              <a:xfrm>
                <a:off x="2976" y="3792"/>
                <a:ext cx="432" cy="240"/>
                <a:chOff x="2736" y="3648"/>
                <a:chExt cx="432" cy="240"/>
              </a:xfrm>
            </p:grpSpPr>
            <p:grpSp>
              <p:nvGrpSpPr>
                <p:cNvPr id="245106" name="Group 32"/>
                <p:cNvGrpSpPr/>
                <p:nvPr/>
              </p:nvGrpSpPr>
              <p:grpSpPr bwMode="auto">
                <a:xfrm>
                  <a:off x="2736" y="3648"/>
                  <a:ext cx="432" cy="240"/>
                  <a:chOff x="2592" y="3504"/>
                  <a:chExt cx="576" cy="384"/>
                </a:xfrm>
              </p:grpSpPr>
              <p:sp>
                <p:nvSpPr>
                  <p:cNvPr id="245108" name="Rectangle 33"/>
                  <p:cNvSpPr>
                    <a:spLocks noChangeArrowheads="1"/>
                  </p:cNvSpPr>
                  <p:nvPr/>
                </p:nvSpPr>
                <p:spPr bwMode="auto">
                  <a:xfrm>
                    <a:off x="2592" y="3504"/>
                    <a:ext cx="576" cy="384"/>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solidFill>
                        <a:srgbClr val="000099"/>
                      </a:solidFill>
                    </a:endParaRPr>
                  </a:p>
                </p:txBody>
              </p:sp>
              <p:sp>
                <p:nvSpPr>
                  <p:cNvPr id="245109" name="Freeform 34"/>
                  <p:cNvSpPr/>
                  <p:nvPr/>
                </p:nvSpPr>
                <p:spPr bwMode="auto">
                  <a:xfrm>
                    <a:off x="2592" y="3504"/>
                    <a:ext cx="576" cy="240"/>
                  </a:xfrm>
                  <a:custGeom>
                    <a:avLst/>
                    <a:gdLst>
                      <a:gd name="T0" fmla="*/ 0 w 576"/>
                      <a:gd name="T1" fmla="*/ 0 h 240"/>
                      <a:gd name="T2" fmla="*/ 288 w 576"/>
                      <a:gd name="T3" fmla="*/ 240 h 240"/>
                      <a:gd name="T4" fmla="*/ 576 w 576"/>
                      <a:gd name="T5" fmla="*/ 0 h 240"/>
                      <a:gd name="T6" fmla="*/ 0 60000 65536"/>
                      <a:gd name="T7" fmla="*/ 0 60000 65536"/>
                      <a:gd name="T8" fmla="*/ 0 60000 65536"/>
                    </a:gdLst>
                    <a:ahLst/>
                    <a:cxnLst>
                      <a:cxn ang="T6">
                        <a:pos x="T0" y="T1"/>
                      </a:cxn>
                      <a:cxn ang="T7">
                        <a:pos x="T2" y="T3"/>
                      </a:cxn>
                      <a:cxn ang="T8">
                        <a:pos x="T4" y="T5"/>
                      </a:cxn>
                    </a:cxnLst>
                    <a:rect l="0" t="0" r="r" b="b"/>
                    <a:pathLst>
                      <a:path w="576" h="240">
                        <a:moveTo>
                          <a:pt x="0" y="0"/>
                        </a:moveTo>
                        <a:lnTo>
                          <a:pt x="288" y="240"/>
                        </a:lnTo>
                        <a:lnTo>
                          <a:pt x="576" y="0"/>
                        </a:lnTo>
                      </a:path>
                    </a:pathLst>
                  </a:custGeom>
                  <a:solidFill>
                    <a:srgbClr val="FFFF99"/>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45110" name="Line 35"/>
                  <p:cNvSpPr>
                    <a:spLocks noChangeShapeType="1"/>
                  </p:cNvSpPr>
                  <p:nvPr/>
                </p:nvSpPr>
                <p:spPr bwMode="auto">
                  <a:xfrm flipV="1">
                    <a:off x="2592" y="3704"/>
                    <a:ext cx="232" cy="18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45111" name="Line 36"/>
                  <p:cNvSpPr>
                    <a:spLocks noChangeShapeType="1"/>
                  </p:cNvSpPr>
                  <p:nvPr/>
                </p:nvSpPr>
                <p:spPr bwMode="auto">
                  <a:xfrm flipH="1" flipV="1">
                    <a:off x="2936" y="3704"/>
                    <a:ext cx="232" cy="18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grpSp>
            <p:sp>
              <p:nvSpPr>
                <p:cNvPr id="245107" name="Line 37"/>
                <p:cNvSpPr>
                  <a:spLocks noChangeShapeType="1"/>
                </p:cNvSpPr>
                <p:nvPr/>
              </p:nvSpPr>
              <p:spPr bwMode="auto">
                <a:xfrm>
                  <a:off x="2736" y="3648"/>
                  <a:ext cx="424"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grpSp>
          <p:grpSp>
            <p:nvGrpSpPr>
              <p:cNvPr id="245099" name="Group 38"/>
              <p:cNvGrpSpPr/>
              <p:nvPr/>
            </p:nvGrpSpPr>
            <p:grpSpPr bwMode="auto">
              <a:xfrm>
                <a:off x="2928" y="3840"/>
                <a:ext cx="432" cy="240"/>
                <a:chOff x="2736" y="3648"/>
                <a:chExt cx="432" cy="240"/>
              </a:xfrm>
            </p:grpSpPr>
            <p:grpSp>
              <p:nvGrpSpPr>
                <p:cNvPr id="245100" name="Group 39"/>
                <p:cNvGrpSpPr/>
                <p:nvPr/>
              </p:nvGrpSpPr>
              <p:grpSpPr bwMode="auto">
                <a:xfrm>
                  <a:off x="2736" y="3648"/>
                  <a:ext cx="432" cy="240"/>
                  <a:chOff x="2592" y="3504"/>
                  <a:chExt cx="576" cy="384"/>
                </a:xfrm>
              </p:grpSpPr>
              <p:sp>
                <p:nvSpPr>
                  <p:cNvPr id="245102" name="Rectangle 40"/>
                  <p:cNvSpPr>
                    <a:spLocks noChangeArrowheads="1"/>
                  </p:cNvSpPr>
                  <p:nvPr/>
                </p:nvSpPr>
                <p:spPr bwMode="auto">
                  <a:xfrm>
                    <a:off x="2592" y="3504"/>
                    <a:ext cx="576" cy="384"/>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solidFill>
                        <a:srgbClr val="000099"/>
                      </a:solidFill>
                    </a:endParaRPr>
                  </a:p>
                </p:txBody>
              </p:sp>
              <p:sp>
                <p:nvSpPr>
                  <p:cNvPr id="245103" name="Freeform 41"/>
                  <p:cNvSpPr/>
                  <p:nvPr/>
                </p:nvSpPr>
                <p:spPr bwMode="auto">
                  <a:xfrm>
                    <a:off x="2592" y="3504"/>
                    <a:ext cx="576" cy="240"/>
                  </a:xfrm>
                  <a:custGeom>
                    <a:avLst/>
                    <a:gdLst>
                      <a:gd name="T0" fmla="*/ 0 w 576"/>
                      <a:gd name="T1" fmla="*/ 0 h 240"/>
                      <a:gd name="T2" fmla="*/ 288 w 576"/>
                      <a:gd name="T3" fmla="*/ 240 h 240"/>
                      <a:gd name="T4" fmla="*/ 576 w 576"/>
                      <a:gd name="T5" fmla="*/ 0 h 240"/>
                      <a:gd name="T6" fmla="*/ 0 60000 65536"/>
                      <a:gd name="T7" fmla="*/ 0 60000 65536"/>
                      <a:gd name="T8" fmla="*/ 0 60000 65536"/>
                    </a:gdLst>
                    <a:ahLst/>
                    <a:cxnLst>
                      <a:cxn ang="T6">
                        <a:pos x="T0" y="T1"/>
                      </a:cxn>
                      <a:cxn ang="T7">
                        <a:pos x="T2" y="T3"/>
                      </a:cxn>
                      <a:cxn ang="T8">
                        <a:pos x="T4" y="T5"/>
                      </a:cxn>
                    </a:cxnLst>
                    <a:rect l="0" t="0" r="r" b="b"/>
                    <a:pathLst>
                      <a:path w="576" h="240">
                        <a:moveTo>
                          <a:pt x="0" y="0"/>
                        </a:moveTo>
                        <a:lnTo>
                          <a:pt x="288" y="240"/>
                        </a:lnTo>
                        <a:lnTo>
                          <a:pt x="576" y="0"/>
                        </a:lnTo>
                      </a:path>
                    </a:pathLst>
                  </a:custGeom>
                  <a:solidFill>
                    <a:srgbClr val="FFFF99"/>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45104" name="Line 42"/>
                  <p:cNvSpPr>
                    <a:spLocks noChangeShapeType="1"/>
                  </p:cNvSpPr>
                  <p:nvPr/>
                </p:nvSpPr>
                <p:spPr bwMode="auto">
                  <a:xfrm flipV="1">
                    <a:off x="2592" y="3704"/>
                    <a:ext cx="232" cy="18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45105" name="Line 43"/>
                  <p:cNvSpPr>
                    <a:spLocks noChangeShapeType="1"/>
                  </p:cNvSpPr>
                  <p:nvPr/>
                </p:nvSpPr>
                <p:spPr bwMode="auto">
                  <a:xfrm flipH="1" flipV="1">
                    <a:off x="2936" y="3704"/>
                    <a:ext cx="232" cy="18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grpSp>
            <p:sp>
              <p:nvSpPr>
                <p:cNvPr id="245101" name="Line 44"/>
                <p:cNvSpPr>
                  <a:spLocks noChangeShapeType="1"/>
                </p:cNvSpPr>
                <p:nvPr/>
              </p:nvSpPr>
              <p:spPr bwMode="auto">
                <a:xfrm>
                  <a:off x="2736" y="3648"/>
                  <a:ext cx="424"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grpSp>
        </p:grpSp>
      </p:grpSp>
      <p:grpSp>
        <p:nvGrpSpPr>
          <p:cNvPr id="244751" name="Group 45"/>
          <p:cNvGrpSpPr/>
          <p:nvPr/>
        </p:nvGrpSpPr>
        <p:grpSpPr bwMode="auto">
          <a:xfrm>
            <a:off x="528982" y="4567238"/>
            <a:ext cx="957925" cy="1014412"/>
            <a:chOff x="246" y="1767"/>
            <a:chExt cx="557" cy="639"/>
          </a:xfrm>
        </p:grpSpPr>
        <p:grpSp>
          <p:nvGrpSpPr>
            <p:cNvPr id="245036" name="Group 46"/>
            <p:cNvGrpSpPr/>
            <p:nvPr/>
          </p:nvGrpSpPr>
          <p:grpSpPr bwMode="auto">
            <a:xfrm>
              <a:off x="246" y="1943"/>
              <a:ext cx="557" cy="463"/>
              <a:chOff x="246" y="1943"/>
              <a:chExt cx="557" cy="463"/>
            </a:xfrm>
          </p:grpSpPr>
          <p:sp>
            <p:nvSpPr>
              <p:cNvPr id="245089" name="Freeform 47"/>
              <p:cNvSpPr/>
              <p:nvPr/>
            </p:nvSpPr>
            <p:spPr bwMode="auto">
              <a:xfrm>
                <a:off x="373" y="2005"/>
                <a:ext cx="196" cy="295"/>
              </a:xfrm>
              <a:custGeom>
                <a:avLst/>
                <a:gdLst>
                  <a:gd name="T0" fmla="*/ 0 w 982"/>
                  <a:gd name="T1" fmla="*/ 0 h 1477"/>
                  <a:gd name="T2" fmla="*/ 0 w 982"/>
                  <a:gd name="T3" fmla="*/ 0 h 1477"/>
                  <a:gd name="T4" fmla="*/ 0 w 982"/>
                  <a:gd name="T5" fmla="*/ 0 h 1477"/>
                  <a:gd name="T6" fmla="*/ 0 w 982"/>
                  <a:gd name="T7" fmla="*/ 0 h 147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82" h="1477">
                    <a:moveTo>
                      <a:pt x="652" y="26"/>
                    </a:moveTo>
                    <a:lnTo>
                      <a:pt x="982" y="1347"/>
                    </a:lnTo>
                    <a:lnTo>
                      <a:pt x="0" y="1477"/>
                    </a:lnTo>
                    <a:lnTo>
                      <a:pt x="252" y="0"/>
                    </a:lnTo>
                  </a:path>
                </a:pathLst>
              </a:custGeom>
              <a:noFill/>
              <a:ln w="17463">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b="1">
                  <a:solidFill>
                    <a:srgbClr val="000099"/>
                  </a:solidFill>
                </a:endParaRPr>
              </a:p>
            </p:txBody>
          </p:sp>
          <p:grpSp>
            <p:nvGrpSpPr>
              <p:cNvPr id="245090" name="Group 48"/>
              <p:cNvGrpSpPr/>
              <p:nvPr/>
            </p:nvGrpSpPr>
            <p:grpSpPr bwMode="auto">
              <a:xfrm>
                <a:off x="246" y="1943"/>
                <a:ext cx="551" cy="121"/>
                <a:chOff x="246" y="1943"/>
                <a:chExt cx="551" cy="121"/>
              </a:xfrm>
            </p:grpSpPr>
            <p:sp>
              <p:nvSpPr>
                <p:cNvPr id="245092" name="Freeform 49"/>
                <p:cNvSpPr/>
                <p:nvPr/>
              </p:nvSpPr>
              <p:spPr bwMode="auto">
                <a:xfrm>
                  <a:off x="246" y="1943"/>
                  <a:ext cx="551" cy="104"/>
                </a:xfrm>
                <a:custGeom>
                  <a:avLst/>
                  <a:gdLst>
                    <a:gd name="T0" fmla="*/ 0 w 2751"/>
                    <a:gd name="T1" fmla="*/ 0 h 522"/>
                    <a:gd name="T2" fmla="*/ 0 w 2751"/>
                    <a:gd name="T3" fmla="*/ 0 h 522"/>
                    <a:gd name="T4" fmla="*/ 0 w 2751"/>
                    <a:gd name="T5" fmla="*/ 0 h 522"/>
                    <a:gd name="T6" fmla="*/ 0 w 2751"/>
                    <a:gd name="T7" fmla="*/ 0 h 522"/>
                    <a:gd name="T8" fmla="*/ 0 w 2751"/>
                    <a:gd name="T9" fmla="*/ 0 h 52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1" h="522">
                      <a:moveTo>
                        <a:pt x="2751" y="270"/>
                      </a:moveTo>
                      <a:lnTo>
                        <a:pt x="1016" y="522"/>
                      </a:lnTo>
                      <a:lnTo>
                        <a:pt x="0" y="132"/>
                      </a:lnTo>
                      <a:lnTo>
                        <a:pt x="1302" y="0"/>
                      </a:lnTo>
                      <a:lnTo>
                        <a:pt x="2751" y="270"/>
                      </a:lnTo>
                      <a:close/>
                    </a:path>
                  </a:pathLst>
                </a:custGeom>
                <a:solidFill>
                  <a:srgbClr val="FFFFFF"/>
                </a:solidFill>
                <a:ln w="3175">
                  <a:solidFill>
                    <a:srgbClr val="000000"/>
                  </a:solidFill>
                  <a:prstDash val="solid"/>
                  <a:round/>
                </a:ln>
              </p:spPr>
              <p:txBody>
                <a:bodyPr/>
                <a:lstStyle/>
                <a:p>
                  <a:endParaRPr lang="zh-CN" altLang="en-US" b="1">
                    <a:solidFill>
                      <a:srgbClr val="000099"/>
                    </a:solidFill>
                  </a:endParaRPr>
                </a:p>
              </p:txBody>
            </p:sp>
            <p:sp>
              <p:nvSpPr>
                <p:cNvPr id="245093" name="Freeform 50"/>
                <p:cNvSpPr/>
                <p:nvPr/>
              </p:nvSpPr>
              <p:spPr bwMode="auto">
                <a:xfrm>
                  <a:off x="450" y="1997"/>
                  <a:ext cx="345" cy="67"/>
                </a:xfrm>
                <a:custGeom>
                  <a:avLst/>
                  <a:gdLst>
                    <a:gd name="T0" fmla="*/ 0 w 1728"/>
                    <a:gd name="T1" fmla="*/ 0 h 337"/>
                    <a:gd name="T2" fmla="*/ 0 w 1728"/>
                    <a:gd name="T3" fmla="*/ 0 h 337"/>
                    <a:gd name="T4" fmla="*/ 0 w 1728"/>
                    <a:gd name="T5" fmla="*/ 0 h 337"/>
                    <a:gd name="T6" fmla="*/ 0 w 1728"/>
                    <a:gd name="T7" fmla="*/ 0 h 337"/>
                    <a:gd name="T8" fmla="*/ 0 w 1728"/>
                    <a:gd name="T9" fmla="*/ 0 h 3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28" h="337">
                      <a:moveTo>
                        <a:pt x="1728" y="0"/>
                      </a:moveTo>
                      <a:lnTo>
                        <a:pt x="0" y="251"/>
                      </a:lnTo>
                      <a:lnTo>
                        <a:pt x="0" y="337"/>
                      </a:lnTo>
                      <a:lnTo>
                        <a:pt x="1728" y="88"/>
                      </a:lnTo>
                      <a:lnTo>
                        <a:pt x="1728" y="0"/>
                      </a:lnTo>
                      <a:close/>
                    </a:path>
                  </a:pathLst>
                </a:custGeom>
                <a:solidFill>
                  <a:srgbClr val="E0E0E0"/>
                </a:solidFill>
                <a:ln w="3175">
                  <a:solidFill>
                    <a:srgbClr val="000000"/>
                  </a:solidFill>
                  <a:prstDash val="solid"/>
                  <a:round/>
                </a:ln>
              </p:spPr>
              <p:txBody>
                <a:bodyPr/>
                <a:lstStyle/>
                <a:p>
                  <a:endParaRPr lang="zh-CN" altLang="en-US" b="1">
                    <a:solidFill>
                      <a:srgbClr val="000099"/>
                    </a:solidFill>
                  </a:endParaRPr>
                </a:p>
              </p:txBody>
            </p:sp>
            <p:sp>
              <p:nvSpPr>
                <p:cNvPr id="245094" name="Freeform 51"/>
                <p:cNvSpPr/>
                <p:nvPr/>
              </p:nvSpPr>
              <p:spPr bwMode="auto">
                <a:xfrm>
                  <a:off x="246" y="1969"/>
                  <a:ext cx="204" cy="95"/>
                </a:xfrm>
                <a:custGeom>
                  <a:avLst/>
                  <a:gdLst>
                    <a:gd name="T0" fmla="*/ 0 w 1016"/>
                    <a:gd name="T1" fmla="*/ 0 h 476"/>
                    <a:gd name="T2" fmla="*/ 0 w 1016"/>
                    <a:gd name="T3" fmla="*/ 0 h 476"/>
                    <a:gd name="T4" fmla="*/ 0 w 1016"/>
                    <a:gd name="T5" fmla="*/ 0 h 476"/>
                    <a:gd name="T6" fmla="*/ 0 w 1016"/>
                    <a:gd name="T7" fmla="*/ 0 h 476"/>
                    <a:gd name="T8" fmla="*/ 0 w 1016"/>
                    <a:gd name="T9" fmla="*/ 0 h 47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16" h="476">
                      <a:moveTo>
                        <a:pt x="1016" y="476"/>
                      </a:moveTo>
                      <a:lnTo>
                        <a:pt x="1016" y="390"/>
                      </a:lnTo>
                      <a:lnTo>
                        <a:pt x="0" y="0"/>
                      </a:lnTo>
                      <a:lnTo>
                        <a:pt x="0" y="60"/>
                      </a:lnTo>
                      <a:lnTo>
                        <a:pt x="1016" y="476"/>
                      </a:lnTo>
                      <a:close/>
                    </a:path>
                  </a:pathLst>
                </a:custGeom>
                <a:solidFill>
                  <a:srgbClr val="C0C0C0"/>
                </a:solidFill>
                <a:ln w="3175">
                  <a:solidFill>
                    <a:srgbClr val="000000"/>
                  </a:solidFill>
                  <a:prstDash val="solid"/>
                  <a:round/>
                </a:ln>
              </p:spPr>
              <p:txBody>
                <a:bodyPr/>
                <a:lstStyle/>
                <a:p>
                  <a:endParaRPr lang="zh-CN" altLang="en-US" b="1">
                    <a:solidFill>
                      <a:srgbClr val="000099"/>
                    </a:solidFill>
                  </a:endParaRPr>
                </a:p>
              </p:txBody>
            </p:sp>
          </p:grpSp>
          <p:sp>
            <p:nvSpPr>
              <p:cNvPr id="245091" name="Freeform 52"/>
              <p:cNvSpPr/>
              <p:nvPr/>
            </p:nvSpPr>
            <p:spPr bwMode="auto">
              <a:xfrm>
                <a:off x="564" y="2028"/>
                <a:ext cx="239" cy="378"/>
              </a:xfrm>
              <a:custGeom>
                <a:avLst/>
                <a:gdLst>
                  <a:gd name="T0" fmla="*/ 0 w 1195"/>
                  <a:gd name="T1" fmla="*/ 0 h 1893"/>
                  <a:gd name="T2" fmla="*/ 0 w 1195"/>
                  <a:gd name="T3" fmla="*/ 0 h 1893"/>
                  <a:gd name="T4" fmla="*/ 0 w 1195"/>
                  <a:gd name="T5" fmla="*/ 0 h 1893"/>
                  <a:gd name="T6" fmla="*/ 0 w 1195"/>
                  <a:gd name="T7" fmla="*/ 0 h 189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195" h="1893">
                    <a:moveTo>
                      <a:pt x="660" y="0"/>
                    </a:moveTo>
                    <a:lnTo>
                      <a:pt x="1195" y="1747"/>
                    </a:lnTo>
                    <a:lnTo>
                      <a:pt x="0" y="1893"/>
                    </a:lnTo>
                    <a:lnTo>
                      <a:pt x="191" y="35"/>
                    </a:lnTo>
                  </a:path>
                </a:pathLst>
              </a:custGeom>
              <a:noFill/>
              <a:ln w="17463">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b="1">
                  <a:solidFill>
                    <a:srgbClr val="000099"/>
                  </a:solidFill>
                </a:endParaRPr>
              </a:p>
            </p:txBody>
          </p:sp>
        </p:grpSp>
        <p:grpSp>
          <p:nvGrpSpPr>
            <p:cNvPr id="245037" name="Group 53"/>
            <p:cNvGrpSpPr/>
            <p:nvPr/>
          </p:nvGrpSpPr>
          <p:grpSpPr bwMode="auto">
            <a:xfrm>
              <a:off x="325" y="1767"/>
              <a:ext cx="383" cy="268"/>
              <a:chOff x="325" y="1767"/>
              <a:chExt cx="383" cy="268"/>
            </a:xfrm>
          </p:grpSpPr>
          <p:grpSp>
            <p:nvGrpSpPr>
              <p:cNvPr id="245038" name="Group 54"/>
              <p:cNvGrpSpPr/>
              <p:nvPr/>
            </p:nvGrpSpPr>
            <p:grpSpPr bwMode="auto">
              <a:xfrm>
                <a:off x="412" y="1767"/>
                <a:ext cx="296" cy="243"/>
                <a:chOff x="412" y="1767"/>
                <a:chExt cx="296" cy="243"/>
              </a:xfrm>
            </p:grpSpPr>
            <p:grpSp>
              <p:nvGrpSpPr>
                <p:cNvPr id="245071" name="Group 55"/>
                <p:cNvGrpSpPr/>
                <p:nvPr/>
              </p:nvGrpSpPr>
              <p:grpSpPr bwMode="auto">
                <a:xfrm>
                  <a:off x="412" y="1767"/>
                  <a:ext cx="296" cy="243"/>
                  <a:chOff x="412" y="1767"/>
                  <a:chExt cx="296" cy="243"/>
                </a:xfrm>
              </p:grpSpPr>
              <p:grpSp>
                <p:nvGrpSpPr>
                  <p:cNvPr id="245080" name="Group 56"/>
                  <p:cNvGrpSpPr/>
                  <p:nvPr/>
                </p:nvGrpSpPr>
                <p:grpSpPr bwMode="auto">
                  <a:xfrm>
                    <a:off x="412" y="1904"/>
                    <a:ext cx="296" cy="106"/>
                    <a:chOff x="412" y="1904"/>
                    <a:chExt cx="296" cy="106"/>
                  </a:xfrm>
                </p:grpSpPr>
                <p:sp>
                  <p:nvSpPr>
                    <p:cNvPr id="245086" name="Freeform 57"/>
                    <p:cNvSpPr/>
                    <p:nvPr/>
                  </p:nvSpPr>
                  <p:spPr bwMode="auto">
                    <a:xfrm>
                      <a:off x="412" y="1904"/>
                      <a:ext cx="170" cy="106"/>
                    </a:xfrm>
                    <a:custGeom>
                      <a:avLst/>
                      <a:gdLst>
                        <a:gd name="T0" fmla="*/ 0 w 848"/>
                        <a:gd name="T1" fmla="*/ 0 h 530"/>
                        <a:gd name="T2" fmla="*/ 0 w 848"/>
                        <a:gd name="T3" fmla="*/ 0 h 530"/>
                        <a:gd name="T4" fmla="*/ 0 w 848"/>
                        <a:gd name="T5" fmla="*/ 0 h 530"/>
                        <a:gd name="T6" fmla="*/ 0 w 848"/>
                        <a:gd name="T7" fmla="*/ 0 h 530"/>
                        <a:gd name="T8" fmla="*/ 0 w 848"/>
                        <a:gd name="T9" fmla="*/ 0 h 5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48" h="530">
                          <a:moveTo>
                            <a:pt x="848" y="162"/>
                          </a:moveTo>
                          <a:lnTo>
                            <a:pt x="848" y="530"/>
                          </a:lnTo>
                          <a:lnTo>
                            <a:pt x="0" y="258"/>
                          </a:lnTo>
                          <a:lnTo>
                            <a:pt x="0" y="0"/>
                          </a:lnTo>
                          <a:lnTo>
                            <a:pt x="848" y="162"/>
                          </a:lnTo>
                          <a:close/>
                        </a:path>
                      </a:pathLst>
                    </a:custGeom>
                    <a:solidFill>
                      <a:srgbClr val="A0A0A0"/>
                    </a:solidFill>
                    <a:ln w="3175">
                      <a:solidFill>
                        <a:srgbClr val="000000"/>
                      </a:solidFill>
                      <a:prstDash val="solid"/>
                      <a:round/>
                    </a:ln>
                  </p:spPr>
                  <p:txBody>
                    <a:bodyPr/>
                    <a:lstStyle/>
                    <a:p>
                      <a:endParaRPr lang="zh-CN" altLang="en-US" b="1">
                        <a:solidFill>
                          <a:srgbClr val="000099"/>
                        </a:solidFill>
                      </a:endParaRPr>
                    </a:p>
                  </p:txBody>
                </p:sp>
                <p:sp>
                  <p:nvSpPr>
                    <p:cNvPr id="245087" name="Freeform 58"/>
                    <p:cNvSpPr/>
                    <p:nvPr/>
                  </p:nvSpPr>
                  <p:spPr bwMode="auto">
                    <a:xfrm>
                      <a:off x="582" y="1929"/>
                      <a:ext cx="126" cy="81"/>
                    </a:xfrm>
                    <a:custGeom>
                      <a:avLst/>
                      <a:gdLst>
                        <a:gd name="T0" fmla="*/ 0 w 631"/>
                        <a:gd name="T1" fmla="*/ 0 h 404"/>
                        <a:gd name="T2" fmla="*/ 0 w 631"/>
                        <a:gd name="T3" fmla="*/ 0 h 404"/>
                        <a:gd name="T4" fmla="*/ 0 w 631"/>
                        <a:gd name="T5" fmla="*/ 0 h 404"/>
                        <a:gd name="T6" fmla="*/ 0 w 631"/>
                        <a:gd name="T7" fmla="*/ 0 h 404"/>
                        <a:gd name="T8" fmla="*/ 0 w 631"/>
                        <a:gd name="T9" fmla="*/ 0 h 40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31" h="404">
                          <a:moveTo>
                            <a:pt x="0" y="36"/>
                          </a:moveTo>
                          <a:lnTo>
                            <a:pt x="0" y="404"/>
                          </a:lnTo>
                          <a:lnTo>
                            <a:pt x="631" y="312"/>
                          </a:lnTo>
                          <a:lnTo>
                            <a:pt x="631" y="0"/>
                          </a:lnTo>
                          <a:lnTo>
                            <a:pt x="0" y="36"/>
                          </a:lnTo>
                          <a:close/>
                        </a:path>
                      </a:pathLst>
                    </a:custGeom>
                    <a:solidFill>
                      <a:srgbClr val="808080"/>
                    </a:solidFill>
                    <a:ln w="3175">
                      <a:solidFill>
                        <a:srgbClr val="000000"/>
                      </a:solidFill>
                      <a:prstDash val="solid"/>
                      <a:round/>
                    </a:ln>
                  </p:spPr>
                  <p:txBody>
                    <a:bodyPr/>
                    <a:lstStyle/>
                    <a:p>
                      <a:endParaRPr lang="zh-CN" altLang="en-US" b="1">
                        <a:solidFill>
                          <a:srgbClr val="000099"/>
                        </a:solidFill>
                      </a:endParaRPr>
                    </a:p>
                  </p:txBody>
                </p:sp>
                <p:sp>
                  <p:nvSpPr>
                    <p:cNvPr id="245088" name="Freeform 59"/>
                    <p:cNvSpPr/>
                    <p:nvPr/>
                  </p:nvSpPr>
                  <p:spPr bwMode="auto">
                    <a:xfrm>
                      <a:off x="412" y="1904"/>
                      <a:ext cx="296" cy="32"/>
                    </a:xfrm>
                    <a:custGeom>
                      <a:avLst/>
                      <a:gdLst>
                        <a:gd name="T0" fmla="*/ 0 w 1479"/>
                        <a:gd name="T1" fmla="*/ 0 h 162"/>
                        <a:gd name="T2" fmla="*/ 0 w 1479"/>
                        <a:gd name="T3" fmla="*/ 0 h 162"/>
                        <a:gd name="T4" fmla="*/ 0 w 1479"/>
                        <a:gd name="T5" fmla="*/ 0 h 162"/>
                        <a:gd name="T6" fmla="*/ 0 w 1479"/>
                        <a:gd name="T7" fmla="*/ 0 h 162"/>
                        <a:gd name="T8" fmla="*/ 0 w 1479"/>
                        <a:gd name="T9" fmla="*/ 0 h 1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79" h="162">
                          <a:moveTo>
                            <a:pt x="1479" y="126"/>
                          </a:moveTo>
                          <a:lnTo>
                            <a:pt x="842" y="162"/>
                          </a:lnTo>
                          <a:lnTo>
                            <a:pt x="0" y="0"/>
                          </a:lnTo>
                          <a:lnTo>
                            <a:pt x="619" y="0"/>
                          </a:lnTo>
                          <a:lnTo>
                            <a:pt x="1479" y="126"/>
                          </a:lnTo>
                          <a:close/>
                        </a:path>
                      </a:pathLst>
                    </a:custGeom>
                    <a:solidFill>
                      <a:srgbClr val="C0C0C0"/>
                    </a:solidFill>
                    <a:ln w="3175">
                      <a:solidFill>
                        <a:srgbClr val="000000"/>
                      </a:solidFill>
                      <a:prstDash val="solid"/>
                      <a:round/>
                    </a:ln>
                  </p:spPr>
                  <p:txBody>
                    <a:bodyPr/>
                    <a:lstStyle/>
                    <a:p>
                      <a:endParaRPr lang="zh-CN" altLang="en-US" b="1">
                        <a:solidFill>
                          <a:srgbClr val="000099"/>
                        </a:solidFill>
                      </a:endParaRPr>
                    </a:p>
                  </p:txBody>
                </p:sp>
              </p:grpSp>
              <p:sp>
                <p:nvSpPr>
                  <p:cNvPr id="245081" name="Freeform 60"/>
                  <p:cNvSpPr/>
                  <p:nvPr/>
                </p:nvSpPr>
                <p:spPr bwMode="auto">
                  <a:xfrm>
                    <a:off x="504" y="1895"/>
                    <a:ext cx="108" cy="30"/>
                  </a:xfrm>
                  <a:custGeom>
                    <a:avLst/>
                    <a:gdLst>
                      <a:gd name="T0" fmla="*/ 0 w 538"/>
                      <a:gd name="T1" fmla="*/ 0 h 151"/>
                      <a:gd name="T2" fmla="*/ 0 w 538"/>
                      <a:gd name="T3" fmla="*/ 0 h 151"/>
                      <a:gd name="T4" fmla="*/ 0 w 538"/>
                      <a:gd name="T5" fmla="*/ 0 h 151"/>
                      <a:gd name="T6" fmla="*/ 0 w 538"/>
                      <a:gd name="T7" fmla="*/ 0 h 151"/>
                      <a:gd name="T8" fmla="*/ 0 w 538"/>
                      <a:gd name="T9" fmla="*/ 0 h 151"/>
                      <a:gd name="T10" fmla="*/ 0 w 538"/>
                      <a:gd name="T11" fmla="*/ 0 h 15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38" h="151">
                        <a:moveTo>
                          <a:pt x="538" y="86"/>
                        </a:moveTo>
                        <a:lnTo>
                          <a:pt x="538" y="135"/>
                        </a:lnTo>
                        <a:lnTo>
                          <a:pt x="287" y="151"/>
                        </a:lnTo>
                        <a:lnTo>
                          <a:pt x="0" y="97"/>
                        </a:lnTo>
                        <a:lnTo>
                          <a:pt x="0" y="0"/>
                        </a:lnTo>
                        <a:lnTo>
                          <a:pt x="538" y="86"/>
                        </a:lnTo>
                        <a:close/>
                      </a:path>
                    </a:pathLst>
                  </a:custGeom>
                  <a:solidFill>
                    <a:srgbClr val="606060"/>
                  </a:solidFill>
                  <a:ln w="3175">
                    <a:solidFill>
                      <a:srgbClr val="000000"/>
                    </a:solidFill>
                    <a:prstDash val="solid"/>
                    <a:round/>
                  </a:ln>
                </p:spPr>
                <p:txBody>
                  <a:bodyPr/>
                  <a:lstStyle/>
                  <a:p>
                    <a:endParaRPr lang="zh-CN" altLang="en-US" b="1">
                      <a:solidFill>
                        <a:srgbClr val="000099"/>
                      </a:solidFill>
                    </a:endParaRPr>
                  </a:p>
                </p:txBody>
              </p:sp>
              <p:grpSp>
                <p:nvGrpSpPr>
                  <p:cNvPr id="245082" name="Group 61"/>
                  <p:cNvGrpSpPr/>
                  <p:nvPr/>
                </p:nvGrpSpPr>
                <p:grpSpPr bwMode="auto">
                  <a:xfrm>
                    <a:off x="446" y="1767"/>
                    <a:ext cx="239" cy="151"/>
                    <a:chOff x="446" y="1767"/>
                    <a:chExt cx="239" cy="151"/>
                  </a:xfrm>
                </p:grpSpPr>
                <p:sp>
                  <p:nvSpPr>
                    <p:cNvPr id="245083" name="Freeform 62"/>
                    <p:cNvSpPr/>
                    <p:nvPr/>
                  </p:nvSpPr>
                  <p:spPr bwMode="auto">
                    <a:xfrm>
                      <a:off x="446" y="1767"/>
                      <a:ext cx="137" cy="148"/>
                    </a:xfrm>
                    <a:custGeom>
                      <a:avLst/>
                      <a:gdLst>
                        <a:gd name="T0" fmla="*/ 0 w 686"/>
                        <a:gd name="T1" fmla="*/ 0 h 740"/>
                        <a:gd name="T2" fmla="*/ 0 w 686"/>
                        <a:gd name="T3" fmla="*/ 0 h 740"/>
                        <a:gd name="T4" fmla="*/ 0 w 686"/>
                        <a:gd name="T5" fmla="*/ 0 h 740"/>
                        <a:gd name="T6" fmla="*/ 0 w 686"/>
                        <a:gd name="T7" fmla="*/ 0 h 740"/>
                        <a:gd name="T8" fmla="*/ 0 w 686"/>
                        <a:gd name="T9" fmla="*/ 0 h 7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6" h="740">
                          <a:moveTo>
                            <a:pt x="589" y="740"/>
                          </a:moveTo>
                          <a:lnTo>
                            <a:pt x="686" y="24"/>
                          </a:lnTo>
                          <a:lnTo>
                            <a:pt x="95" y="0"/>
                          </a:lnTo>
                          <a:lnTo>
                            <a:pt x="0" y="638"/>
                          </a:lnTo>
                          <a:lnTo>
                            <a:pt x="589" y="740"/>
                          </a:lnTo>
                          <a:close/>
                        </a:path>
                      </a:pathLst>
                    </a:custGeom>
                    <a:solidFill>
                      <a:srgbClr val="A0A0A0"/>
                    </a:solidFill>
                    <a:ln w="3175">
                      <a:solidFill>
                        <a:srgbClr val="000000"/>
                      </a:solidFill>
                      <a:prstDash val="solid"/>
                      <a:round/>
                    </a:ln>
                  </p:spPr>
                  <p:txBody>
                    <a:bodyPr/>
                    <a:lstStyle/>
                    <a:p>
                      <a:endParaRPr lang="zh-CN" altLang="en-US" b="1">
                        <a:solidFill>
                          <a:srgbClr val="000099"/>
                        </a:solidFill>
                      </a:endParaRPr>
                    </a:p>
                  </p:txBody>
                </p:sp>
                <p:sp>
                  <p:nvSpPr>
                    <p:cNvPr id="245084" name="Freeform 63"/>
                    <p:cNvSpPr/>
                    <p:nvPr/>
                  </p:nvSpPr>
                  <p:spPr bwMode="auto">
                    <a:xfrm>
                      <a:off x="564" y="1771"/>
                      <a:ext cx="121" cy="147"/>
                    </a:xfrm>
                    <a:custGeom>
                      <a:avLst/>
                      <a:gdLst>
                        <a:gd name="T0" fmla="*/ 0 w 608"/>
                        <a:gd name="T1" fmla="*/ 0 h 735"/>
                        <a:gd name="T2" fmla="*/ 0 w 608"/>
                        <a:gd name="T3" fmla="*/ 0 h 735"/>
                        <a:gd name="T4" fmla="*/ 0 w 608"/>
                        <a:gd name="T5" fmla="*/ 0 h 735"/>
                        <a:gd name="T6" fmla="*/ 0 w 608"/>
                        <a:gd name="T7" fmla="*/ 0 h 735"/>
                        <a:gd name="T8" fmla="*/ 0 w 608"/>
                        <a:gd name="T9" fmla="*/ 0 h 7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08" h="735">
                          <a:moveTo>
                            <a:pt x="97" y="0"/>
                          </a:moveTo>
                          <a:lnTo>
                            <a:pt x="608" y="163"/>
                          </a:lnTo>
                          <a:lnTo>
                            <a:pt x="536" y="735"/>
                          </a:lnTo>
                          <a:lnTo>
                            <a:pt x="0" y="717"/>
                          </a:lnTo>
                          <a:lnTo>
                            <a:pt x="97" y="0"/>
                          </a:lnTo>
                          <a:close/>
                        </a:path>
                      </a:pathLst>
                    </a:custGeom>
                    <a:solidFill>
                      <a:srgbClr val="808080"/>
                    </a:solidFill>
                    <a:ln w="3175">
                      <a:solidFill>
                        <a:srgbClr val="000000"/>
                      </a:solidFill>
                      <a:prstDash val="solid"/>
                      <a:round/>
                    </a:ln>
                  </p:spPr>
                  <p:txBody>
                    <a:bodyPr/>
                    <a:lstStyle/>
                    <a:p>
                      <a:endParaRPr lang="zh-CN" altLang="en-US" b="1">
                        <a:solidFill>
                          <a:srgbClr val="000099"/>
                        </a:solidFill>
                      </a:endParaRPr>
                    </a:p>
                  </p:txBody>
                </p:sp>
                <p:sp>
                  <p:nvSpPr>
                    <p:cNvPr id="245085" name="Freeform 64"/>
                    <p:cNvSpPr/>
                    <p:nvPr/>
                  </p:nvSpPr>
                  <p:spPr bwMode="auto">
                    <a:xfrm>
                      <a:off x="462" y="1781"/>
                      <a:ext cx="98" cy="112"/>
                    </a:xfrm>
                    <a:custGeom>
                      <a:avLst/>
                      <a:gdLst>
                        <a:gd name="T0" fmla="*/ 0 w 493"/>
                        <a:gd name="T1" fmla="*/ 0 h 557"/>
                        <a:gd name="T2" fmla="*/ 0 w 493"/>
                        <a:gd name="T3" fmla="*/ 0 h 557"/>
                        <a:gd name="T4" fmla="*/ 0 w 493"/>
                        <a:gd name="T5" fmla="*/ 0 h 557"/>
                        <a:gd name="T6" fmla="*/ 0 w 493"/>
                        <a:gd name="T7" fmla="*/ 0 h 557"/>
                        <a:gd name="T8" fmla="*/ 0 w 493"/>
                        <a:gd name="T9" fmla="*/ 0 h 5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3" h="557">
                          <a:moveTo>
                            <a:pt x="493" y="25"/>
                          </a:moveTo>
                          <a:lnTo>
                            <a:pt x="423" y="557"/>
                          </a:lnTo>
                          <a:lnTo>
                            <a:pt x="0" y="494"/>
                          </a:lnTo>
                          <a:lnTo>
                            <a:pt x="73" y="0"/>
                          </a:lnTo>
                          <a:lnTo>
                            <a:pt x="493" y="25"/>
                          </a:lnTo>
                          <a:close/>
                        </a:path>
                      </a:pathLst>
                    </a:custGeom>
                    <a:solidFill>
                      <a:srgbClr val="00C0C0"/>
                    </a:solidFill>
                    <a:ln w="3175">
                      <a:solidFill>
                        <a:srgbClr val="000000"/>
                      </a:solidFill>
                      <a:prstDash val="solid"/>
                      <a:round/>
                    </a:ln>
                  </p:spPr>
                  <p:txBody>
                    <a:bodyPr/>
                    <a:lstStyle/>
                    <a:p>
                      <a:endParaRPr lang="zh-CN" altLang="en-US" b="1">
                        <a:solidFill>
                          <a:srgbClr val="000099"/>
                        </a:solidFill>
                      </a:endParaRPr>
                    </a:p>
                  </p:txBody>
                </p:sp>
              </p:grpSp>
            </p:grpSp>
            <p:grpSp>
              <p:nvGrpSpPr>
                <p:cNvPr id="245072" name="Group 65"/>
                <p:cNvGrpSpPr/>
                <p:nvPr/>
              </p:nvGrpSpPr>
              <p:grpSpPr bwMode="auto">
                <a:xfrm>
                  <a:off x="424" y="1915"/>
                  <a:ext cx="97" cy="69"/>
                  <a:chOff x="424" y="1915"/>
                  <a:chExt cx="97" cy="69"/>
                </a:xfrm>
              </p:grpSpPr>
              <p:sp>
                <p:nvSpPr>
                  <p:cNvPr id="245073" name="Freeform 66"/>
                  <p:cNvSpPr/>
                  <p:nvPr/>
                </p:nvSpPr>
                <p:spPr bwMode="auto">
                  <a:xfrm>
                    <a:off x="424" y="1915"/>
                    <a:ext cx="97" cy="69"/>
                  </a:xfrm>
                  <a:custGeom>
                    <a:avLst/>
                    <a:gdLst>
                      <a:gd name="T0" fmla="*/ 0 w 483"/>
                      <a:gd name="T1" fmla="*/ 0 h 346"/>
                      <a:gd name="T2" fmla="*/ 0 w 483"/>
                      <a:gd name="T3" fmla="*/ 0 h 346"/>
                      <a:gd name="T4" fmla="*/ 0 w 483"/>
                      <a:gd name="T5" fmla="*/ 0 h 346"/>
                      <a:gd name="T6" fmla="*/ 0 w 483"/>
                      <a:gd name="T7" fmla="*/ 0 h 346"/>
                      <a:gd name="T8" fmla="*/ 0 w 483"/>
                      <a:gd name="T9" fmla="*/ 0 h 34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83" h="346">
                        <a:moveTo>
                          <a:pt x="0" y="0"/>
                        </a:moveTo>
                        <a:lnTo>
                          <a:pt x="483" y="104"/>
                        </a:lnTo>
                        <a:lnTo>
                          <a:pt x="483" y="346"/>
                        </a:lnTo>
                        <a:lnTo>
                          <a:pt x="0" y="195"/>
                        </a:lnTo>
                        <a:lnTo>
                          <a:pt x="0" y="0"/>
                        </a:lnTo>
                        <a:close/>
                      </a:path>
                    </a:pathLst>
                  </a:custGeom>
                  <a:solidFill>
                    <a:srgbClr val="404040"/>
                  </a:solidFill>
                  <a:ln w="3175">
                    <a:solidFill>
                      <a:srgbClr val="000000"/>
                    </a:solidFill>
                    <a:prstDash val="solid"/>
                    <a:round/>
                  </a:ln>
                </p:spPr>
                <p:txBody>
                  <a:bodyPr/>
                  <a:lstStyle/>
                  <a:p>
                    <a:endParaRPr lang="zh-CN" altLang="en-US" b="1">
                      <a:solidFill>
                        <a:srgbClr val="000099"/>
                      </a:solidFill>
                    </a:endParaRPr>
                  </a:p>
                </p:txBody>
              </p:sp>
              <p:sp>
                <p:nvSpPr>
                  <p:cNvPr id="245074" name="Line 67"/>
                  <p:cNvSpPr>
                    <a:spLocks noChangeShapeType="1"/>
                  </p:cNvSpPr>
                  <p:nvPr/>
                </p:nvSpPr>
                <p:spPr bwMode="auto">
                  <a:xfrm flipH="1" flipV="1">
                    <a:off x="433" y="1933"/>
                    <a:ext cx="26" cy="6"/>
                  </a:xfrm>
                  <a:prstGeom prst="line">
                    <a:avLst/>
                  </a:prstGeom>
                  <a:noFill/>
                  <a:ln w="6350">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5075" name="Line 68"/>
                  <p:cNvSpPr>
                    <a:spLocks noChangeShapeType="1"/>
                  </p:cNvSpPr>
                  <p:nvPr/>
                </p:nvSpPr>
                <p:spPr bwMode="auto">
                  <a:xfrm>
                    <a:off x="472" y="1941"/>
                    <a:ext cx="34" cy="7"/>
                  </a:xfrm>
                  <a:prstGeom prst="line">
                    <a:avLst/>
                  </a:prstGeom>
                  <a:noFill/>
                  <a:ln w="6350">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5076" name="Line 69"/>
                  <p:cNvSpPr>
                    <a:spLocks noChangeShapeType="1"/>
                  </p:cNvSpPr>
                  <p:nvPr/>
                </p:nvSpPr>
                <p:spPr bwMode="auto">
                  <a:xfrm>
                    <a:off x="465" y="1924"/>
                    <a:ext cx="1" cy="45"/>
                  </a:xfrm>
                  <a:prstGeom prst="line">
                    <a:avLst/>
                  </a:prstGeom>
                  <a:noFill/>
                  <a:ln w="31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5077" name="Line 70"/>
                  <p:cNvSpPr>
                    <a:spLocks noChangeShapeType="1"/>
                  </p:cNvSpPr>
                  <p:nvPr/>
                </p:nvSpPr>
                <p:spPr bwMode="auto">
                  <a:xfrm>
                    <a:off x="511" y="1934"/>
                    <a:ext cx="1" cy="49"/>
                  </a:xfrm>
                  <a:prstGeom prst="line">
                    <a:avLst/>
                  </a:prstGeom>
                  <a:noFill/>
                  <a:ln w="31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5078" name="Line 71"/>
                  <p:cNvSpPr>
                    <a:spLocks noChangeShapeType="1"/>
                  </p:cNvSpPr>
                  <p:nvPr/>
                </p:nvSpPr>
                <p:spPr bwMode="auto">
                  <a:xfrm>
                    <a:off x="425" y="1933"/>
                    <a:ext cx="88" cy="22"/>
                  </a:xfrm>
                  <a:prstGeom prst="line">
                    <a:avLst/>
                  </a:prstGeom>
                  <a:noFill/>
                  <a:ln w="31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5079" name="Line 72"/>
                  <p:cNvSpPr>
                    <a:spLocks noChangeShapeType="1"/>
                  </p:cNvSpPr>
                  <p:nvPr/>
                </p:nvSpPr>
                <p:spPr bwMode="auto">
                  <a:xfrm flipH="1" flipV="1">
                    <a:off x="424" y="1926"/>
                    <a:ext cx="89" cy="21"/>
                  </a:xfrm>
                  <a:prstGeom prst="line">
                    <a:avLst/>
                  </a:prstGeom>
                  <a:noFill/>
                  <a:ln w="317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grpSp>
            <p:nvGrpSpPr>
              <p:cNvPr id="245039" name="Group 73"/>
              <p:cNvGrpSpPr/>
              <p:nvPr/>
            </p:nvGrpSpPr>
            <p:grpSpPr bwMode="auto">
              <a:xfrm>
                <a:off x="325" y="1917"/>
                <a:ext cx="231" cy="118"/>
                <a:chOff x="325" y="1917"/>
                <a:chExt cx="231" cy="118"/>
              </a:xfrm>
            </p:grpSpPr>
            <p:grpSp>
              <p:nvGrpSpPr>
                <p:cNvPr id="245040" name="Group 74"/>
                <p:cNvGrpSpPr/>
                <p:nvPr/>
              </p:nvGrpSpPr>
              <p:grpSpPr bwMode="auto">
                <a:xfrm>
                  <a:off x="504" y="1981"/>
                  <a:ext cx="37" cy="28"/>
                  <a:chOff x="504" y="1981"/>
                  <a:chExt cx="37" cy="28"/>
                </a:xfrm>
              </p:grpSpPr>
              <p:sp>
                <p:nvSpPr>
                  <p:cNvPr id="245069" name="Freeform 75"/>
                  <p:cNvSpPr/>
                  <p:nvPr/>
                </p:nvSpPr>
                <p:spPr bwMode="auto">
                  <a:xfrm>
                    <a:off x="531" y="1981"/>
                    <a:ext cx="10" cy="28"/>
                  </a:xfrm>
                  <a:custGeom>
                    <a:avLst/>
                    <a:gdLst>
                      <a:gd name="T0" fmla="*/ 0 w 53"/>
                      <a:gd name="T1" fmla="*/ 0 h 140"/>
                      <a:gd name="T2" fmla="*/ 0 w 53"/>
                      <a:gd name="T3" fmla="*/ 0 h 140"/>
                      <a:gd name="T4" fmla="*/ 0 w 53"/>
                      <a:gd name="T5" fmla="*/ 0 h 140"/>
                      <a:gd name="T6" fmla="*/ 0 w 53"/>
                      <a:gd name="T7" fmla="*/ 0 h 140"/>
                      <a:gd name="T8" fmla="*/ 0 w 53"/>
                      <a:gd name="T9" fmla="*/ 0 h 1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140">
                        <a:moveTo>
                          <a:pt x="37" y="0"/>
                        </a:moveTo>
                        <a:lnTo>
                          <a:pt x="53" y="131"/>
                        </a:lnTo>
                        <a:lnTo>
                          <a:pt x="14" y="140"/>
                        </a:lnTo>
                        <a:lnTo>
                          <a:pt x="0" y="6"/>
                        </a:lnTo>
                        <a:lnTo>
                          <a:pt x="37" y="0"/>
                        </a:lnTo>
                        <a:close/>
                      </a:path>
                    </a:pathLst>
                  </a:custGeom>
                  <a:solidFill>
                    <a:srgbClr val="606060"/>
                  </a:solidFill>
                  <a:ln w="3175">
                    <a:solidFill>
                      <a:srgbClr val="000000"/>
                    </a:solidFill>
                    <a:prstDash val="solid"/>
                    <a:round/>
                  </a:ln>
                </p:spPr>
                <p:txBody>
                  <a:bodyPr/>
                  <a:lstStyle/>
                  <a:p>
                    <a:endParaRPr lang="zh-CN" altLang="en-US" b="1">
                      <a:solidFill>
                        <a:srgbClr val="000099"/>
                      </a:solidFill>
                    </a:endParaRPr>
                  </a:p>
                </p:txBody>
              </p:sp>
              <p:sp>
                <p:nvSpPr>
                  <p:cNvPr id="245070" name="Freeform 76"/>
                  <p:cNvSpPr/>
                  <p:nvPr/>
                </p:nvSpPr>
                <p:spPr bwMode="auto">
                  <a:xfrm>
                    <a:off x="504" y="1985"/>
                    <a:ext cx="29" cy="24"/>
                  </a:xfrm>
                  <a:custGeom>
                    <a:avLst/>
                    <a:gdLst>
                      <a:gd name="T0" fmla="*/ 0 w 148"/>
                      <a:gd name="T1" fmla="*/ 0 h 122"/>
                      <a:gd name="T2" fmla="*/ 0 w 148"/>
                      <a:gd name="T3" fmla="*/ 0 h 122"/>
                      <a:gd name="T4" fmla="*/ 0 w 148"/>
                      <a:gd name="T5" fmla="*/ 0 h 122"/>
                      <a:gd name="T6" fmla="*/ 0 w 148"/>
                      <a:gd name="T7" fmla="*/ 0 h 122"/>
                      <a:gd name="T8" fmla="*/ 0 w 148"/>
                      <a:gd name="T9" fmla="*/ 0 h 122"/>
                      <a:gd name="T10" fmla="*/ 0 w 148"/>
                      <a:gd name="T11" fmla="*/ 0 h 122"/>
                      <a:gd name="T12" fmla="*/ 0 w 148"/>
                      <a:gd name="T13" fmla="*/ 0 h 12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48" h="122">
                        <a:moveTo>
                          <a:pt x="136" y="5"/>
                        </a:moveTo>
                        <a:lnTo>
                          <a:pt x="148" y="122"/>
                        </a:lnTo>
                        <a:lnTo>
                          <a:pt x="0" y="61"/>
                        </a:lnTo>
                        <a:lnTo>
                          <a:pt x="58" y="43"/>
                        </a:lnTo>
                        <a:lnTo>
                          <a:pt x="111" y="70"/>
                        </a:lnTo>
                        <a:lnTo>
                          <a:pt x="94" y="0"/>
                        </a:lnTo>
                        <a:lnTo>
                          <a:pt x="136" y="5"/>
                        </a:lnTo>
                        <a:close/>
                      </a:path>
                    </a:pathLst>
                  </a:custGeom>
                  <a:solidFill>
                    <a:srgbClr val="404040"/>
                  </a:solidFill>
                  <a:ln w="3175">
                    <a:solidFill>
                      <a:srgbClr val="000000"/>
                    </a:solidFill>
                    <a:prstDash val="solid"/>
                    <a:round/>
                  </a:ln>
                </p:spPr>
                <p:txBody>
                  <a:bodyPr/>
                  <a:lstStyle/>
                  <a:p>
                    <a:endParaRPr lang="zh-CN" altLang="en-US" b="1">
                      <a:solidFill>
                        <a:srgbClr val="000099"/>
                      </a:solidFill>
                    </a:endParaRPr>
                  </a:p>
                </p:txBody>
              </p:sp>
            </p:grpSp>
            <p:grpSp>
              <p:nvGrpSpPr>
                <p:cNvPr id="245041" name="Group 77"/>
                <p:cNvGrpSpPr/>
                <p:nvPr/>
              </p:nvGrpSpPr>
              <p:grpSpPr bwMode="auto">
                <a:xfrm>
                  <a:off x="325" y="1917"/>
                  <a:ext cx="231" cy="118"/>
                  <a:chOff x="325" y="1917"/>
                  <a:chExt cx="231" cy="118"/>
                </a:xfrm>
              </p:grpSpPr>
              <p:sp>
                <p:nvSpPr>
                  <p:cNvPr id="245042" name="Freeform 78"/>
                  <p:cNvSpPr/>
                  <p:nvPr/>
                </p:nvSpPr>
                <p:spPr bwMode="auto">
                  <a:xfrm>
                    <a:off x="326" y="1917"/>
                    <a:ext cx="226" cy="105"/>
                  </a:xfrm>
                  <a:custGeom>
                    <a:avLst/>
                    <a:gdLst>
                      <a:gd name="T0" fmla="*/ 0 w 1132"/>
                      <a:gd name="T1" fmla="*/ 0 h 525"/>
                      <a:gd name="T2" fmla="*/ 0 w 1132"/>
                      <a:gd name="T3" fmla="*/ 0 h 525"/>
                      <a:gd name="T4" fmla="*/ 0 w 1132"/>
                      <a:gd name="T5" fmla="*/ 0 h 525"/>
                      <a:gd name="T6" fmla="*/ 0 w 1132"/>
                      <a:gd name="T7" fmla="*/ 0 h 525"/>
                      <a:gd name="T8" fmla="*/ 0 w 1132"/>
                      <a:gd name="T9" fmla="*/ 0 h 5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32" h="525">
                        <a:moveTo>
                          <a:pt x="1132" y="223"/>
                        </a:moveTo>
                        <a:lnTo>
                          <a:pt x="589" y="525"/>
                        </a:lnTo>
                        <a:lnTo>
                          <a:pt x="0" y="230"/>
                        </a:lnTo>
                        <a:lnTo>
                          <a:pt x="452" y="0"/>
                        </a:lnTo>
                        <a:lnTo>
                          <a:pt x="1132" y="223"/>
                        </a:lnTo>
                        <a:close/>
                      </a:path>
                    </a:pathLst>
                  </a:custGeom>
                  <a:solidFill>
                    <a:srgbClr val="808080"/>
                  </a:solidFill>
                  <a:ln w="3175">
                    <a:solidFill>
                      <a:srgbClr val="000000"/>
                    </a:solidFill>
                    <a:prstDash val="solid"/>
                    <a:round/>
                  </a:ln>
                </p:spPr>
                <p:txBody>
                  <a:bodyPr/>
                  <a:lstStyle/>
                  <a:p>
                    <a:endParaRPr lang="zh-CN" altLang="en-US" b="1">
                      <a:solidFill>
                        <a:srgbClr val="000099"/>
                      </a:solidFill>
                    </a:endParaRPr>
                  </a:p>
                </p:txBody>
              </p:sp>
              <p:sp>
                <p:nvSpPr>
                  <p:cNvPr id="245043" name="Freeform 79"/>
                  <p:cNvSpPr/>
                  <p:nvPr/>
                </p:nvSpPr>
                <p:spPr bwMode="auto">
                  <a:xfrm>
                    <a:off x="443" y="1961"/>
                    <a:ext cx="113" cy="74"/>
                  </a:xfrm>
                  <a:custGeom>
                    <a:avLst/>
                    <a:gdLst>
                      <a:gd name="T0" fmla="*/ 0 w 566"/>
                      <a:gd name="T1" fmla="*/ 0 h 371"/>
                      <a:gd name="T2" fmla="*/ 0 w 566"/>
                      <a:gd name="T3" fmla="*/ 0 h 371"/>
                      <a:gd name="T4" fmla="*/ 0 w 566"/>
                      <a:gd name="T5" fmla="*/ 0 h 371"/>
                      <a:gd name="T6" fmla="*/ 0 w 566"/>
                      <a:gd name="T7" fmla="*/ 0 h 371"/>
                      <a:gd name="T8" fmla="*/ 0 w 566"/>
                      <a:gd name="T9" fmla="*/ 0 h 37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66" h="371">
                        <a:moveTo>
                          <a:pt x="547" y="0"/>
                        </a:moveTo>
                        <a:lnTo>
                          <a:pt x="0" y="307"/>
                        </a:lnTo>
                        <a:lnTo>
                          <a:pt x="16" y="371"/>
                        </a:lnTo>
                        <a:lnTo>
                          <a:pt x="566" y="60"/>
                        </a:lnTo>
                        <a:lnTo>
                          <a:pt x="547" y="0"/>
                        </a:lnTo>
                        <a:close/>
                      </a:path>
                    </a:pathLst>
                  </a:custGeom>
                  <a:solidFill>
                    <a:srgbClr val="606060"/>
                  </a:solidFill>
                  <a:ln w="3175">
                    <a:solidFill>
                      <a:srgbClr val="000000"/>
                    </a:solidFill>
                    <a:prstDash val="solid"/>
                    <a:round/>
                  </a:ln>
                </p:spPr>
                <p:txBody>
                  <a:bodyPr/>
                  <a:lstStyle/>
                  <a:p>
                    <a:endParaRPr lang="zh-CN" altLang="en-US" b="1">
                      <a:solidFill>
                        <a:srgbClr val="000099"/>
                      </a:solidFill>
                    </a:endParaRPr>
                  </a:p>
                </p:txBody>
              </p:sp>
              <p:sp>
                <p:nvSpPr>
                  <p:cNvPr id="245044" name="Freeform 80"/>
                  <p:cNvSpPr/>
                  <p:nvPr/>
                </p:nvSpPr>
                <p:spPr bwMode="auto">
                  <a:xfrm>
                    <a:off x="325" y="1963"/>
                    <a:ext cx="121" cy="72"/>
                  </a:xfrm>
                  <a:custGeom>
                    <a:avLst/>
                    <a:gdLst>
                      <a:gd name="T0" fmla="*/ 0 w 605"/>
                      <a:gd name="T1" fmla="*/ 0 h 363"/>
                      <a:gd name="T2" fmla="*/ 0 w 605"/>
                      <a:gd name="T3" fmla="*/ 0 h 363"/>
                      <a:gd name="T4" fmla="*/ 0 w 605"/>
                      <a:gd name="T5" fmla="*/ 0 h 363"/>
                      <a:gd name="T6" fmla="*/ 0 w 605"/>
                      <a:gd name="T7" fmla="*/ 0 h 363"/>
                      <a:gd name="T8" fmla="*/ 0 w 605"/>
                      <a:gd name="T9" fmla="*/ 0 h 3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05" h="363">
                        <a:moveTo>
                          <a:pt x="605" y="363"/>
                        </a:moveTo>
                        <a:lnTo>
                          <a:pt x="587" y="295"/>
                        </a:lnTo>
                        <a:lnTo>
                          <a:pt x="0" y="0"/>
                        </a:lnTo>
                        <a:lnTo>
                          <a:pt x="21" y="53"/>
                        </a:lnTo>
                        <a:lnTo>
                          <a:pt x="605" y="363"/>
                        </a:lnTo>
                        <a:close/>
                      </a:path>
                    </a:pathLst>
                  </a:custGeom>
                  <a:solidFill>
                    <a:srgbClr val="404040"/>
                  </a:solidFill>
                  <a:ln w="3175">
                    <a:solidFill>
                      <a:srgbClr val="000000"/>
                    </a:solidFill>
                    <a:prstDash val="solid"/>
                    <a:round/>
                  </a:ln>
                </p:spPr>
                <p:txBody>
                  <a:bodyPr/>
                  <a:lstStyle/>
                  <a:p>
                    <a:endParaRPr lang="zh-CN" altLang="en-US" b="1">
                      <a:solidFill>
                        <a:srgbClr val="000099"/>
                      </a:solidFill>
                    </a:endParaRPr>
                  </a:p>
                </p:txBody>
              </p:sp>
              <p:sp>
                <p:nvSpPr>
                  <p:cNvPr id="245045" name="Freeform 81"/>
                  <p:cNvSpPr/>
                  <p:nvPr/>
                </p:nvSpPr>
                <p:spPr bwMode="auto">
                  <a:xfrm>
                    <a:off x="417" y="1966"/>
                    <a:ext cx="90" cy="46"/>
                  </a:xfrm>
                  <a:custGeom>
                    <a:avLst/>
                    <a:gdLst>
                      <a:gd name="T0" fmla="*/ 0 w 454"/>
                      <a:gd name="T1" fmla="*/ 0 h 230"/>
                      <a:gd name="T2" fmla="*/ 0 w 454"/>
                      <a:gd name="T3" fmla="*/ 0 h 230"/>
                      <a:gd name="T4" fmla="*/ 0 w 454"/>
                      <a:gd name="T5" fmla="*/ 0 h 230"/>
                      <a:gd name="T6" fmla="*/ 0 w 454"/>
                      <a:gd name="T7" fmla="*/ 0 h 230"/>
                      <a:gd name="T8" fmla="*/ 0 w 454"/>
                      <a:gd name="T9" fmla="*/ 0 h 2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54" h="230">
                        <a:moveTo>
                          <a:pt x="454" y="59"/>
                        </a:moveTo>
                        <a:lnTo>
                          <a:pt x="297" y="0"/>
                        </a:lnTo>
                        <a:lnTo>
                          <a:pt x="0" y="161"/>
                        </a:lnTo>
                        <a:lnTo>
                          <a:pt x="151" y="230"/>
                        </a:lnTo>
                        <a:lnTo>
                          <a:pt x="454" y="59"/>
                        </a:lnTo>
                        <a:close/>
                      </a:path>
                    </a:pathLst>
                  </a:custGeom>
                  <a:solidFill>
                    <a:srgbClr val="A0A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5046" name="Freeform 82"/>
                  <p:cNvSpPr/>
                  <p:nvPr/>
                </p:nvSpPr>
                <p:spPr bwMode="auto">
                  <a:xfrm>
                    <a:off x="336" y="1934"/>
                    <a:ext cx="134" cy="61"/>
                  </a:xfrm>
                  <a:custGeom>
                    <a:avLst/>
                    <a:gdLst>
                      <a:gd name="T0" fmla="*/ 0 w 669"/>
                      <a:gd name="T1" fmla="*/ 0 h 309"/>
                      <a:gd name="T2" fmla="*/ 0 w 669"/>
                      <a:gd name="T3" fmla="*/ 0 h 309"/>
                      <a:gd name="T4" fmla="*/ 0 w 669"/>
                      <a:gd name="T5" fmla="*/ 0 h 309"/>
                      <a:gd name="T6" fmla="*/ 0 w 669"/>
                      <a:gd name="T7" fmla="*/ 0 h 309"/>
                      <a:gd name="T8" fmla="*/ 0 w 669"/>
                      <a:gd name="T9" fmla="*/ 0 h 30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69" h="309">
                        <a:moveTo>
                          <a:pt x="669" y="150"/>
                        </a:moveTo>
                        <a:lnTo>
                          <a:pt x="377" y="309"/>
                        </a:lnTo>
                        <a:lnTo>
                          <a:pt x="0" y="132"/>
                        </a:lnTo>
                        <a:lnTo>
                          <a:pt x="273" y="0"/>
                        </a:lnTo>
                        <a:lnTo>
                          <a:pt x="669" y="150"/>
                        </a:lnTo>
                        <a:close/>
                      </a:path>
                    </a:pathLst>
                  </a:custGeom>
                  <a:solidFill>
                    <a:srgbClr val="A0A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5047" name="Freeform 83"/>
                  <p:cNvSpPr/>
                  <p:nvPr/>
                </p:nvSpPr>
                <p:spPr bwMode="auto">
                  <a:xfrm>
                    <a:off x="393" y="1920"/>
                    <a:ext cx="148" cy="57"/>
                  </a:xfrm>
                  <a:custGeom>
                    <a:avLst/>
                    <a:gdLst>
                      <a:gd name="T0" fmla="*/ 0 w 738"/>
                      <a:gd name="T1" fmla="*/ 0 h 283"/>
                      <a:gd name="T2" fmla="*/ 0 w 738"/>
                      <a:gd name="T3" fmla="*/ 0 h 283"/>
                      <a:gd name="T4" fmla="*/ 0 w 738"/>
                      <a:gd name="T5" fmla="*/ 0 h 283"/>
                      <a:gd name="T6" fmla="*/ 0 w 738"/>
                      <a:gd name="T7" fmla="*/ 0 h 283"/>
                      <a:gd name="T8" fmla="*/ 0 w 738"/>
                      <a:gd name="T9" fmla="*/ 0 h 28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38" h="283">
                        <a:moveTo>
                          <a:pt x="584" y="283"/>
                        </a:moveTo>
                        <a:lnTo>
                          <a:pt x="738" y="205"/>
                        </a:lnTo>
                        <a:lnTo>
                          <a:pt x="118" y="0"/>
                        </a:lnTo>
                        <a:lnTo>
                          <a:pt x="0" y="60"/>
                        </a:lnTo>
                        <a:lnTo>
                          <a:pt x="584" y="283"/>
                        </a:lnTo>
                        <a:close/>
                      </a:path>
                    </a:pathLst>
                  </a:custGeom>
                  <a:solidFill>
                    <a:srgbClr val="A0A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5048" name="Line 84"/>
                  <p:cNvSpPr>
                    <a:spLocks noChangeShapeType="1"/>
                  </p:cNvSpPr>
                  <p:nvPr/>
                </p:nvSpPr>
                <p:spPr bwMode="auto">
                  <a:xfrm flipH="1" flipV="1">
                    <a:off x="411" y="1923"/>
                    <a:ext cx="128" cy="44"/>
                  </a:xfrm>
                  <a:prstGeom prst="line">
                    <a:avLst/>
                  </a:prstGeom>
                  <a:noFill/>
                  <a:ln w="6350">
                    <a:solidFill>
                      <a:srgbClr val="80808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5049" name="Line 85"/>
                  <p:cNvSpPr>
                    <a:spLocks noChangeShapeType="1"/>
                  </p:cNvSpPr>
                  <p:nvPr/>
                </p:nvSpPr>
                <p:spPr bwMode="auto">
                  <a:xfrm flipH="1" flipV="1">
                    <a:off x="404" y="1925"/>
                    <a:ext cx="124" cy="45"/>
                  </a:xfrm>
                  <a:prstGeom prst="line">
                    <a:avLst/>
                  </a:prstGeom>
                  <a:noFill/>
                  <a:ln w="6350">
                    <a:solidFill>
                      <a:srgbClr val="80808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5050" name="Line 86"/>
                  <p:cNvSpPr>
                    <a:spLocks noChangeShapeType="1"/>
                  </p:cNvSpPr>
                  <p:nvPr/>
                </p:nvSpPr>
                <p:spPr bwMode="auto">
                  <a:xfrm flipH="1" flipV="1">
                    <a:off x="399" y="1930"/>
                    <a:ext cx="121" cy="46"/>
                  </a:xfrm>
                  <a:prstGeom prst="line">
                    <a:avLst/>
                  </a:prstGeom>
                  <a:noFill/>
                  <a:ln w="6350">
                    <a:solidFill>
                      <a:srgbClr val="80808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5051" name="Line 87"/>
                  <p:cNvSpPr>
                    <a:spLocks noChangeShapeType="1"/>
                  </p:cNvSpPr>
                  <p:nvPr/>
                </p:nvSpPr>
                <p:spPr bwMode="auto">
                  <a:xfrm flipH="1" flipV="1">
                    <a:off x="384" y="1937"/>
                    <a:ext cx="119" cy="48"/>
                  </a:xfrm>
                  <a:prstGeom prst="line">
                    <a:avLst/>
                  </a:prstGeom>
                  <a:noFill/>
                  <a:ln w="6350">
                    <a:solidFill>
                      <a:srgbClr val="80808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5052" name="Line 88"/>
                  <p:cNvSpPr>
                    <a:spLocks noChangeShapeType="1"/>
                  </p:cNvSpPr>
                  <p:nvPr/>
                </p:nvSpPr>
                <p:spPr bwMode="auto">
                  <a:xfrm flipH="1" flipV="1">
                    <a:off x="375" y="1942"/>
                    <a:ext cx="118" cy="48"/>
                  </a:xfrm>
                  <a:prstGeom prst="line">
                    <a:avLst/>
                  </a:prstGeom>
                  <a:noFill/>
                  <a:ln w="6350">
                    <a:solidFill>
                      <a:srgbClr val="80808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5053" name="Line 89"/>
                  <p:cNvSpPr>
                    <a:spLocks noChangeShapeType="1"/>
                  </p:cNvSpPr>
                  <p:nvPr/>
                </p:nvSpPr>
                <p:spPr bwMode="auto">
                  <a:xfrm flipH="1" flipV="1">
                    <a:off x="365" y="1946"/>
                    <a:ext cx="119" cy="51"/>
                  </a:xfrm>
                  <a:prstGeom prst="line">
                    <a:avLst/>
                  </a:prstGeom>
                  <a:noFill/>
                  <a:ln w="6350">
                    <a:solidFill>
                      <a:srgbClr val="80808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5054" name="Line 90"/>
                  <p:cNvSpPr>
                    <a:spLocks noChangeShapeType="1"/>
                  </p:cNvSpPr>
                  <p:nvPr/>
                </p:nvSpPr>
                <p:spPr bwMode="auto">
                  <a:xfrm flipH="1" flipV="1">
                    <a:off x="358" y="1951"/>
                    <a:ext cx="114" cy="50"/>
                  </a:xfrm>
                  <a:prstGeom prst="line">
                    <a:avLst/>
                  </a:prstGeom>
                  <a:noFill/>
                  <a:ln w="6350">
                    <a:solidFill>
                      <a:srgbClr val="80808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5055" name="Line 91"/>
                  <p:cNvSpPr>
                    <a:spLocks noChangeShapeType="1"/>
                  </p:cNvSpPr>
                  <p:nvPr/>
                </p:nvSpPr>
                <p:spPr bwMode="auto">
                  <a:xfrm flipH="1" flipV="1">
                    <a:off x="347" y="1956"/>
                    <a:ext cx="114" cy="51"/>
                  </a:xfrm>
                  <a:prstGeom prst="line">
                    <a:avLst/>
                  </a:prstGeom>
                  <a:noFill/>
                  <a:ln w="6350">
                    <a:solidFill>
                      <a:srgbClr val="80808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5056" name="Line 92"/>
                  <p:cNvSpPr>
                    <a:spLocks noChangeShapeType="1"/>
                  </p:cNvSpPr>
                  <p:nvPr/>
                </p:nvSpPr>
                <p:spPr bwMode="auto">
                  <a:xfrm flipH="1">
                    <a:off x="437" y="1974"/>
                    <a:ext cx="61" cy="34"/>
                  </a:xfrm>
                  <a:prstGeom prst="line">
                    <a:avLst/>
                  </a:prstGeom>
                  <a:noFill/>
                  <a:ln w="6350">
                    <a:solidFill>
                      <a:srgbClr val="80808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5057" name="Line 93"/>
                  <p:cNvSpPr>
                    <a:spLocks noChangeShapeType="1"/>
                  </p:cNvSpPr>
                  <p:nvPr/>
                </p:nvSpPr>
                <p:spPr bwMode="auto">
                  <a:xfrm flipH="1">
                    <a:off x="426" y="1970"/>
                    <a:ext cx="58" cy="32"/>
                  </a:xfrm>
                  <a:prstGeom prst="line">
                    <a:avLst/>
                  </a:prstGeom>
                  <a:noFill/>
                  <a:ln w="6350">
                    <a:solidFill>
                      <a:srgbClr val="80808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5058" name="Line 94"/>
                  <p:cNvSpPr>
                    <a:spLocks noChangeShapeType="1"/>
                  </p:cNvSpPr>
                  <p:nvPr/>
                </p:nvSpPr>
                <p:spPr bwMode="auto">
                  <a:xfrm flipH="1">
                    <a:off x="401" y="1959"/>
                    <a:ext cx="58" cy="31"/>
                  </a:xfrm>
                  <a:prstGeom prst="line">
                    <a:avLst/>
                  </a:prstGeom>
                  <a:noFill/>
                  <a:ln w="6350">
                    <a:solidFill>
                      <a:srgbClr val="80808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5059" name="Line 95"/>
                  <p:cNvSpPr>
                    <a:spLocks noChangeShapeType="1"/>
                  </p:cNvSpPr>
                  <p:nvPr/>
                </p:nvSpPr>
                <p:spPr bwMode="auto">
                  <a:xfrm flipH="1">
                    <a:off x="387" y="1954"/>
                    <a:ext cx="58" cy="31"/>
                  </a:xfrm>
                  <a:prstGeom prst="line">
                    <a:avLst/>
                  </a:prstGeom>
                  <a:noFill/>
                  <a:ln w="6350">
                    <a:solidFill>
                      <a:srgbClr val="80808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5060" name="Line 96"/>
                  <p:cNvSpPr>
                    <a:spLocks noChangeShapeType="1"/>
                  </p:cNvSpPr>
                  <p:nvPr/>
                </p:nvSpPr>
                <p:spPr bwMode="auto">
                  <a:xfrm flipH="1">
                    <a:off x="375" y="1949"/>
                    <a:ext cx="56" cy="31"/>
                  </a:xfrm>
                  <a:prstGeom prst="line">
                    <a:avLst/>
                  </a:prstGeom>
                  <a:noFill/>
                  <a:ln w="6350">
                    <a:solidFill>
                      <a:srgbClr val="80808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5061" name="Line 97"/>
                  <p:cNvSpPr>
                    <a:spLocks noChangeShapeType="1"/>
                  </p:cNvSpPr>
                  <p:nvPr/>
                </p:nvSpPr>
                <p:spPr bwMode="auto">
                  <a:xfrm flipH="1">
                    <a:off x="364" y="1944"/>
                    <a:ext cx="53" cy="28"/>
                  </a:xfrm>
                  <a:prstGeom prst="line">
                    <a:avLst/>
                  </a:prstGeom>
                  <a:noFill/>
                  <a:ln w="6350">
                    <a:solidFill>
                      <a:srgbClr val="80808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5062" name="Line 98"/>
                  <p:cNvSpPr>
                    <a:spLocks noChangeShapeType="1"/>
                  </p:cNvSpPr>
                  <p:nvPr/>
                </p:nvSpPr>
                <p:spPr bwMode="auto">
                  <a:xfrm flipH="1">
                    <a:off x="352" y="1939"/>
                    <a:ext cx="55" cy="28"/>
                  </a:xfrm>
                  <a:prstGeom prst="line">
                    <a:avLst/>
                  </a:prstGeom>
                  <a:noFill/>
                  <a:ln w="6350">
                    <a:solidFill>
                      <a:srgbClr val="80808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5063" name="Line 99"/>
                  <p:cNvSpPr>
                    <a:spLocks noChangeShapeType="1"/>
                  </p:cNvSpPr>
                  <p:nvPr/>
                </p:nvSpPr>
                <p:spPr bwMode="auto">
                  <a:xfrm flipH="1">
                    <a:off x="494" y="1955"/>
                    <a:ext cx="28" cy="14"/>
                  </a:xfrm>
                  <a:prstGeom prst="line">
                    <a:avLst/>
                  </a:prstGeom>
                  <a:noFill/>
                  <a:ln w="6350">
                    <a:solidFill>
                      <a:srgbClr val="80808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5064" name="Line 100"/>
                  <p:cNvSpPr>
                    <a:spLocks noChangeShapeType="1"/>
                  </p:cNvSpPr>
                  <p:nvPr/>
                </p:nvSpPr>
                <p:spPr bwMode="auto">
                  <a:xfrm flipH="1">
                    <a:off x="477" y="1949"/>
                    <a:ext cx="26" cy="14"/>
                  </a:xfrm>
                  <a:prstGeom prst="line">
                    <a:avLst/>
                  </a:prstGeom>
                  <a:noFill/>
                  <a:ln w="6350">
                    <a:solidFill>
                      <a:srgbClr val="80808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5065" name="Line 101"/>
                  <p:cNvSpPr>
                    <a:spLocks noChangeShapeType="1"/>
                  </p:cNvSpPr>
                  <p:nvPr/>
                </p:nvSpPr>
                <p:spPr bwMode="auto">
                  <a:xfrm flipH="1">
                    <a:off x="460" y="1943"/>
                    <a:ext cx="28" cy="14"/>
                  </a:xfrm>
                  <a:prstGeom prst="line">
                    <a:avLst/>
                  </a:prstGeom>
                  <a:noFill/>
                  <a:ln w="6350">
                    <a:solidFill>
                      <a:srgbClr val="80808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5066" name="Line 102"/>
                  <p:cNvSpPr>
                    <a:spLocks noChangeShapeType="1"/>
                  </p:cNvSpPr>
                  <p:nvPr/>
                </p:nvSpPr>
                <p:spPr bwMode="auto">
                  <a:xfrm flipH="1">
                    <a:off x="443" y="1937"/>
                    <a:ext cx="27" cy="13"/>
                  </a:xfrm>
                  <a:prstGeom prst="line">
                    <a:avLst/>
                  </a:prstGeom>
                  <a:noFill/>
                  <a:ln w="6350">
                    <a:solidFill>
                      <a:srgbClr val="80808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5067" name="Line 103"/>
                  <p:cNvSpPr>
                    <a:spLocks noChangeShapeType="1"/>
                  </p:cNvSpPr>
                  <p:nvPr/>
                </p:nvSpPr>
                <p:spPr bwMode="auto">
                  <a:xfrm flipH="1">
                    <a:off x="427" y="1931"/>
                    <a:ext cx="26" cy="14"/>
                  </a:xfrm>
                  <a:prstGeom prst="line">
                    <a:avLst/>
                  </a:prstGeom>
                  <a:noFill/>
                  <a:ln w="6350">
                    <a:solidFill>
                      <a:srgbClr val="80808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5068" name="Line 104"/>
                  <p:cNvSpPr>
                    <a:spLocks noChangeShapeType="1"/>
                  </p:cNvSpPr>
                  <p:nvPr/>
                </p:nvSpPr>
                <p:spPr bwMode="auto">
                  <a:xfrm flipH="1">
                    <a:off x="408" y="1925"/>
                    <a:ext cx="24" cy="13"/>
                  </a:xfrm>
                  <a:prstGeom prst="line">
                    <a:avLst/>
                  </a:prstGeom>
                  <a:noFill/>
                  <a:ln w="6350">
                    <a:solidFill>
                      <a:srgbClr val="80808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grpSp>
      </p:grpSp>
      <p:grpSp>
        <p:nvGrpSpPr>
          <p:cNvPr id="244752" name="Group 105"/>
          <p:cNvGrpSpPr/>
          <p:nvPr/>
        </p:nvGrpSpPr>
        <p:grpSpPr bwMode="auto">
          <a:xfrm>
            <a:off x="599495" y="4733925"/>
            <a:ext cx="94588" cy="171450"/>
            <a:chOff x="287" y="1872"/>
            <a:chExt cx="55" cy="108"/>
          </a:xfrm>
        </p:grpSpPr>
        <p:sp>
          <p:nvSpPr>
            <p:cNvPr id="245034" name="Freeform 106"/>
            <p:cNvSpPr/>
            <p:nvPr/>
          </p:nvSpPr>
          <p:spPr bwMode="auto">
            <a:xfrm>
              <a:off x="287" y="1872"/>
              <a:ext cx="55" cy="108"/>
            </a:xfrm>
            <a:custGeom>
              <a:avLst/>
              <a:gdLst>
                <a:gd name="T0" fmla="*/ 0 w 276"/>
                <a:gd name="T1" fmla="*/ 0 h 540"/>
                <a:gd name="T2" fmla="*/ 0 w 276"/>
                <a:gd name="T3" fmla="*/ 0 h 540"/>
                <a:gd name="T4" fmla="*/ 0 w 276"/>
                <a:gd name="T5" fmla="*/ 0 h 540"/>
                <a:gd name="T6" fmla="*/ 0 w 276"/>
                <a:gd name="T7" fmla="*/ 0 h 540"/>
                <a:gd name="T8" fmla="*/ 0 w 276"/>
                <a:gd name="T9" fmla="*/ 0 h 540"/>
                <a:gd name="T10" fmla="*/ 0 w 276"/>
                <a:gd name="T11" fmla="*/ 0 h 540"/>
                <a:gd name="T12" fmla="*/ 0 w 276"/>
                <a:gd name="T13" fmla="*/ 0 h 540"/>
                <a:gd name="T14" fmla="*/ 0 w 276"/>
                <a:gd name="T15" fmla="*/ 0 h 540"/>
                <a:gd name="T16" fmla="*/ 0 w 276"/>
                <a:gd name="T17" fmla="*/ 0 h 540"/>
                <a:gd name="T18" fmla="*/ 0 w 276"/>
                <a:gd name="T19" fmla="*/ 0 h 540"/>
                <a:gd name="T20" fmla="*/ 0 w 276"/>
                <a:gd name="T21" fmla="*/ 0 h 540"/>
                <a:gd name="T22" fmla="*/ 0 w 276"/>
                <a:gd name="T23" fmla="*/ 0 h 54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76" h="540">
                  <a:moveTo>
                    <a:pt x="0" y="192"/>
                  </a:moveTo>
                  <a:lnTo>
                    <a:pt x="53" y="121"/>
                  </a:lnTo>
                  <a:lnTo>
                    <a:pt x="104" y="84"/>
                  </a:lnTo>
                  <a:lnTo>
                    <a:pt x="125" y="30"/>
                  </a:lnTo>
                  <a:lnTo>
                    <a:pt x="137" y="6"/>
                  </a:lnTo>
                  <a:lnTo>
                    <a:pt x="195" y="0"/>
                  </a:lnTo>
                  <a:lnTo>
                    <a:pt x="276" y="45"/>
                  </a:lnTo>
                  <a:lnTo>
                    <a:pt x="255" y="143"/>
                  </a:lnTo>
                  <a:lnTo>
                    <a:pt x="232" y="198"/>
                  </a:lnTo>
                  <a:lnTo>
                    <a:pt x="179" y="365"/>
                  </a:lnTo>
                  <a:lnTo>
                    <a:pt x="92" y="540"/>
                  </a:lnTo>
                  <a:lnTo>
                    <a:pt x="0" y="192"/>
                  </a:lnTo>
                  <a:close/>
                </a:path>
              </a:pathLst>
            </a:custGeom>
            <a:solidFill>
              <a:srgbClr val="C0C0C0"/>
            </a:solidFill>
            <a:ln w="3175">
              <a:solidFill>
                <a:srgbClr val="000000"/>
              </a:solidFill>
              <a:prstDash val="solid"/>
              <a:round/>
            </a:ln>
          </p:spPr>
          <p:txBody>
            <a:bodyPr/>
            <a:lstStyle/>
            <a:p>
              <a:endParaRPr lang="zh-CN" altLang="en-US" b="1">
                <a:solidFill>
                  <a:srgbClr val="000099"/>
                </a:solidFill>
              </a:endParaRPr>
            </a:p>
          </p:txBody>
        </p:sp>
        <p:sp>
          <p:nvSpPr>
            <p:cNvPr id="245035" name="Freeform 107"/>
            <p:cNvSpPr/>
            <p:nvPr/>
          </p:nvSpPr>
          <p:spPr bwMode="auto">
            <a:xfrm>
              <a:off x="296" y="1880"/>
              <a:ext cx="43" cy="77"/>
            </a:xfrm>
            <a:custGeom>
              <a:avLst/>
              <a:gdLst>
                <a:gd name="T0" fmla="*/ 0 w 216"/>
                <a:gd name="T1" fmla="*/ 0 h 385"/>
                <a:gd name="T2" fmla="*/ 0 w 216"/>
                <a:gd name="T3" fmla="*/ 0 h 385"/>
                <a:gd name="T4" fmla="*/ 0 w 216"/>
                <a:gd name="T5" fmla="*/ 0 h 385"/>
                <a:gd name="T6" fmla="*/ 0 w 216"/>
                <a:gd name="T7" fmla="*/ 0 h 385"/>
                <a:gd name="T8" fmla="*/ 0 w 216"/>
                <a:gd name="T9" fmla="*/ 0 h 385"/>
                <a:gd name="T10" fmla="*/ 0 w 216"/>
                <a:gd name="T11" fmla="*/ 0 h 385"/>
                <a:gd name="T12" fmla="*/ 0 w 216"/>
                <a:gd name="T13" fmla="*/ 0 h 385"/>
                <a:gd name="T14" fmla="*/ 0 w 216"/>
                <a:gd name="T15" fmla="*/ 0 h 385"/>
                <a:gd name="T16" fmla="*/ 0 w 216"/>
                <a:gd name="T17" fmla="*/ 0 h 385"/>
                <a:gd name="T18" fmla="*/ 0 w 216"/>
                <a:gd name="T19" fmla="*/ 0 h 385"/>
                <a:gd name="T20" fmla="*/ 0 w 216"/>
                <a:gd name="T21" fmla="*/ 0 h 385"/>
                <a:gd name="T22" fmla="*/ 0 w 216"/>
                <a:gd name="T23" fmla="*/ 0 h 385"/>
                <a:gd name="T24" fmla="*/ 0 w 216"/>
                <a:gd name="T25" fmla="*/ 0 h 385"/>
                <a:gd name="T26" fmla="*/ 0 w 216"/>
                <a:gd name="T27" fmla="*/ 0 h 385"/>
                <a:gd name="T28" fmla="*/ 0 w 216"/>
                <a:gd name="T29" fmla="*/ 0 h 385"/>
                <a:gd name="T30" fmla="*/ 0 w 216"/>
                <a:gd name="T31" fmla="*/ 0 h 385"/>
                <a:gd name="T32" fmla="*/ 0 w 216"/>
                <a:gd name="T33" fmla="*/ 0 h 385"/>
                <a:gd name="T34" fmla="*/ 0 w 216"/>
                <a:gd name="T35" fmla="*/ 0 h 385"/>
                <a:gd name="T36" fmla="*/ 0 w 216"/>
                <a:gd name="T37" fmla="*/ 0 h 385"/>
                <a:gd name="T38" fmla="*/ 0 w 216"/>
                <a:gd name="T39" fmla="*/ 0 h 385"/>
                <a:gd name="T40" fmla="*/ 0 w 216"/>
                <a:gd name="T41" fmla="*/ 0 h 385"/>
                <a:gd name="T42" fmla="*/ 0 w 216"/>
                <a:gd name="T43" fmla="*/ 0 h 385"/>
                <a:gd name="T44" fmla="*/ 0 w 216"/>
                <a:gd name="T45" fmla="*/ 0 h 385"/>
                <a:gd name="T46" fmla="*/ 0 w 216"/>
                <a:gd name="T47" fmla="*/ 0 h 385"/>
                <a:gd name="T48" fmla="*/ 0 w 216"/>
                <a:gd name="T49" fmla="*/ 0 h 385"/>
                <a:gd name="T50" fmla="*/ 0 w 216"/>
                <a:gd name="T51" fmla="*/ 0 h 385"/>
                <a:gd name="T52" fmla="*/ 0 w 216"/>
                <a:gd name="T53" fmla="*/ 0 h 385"/>
                <a:gd name="T54" fmla="*/ 0 w 216"/>
                <a:gd name="T55" fmla="*/ 0 h 385"/>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216" h="385">
                  <a:moveTo>
                    <a:pt x="91" y="0"/>
                  </a:moveTo>
                  <a:lnTo>
                    <a:pt x="115" y="25"/>
                  </a:lnTo>
                  <a:lnTo>
                    <a:pt x="165" y="46"/>
                  </a:lnTo>
                  <a:lnTo>
                    <a:pt x="216" y="44"/>
                  </a:lnTo>
                  <a:lnTo>
                    <a:pt x="185" y="132"/>
                  </a:lnTo>
                  <a:lnTo>
                    <a:pt x="147" y="128"/>
                  </a:lnTo>
                  <a:lnTo>
                    <a:pt x="118" y="112"/>
                  </a:lnTo>
                  <a:lnTo>
                    <a:pt x="134" y="138"/>
                  </a:lnTo>
                  <a:lnTo>
                    <a:pt x="177" y="146"/>
                  </a:lnTo>
                  <a:lnTo>
                    <a:pt x="145" y="242"/>
                  </a:lnTo>
                  <a:lnTo>
                    <a:pt x="124" y="312"/>
                  </a:lnTo>
                  <a:lnTo>
                    <a:pt x="115" y="271"/>
                  </a:lnTo>
                  <a:lnTo>
                    <a:pt x="103" y="197"/>
                  </a:lnTo>
                  <a:lnTo>
                    <a:pt x="102" y="155"/>
                  </a:lnTo>
                  <a:lnTo>
                    <a:pt x="94" y="173"/>
                  </a:lnTo>
                  <a:lnTo>
                    <a:pt x="94" y="222"/>
                  </a:lnTo>
                  <a:lnTo>
                    <a:pt x="103" y="290"/>
                  </a:lnTo>
                  <a:lnTo>
                    <a:pt x="110" y="333"/>
                  </a:lnTo>
                  <a:lnTo>
                    <a:pt x="91" y="385"/>
                  </a:lnTo>
                  <a:lnTo>
                    <a:pt x="55" y="250"/>
                  </a:lnTo>
                  <a:lnTo>
                    <a:pt x="39" y="204"/>
                  </a:lnTo>
                  <a:lnTo>
                    <a:pt x="12" y="135"/>
                  </a:lnTo>
                  <a:lnTo>
                    <a:pt x="0" y="115"/>
                  </a:lnTo>
                  <a:lnTo>
                    <a:pt x="16" y="88"/>
                  </a:lnTo>
                  <a:lnTo>
                    <a:pt x="64" y="64"/>
                  </a:lnTo>
                  <a:lnTo>
                    <a:pt x="81" y="87"/>
                  </a:lnTo>
                  <a:lnTo>
                    <a:pt x="71" y="46"/>
                  </a:lnTo>
                  <a:lnTo>
                    <a:pt x="91" y="0"/>
                  </a:lnTo>
                  <a:close/>
                </a:path>
              </a:pathLst>
            </a:custGeom>
            <a:solidFill>
              <a:srgbClr val="E0E0E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grpSp>
      <p:grpSp>
        <p:nvGrpSpPr>
          <p:cNvPr id="244753" name="Group 108"/>
          <p:cNvGrpSpPr/>
          <p:nvPr/>
        </p:nvGrpSpPr>
        <p:grpSpPr bwMode="auto">
          <a:xfrm>
            <a:off x="584017" y="4635500"/>
            <a:ext cx="120385" cy="120650"/>
            <a:chOff x="278" y="1810"/>
            <a:chExt cx="70" cy="76"/>
          </a:xfrm>
        </p:grpSpPr>
        <p:sp>
          <p:nvSpPr>
            <p:cNvPr id="245019" name="Freeform 109"/>
            <p:cNvSpPr/>
            <p:nvPr/>
          </p:nvSpPr>
          <p:spPr bwMode="auto">
            <a:xfrm>
              <a:off x="297" y="1815"/>
              <a:ext cx="51" cy="71"/>
            </a:xfrm>
            <a:custGeom>
              <a:avLst/>
              <a:gdLst>
                <a:gd name="T0" fmla="*/ 0 w 256"/>
                <a:gd name="T1" fmla="*/ 0 h 356"/>
                <a:gd name="T2" fmla="*/ 0 w 256"/>
                <a:gd name="T3" fmla="*/ 0 h 356"/>
                <a:gd name="T4" fmla="*/ 0 w 256"/>
                <a:gd name="T5" fmla="*/ 0 h 356"/>
                <a:gd name="T6" fmla="*/ 0 w 256"/>
                <a:gd name="T7" fmla="*/ 0 h 356"/>
                <a:gd name="T8" fmla="*/ 0 w 256"/>
                <a:gd name="T9" fmla="*/ 0 h 356"/>
                <a:gd name="T10" fmla="*/ 0 w 256"/>
                <a:gd name="T11" fmla="*/ 0 h 356"/>
                <a:gd name="T12" fmla="*/ 0 w 256"/>
                <a:gd name="T13" fmla="*/ 0 h 356"/>
                <a:gd name="T14" fmla="*/ 0 w 256"/>
                <a:gd name="T15" fmla="*/ 0 h 356"/>
                <a:gd name="T16" fmla="*/ 0 w 256"/>
                <a:gd name="T17" fmla="*/ 0 h 356"/>
                <a:gd name="T18" fmla="*/ 0 w 256"/>
                <a:gd name="T19" fmla="*/ 0 h 356"/>
                <a:gd name="T20" fmla="*/ 0 w 256"/>
                <a:gd name="T21" fmla="*/ 0 h 356"/>
                <a:gd name="T22" fmla="*/ 0 w 256"/>
                <a:gd name="T23" fmla="*/ 0 h 356"/>
                <a:gd name="T24" fmla="*/ 0 w 256"/>
                <a:gd name="T25" fmla="*/ 0 h 356"/>
                <a:gd name="T26" fmla="*/ 0 w 256"/>
                <a:gd name="T27" fmla="*/ 0 h 356"/>
                <a:gd name="T28" fmla="*/ 0 w 256"/>
                <a:gd name="T29" fmla="*/ 0 h 356"/>
                <a:gd name="T30" fmla="*/ 0 w 256"/>
                <a:gd name="T31" fmla="*/ 0 h 356"/>
                <a:gd name="T32" fmla="*/ 0 w 256"/>
                <a:gd name="T33" fmla="*/ 0 h 356"/>
                <a:gd name="T34" fmla="*/ 0 w 256"/>
                <a:gd name="T35" fmla="*/ 0 h 356"/>
                <a:gd name="T36" fmla="*/ 0 w 256"/>
                <a:gd name="T37" fmla="*/ 0 h 356"/>
                <a:gd name="T38" fmla="*/ 0 w 256"/>
                <a:gd name="T39" fmla="*/ 0 h 356"/>
                <a:gd name="T40" fmla="*/ 0 w 256"/>
                <a:gd name="T41" fmla="*/ 0 h 356"/>
                <a:gd name="T42" fmla="*/ 0 w 256"/>
                <a:gd name="T43" fmla="*/ 0 h 356"/>
                <a:gd name="T44" fmla="*/ 0 w 256"/>
                <a:gd name="T45" fmla="*/ 0 h 356"/>
                <a:gd name="T46" fmla="*/ 0 w 256"/>
                <a:gd name="T47" fmla="*/ 0 h 356"/>
                <a:gd name="T48" fmla="*/ 0 w 256"/>
                <a:gd name="T49" fmla="*/ 0 h 356"/>
                <a:gd name="T50" fmla="*/ 0 w 256"/>
                <a:gd name="T51" fmla="*/ 0 h 356"/>
                <a:gd name="T52" fmla="*/ 0 w 256"/>
                <a:gd name="T53" fmla="*/ 0 h 356"/>
                <a:gd name="T54" fmla="*/ 0 w 256"/>
                <a:gd name="T55" fmla="*/ 0 h 356"/>
                <a:gd name="T56" fmla="*/ 0 w 256"/>
                <a:gd name="T57" fmla="*/ 0 h 356"/>
                <a:gd name="T58" fmla="*/ 0 w 256"/>
                <a:gd name="T59" fmla="*/ 0 h 356"/>
                <a:gd name="T60" fmla="*/ 0 w 256"/>
                <a:gd name="T61" fmla="*/ 0 h 356"/>
                <a:gd name="T62" fmla="*/ 0 w 256"/>
                <a:gd name="T63" fmla="*/ 0 h 356"/>
                <a:gd name="T64" fmla="*/ 0 w 256"/>
                <a:gd name="T65" fmla="*/ 0 h 356"/>
                <a:gd name="T66" fmla="*/ 0 w 256"/>
                <a:gd name="T67" fmla="*/ 0 h 356"/>
                <a:gd name="T68" fmla="*/ 0 w 256"/>
                <a:gd name="T69" fmla="*/ 0 h 356"/>
                <a:gd name="T70" fmla="*/ 0 w 256"/>
                <a:gd name="T71" fmla="*/ 0 h 356"/>
                <a:gd name="T72" fmla="*/ 0 w 256"/>
                <a:gd name="T73" fmla="*/ 0 h 356"/>
                <a:gd name="T74" fmla="*/ 0 w 256"/>
                <a:gd name="T75" fmla="*/ 0 h 356"/>
                <a:gd name="T76" fmla="*/ 0 w 256"/>
                <a:gd name="T77" fmla="*/ 0 h 356"/>
                <a:gd name="T78" fmla="*/ 0 w 256"/>
                <a:gd name="T79" fmla="*/ 0 h 356"/>
                <a:gd name="T80" fmla="*/ 0 w 256"/>
                <a:gd name="T81" fmla="*/ 0 h 356"/>
                <a:gd name="T82" fmla="*/ 0 w 256"/>
                <a:gd name="T83" fmla="*/ 0 h 356"/>
                <a:gd name="T84" fmla="*/ 0 w 256"/>
                <a:gd name="T85" fmla="*/ 0 h 356"/>
                <a:gd name="T86" fmla="*/ 0 w 256"/>
                <a:gd name="T87" fmla="*/ 0 h 356"/>
                <a:gd name="T88" fmla="*/ 0 w 256"/>
                <a:gd name="T89" fmla="*/ 0 h 356"/>
                <a:gd name="T90" fmla="*/ 0 w 256"/>
                <a:gd name="T91" fmla="*/ 0 h 356"/>
                <a:gd name="T92" fmla="*/ 0 w 256"/>
                <a:gd name="T93" fmla="*/ 0 h 356"/>
                <a:gd name="T94" fmla="*/ 0 w 256"/>
                <a:gd name="T95" fmla="*/ 0 h 35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256" h="356">
                  <a:moveTo>
                    <a:pt x="3" y="130"/>
                  </a:moveTo>
                  <a:lnTo>
                    <a:pt x="11" y="155"/>
                  </a:lnTo>
                  <a:lnTo>
                    <a:pt x="26" y="167"/>
                  </a:lnTo>
                  <a:lnTo>
                    <a:pt x="35" y="187"/>
                  </a:lnTo>
                  <a:lnTo>
                    <a:pt x="45" y="203"/>
                  </a:lnTo>
                  <a:lnTo>
                    <a:pt x="61" y="218"/>
                  </a:lnTo>
                  <a:lnTo>
                    <a:pt x="73" y="227"/>
                  </a:lnTo>
                  <a:lnTo>
                    <a:pt x="93" y="238"/>
                  </a:lnTo>
                  <a:lnTo>
                    <a:pt x="96" y="252"/>
                  </a:lnTo>
                  <a:lnTo>
                    <a:pt x="96" y="270"/>
                  </a:lnTo>
                  <a:lnTo>
                    <a:pt x="91" y="315"/>
                  </a:lnTo>
                  <a:lnTo>
                    <a:pt x="127" y="341"/>
                  </a:lnTo>
                  <a:lnTo>
                    <a:pt x="157" y="354"/>
                  </a:lnTo>
                  <a:lnTo>
                    <a:pt x="182" y="356"/>
                  </a:lnTo>
                  <a:lnTo>
                    <a:pt x="207" y="354"/>
                  </a:lnTo>
                  <a:lnTo>
                    <a:pt x="216" y="325"/>
                  </a:lnTo>
                  <a:lnTo>
                    <a:pt x="222" y="260"/>
                  </a:lnTo>
                  <a:lnTo>
                    <a:pt x="237" y="237"/>
                  </a:lnTo>
                  <a:lnTo>
                    <a:pt x="248" y="204"/>
                  </a:lnTo>
                  <a:lnTo>
                    <a:pt x="250" y="173"/>
                  </a:lnTo>
                  <a:lnTo>
                    <a:pt x="255" y="131"/>
                  </a:lnTo>
                  <a:lnTo>
                    <a:pt x="256" y="107"/>
                  </a:lnTo>
                  <a:lnTo>
                    <a:pt x="255" y="92"/>
                  </a:lnTo>
                  <a:lnTo>
                    <a:pt x="248" y="66"/>
                  </a:lnTo>
                  <a:lnTo>
                    <a:pt x="234" y="52"/>
                  </a:lnTo>
                  <a:lnTo>
                    <a:pt x="215" y="48"/>
                  </a:lnTo>
                  <a:lnTo>
                    <a:pt x="208" y="33"/>
                  </a:lnTo>
                  <a:lnTo>
                    <a:pt x="191" y="23"/>
                  </a:lnTo>
                  <a:lnTo>
                    <a:pt x="173" y="33"/>
                  </a:lnTo>
                  <a:lnTo>
                    <a:pt x="160" y="12"/>
                  </a:lnTo>
                  <a:lnTo>
                    <a:pt x="140" y="5"/>
                  </a:lnTo>
                  <a:lnTo>
                    <a:pt x="118" y="24"/>
                  </a:lnTo>
                  <a:lnTo>
                    <a:pt x="108" y="0"/>
                  </a:lnTo>
                  <a:lnTo>
                    <a:pt x="78" y="3"/>
                  </a:lnTo>
                  <a:lnTo>
                    <a:pt x="63" y="42"/>
                  </a:lnTo>
                  <a:lnTo>
                    <a:pt x="60" y="64"/>
                  </a:lnTo>
                  <a:lnTo>
                    <a:pt x="57" y="93"/>
                  </a:lnTo>
                  <a:lnTo>
                    <a:pt x="51" y="131"/>
                  </a:lnTo>
                  <a:lnTo>
                    <a:pt x="43" y="116"/>
                  </a:lnTo>
                  <a:lnTo>
                    <a:pt x="39" y="89"/>
                  </a:lnTo>
                  <a:lnTo>
                    <a:pt x="34" y="70"/>
                  </a:lnTo>
                  <a:lnTo>
                    <a:pt x="27" y="61"/>
                  </a:lnTo>
                  <a:lnTo>
                    <a:pt x="12" y="54"/>
                  </a:lnTo>
                  <a:lnTo>
                    <a:pt x="4" y="57"/>
                  </a:lnTo>
                  <a:lnTo>
                    <a:pt x="0" y="66"/>
                  </a:lnTo>
                  <a:lnTo>
                    <a:pt x="5" y="80"/>
                  </a:lnTo>
                  <a:lnTo>
                    <a:pt x="7" y="107"/>
                  </a:lnTo>
                  <a:lnTo>
                    <a:pt x="3" y="130"/>
                  </a:lnTo>
                  <a:close/>
                </a:path>
              </a:pathLst>
            </a:custGeom>
            <a:solidFill>
              <a:srgbClr val="FFC080"/>
            </a:solidFill>
            <a:ln w="3175">
              <a:solidFill>
                <a:srgbClr val="402000"/>
              </a:solidFill>
              <a:prstDash val="solid"/>
              <a:round/>
            </a:ln>
          </p:spPr>
          <p:txBody>
            <a:bodyPr/>
            <a:lstStyle/>
            <a:p>
              <a:endParaRPr lang="zh-CN" altLang="en-US" b="1">
                <a:solidFill>
                  <a:srgbClr val="000099"/>
                </a:solidFill>
              </a:endParaRPr>
            </a:p>
          </p:txBody>
        </p:sp>
        <p:sp>
          <p:nvSpPr>
            <p:cNvPr id="245020" name="Freeform 110"/>
            <p:cNvSpPr/>
            <p:nvPr/>
          </p:nvSpPr>
          <p:spPr bwMode="auto">
            <a:xfrm>
              <a:off x="320" y="1820"/>
              <a:ext cx="26" cy="27"/>
            </a:xfrm>
            <a:custGeom>
              <a:avLst/>
              <a:gdLst>
                <a:gd name="T0" fmla="*/ 0 w 129"/>
                <a:gd name="T1" fmla="*/ 0 h 134"/>
                <a:gd name="T2" fmla="*/ 0 w 129"/>
                <a:gd name="T3" fmla="*/ 0 h 134"/>
                <a:gd name="T4" fmla="*/ 0 w 129"/>
                <a:gd name="T5" fmla="*/ 0 h 134"/>
                <a:gd name="T6" fmla="*/ 0 w 129"/>
                <a:gd name="T7" fmla="*/ 0 h 134"/>
                <a:gd name="T8" fmla="*/ 0 w 129"/>
                <a:gd name="T9" fmla="*/ 0 h 134"/>
                <a:gd name="T10" fmla="*/ 0 w 129"/>
                <a:gd name="T11" fmla="*/ 0 h 134"/>
                <a:gd name="T12" fmla="*/ 0 w 129"/>
                <a:gd name="T13" fmla="*/ 0 h 134"/>
                <a:gd name="T14" fmla="*/ 0 w 129"/>
                <a:gd name="T15" fmla="*/ 0 h 134"/>
                <a:gd name="T16" fmla="*/ 0 w 129"/>
                <a:gd name="T17" fmla="*/ 0 h 134"/>
                <a:gd name="T18" fmla="*/ 0 w 129"/>
                <a:gd name="T19" fmla="*/ 0 h 134"/>
                <a:gd name="T20" fmla="*/ 0 w 129"/>
                <a:gd name="T21" fmla="*/ 0 h 134"/>
                <a:gd name="T22" fmla="*/ 0 w 129"/>
                <a:gd name="T23" fmla="*/ 0 h 134"/>
                <a:gd name="T24" fmla="*/ 0 w 129"/>
                <a:gd name="T25" fmla="*/ 0 h 134"/>
                <a:gd name="T26" fmla="*/ 0 w 129"/>
                <a:gd name="T27" fmla="*/ 0 h 134"/>
                <a:gd name="T28" fmla="*/ 0 w 129"/>
                <a:gd name="T29" fmla="*/ 0 h 134"/>
                <a:gd name="T30" fmla="*/ 0 w 129"/>
                <a:gd name="T31" fmla="*/ 0 h 134"/>
                <a:gd name="T32" fmla="*/ 0 w 129"/>
                <a:gd name="T33" fmla="*/ 0 h 134"/>
                <a:gd name="T34" fmla="*/ 0 w 129"/>
                <a:gd name="T35" fmla="*/ 0 h 134"/>
                <a:gd name="T36" fmla="*/ 0 w 129"/>
                <a:gd name="T37" fmla="*/ 0 h 134"/>
                <a:gd name="T38" fmla="*/ 0 w 129"/>
                <a:gd name="T39" fmla="*/ 0 h 134"/>
                <a:gd name="T40" fmla="*/ 0 w 129"/>
                <a:gd name="T41" fmla="*/ 0 h 134"/>
                <a:gd name="T42" fmla="*/ 0 w 129"/>
                <a:gd name="T43" fmla="*/ 0 h 134"/>
                <a:gd name="T44" fmla="*/ 0 w 129"/>
                <a:gd name="T45" fmla="*/ 0 h 134"/>
                <a:gd name="T46" fmla="*/ 0 w 129"/>
                <a:gd name="T47" fmla="*/ 0 h 134"/>
                <a:gd name="T48" fmla="*/ 0 w 129"/>
                <a:gd name="T49" fmla="*/ 0 h 134"/>
                <a:gd name="T50" fmla="*/ 0 w 129"/>
                <a:gd name="T51" fmla="*/ 0 h 134"/>
                <a:gd name="T52" fmla="*/ 0 w 129"/>
                <a:gd name="T53" fmla="*/ 0 h 134"/>
                <a:gd name="T54" fmla="*/ 0 w 129"/>
                <a:gd name="T55" fmla="*/ 0 h 134"/>
                <a:gd name="T56" fmla="*/ 0 w 129"/>
                <a:gd name="T57" fmla="*/ 0 h 134"/>
                <a:gd name="T58" fmla="*/ 0 w 129"/>
                <a:gd name="T59" fmla="*/ 0 h 134"/>
                <a:gd name="T60" fmla="*/ 0 w 129"/>
                <a:gd name="T61" fmla="*/ 0 h 134"/>
                <a:gd name="T62" fmla="*/ 0 w 129"/>
                <a:gd name="T63" fmla="*/ 0 h 134"/>
                <a:gd name="T64" fmla="*/ 0 w 129"/>
                <a:gd name="T65" fmla="*/ 0 h 134"/>
                <a:gd name="T66" fmla="*/ 0 w 129"/>
                <a:gd name="T67" fmla="*/ 0 h 134"/>
                <a:gd name="T68" fmla="*/ 0 w 129"/>
                <a:gd name="T69" fmla="*/ 0 h 134"/>
                <a:gd name="T70" fmla="*/ 0 w 129"/>
                <a:gd name="T71" fmla="*/ 0 h 134"/>
                <a:gd name="T72" fmla="*/ 0 w 129"/>
                <a:gd name="T73" fmla="*/ 0 h 134"/>
                <a:gd name="T74" fmla="*/ 0 w 129"/>
                <a:gd name="T75" fmla="*/ 0 h 134"/>
                <a:gd name="T76" fmla="*/ 0 w 129"/>
                <a:gd name="T77" fmla="*/ 0 h 134"/>
                <a:gd name="T78" fmla="*/ 0 w 129"/>
                <a:gd name="T79" fmla="*/ 0 h 134"/>
                <a:gd name="T80" fmla="*/ 0 w 129"/>
                <a:gd name="T81" fmla="*/ 0 h 134"/>
                <a:gd name="T82" fmla="*/ 0 w 129"/>
                <a:gd name="T83" fmla="*/ 0 h 134"/>
                <a:gd name="T84" fmla="*/ 0 w 129"/>
                <a:gd name="T85" fmla="*/ 0 h 134"/>
                <a:gd name="T86" fmla="*/ 0 w 129"/>
                <a:gd name="T87" fmla="*/ 0 h 134"/>
                <a:gd name="T88" fmla="*/ 0 w 129"/>
                <a:gd name="T89" fmla="*/ 0 h 134"/>
                <a:gd name="T90" fmla="*/ 0 w 129"/>
                <a:gd name="T91" fmla="*/ 0 h 134"/>
                <a:gd name="T92" fmla="*/ 0 w 129"/>
                <a:gd name="T93" fmla="*/ 0 h 134"/>
                <a:gd name="T94" fmla="*/ 0 w 129"/>
                <a:gd name="T95" fmla="*/ 0 h 134"/>
                <a:gd name="T96" fmla="*/ 0 w 129"/>
                <a:gd name="T97" fmla="*/ 0 h 134"/>
                <a:gd name="T98" fmla="*/ 0 w 129"/>
                <a:gd name="T99" fmla="*/ 0 h 134"/>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129" h="134">
                  <a:moveTo>
                    <a:pt x="6" y="2"/>
                  </a:moveTo>
                  <a:lnTo>
                    <a:pt x="13" y="30"/>
                  </a:lnTo>
                  <a:lnTo>
                    <a:pt x="22" y="49"/>
                  </a:lnTo>
                  <a:lnTo>
                    <a:pt x="11" y="91"/>
                  </a:lnTo>
                  <a:lnTo>
                    <a:pt x="18" y="100"/>
                  </a:lnTo>
                  <a:lnTo>
                    <a:pt x="28" y="104"/>
                  </a:lnTo>
                  <a:lnTo>
                    <a:pt x="41" y="102"/>
                  </a:lnTo>
                  <a:lnTo>
                    <a:pt x="51" y="79"/>
                  </a:lnTo>
                  <a:lnTo>
                    <a:pt x="60" y="61"/>
                  </a:lnTo>
                  <a:lnTo>
                    <a:pt x="55" y="36"/>
                  </a:lnTo>
                  <a:lnTo>
                    <a:pt x="53" y="9"/>
                  </a:lnTo>
                  <a:lnTo>
                    <a:pt x="60" y="12"/>
                  </a:lnTo>
                  <a:lnTo>
                    <a:pt x="62" y="37"/>
                  </a:lnTo>
                  <a:lnTo>
                    <a:pt x="65" y="54"/>
                  </a:lnTo>
                  <a:lnTo>
                    <a:pt x="65" y="68"/>
                  </a:lnTo>
                  <a:lnTo>
                    <a:pt x="56" y="83"/>
                  </a:lnTo>
                  <a:lnTo>
                    <a:pt x="47" y="100"/>
                  </a:lnTo>
                  <a:lnTo>
                    <a:pt x="46" y="116"/>
                  </a:lnTo>
                  <a:lnTo>
                    <a:pt x="56" y="123"/>
                  </a:lnTo>
                  <a:lnTo>
                    <a:pt x="75" y="120"/>
                  </a:lnTo>
                  <a:lnTo>
                    <a:pt x="86" y="106"/>
                  </a:lnTo>
                  <a:lnTo>
                    <a:pt x="104" y="84"/>
                  </a:lnTo>
                  <a:lnTo>
                    <a:pt x="103" y="70"/>
                  </a:lnTo>
                  <a:lnTo>
                    <a:pt x="101" y="45"/>
                  </a:lnTo>
                  <a:lnTo>
                    <a:pt x="107" y="65"/>
                  </a:lnTo>
                  <a:lnTo>
                    <a:pt x="108" y="84"/>
                  </a:lnTo>
                  <a:lnTo>
                    <a:pt x="94" y="103"/>
                  </a:lnTo>
                  <a:lnTo>
                    <a:pt x="93" y="117"/>
                  </a:lnTo>
                  <a:lnTo>
                    <a:pt x="96" y="128"/>
                  </a:lnTo>
                  <a:lnTo>
                    <a:pt x="104" y="131"/>
                  </a:lnTo>
                  <a:lnTo>
                    <a:pt x="113" y="125"/>
                  </a:lnTo>
                  <a:lnTo>
                    <a:pt x="129" y="109"/>
                  </a:lnTo>
                  <a:lnTo>
                    <a:pt x="116" y="127"/>
                  </a:lnTo>
                  <a:lnTo>
                    <a:pt x="111" y="134"/>
                  </a:lnTo>
                  <a:lnTo>
                    <a:pt x="97" y="134"/>
                  </a:lnTo>
                  <a:lnTo>
                    <a:pt x="91" y="126"/>
                  </a:lnTo>
                  <a:lnTo>
                    <a:pt x="87" y="114"/>
                  </a:lnTo>
                  <a:lnTo>
                    <a:pt x="79" y="125"/>
                  </a:lnTo>
                  <a:lnTo>
                    <a:pt x="63" y="127"/>
                  </a:lnTo>
                  <a:lnTo>
                    <a:pt x="49" y="127"/>
                  </a:lnTo>
                  <a:lnTo>
                    <a:pt x="43" y="116"/>
                  </a:lnTo>
                  <a:lnTo>
                    <a:pt x="41" y="106"/>
                  </a:lnTo>
                  <a:lnTo>
                    <a:pt x="35" y="109"/>
                  </a:lnTo>
                  <a:lnTo>
                    <a:pt x="24" y="109"/>
                  </a:lnTo>
                  <a:lnTo>
                    <a:pt x="11" y="101"/>
                  </a:lnTo>
                  <a:lnTo>
                    <a:pt x="8" y="86"/>
                  </a:lnTo>
                  <a:lnTo>
                    <a:pt x="18" y="51"/>
                  </a:lnTo>
                  <a:lnTo>
                    <a:pt x="7" y="29"/>
                  </a:lnTo>
                  <a:lnTo>
                    <a:pt x="0" y="0"/>
                  </a:lnTo>
                  <a:lnTo>
                    <a:pt x="6" y="2"/>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5021" name="Freeform 111"/>
            <p:cNvSpPr/>
            <p:nvPr/>
          </p:nvSpPr>
          <p:spPr bwMode="auto">
            <a:xfrm>
              <a:off x="325" y="1834"/>
              <a:ext cx="4" cy="1"/>
            </a:xfrm>
            <a:custGeom>
              <a:avLst/>
              <a:gdLst>
                <a:gd name="T0" fmla="*/ 0 w 20"/>
                <a:gd name="T1" fmla="*/ 0 h 5"/>
                <a:gd name="T2" fmla="*/ 0 w 20"/>
                <a:gd name="T3" fmla="*/ 0 h 5"/>
                <a:gd name="T4" fmla="*/ 0 w 20"/>
                <a:gd name="T5" fmla="*/ 0 h 5"/>
                <a:gd name="T6" fmla="*/ 0 w 20"/>
                <a:gd name="T7" fmla="*/ 0 h 5"/>
                <a:gd name="T8" fmla="*/ 0 w 20"/>
                <a:gd name="T9" fmla="*/ 0 h 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 h="5">
                  <a:moveTo>
                    <a:pt x="0" y="5"/>
                  </a:moveTo>
                  <a:lnTo>
                    <a:pt x="6" y="4"/>
                  </a:lnTo>
                  <a:lnTo>
                    <a:pt x="20" y="4"/>
                  </a:lnTo>
                  <a:lnTo>
                    <a:pt x="5" y="0"/>
                  </a:lnTo>
                  <a:lnTo>
                    <a:pt x="0" y="5"/>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5022" name="Freeform 112"/>
            <p:cNvSpPr/>
            <p:nvPr/>
          </p:nvSpPr>
          <p:spPr bwMode="auto">
            <a:xfrm>
              <a:off x="330" y="1838"/>
              <a:ext cx="6" cy="2"/>
            </a:xfrm>
            <a:custGeom>
              <a:avLst/>
              <a:gdLst>
                <a:gd name="T0" fmla="*/ 0 w 27"/>
                <a:gd name="T1" fmla="*/ 0 h 9"/>
                <a:gd name="T2" fmla="*/ 0 w 27"/>
                <a:gd name="T3" fmla="*/ 0 h 9"/>
                <a:gd name="T4" fmla="*/ 0 w 27"/>
                <a:gd name="T5" fmla="*/ 0 h 9"/>
                <a:gd name="T6" fmla="*/ 0 w 27"/>
                <a:gd name="T7" fmla="*/ 0 h 9"/>
                <a:gd name="T8" fmla="*/ 0 w 27"/>
                <a:gd name="T9" fmla="*/ 0 h 9"/>
                <a:gd name="T10" fmla="*/ 0 w 27"/>
                <a:gd name="T11" fmla="*/ 0 h 9"/>
                <a:gd name="T12" fmla="*/ 0 w 27"/>
                <a:gd name="T13" fmla="*/ 0 h 9"/>
                <a:gd name="T14" fmla="*/ 0 w 27"/>
                <a:gd name="T15" fmla="*/ 0 h 9"/>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 h="9">
                  <a:moveTo>
                    <a:pt x="27" y="7"/>
                  </a:moveTo>
                  <a:lnTo>
                    <a:pt x="23" y="3"/>
                  </a:lnTo>
                  <a:lnTo>
                    <a:pt x="17" y="1"/>
                  </a:lnTo>
                  <a:lnTo>
                    <a:pt x="6" y="0"/>
                  </a:lnTo>
                  <a:lnTo>
                    <a:pt x="0" y="9"/>
                  </a:lnTo>
                  <a:lnTo>
                    <a:pt x="8" y="3"/>
                  </a:lnTo>
                  <a:lnTo>
                    <a:pt x="15" y="2"/>
                  </a:lnTo>
                  <a:lnTo>
                    <a:pt x="27" y="7"/>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5023" name="Freeform 113"/>
            <p:cNvSpPr/>
            <p:nvPr/>
          </p:nvSpPr>
          <p:spPr bwMode="auto">
            <a:xfrm>
              <a:off x="340" y="1841"/>
              <a:ext cx="4" cy="1"/>
            </a:xfrm>
            <a:custGeom>
              <a:avLst/>
              <a:gdLst>
                <a:gd name="T0" fmla="*/ 0 w 20"/>
                <a:gd name="T1" fmla="*/ 0 h 4"/>
                <a:gd name="T2" fmla="*/ 0 w 20"/>
                <a:gd name="T3" fmla="*/ 0 h 4"/>
                <a:gd name="T4" fmla="*/ 0 w 20"/>
                <a:gd name="T5" fmla="*/ 0 h 4"/>
                <a:gd name="T6" fmla="*/ 0 w 20"/>
                <a:gd name="T7" fmla="*/ 0 h 4"/>
                <a:gd name="T8" fmla="*/ 0 w 20"/>
                <a:gd name="T9" fmla="*/ 0 h 4"/>
                <a:gd name="T10" fmla="*/ 0 w 20"/>
                <a:gd name="T11" fmla="*/ 0 h 4"/>
                <a:gd name="T12" fmla="*/ 0 w 20"/>
                <a:gd name="T13" fmla="*/ 0 h 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 h="4">
                  <a:moveTo>
                    <a:pt x="0" y="2"/>
                  </a:moveTo>
                  <a:lnTo>
                    <a:pt x="4" y="0"/>
                  </a:lnTo>
                  <a:lnTo>
                    <a:pt x="11" y="0"/>
                  </a:lnTo>
                  <a:lnTo>
                    <a:pt x="20" y="4"/>
                  </a:lnTo>
                  <a:lnTo>
                    <a:pt x="15" y="3"/>
                  </a:lnTo>
                  <a:lnTo>
                    <a:pt x="11" y="1"/>
                  </a:lnTo>
                  <a:lnTo>
                    <a:pt x="0" y="2"/>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5024" name="Freeform 114"/>
            <p:cNvSpPr/>
            <p:nvPr/>
          </p:nvSpPr>
          <p:spPr bwMode="auto">
            <a:xfrm>
              <a:off x="323" y="1845"/>
              <a:ext cx="6" cy="15"/>
            </a:xfrm>
            <a:custGeom>
              <a:avLst/>
              <a:gdLst>
                <a:gd name="T0" fmla="*/ 0 w 31"/>
                <a:gd name="T1" fmla="*/ 0 h 74"/>
                <a:gd name="T2" fmla="*/ 0 w 31"/>
                <a:gd name="T3" fmla="*/ 0 h 74"/>
                <a:gd name="T4" fmla="*/ 0 w 31"/>
                <a:gd name="T5" fmla="*/ 0 h 74"/>
                <a:gd name="T6" fmla="*/ 0 w 31"/>
                <a:gd name="T7" fmla="*/ 0 h 74"/>
                <a:gd name="T8" fmla="*/ 0 w 31"/>
                <a:gd name="T9" fmla="*/ 0 h 74"/>
                <a:gd name="T10" fmla="*/ 0 w 31"/>
                <a:gd name="T11" fmla="*/ 0 h 74"/>
                <a:gd name="T12" fmla="*/ 0 w 31"/>
                <a:gd name="T13" fmla="*/ 0 h 74"/>
                <a:gd name="T14" fmla="*/ 0 w 31"/>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1" h="74">
                  <a:moveTo>
                    <a:pt x="0" y="0"/>
                  </a:moveTo>
                  <a:lnTo>
                    <a:pt x="17" y="19"/>
                  </a:lnTo>
                  <a:lnTo>
                    <a:pt x="25" y="42"/>
                  </a:lnTo>
                  <a:lnTo>
                    <a:pt x="26" y="74"/>
                  </a:lnTo>
                  <a:lnTo>
                    <a:pt x="31" y="49"/>
                  </a:lnTo>
                  <a:lnTo>
                    <a:pt x="29" y="29"/>
                  </a:lnTo>
                  <a:lnTo>
                    <a:pt x="24" y="20"/>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5025" name="Freeform 115"/>
            <p:cNvSpPr/>
            <p:nvPr/>
          </p:nvSpPr>
          <p:spPr bwMode="auto">
            <a:xfrm>
              <a:off x="308" y="1839"/>
              <a:ext cx="10" cy="5"/>
            </a:xfrm>
            <a:custGeom>
              <a:avLst/>
              <a:gdLst>
                <a:gd name="T0" fmla="*/ 0 w 50"/>
                <a:gd name="T1" fmla="*/ 0 h 25"/>
                <a:gd name="T2" fmla="*/ 0 w 50"/>
                <a:gd name="T3" fmla="*/ 0 h 25"/>
                <a:gd name="T4" fmla="*/ 0 w 50"/>
                <a:gd name="T5" fmla="*/ 0 h 25"/>
                <a:gd name="T6" fmla="*/ 0 w 50"/>
                <a:gd name="T7" fmla="*/ 0 h 25"/>
                <a:gd name="T8" fmla="*/ 0 w 50"/>
                <a:gd name="T9" fmla="*/ 0 h 25"/>
                <a:gd name="T10" fmla="*/ 0 w 50"/>
                <a:gd name="T11" fmla="*/ 0 h 2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0" h="25">
                  <a:moveTo>
                    <a:pt x="0" y="11"/>
                  </a:moveTo>
                  <a:lnTo>
                    <a:pt x="19" y="13"/>
                  </a:lnTo>
                  <a:lnTo>
                    <a:pt x="50" y="25"/>
                  </a:lnTo>
                  <a:lnTo>
                    <a:pt x="28" y="9"/>
                  </a:lnTo>
                  <a:lnTo>
                    <a:pt x="1" y="0"/>
                  </a:lnTo>
                  <a:lnTo>
                    <a:pt x="0" y="11"/>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5026" name="Freeform 116"/>
            <p:cNvSpPr/>
            <p:nvPr/>
          </p:nvSpPr>
          <p:spPr bwMode="auto">
            <a:xfrm>
              <a:off x="321" y="1862"/>
              <a:ext cx="7" cy="7"/>
            </a:xfrm>
            <a:custGeom>
              <a:avLst/>
              <a:gdLst>
                <a:gd name="T0" fmla="*/ 0 w 39"/>
                <a:gd name="T1" fmla="*/ 0 h 33"/>
                <a:gd name="T2" fmla="*/ 0 w 39"/>
                <a:gd name="T3" fmla="*/ 0 h 33"/>
                <a:gd name="T4" fmla="*/ 0 w 39"/>
                <a:gd name="T5" fmla="*/ 0 h 33"/>
                <a:gd name="T6" fmla="*/ 0 w 39"/>
                <a:gd name="T7" fmla="*/ 0 h 33"/>
                <a:gd name="T8" fmla="*/ 0 w 39"/>
                <a:gd name="T9" fmla="*/ 0 h 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9" h="33">
                  <a:moveTo>
                    <a:pt x="39" y="0"/>
                  </a:moveTo>
                  <a:lnTo>
                    <a:pt x="20" y="21"/>
                  </a:lnTo>
                  <a:lnTo>
                    <a:pt x="0" y="33"/>
                  </a:lnTo>
                  <a:lnTo>
                    <a:pt x="26" y="25"/>
                  </a:lnTo>
                  <a:lnTo>
                    <a:pt x="39" y="0"/>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5027" name="Freeform 117"/>
            <p:cNvSpPr/>
            <p:nvPr/>
          </p:nvSpPr>
          <p:spPr bwMode="auto">
            <a:xfrm>
              <a:off x="332" y="1858"/>
              <a:ext cx="7" cy="7"/>
            </a:xfrm>
            <a:custGeom>
              <a:avLst/>
              <a:gdLst>
                <a:gd name="T0" fmla="*/ 0 w 38"/>
                <a:gd name="T1" fmla="*/ 0 h 35"/>
                <a:gd name="T2" fmla="*/ 0 w 38"/>
                <a:gd name="T3" fmla="*/ 0 h 35"/>
                <a:gd name="T4" fmla="*/ 0 w 38"/>
                <a:gd name="T5" fmla="*/ 0 h 35"/>
                <a:gd name="T6" fmla="*/ 0 w 38"/>
                <a:gd name="T7" fmla="*/ 0 h 35"/>
                <a:gd name="T8" fmla="*/ 0 w 38"/>
                <a:gd name="T9" fmla="*/ 0 h 35"/>
                <a:gd name="T10" fmla="*/ 0 w 38"/>
                <a:gd name="T11" fmla="*/ 0 h 35"/>
                <a:gd name="T12" fmla="*/ 0 w 38"/>
                <a:gd name="T13" fmla="*/ 0 h 35"/>
                <a:gd name="T14" fmla="*/ 0 w 38"/>
                <a:gd name="T15" fmla="*/ 0 h 3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8" h="35">
                  <a:moveTo>
                    <a:pt x="0" y="0"/>
                  </a:moveTo>
                  <a:lnTo>
                    <a:pt x="3" y="13"/>
                  </a:lnTo>
                  <a:lnTo>
                    <a:pt x="22" y="29"/>
                  </a:lnTo>
                  <a:lnTo>
                    <a:pt x="38" y="35"/>
                  </a:lnTo>
                  <a:lnTo>
                    <a:pt x="12" y="32"/>
                  </a:lnTo>
                  <a:lnTo>
                    <a:pt x="3" y="21"/>
                  </a:lnTo>
                  <a:lnTo>
                    <a:pt x="2" y="9"/>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5028" name="Freeform 118"/>
            <p:cNvSpPr/>
            <p:nvPr/>
          </p:nvSpPr>
          <p:spPr bwMode="auto">
            <a:xfrm>
              <a:off x="278" y="1810"/>
              <a:ext cx="41" cy="31"/>
            </a:xfrm>
            <a:custGeom>
              <a:avLst/>
              <a:gdLst>
                <a:gd name="T0" fmla="*/ 0 w 201"/>
                <a:gd name="T1" fmla="*/ 0 h 158"/>
                <a:gd name="T2" fmla="*/ 0 w 201"/>
                <a:gd name="T3" fmla="*/ 0 h 158"/>
                <a:gd name="T4" fmla="*/ 0 w 201"/>
                <a:gd name="T5" fmla="*/ 0 h 158"/>
                <a:gd name="T6" fmla="*/ 0 w 201"/>
                <a:gd name="T7" fmla="*/ 0 h 158"/>
                <a:gd name="T8" fmla="*/ 0 w 201"/>
                <a:gd name="T9" fmla="*/ 0 h 158"/>
                <a:gd name="T10" fmla="*/ 0 w 201"/>
                <a:gd name="T11" fmla="*/ 0 h 158"/>
                <a:gd name="T12" fmla="*/ 0 w 201"/>
                <a:gd name="T13" fmla="*/ 0 h 15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1" h="158">
                  <a:moveTo>
                    <a:pt x="165" y="158"/>
                  </a:moveTo>
                  <a:lnTo>
                    <a:pt x="201" y="76"/>
                  </a:lnTo>
                  <a:lnTo>
                    <a:pt x="132" y="31"/>
                  </a:lnTo>
                  <a:lnTo>
                    <a:pt x="29" y="0"/>
                  </a:lnTo>
                  <a:lnTo>
                    <a:pt x="0" y="87"/>
                  </a:lnTo>
                  <a:lnTo>
                    <a:pt x="94" y="114"/>
                  </a:lnTo>
                  <a:lnTo>
                    <a:pt x="165" y="158"/>
                  </a:lnTo>
                  <a:close/>
                </a:path>
              </a:pathLst>
            </a:custGeom>
            <a:solidFill>
              <a:srgbClr val="FFFFFF"/>
            </a:solidFill>
            <a:ln w="3175">
              <a:solidFill>
                <a:srgbClr val="000000"/>
              </a:solidFill>
              <a:prstDash val="solid"/>
              <a:round/>
            </a:ln>
          </p:spPr>
          <p:txBody>
            <a:bodyPr/>
            <a:lstStyle/>
            <a:p>
              <a:endParaRPr lang="zh-CN" altLang="en-US" b="1">
                <a:solidFill>
                  <a:srgbClr val="000099"/>
                </a:solidFill>
              </a:endParaRPr>
            </a:p>
          </p:txBody>
        </p:sp>
        <p:sp>
          <p:nvSpPr>
            <p:cNvPr id="245029" name="Oval 119"/>
            <p:cNvSpPr>
              <a:spLocks noChangeArrowheads="1"/>
            </p:cNvSpPr>
            <p:nvPr/>
          </p:nvSpPr>
          <p:spPr bwMode="auto">
            <a:xfrm>
              <a:off x="304" y="1824"/>
              <a:ext cx="7" cy="9"/>
            </a:xfrm>
            <a:prstGeom prst="ellipse">
              <a:avLst/>
            </a:prstGeom>
            <a:solidFill>
              <a:srgbClr val="FFFFFF"/>
            </a:solidFill>
            <a:ln w="3175">
              <a:solidFill>
                <a:srgbClr val="000000"/>
              </a:solidFill>
              <a:round/>
            </a:ln>
          </p:spPr>
          <p:txBody>
            <a:bodyPr/>
            <a:lstStyle/>
            <a:p>
              <a:pPr eaLnBrk="1" hangingPunct="1"/>
              <a:endParaRPr lang="zh-CN" altLang="en-US" b="1">
                <a:solidFill>
                  <a:srgbClr val="000099"/>
                </a:solidFill>
              </a:endParaRPr>
            </a:p>
          </p:txBody>
        </p:sp>
        <p:sp>
          <p:nvSpPr>
            <p:cNvPr id="245030" name="Freeform 120"/>
            <p:cNvSpPr/>
            <p:nvPr/>
          </p:nvSpPr>
          <p:spPr bwMode="auto">
            <a:xfrm>
              <a:off x="297" y="1826"/>
              <a:ext cx="10" cy="22"/>
            </a:xfrm>
            <a:custGeom>
              <a:avLst/>
              <a:gdLst>
                <a:gd name="T0" fmla="*/ 0 w 52"/>
                <a:gd name="T1" fmla="*/ 0 h 111"/>
                <a:gd name="T2" fmla="*/ 0 w 52"/>
                <a:gd name="T3" fmla="*/ 0 h 111"/>
                <a:gd name="T4" fmla="*/ 0 w 52"/>
                <a:gd name="T5" fmla="*/ 0 h 111"/>
                <a:gd name="T6" fmla="*/ 0 w 52"/>
                <a:gd name="T7" fmla="*/ 0 h 111"/>
                <a:gd name="T8" fmla="*/ 0 w 52"/>
                <a:gd name="T9" fmla="*/ 0 h 111"/>
                <a:gd name="T10" fmla="*/ 0 w 52"/>
                <a:gd name="T11" fmla="*/ 0 h 111"/>
                <a:gd name="T12" fmla="*/ 0 w 52"/>
                <a:gd name="T13" fmla="*/ 0 h 111"/>
                <a:gd name="T14" fmla="*/ 0 w 52"/>
                <a:gd name="T15" fmla="*/ 0 h 111"/>
                <a:gd name="T16" fmla="*/ 0 w 52"/>
                <a:gd name="T17" fmla="*/ 0 h 111"/>
                <a:gd name="T18" fmla="*/ 0 w 52"/>
                <a:gd name="T19" fmla="*/ 0 h 111"/>
                <a:gd name="T20" fmla="*/ 0 w 52"/>
                <a:gd name="T21" fmla="*/ 0 h 111"/>
                <a:gd name="T22" fmla="*/ 0 w 52"/>
                <a:gd name="T23" fmla="*/ 0 h 111"/>
                <a:gd name="T24" fmla="*/ 0 w 52"/>
                <a:gd name="T25" fmla="*/ 0 h 111"/>
                <a:gd name="T26" fmla="*/ 0 w 52"/>
                <a:gd name="T27" fmla="*/ 0 h 111"/>
                <a:gd name="T28" fmla="*/ 0 w 52"/>
                <a:gd name="T29" fmla="*/ 0 h 111"/>
                <a:gd name="T30" fmla="*/ 0 w 52"/>
                <a:gd name="T31" fmla="*/ 0 h 11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52" h="111">
                  <a:moveTo>
                    <a:pt x="4" y="74"/>
                  </a:moveTo>
                  <a:lnTo>
                    <a:pt x="7" y="55"/>
                  </a:lnTo>
                  <a:lnTo>
                    <a:pt x="5" y="36"/>
                  </a:lnTo>
                  <a:lnTo>
                    <a:pt x="4" y="23"/>
                  </a:lnTo>
                  <a:lnTo>
                    <a:pt x="0" y="13"/>
                  </a:lnTo>
                  <a:lnTo>
                    <a:pt x="4" y="4"/>
                  </a:lnTo>
                  <a:lnTo>
                    <a:pt x="11" y="0"/>
                  </a:lnTo>
                  <a:lnTo>
                    <a:pt x="27" y="6"/>
                  </a:lnTo>
                  <a:lnTo>
                    <a:pt x="33" y="16"/>
                  </a:lnTo>
                  <a:lnTo>
                    <a:pt x="37" y="27"/>
                  </a:lnTo>
                  <a:lnTo>
                    <a:pt x="39" y="39"/>
                  </a:lnTo>
                  <a:lnTo>
                    <a:pt x="40" y="59"/>
                  </a:lnTo>
                  <a:lnTo>
                    <a:pt x="52" y="79"/>
                  </a:lnTo>
                  <a:lnTo>
                    <a:pt x="23" y="111"/>
                  </a:lnTo>
                  <a:lnTo>
                    <a:pt x="11" y="103"/>
                  </a:lnTo>
                  <a:lnTo>
                    <a:pt x="4" y="74"/>
                  </a:lnTo>
                  <a:close/>
                </a:path>
              </a:pathLst>
            </a:custGeom>
            <a:solidFill>
              <a:srgbClr val="FFC080"/>
            </a:solidFill>
            <a:ln w="3175">
              <a:solidFill>
                <a:srgbClr val="402000"/>
              </a:solidFill>
              <a:prstDash val="solid"/>
              <a:round/>
            </a:ln>
          </p:spPr>
          <p:txBody>
            <a:bodyPr/>
            <a:lstStyle/>
            <a:p>
              <a:endParaRPr lang="zh-CN" altLang="en-US" b="1">
                <a:solidFill>
                  <a:srgbClr val="000099"/>
                </a:solidFill>
              </a:endParaRPr>
            </a:p>
          </p:txBody>
        </p:sp>
        <p:sp>
          <p:nvSpPr>
            <p:cNvPr id="245031" name="Freeform 121"/>
            <p:cNvSpPr/>
            <p:nvPr/>
          </p:nvSpPr>
          <p:spPr bwMode="auto">
            <a:xfrm>
              <a:off x="301" y="1841"/>
              <a:ext cx="7" cy="7"/>
            </a:xfrm>
            <a:custGeom>
              <a:avLst/>
              <a:gdLst>
                <a:gd name="T0" fmla="*/ 0 w 35"/>
                <a:gd name="T1" fmla="*/ 0 h 34"/>
                <a:gd name="T2" fmla="*/ 0 w 35"/>
                <a:gd name="T3" fmla="*/ 0 h 34"/>
                <a:gd name="T4" fmla="*/ 0 w 35"/>
                <a:gd name="T5" fmla="*/ 0 h 34"/>
                <a:gd name="T6" fmla="*/ 0 w 35"/>
                <a:gd name="T7" fmla="*/ 0 h 34"/>
                <a:gd name="T8" fmla="*/ 0 w 35"/>
                <a:gd name="T9" fmla="*/ 0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34">
                  <a:moveTo>
                    <a:pt x="24" y="0"/>
                  </a:moveTo>
                  <a:lnTo>
                    <a:pt x="35" y="4"/>
                  </a:lnTo>
                  <a:lnTo>
                    <a:pt x="9" y="34"/>
                  </a:lnTo>
                  <a:lnTo>
                    <a:pt x="0" y="26"/>
                  </a:lnTo>
                  <a:lnTo>
                    <a:pt x="24" y="0"/>
                  </a:lnTo>
                  <a:close/>
                </a:path>
              </a:pathLst>
            </a:custGeom>
            <a:solidFill>
              <a:srgbClr val="FFC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5032" name="Freeform 122"/>
            <p:cNvSpPr/>
            <p:nvPr/>
          </p:nvSpPr>
          <p:spPr bwMode="auto">
            <a:xfrm>
              <a:off x="312" y="1815"/>
              <a:ext cx="9" cy="20"/>
            </a:xfrm>
            <a:custGeom>
              <a:avLst/>
              <a:gdLst>
                <a:gd name="T0" fmla="*/ 0 w 48"/>
                <a:gd name="T1" fmla="*/ 0 h 97"/>
                <a:gd name="T2" fmla="*/ 0 w 48"/>
                <a:gd name="T3" fmla="*/ 0 h 97"/>
                <a:gd name="T4" fmla="*/ 0 w 48"/>
                <a:gd name="T5" fmla="*/ 0 h 97"/>
                <a:gd name="T6" fmla="*/ 0 w 48"/>
                <a:gd name="T7" fmla="*/ 0 h 97"/>
                <a:gd name="T8" fmla="*/ 0 w 48"/>
                <a:gd name="T9" fmla="*/ 0 h 97"/>
                <a:gd name="T10" fmla="*/ 0 w 48"/>
                <a:gd name="T11" fmla="*/ 0 h 97"/>
                <a:gd name="T12" fmla="*/ 0 w 48"/>
                <a:gd name="T13" fmla="*/ 0 h 97"/>
                <a:gd name="T14" fmla="*/ 0 w 48"/>
                <a:gd name="T15" fmla="*/ 0 h 97"/>
                <a:gd name="T16" fmla="*/ 0 w 48"/>
                <a:gd name="T17" fmla="*/ 0 h 97"/>
                <a:gd name="T18" fmla="*/ 0 w 48"/>
                <a:gd name="T19" fmla="*/ 0 h 97"/>
                <a:gd name="T20" fmla="*/ 0 w 48"/>
                <a:gd name="T21" fmla="*/ 0 h 97"/>
                <a:gd name="T22" fmla="*/ 0 w 48"/>
                <a:gd name="T23" fmla="*/ 0 h 97"/>
                <a:gd name="T24" fmla="*/ 0 w 48"/>
                <a:gd name="T25" fmla="*/ 0 h 97"/>
                <a:gd name="T26" fmla="*/ 0 w 48"/>
                <a:gd name="T27" fmla="*/ 0 h 97"/>
                <a:gd name="T28" fmla="*/ 0 w 48"/>
                <a:gd name="T29" fmla="*/ 0 h 97"/>
                <a:gd name="T30" fmla="*/ 0 w 48"/>
                <a:gd name="T31" fmla="*/ 0 h 97"/>
                <a:gd name="T32" fmla="*/ 0 w 48"/>
                <a:gd name="T33" fmla="*/ 0 h 97"/>
                <a:gd name="T34" fmla="*/ 0 w 48"/>
                <a:gd name="T35" fmla="*/ 0 h 97"/>
                <a:gd name="T36" fmla="*/ 0 w 48"/>
                <a:gd name="T37" fmla="*/ 0 h 9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48" h="97">
                  <a:moveTo>
                    <a:pt x="0" y="23"/>
                  </a:moveTo>
                  <a:lnTo>
                    <a:pt x="4" y="43"/>
                  </a:lnTo>
                  <a:lnTo>
                    <a:pt x="6" y="51"/>
                  </a:lnTo>
                  <a:lnTo>
                    <a:pt x="7" y="64"/>
                  </a:lnTo>
                  <a:lnTo>
                    <a:pt x="5" y="73"/>
                  </a:lnTo>
                  <a:lnTo>
                    <a:pt x="7" y="84"/>
                  </a:lnTo>
                  <a:lnTo>
                    <a:pt x="14" y="95"/>
                  </a:lnTo>
                  <a:lnTo>
                    <a:pt x="21" y="96"/>
                  </a:lnTo>
                  <a:lnTo>
                    <a:pt x="34" y="97"/>
                  </a:lnTo>
                  <a:lnTo>
                    <a:pt x="43" y="91"/>
                  </a:lnTo>
                  <a:lnTo>
                    <a:pt x="46" y="88"/>
                  </a:lnTo>
                  <a:lnTo>
                    <a:pt x="48" y="77"/>
                  </a:lnTo>
                  <a:lnTo>
                    <a:pt x="48" y="59"/>
                  </a:lnTo>
                  <a:lnTo>
                    <a:pt x="48" y="48"/>
                  </a:lnTo>
                  <a:lnTo>
                    <a:pt x="46" y="32"/>
                  </a:lnTo>
                  <a:lnTo>
                    <a:pt x="44" y="22"/>
                  </a:lnTo>
                  <a:lnTo>
                    <a:pt x="36" y="0"/>
                  </a:lnTo>
                  <a:lnTo>
                    <a:pt x="7" y="1"/>
                  </a:lnTo>
                  <a:lnTo>
                    <a:pt x="0" y="23"/>
                  </a:lnTo>
                  <a:close/>
                </a:path>
              </a:pathLst>
            </a:custGeom>
            <a:solidFill>
              <a:srgbClr val="FFC080"/>
            </a:solidFill>
            <a:ln w="3175">
              <a:solidFill>
                <a:srgbClr val="402000"/>
              </a:solidFill>
              <a:prstDash val="solid"/>
              <a:round/>
            </a:ln>
          </p:spPr>
          <p:txBody>
            <a:bodyPr/>
            <a:lstStyle/>
            <a:p>
              <a:endParaRPr lang="zh-CN" altLang="en-US" b="1">
                <a:solidFill>
                  <a:srgbClr val="000099"/>
                </a:solidFill>
              </a:endParaRPr>
            </a:p>
          </p:txBody>
        </p:sp>
        <p:sp>
          <p:nvSpPr>
            <p:cNvPr id="245033" name="Freeform 123"/>
            <p:cNvSpPr/>
            <p:nvPr/>
          </p:nvSpPr>
          <p:spPr bwMode="auto">
            <a:xfrm>
              <a:off x="315" y="1828"/>
              <a:ext cx="5" cy="4"/>
            </a:xfrm>
            <a:custGeom>
              <a:avLst/>
              <a:gdLst>
                <a:gd name="T0" fmla="*/ 0 w 24"/>
                <a:gd name="T1" fmla="*/ 0 h 20"/>
                <a:gd name="T2" fmla="*/ 0 w 24"/>
                <a:gd name="T3" fmla="*/ 0 h 20"/>
                <a:gd name="T4" fmla="*/ 0 w 24"/>
                <a:gd name="T5" fmla="*/ 0 h 20"/>
                <a:gd name="T6" fmla="*/ 0 w 24"/>
                <a:gd name="T7" fmla="*/ 0 h 20"/>
                <a:gd name="T8" fmla="*/ 0 w 24"/>
                <a:gd name="T9" fmla="*/ 0 h 20"/>
                <a:gd name="T10" fmla="*/ 0 w 24"/>
                <a:gd name="T11" fmla="*/ 0 h 20"/>
                <a:gd name="T12" fmla="*/ 0 w 24"/>
                <a:gd name="T13" fmla="*/ 0 h 20"/>
                <a:gd name="T14" fmla="*/ 0 w 24"/>
                <a:gd name="T15" fmla="*/ 0 h 2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 h="20">
                  <a:moveTo>
                    <a:pt x="24" y="5"/>
                  </a:moveTo>
                  <a:lnTo>
                    <a:pt x="12" y="0"/>
                  </a:lnTo>
                  <a:lnTo>
                    <a:pt x="3" y="1"/>
                  </a:lnTo>
                  <a:lnTo>
                    <a:pt x="0" y="5"/>
                  </a:lnTo>
                  <a:lnTo>
                    <a:pt x="1" y="20"/>
                  </a:lnTo>
                  <a:lnTo>
                    <a:pt x="3" y="8"/>
                  </a:lnTo>
                  <a:lnTo>
                    <a:pt x="5" y="4"/>
                  </a:lnTo>
                  <a:lnTo>
                    <a:pt x="24" y="5"/>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grpSp>
      <p:grpSp>
        <p:nvGrpSpPr>
          <p:cNvPr id="244754" name="Group 124"/>
          <p:cNvGrpSpPr/>
          <p:nvPr/>
        </p:nvGrpSpPr>
        <p:grpSpPr bwMode="auto">
          <a:xfrm>
            <a:off x="750836" y="5437188"/>
            <a:ext cx="239051" cy="112712"/>
            <a:chOff x="375" y="2315"/>
            <a:chExt cx="139" cy="71"/>
          </a:xfrm>
        </p:grpSpPr>
        <p:sp>
          <p:nvSpPr>
            <p:cNvPr id="245014" name="Freeform 125"/>
            <p:cNvSpPr/>
            <p:nvPr/>
          </p:nvSpPr>
          <p:spPr bwMode="auto">
            <a:xfrm>
              <a:off x="375" y="2315"/>
              <a:ext cx="139" cy="71"/>
            </a:xfrm>
            <a:custGeom>
              <a:avLst/>
              <a:gdLst>
                <a:gd name="T0" fmla="*/ 0 w 691"/>
                <a:gd name="T1" fmla="*/ 0 h 355"/>
                <a:gd name="T2" fmla="*/ 0 w 691"/>
                <a:gd name="T3" fmla="*/ 0 h 355"/>
                <a:gd name="T4" fmla="*/ 0 w 691"/>
                <a:gd name="T5" fmla="*/ 0 h 355"/>
                <a:gd name="T6" fmla="*/ 0 w 691"/>
                <a:gd name="T7" fmla="*/ 0 h 355"/>
                <a:gd name="T8" fmla="*/ 0 w 691"/>
                <a:gd name="T9" fmla="*/ 0 h 355"/>
                <a:gd name="T10" fmla="*/ 0 w 691"/>
                <a:gd name="T11" fmla="*/ 0 h 355"/>
                <a:gd name="T12" fmla="*/ 0 w 691"/>
                <a:gd name="T13" fmla="*/ 0 h 355"/>
                <a:gd name="T14" fmla="*/ 0 w 691"/>
                <a:gd name="T15" fmla="*/ 0 h 355"/>
                <a:gd name="T16" fmla="*/ 0 w 691"/>
                <a:gd name="T17" fmla="*/ 0 h 355"/>
                <a:gd name="T18" fmla="*/ 0 w 691"/>
                <a:gd name="T19" fmla="*/ 0 h 355"/>
                <a:gd name="T20" fmla="*/ 0 w 691"/>
                <a:gd name="T21" fmla="*/ 0 h 355"/>
                <a:gd name="T22" fmla="*/ 0 w 691"/>
                <a:gd name="T23" fmla="*/ 0 h 355"/>
                <a:gd name="T24" fmla="*/ 0 w 691"/>
                <a:gd name="T25" fmla="*/ 0 h 355"/>
                <a:gd name="T26" fmla="*/ 0 w 691"/>
                <a:gd name="T27" fmla="*/ 0 h 355"/>
                <a:gd name="T28" fmla="*/ 0 w 691"/>
                <a:gd name="T29" fmla="*/ 0 h 355"/>
                <a:gd name="T30" fmla="*/ 0 w 691"/>
                <a:gd name="T31" fmla="*/ 0 h 355"/>
                <a:gd name="T32" fmla="*/ 0 w 691"/>
                <a:gd name="T33" fmla="*/ 0 h 355"/>
                <a:gd name="T34" fmla="*/ 0 w 691"/>
                <a:gd name="T35" fmla="*/ 0 h 355"/>
                <a:gd name="T36" fmla="*/ 0 w 691"/>
                <a:gd name="T37" fmla="*/ 0 h 355"/>
                <a:gd name="T38" fmla="*/ 0 w 691"/>
                <a:gd name="T39" fmla="*/ 0 h 35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91" h="355">
                  <a:moveTo>
                    <a:pt x="279" y="11"/>
                  </a:moveTo>
                  <a:lnTo>
                    <a:pt x="274" y="104"/>
                  </a:lnTo>
                  <a:lnTo>
                    <a:pt x="455" y="189"/>
                  </a:lnTo>
                  <a:lnTo>
                    <a:pt x="607" y="226"/>
                  </a:lnTo>
                  <a:lnTo>
                    <a:pt x="691" y="263"/>
                  </a:lnTo>
                  <a:lnTo>
                    <a:pt x="687" y="313"/>
                  </a:lnTo>
                  <a:lnTo>
                    <a:pt x="577" y="343"/>
                  </a:lnTo>
                  <a:lnTo>
                    <a:pt x="413" y="355"/>
                  </a:lnTo>
                  <a:lnTo>
                    <a:pt x="274" y="331"/>
                  </a:lnTo>
                  <a:lnTo>
                    <a:pt x="188" y="307"/>
                  </a:lnTo>
                  <a:lnTo>
                    <a:pt x="183" y="334"/>
                  </a:lnTo>
                  <a:lnTo>
                    <a:pt x="74" y="331"/>
                  </a:lnTo>
                  <a:lnTo>
                    <a:pt x="7" y="318"/>
                  </a:lnTo>
                  <a:lnTo>
                    <a:pt x="7" y="270"/>
                  </a:lnTo>
                  <a:lnTo>
                    <a:pt x="0" y="242"/>
                  </a:lnTo>
                  <a:lnTo>
                    <a:pt x="0" y="173"/>
                  </a:lnTo>
                  <a:lnTo>
                    <a:pt x="18" y="135"/>
                  </a:lnTo>
                  <a:lnTo>
                    <a:pt x="53" y="91"/>
                  </a:lnTo>
                  <a:lnTo>
                    <a:pt x="60" y="0"/>
                  </a:lnTo>
                  <a:lnTo>
                    <a:pt x="279" y="11"/>
                  </a:lnTo>
                  <a:close/>
                </a:path>
              </a:pathLst>
            </a:custGeom>
            <a:solidFill>
              <a:srgbClr val="606060"/>
            </a:solidFill>
            <a:ln w="3175">
              <a:solidFill>
                <a:srgbClr val="000000"/>
              </a:solidFill>
              <a:prstDash val="solid"/>
              <a:round/>
            </a:ln>
          </p:spPr>
          <p:txBody>
            <a:bodyPr/>
            <a:lstStyle/>
            <a:p>
              <a:endParaRPr lang="zh-CN" altLang="en-US" b="1">
                <a:solidFill>
                  <a:srgbClr val="000099"/>
                </a:solidFill>
              </a:endParaRPr>
            </a:p>
          </p:txBody>
        </p:sp>
        <p:sp>
          <p:nvSpPr>
            <p:cNvPr id="245015" name="Freeform 126"/>
            <p:cNvSpPr/>
            <p:nvPr/>
          </p:nvSpPr>
          <p:spPr bwMode="auto">
            <a:xfrm>
              <a:off x="421" y="2341"/>
              <a:ext cx="42" cy="22"/>
            </a:xfrm>
            <a:custGeom>
              <a:avLst/>
              <a:gdLst>
                <a:gd name="T0" fmla="*/ 0 w 208"/>
                <a:gd name="T1" fmla="*/ 0 h 110"/>
                <a:gd name="T2" fmla="*/ 0 w 208"/>
                <a:gd name="T3" fmla="*/ 0 h 110"/>
                <a:gd name="T4" fmla="*/ 0 w 208"/>
                <a:gd name="T5" fmla="*/ 0 h 110"/>
                <a:gd name="T6" fmla="*/ 0 w 208"/>
                <a:gd name="T7" fmla="*/ 0 h 110"/>
                <a:gd name="T8" fmla="*/ 0 w 208"/>
                <a:gd name="T9" fmla="*/ 0 h 11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8" h="110">
                  <a:moveTo>
                    <a:pt x="53" y="0"/>
                  </a:moveTo>
                  <a:lnTo>
                    <a:pt x="0" y="58"/>
                  </a:lnTo>
                  <a:lnTo>
                    <a:pt x="186" y="110"/>
                  </a:lnTo>
                  <a:lnTo>
                    <a:pt x="208" y="70"/>
                  </a:lnTo>
                  <a:lnTo>
                    <a:pt x="53"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5016" name="Freeform 127"/>
            <p:cNvSpPr/>
            <p:nvPr/>
          </p:nvSpPr>
          <p:spPr bwMode="auto">
            <a:xfrm>
              <a:off x="463" y="2356"/>
              <a:ext cx="46" cy="13"/>
            </a:xfrm>
            <a:custGeom>
              <a:avLst/>
              <a:gdLst>
                <a:gd name="T0" fmla="*/ 0 w 233"/>
                <a:gd name="T1" fmla="*/ 0 h 67"/>
                <a:gd name="T2" fmla="*/ 0 w 233"/>
                <a:gd name="T3" fmla="*/ 0 h 67"/>
                <a:gd name="T4" fmla="*/ 0 w 233"/>
                <a:gd name="T5" fmla="*/ 0 h 67"/>
                <a:gd name="T6" fmla="*/ 0 w 233"/>
                <a:gd name="T7" fmla="*/ 0 h 67"/>
                <a:gd name="T8" fmla="*/ 0 w 233"/>
                <a:gd name="T9" fmla="*/ 0 h 67"/>
                <a:gd name="T10" fmla="*/ 0 w 233"/>
                <a:gd name="T11" fmla="*/ 0 h 67"/>
                <a:gd name="T12" fmla="*/ 0 w 233"/>
                <a:gd name="T13" fmla="*/ 0 h 6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33" h="67">
                  <a:moveTo>
                    <a:pt x="27" y="0"/>
                  </a:moveTo>
                  <a:lnTo>
                    <a:pt x="0" y="32"/>
                  </a:lnTo>
                  <a:lnTo>
                    <a:pt x="115" y="62"/>
                  </a:lnTo>
                  <a:lnTo>
                    <a:pt x="168" y="67"/>
                  </a:lnTo>
                  <a:lnTo>
                    <a:pt x="233" y="64"/>
                  </a:lnTo>
                  <a:lnTo>
                    <a:pt x="165" y="30"/>
                  </a:lnTo>
                  <a:lnTo>
                    <a:pt x="27"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5017" name="Freeform 128"/>
            <p:cNvSpPr/>
            <p:nvPr/>
          </p:nvSpPr>
          <p:spPr bwMode="auto">
            <a:xfrm>
              <a:off x="376" y="2341"/>
              <a:ext cx="134" cy="41"/>
            </a:xfrm>
            <a:custGeom>
              <a:avLst/>
              <a:gdLst>
                <a:gd name="T0" fmla="*/ 0 w 670"/>
                <a:gd name="T1" fmla="*/ 0 h 209"/>
                <a:gd name="T2" fmla="*/ 0 w 670"/>
                <a:gd name="T3" fmla="*/ 0 h 209"/>
                <a:gd name="T4" fmla="*/ 0 w 670"/>
                <a:gd name="T5" fmla="*/ 0 h 209"/>
                <a:gd name="T6" fmla="*/ 0 w 670"/>
                <a:gd name="T7" fmla="*/ 0 h 209"/>
                <a:gd name="T8" fmla="*/ 0 w 670"/>
                <a:gd name="T9" fmla="*/ 0 h 209"/>
                <a:gd name="T10" fmla="*/ 0 w 670"/>
                <a:gd name="T11" fmla="*/ 0 h 209"/>
                <a:gd name="T12" fmla="*/ 0 w 670"/>
                <a:gd name="T13" fmla="*/ 0 h 209"/>
                <a:gd name="T14" fmla="*/ 0 w 670"/>
                <a:gd name="T15" fmla="*/ 0 h 209"/>
                <a:gd name="T16" fmla="*/ 0 w 670"/>
                <a:gd name="T17" fmla="*/ 0 h 209"/>
                <a:gd name="T18" fmla="*/ 0 w 670"/>
                <a:gd name="T19" fmla="*/ 0 h 209"/>
                <a:gd name="T20" fmla="*/ 0 w 670"/>
                <a:gd name="T21" fmla="*/ 0 h 209"/>
                <a:gd name="T22" fmla="*/ 0 w 670"/>
                <a:gd name="T23" fmla="*/ 0 h 209"/>
                <a:gd name="T24" fmla="*/ 0 w 670"/>
                <a:gd name="T25" fmla="*/ 0 h 209"/>
                <a:gd name="T26" fmla="*/ 0 w 670"/>
                <a:gd name="T27" fmla="*/ 0 h 209"/>
                <a:gd name="T28" fmla="*/ 0 w 670"/>
                <a:gd name="T29" fmla="*/ 0 h 209"/>
                <a:gd name="T30" fmla="*/ 0 w 670"/>
                <a:gd name="T31" fmla="*/ 0 h 209"/>
                <a:gd name="T32" fmla="*/ 0 w 670"/>
                <a:gd name="T33" fmla="*/ 0 h 209"/>
                <a:gd name="T34" fmla="*/ 0 w 670"/>
                <a:gd name="T35" fmla="*/ 0 h 209"/>
                <a:gd name="T36" fmla="*/ 0 w 670"/>
                <a:gd name="T37" fmla="*/ 0 h 20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670" h="209">
                  <a:moveTo>
                    <a:pt x="670" y="178"/>
                  </a:moveTo>
                  <a:lnTo>
                    <a:pt x="670" y="146"/>
                  </a:lnTo>
                  <a:lnTo>
                    <a:pt x="582" y="155"/>
                  </a:lnTo>
                  <a:lnTo>
                    <a:pt x="442" y="134"/>
                  </a:lnTo>
                  <a:lnTo>
                    <a:pt x="361" y="116"/>
                  </a:lnTo>
                  <a:lnTo>
                    <a:pt x="206" y="66"/>
                  </a:lnTo>
                  <a:lnTo>
                    <a:pt x="140" y="58"/>
                  </a:lnTo>
                  <a:lnTo>
                    <a:pt x="73" y="34"/>
                  </a:lnTo>
                  <a:lnTo>
                    <a:pt x="40" y="0"/>
                  </a:lnTo>
                  <a:lnTo>
                    <a:pt x="0" y="43"/>
                  </a:lnTo>
                  <a:lnTo>
                    <a:pt x="0" y="132"/>
                  </a:lnTo>
                  <a:lnTo>
                    <a:pt x="49" y="146"/>
                  </a:lnTo>
                  <a:lnTo>
                    <a:pt x="170" y="162"/>
                  </a:lnTo>
                  <a:lnTo>
                    <a:pt x="218" y="167"/>
                  </a:lnTo>
                  <a:lnTo>
                    <a:pt x="298" y="196"/>
                  </a:lnTo>
                  <a:lnTo>
                    <a:pt x="388" y="209"/>
                  </a:lnTo>
                  <a:lnTo>
                    <a:pt x="452" y="209"/>
                  </a:lnTo>
                  <a:lnTo>
                    <a:pt x="553" y="209"/>
                  </a:lnTo>
                  <a:lnTo>
                    <a:pt x="670" y="178"/>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5018" name="Freeform 129"/>
            <p:cNvSpPr/>
            <p:nvPr/>
          </p:nvSpPr>
          <p:spPr bwMode="auto">
            <a:xfrm>
              <a:off x="386" y="2317"/>
              <a:ext cx="44" cy="34"/>
            </a:xfrm>
            <a:custGeom>
              <a:avLst/>
              <a:gdLst>
                <a:gd name="T0" fmla="*/ 0 w 219"/>
                <a:gd name="T1" fmla="*/ 0 h 171"/>
                <a:gd name="T2" fmla="*/ 0 w 219"/>
                <a:gd name="T3" fmla="*/ 0 h 171"/>
                <a:gd name="T4" fmla="*/ 0 w 219"/>
                <a:gd name="T5" fmla="*/ 0 h 171"/>
                <a:gd name="T6" fmla="*/ 0 w 219"/>
                <a:gd name="T7" fmla="*/ 0 h 171"/>
                <a:gd name="T8" fmla="*/ 0 w 219"/>
                <a:gd name="T9" fmla="*/ 0 h 171"/>
                <a:gd name="T10" fmla="*/ 0 w 219"/>
                <a:gd name="T11" fmla="*/ 0 h 171"/>
                <a:gd name="T12" fmla="*/ 0 w 219"/>
                <a:gd name="T13" fmla="*/ 0 h 171"/>
                <a:gd name="T14" fmla="*/ 0 w 219"/>
                <a:gd name="T15" fmla="*/ 0 h 171"/>
                <a:gd name="T16" fmla="*/ 0 w 219"/>
                <a:gd name="T17" fmla="*/ 0 h 171"/>
                <a:gd name="T18" fmla="*/ 0 w 219"/>
                <a:gd name="T19" fmla="*/ 0 h 17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9" h="171">
                  <a:moveTo>
                    <a:pt x="214" y="11"/>
                  </a:moveTo>
                  <a:lnTo>
                    <a:pt x="207" y="96"/>
                  </a:lnTo>
                  <a:lnTo>
                    <a:pt x="219" y="114"/>
                  </a:lnTo>
                  <a:lnTo>
                    <a:pt x="170" y="171"/>
                  </a:lnTo>
                  <a:lnTo>
                    <a:pt x="103" y="171"/>
                  </a:lnTo>
                  <a:lnTo>
                    <a:pt x="26" y="146"/>
                  </a:lnTo>
                  <a:lnTo>
                    <a:pt x="0" y="112"/>
                  </a:lnTo>
                  <a:lnTo>
                    <a:pt x="15" y="89"/>
                  </a:lnTo>
                  <a:lnTo>
                    <a:pt x="20" y="0"/>
                  </a:lnTo>
                  <a:lnTo>
                    <a:pt x="214" y="11"/>
                  </a:lnTo>
                  <a:close/>
                </a:path>
              </a:pathLst>
            </a:custGeom>
            <a:solidFill>
              <a:srgbClr val="A0A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grpSp>
      <p:grpSp>
        <p:nvGrpSpPr>
          <p:cNvPr id="244755" name="Group 130"/>
          <p:cNvGrpSpPr/>
          <p:nvPr/>
        </p:nvGrpSpPr>
        <p:grpSpPr bwMode="auto">
          <a:xfrm>
            <a:off x="755996" y="5240339"/>
            <a:ext cx="99748" cy="225425"/>
            <a:chOff x="378" y="2191"/>
            <a:chExt cx="58" cy="142"/>
          </a:xfrm>
        </p:grpSpPr>
        <p:sp>
          <p:nvSpPr>
            <p:cNvPr id="245012" name="Freeform 131"/>
            <p:cNvSpPr/>
            <p:nvPr/>
          </p:nvSpPr>
          <p:spPr bwMode="auto">
            <a:xfrm>
              <a:off x="378" y="2191"/>
              <a:ext cx="58" cy="142"/>
            </a:xfrm>
            <a:custGeom>
              <a:avLst/>
              <a:gdLst>
                <a:gd name="T0" fmla="*/ 0 w 292"/>
                <a:gd name="T1" fmla="*/ 0 h 710"/>
                <a:gd name="T2" fmla="*/ 0 w 292"/>
                <a:gd name="T3" fmla="*/ 0 h 710"/>
                <a:gd name="T4" fmla="*/ 0 w 292"/>
                <a:gd name="T5" fmla="*/ 0 h 710"/>
                <a:gd name="T6" fmla="*/ 0 w 292"/>
                <a:gd name="T7" fmla="*/ 0 h 710"/>
                <a:gd name="T8" fmla="*/ 0 w 292"/>
                <a:gd name="T9" fmla="*/ 0 h 710"/>
                <a:gd name="T10" fmla="*/ 0 w 292"/>
                <a:gd name="T11" fmla="*/ 0 h 710"/>
                <a:gd name="T12" fmla="*/ 0 w 292"/>
                <a:gd name="T13" fmla="*/ 0 h 710"/>
                <a:gd name="T14" fmla="*/ 0 w 292"/>
                <a:gd name="T15" fmla="*/ 0 h 71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92" h="710">
                  <a:moveTo>
                    <a:pt x="24" y="15"/>
                  </a:moveTo>
                  <a:lnTo>
                    <a:pt x="6" y="256"/>
                  </a:lnTo>
                  <a:lnTo>
                    <a:pt x="10" y="454"/>
                  </a:lnTo>
                  <a:lnTo>
                    <a:pt x="0" y="678"/>
                  </a:lnTo>
                  <a:lnTo>
                    <a:pt x="144" y="710"/>
                  </a:lnTo>
                  <a:lnTo>
                    <a:pt x="283" y="710"/>
                  </a:lnTo>
                  <a:lnTo>
                    <a:pt x="292" y="0"/>
                  </a:lnTo>
                  <a:lnTo>
                    <a:pt x="24" y="15"/>
                  </a:lnTo>
                  <a:close/>
                </a:path>
              </a:pathLst>
            </a:custGeom>
            <a:solidFill>
              <a:srgbClr val="606060"/>
            </a:solidFill>
            <a:ln w="3175">
              <a:solidFill>
                <a:srgbClr val="000000"/>
              </a:solidFill>
              <a:prstDash val="solid"/>
              <a:round/>
            </a:ln>
          </p:spPr>
          <p:txBody>
            <a:bodyPr/>
            <a:lstStyle/>
            <a:p>
              <a:endParaRPr lang="zh-CN" altLang="en-US" b="1">
                <a:solidFill>
                  <a:srgbClr val="000099"/>
                </a:solidFill>
              </a:endParaRPr>
            </a:p>
          </p:txBody>
        </p:sp>
        <p:sp>
          <p:nvSpPr>
            <p:cNvPr id="245013" name="Freeform 132"/>
            <p:cNvSpPr/>
            <p:nvPr/>
          </p:nvSpPr>
          <p:spPr bwMode="auto">
            <a:xfrm>
              <a:off x="383" y="2193"/>
              <a:ext cx="50" cy="136"/>
            </a:xfrm>
            <a:custGeom>
              <a:avLst/>
              <a:gdLst>
                <a:gd name="T0" fmla="*/ 0 w 252"/>
                <a:gd name="T1" fmla="*/ 0 h 681"/>
                <a:gd name="T2" fmla="*/ 0 w 252"/>
                <a:gd name="T3" fmla="*/ 0 h 681"/>
                <a:gd name="T4" fmla="*/ 0 w 252"/>
                <a:gd name="T5" fmla="*/ 0 h 681"/>
                <a:gd name="T6" fmla="*/ 0 w 252"/>
                <a:gd name="T7" fmla="*/ 0 h 681"/>
                <a:gd name="T8" fmla="*/ 0 w 252"/>
                <a:gd name="T9" fmla="*/ 0 h 681"/>
                <a:gd name="T10" fmla="*/ 0 w 252"/>
                <a:gd name="T11" fmla="*/ 0 h 681"/>
                <a:gd name="T12" fmla="*/ 0 w 252"/>
                <a:gd name="T13" fmla="*/ 0 h 681"/>
                <a:gd name="T14" fmla="*/ 0 w 252"/>
                <a:gd name="T15" fmla="*/ 0 h 68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52" h="681">
                  <a:moveTo>
                    <a:pt x="23" y="21"/>
                  </a:moveTo>
                  <a:lnTo>
                    <a:pt x="0" y="223"/>
                  </a:lnTo>
                  <a:lnTo>
                    <a:pt x="5" y="385"/>
                  </a:lnTo>
                  <a:lnTo>
                    <a:pt x="5" y="633"/>
                  </a:lnTo>
                  <a:lnTo>
                    <a:pt x="128" y="681"/>
                  </a:lnTo>
                  <a:lnTo>
                    <a:pt x="238" y="681"/>
                  </a:lnTo>
                  <a:lnTo>
                    <a:pt x="252" y="0"/>
                  </a:lnTo>
                  <a:lnTo>
                    <a:pt x="23" y="21"/>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grpSp>
      <p:grpSp>
        <p:nvGrpSpPr>
          <p:cNvPr id="244756" name="Group 133"/>
          <p:cNvGrpSpPr/>
          <p:nvPr/>
        </p:nvGrpSpPr>
        <p:grpSpPr bwMode="auto">
          <a:xfrm>
            <a:off x="807589" y="5468938"/>
            <a:ext cx="242491" cy="112712"/>
            <a:chOff x="408" y="2335"/>
            <a:chExt cx="141" cy="71"/>
          </a:xfrm>
        </p:grpSpPr>
        <p:sp>
          <p:nvSpPr>
            <p:cNvPr id="245007" name="Freeform 134"/>
            <p:cNvSpPr/>
            <p:nvPr/>
          </p:nvSpPr>
          <p:spPr bwMode="auto">
            <a:xfrm>
              <a:off x="408" y="2335"/>
              <a:ext cx="141" cy="71"/>
            </a:xfrm>
            <a:custGeom>
              <a:avLst/>
              <a:gdLst>
                <a:gd name="T0" fmla="*/ 0 w 703"/>
                <a:gd name="T1" fmla="*/ 0 h 356"/>
                <a:gd name="T2" fmla="*/ 0 w 703"/>
                <a:gd name="T3" fmla="*/ 0 h 356"/>
                <a:gd name="T4" fmla="*/ 0 w 703"/>
                <a:gd name="T5" fmla="*/ 0 h 356"/>
                <a:gd name="T6" fmla="*/ 0 w 703"/>
                <a:gd name="T7" fmla="*/ 0 h 356"/>
                <a:gd name="T8" fmla="*/ 0 w 703"/>
                <a:gd name="T9" fmla="*/ 0 h 356"/>
                <a:gd name="T10" fmla="*/ 0 w 703"/>
                <a:gd name="T11" fmla="*/ 0 h 356"/>
                <a:gd name="T12" fmla="*/ 0 w 703"/>
                <a:gd name="T13" fmla="*/ 0 h 356"/>
                <a:gd name="T14" fmla="*/ 0 w 703"/>
                <a:gd name="T15" fmla="*/ 0 h 356"/>
                <a:gd name="T16" fmla="*/ 0 w 703"/>
                <a:gd name="T17" fmla="*/ 0 h 356"/>
                <a:gd name="T18" fmla="*/ 0 w 703"/>
                <a:gd name="T19" fmla="*/ 0 h 356"/>
                <a:gd name="T20" fmla="*/ 0 w 703"/>
                <a:gd name="T21" fmla="*/ 0 h 356"/>
                <a:gd name="T22" fmla="*/ 0 w 703"/>
                <a:gd name="T23" fmla="*/ 0 h 356"/>
                <a:gd name="T24" fmla="*/ 0 w 703"/>
                <a:gd name="T25" fmla="*/ 0 h 356"/>
                <a:gd name="T26" fmla="*/ 0 w 703"/>
                <a:gd name="T27" fmla="*/ 0 h 356"/>
                <a:gd name="T28" fmla="*/ 0 w 703"/>
                <a:gd name="T29" fmla="*/ 0 h 356"/>
                <a:gd name="T30" fmla="*/ 0 w 703"/>
                <a:gd name="T31" fmla="*/ 0 h 356"/>
                <a:gd name="T32" fmla="*/ 0 w 703"/>
                <a:gd name="T33" fmla="*/ 0 h 356"/>
                <a:gd name="T34" fmla="*/ 0 w 703"/>
                <a:gd name="T35" fmla="*/ 0 h 356"/>
                <a:gd name="T36" fmla="*/ 0 w 703"/>
                <a:gd name="T37" fmla="*/ 0 h 356"/>
                <a:gd name="T38" fmla="*/ 0 w 703"/>
                <a:gd name="T39" fmla="*/ 0 h 35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703" h="356">
                  <a:moveTo>
                    <a:pt x="285" y="13"/>
                  </a:moveTo>
                  <a:lnTo>
                    <a:pt x="280" y="104"/>
                  </a:lnTo>
                  <a:lnTo>
                    <a:pt x="463" y="191"/>
                  </a:lnTo>
                  <a:lnTo>
                    <a:pt x="617" y="227"/>
                  </a:lnTo>
                  <a:lnTo>
                    <a:pt x="703" y="264"/>
                  </a:lnTo>
                  <a:lnTo>
                    <a:pt x="698" y="314"/>
                  </a:lnTo>
                  <a:lnTo>
                    <a:pt x="588" y="345"/>
                  </a:lnTo>
                  <a:lnTo>
                    <a:pt x="420" y="356"/>
                  </a:lnTo>
                  <a:lnTo>
                    <a:pt x="280" y="332"/>
                  </a:lnTo>
                  <a:lnTo>
                    <a:pt x="194" y="307"/>
                  </a:lnTo>
                  <a:lnTo>
                    <a:pt x="188" y="335"/>
                  </a:lnTo>
                  <a:lnTo>
                    <a:pt x="76" y="332"/>
                  </a:lnTo>
                  <a:lnTo>
                    <a:pt x="8" y="320"/>
                  </a:lnTo>
                  <a:lnTo>
                    <a:pt x="8" y="271"/>
                  </a:lnTo>
                  <a:lnTo>
                    <a:pt x="0" y="243"/>
                  </a:lnTo>
                  <a:lnTo>
                    <a:pt x="0" y="174"/>
                  </a:lnTo>
                  <a:lnTo>
                    <a:pt x="22" y="136"/>
                  </a:lnTo>
                  <a:lnTo>
                    <a:pt x="56" y="94"/>
                  </a:lnTo>
                  <a:lnTo>
                    <a:pt x="64" y="0"/>
                  </a:lnTo>
                  <a:lnTo>
                    <a:pt x="285" y="13"/>
                  </a:lnTo>
                  <a:close/>
                </a:path>
              </a:pathLst>
            </a:custGeom>
            <a:solidFill>
              <a:srgbClr val="606060"/>
            </a:solidFill>
            <a:ln w="3175">
              <a:solidFill>
                <a:srgbClr val="000000"/>
              </a:solidFill>
              <a:prstDash val="solid"/>
              <a:round/>
            </a:ln>
          </p:spPr>
          <p:txBody>
            <a:bodyPr/>
            <a:lstStyle/>
            <a:p>
              <a:endParaRPr lang="zh-CN" altLang="en-US" b="1">
                <a:solidFill>
                  <a:srgbClr val="000099"/>
                </a:solidFill>
              </a:endParaRPr>
            </a:p>
          </p:txBody>
        </p:sp>
        <p:sp>
          <p:nvSpPr>
            <p:cNvPr id="245008" name="Freeform 135"/>
            <p:cNvSpPr/>
            <p:nvPr/>
          </p:nvSpPr>
          <p:spPr bwMode="auto">
            <a:xfrm>
              <a:off x="455" y="2361"/>
              <a:ext cx="42" cy="22"/>
            </a:xfrm>
            <a:custGeom>
              <a:avLst/>
              <a:gdLst>
                <a:gd name="T0" fmla="*/ 0 w 210"/>
                <a:gd name="T1" fmla="*/ 0 h 111"/>
                <a:gd name="T2" fmla="*/ 0 w 210"/>
                <a:gd name="T3" fmla="*/ 0 h 111"/>
                <a:gd name="T4" fmla="*/ 0 w 210"/>
                <a:gd name="T5" fmla="*/ 0 h 111"/>
                <a:gd name="T6" fmla="*/ 0 w 210"/>
                <a:gd name="T7" fmla="*/ 0 h 111"/>
                <a:gd name="T8" fmla="*/ 0 w 210"/>
                <a:gd name="T9" fmla="*/ 0 h 11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0" h="111">
                  <a:moveTo>
                    <a:pt x="53" y="0"/>
                  </a:moveTo>
                  <a:lnTo>
                    <a:pt x="0" y="60"/>
                  </a:lnTo>
                  <a:lnTo>
                    <a:pt x="187" y="111"/>
                  </a:lnTo>
                  <a:lnTo>
                    <a:pt x="210" y="71"/>
                  </a:lnTo>
                  <a:lnTo>
                    <a:pt x="53"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5009" name="Freeform 136"/>
            <p:cNvSpPr/>
            <p:nvPr/>
          </p:nvSpPr>
          <p:spPr bwMode="auto">
            <a:xfrm>
              <a:off x="497" y="2377"/>
              <a:ext cx="47" cy="13"/>
            </a:xfrm>
            <a:custGeom>
              <a:avLst/>
              <a:gdLst>
                <a:gd name="T0" fmla="*/ 0 w 237"/>
                <a:gd name="T1" fmla="*/ 0 h 66"/>
                <a:gd name="T2" fmla="*/ 0 w 237"/>
                <a:gd name="T3" fmla="*/ 0 h 66"/>
                <a:gd name="T4" fmla="*/ 0 w 237"/>
                <a:gd name="T5" fmla="*/ 0 h 66"/>
                <a:gd name="T6" fmla="*/ 0 w 237"/>
                <a:gd name="T7" fmla="*/ 0 h 66"/>
                <a:gd name="T8" fmla="*/ 0 w 237"/>
                <a:gd name="T9" fmla="*/ 0 h 66"/>
                <a:gd name="T10" fmla="*/ 0 w 237"/>
                <a:gd name="T11" fmla="*/ 0 h 66"/>
                <a:gd name="T12" fmla="*/ 0 w 237"/>
                <a:gd name="T13" fmla="*/ 0 h 6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37" h="66">
                  <a:moveTo>
                    <a:pt x="27" y="0"/>
                  </a:moveTo>
                  <a:lnTo>
                    <a:pt x="0" y="31"/>
                  </a:lnTo>
                  <a:lnTo>
                    <a:pt x="116" y="59"/>
                  </a:lnTo>
                  <a:lnTo>
                    <a:pt x="171" y="66"/>
                  </a:lnTo>
                  <a:lnTo>
                    <a:pt x="237" y="61"/>
                  </a:lnTo>
                  <a:lnTo>
                    <a:pt x="168" y="28"/>
                  </a:lnTo>
                  <a:lnTo>
                    <a:pt x="27"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5010" name="Freeform 137"/>
            <p:cNvSpPr/>
            <p:nvPr/>
          </p:nvSpPr>
          <p:spPr bwMode="auto">
            <a:xfrm>
              <a:off x="410" y="2361"/>
              <a:ext cx="135" cy="42"/>
            </a:xfrm>
            <a:custGeom>
              <a:avLst/>
              <a:gdLst>
                <a:gd name="T0" fmla="*/ 0 w 678"/>
                <a:gd name="T1" fmla="*/ 0 h 211"/>
                <a:gd name="T2" fmla="*/ 0 w 678"/>
                <a:gd name="T3" fmla="*/ 0 h 211"/>
                <a:gd name="T4" fmla="*/ 0 w 678"/>
                <a:gd name="T5" fmla="*/ 0 h 211"/>
                <a:gd name="T6" fmla="*/ 0 w 678"/>
                <a:gd name="T7" fmla="*/ 0 h 211"/>
                <a:gd name="T8" fmla="*/ 0 w 678"/>
                <a:gd name="T9" fmla="*/ 0 h 211"/>
                <a:gd name="T10" fmla="*/ 0 w 678"/>
                <a:gd name="T11" fmla="*/ 0 h 211"/>
                <a:gd name="T12" fmla="*/ 0 w 678"/>
                <a:gd name="T13" fmla="*/ 0 h 211"/>
                <a:gd name="T14" fmla="*/ 0 w 678"/>
                <a:gd name="T15" fmla="*/ 0 h 211"/>
                <a:gd name="T16" fmla="*/ 0 w 678"/>
                <a:gd name="T17" fmla="*/ 0 h 211"/>
                <a:gd name="T18" fmla="*/ 0 w 678"/>
                <a:gd name="T19" fmla="*/ 0 h 211"/>
                <a:gd name="T20" fmla="*/ 0 w 678"/>
                <a:gd name="T21" fmla="*/ 0 h 211"/>
                <a:gd name="T22" fmla="*/ 0 w 678"/>
                <a:gd name="T23" fmla="*/ 0 h 211"/>
                <a:gd name="T24" fmla="*/ 0 w 678"/>
                <a:gd name="T25" fmla="*/ 0 h 211"/>
                <a:gd name="T26" fmla="*/ 0 w 678"/>
                <a:gd name="T27" fmla="*/ 0 h 211"/>
                <a:gd name="T28" fmla="*/ 0 w 678"/>
                <a:gd name="T29" fmla="*/ 0 h 211"/>
                <a:gd name="T30" fmla="*/ 0 w 678"/>
                <a:gd name="T31" fmla="*/ 0 h 211"/>
                <a:gd name="T32" fmla="*/ 0 w 678"/>
                <a:gd name="T33" fmla="*/ 0 h 211"/>
                <a:gd name="T34" fmla="*/ 0 w 678"/>
                <a:gd name="T35" fmla="*/ 0 h 211"/>
                <a:gd name="T36" fmla="*/ 0 w 678"/>
                <a:gd name="T37" fmla="*/ 0 h 2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678" h="211">
                  <a:moveTo>
                    <a:pt x="678" y="178"/>
                  </a:moveTo>
                  <a:lnTo>
                    <a:pt x="678" y="147"/>
                  </a:lnTo>
                  <a:lnTo>
                    <a:pt x="590" y="156"/>
                  </a:lnTo>
                  <a:lnTo>
                    <a:pt x="446" y="136"/>
                  </a:lnTo>
                  <a:lnTo>
                    <a:pt x="365" y="117"/>
                  </a:lnTo>
                  <a:lnTo>
                    <a:pt x="209" y="66"/>
                  </a:lnTo>
                  <a:lnTo>
                    <a:pt x="140" y="60"/>
                  </a:lnTo>
                  <a:lnTo>
                    <a:pt x="74" y="35"/>
                  </a:lnTo>
                  <a:lnTo>
                    <a:pt x="39" y="0"/>
                  </a:lnTo>
                  <a:lnTo>
                    <a:pt x="0" y="44"/>
                  </a:lnTo>
                  <a:lnTo>
                    <a:pt x="0" y="133"/>
                  </a:lnTo>
                  <a:lnTo>
                    <a:pt x="50" y="147"/>
                  </a:lnTo>
                  <a:lnTo>
                    <a:pt x="171" y="162"/>
                  </a:lnTo>
                  <a:lnTo>
                    <a:pt x="220" y="170"/>
                  </a:lnTo>
                  <a:lnTo>
                    <a:pt x="300" y="197"/>
                  </a:lnTo>
                  <a:lnTo>
                    <a:pt x="392" y="211"/>
                  </a:lnTo>
                  <a:lnTo>
                    <a:pt x="458" y="211"/>
                  </a:lnTo>
                  <a:lnTo>
                    <a:pt x="560" y="211"/>
                  </a:lnTo>
                  <a:lnTo>
                    <a:pt x="678" y="178"/>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5011" name="Freeform 138"/>
            <p:cNvSpPr/>
            <p:nvPr/>
          </p:nvSpPr>
          <p:spPr bwMode="auto">
            <a:xfrm>
              <a:off x="419" y="2337"/>
              <a:ext cx="45" cy="34"/>
            </a:xfrm>
            <a:custGeom>
              <a:avLst/>
              <a:gdLst>
                <a:gd name="T0" fmla="*/ 0 w 224"/>
                <a:gd name="T1" fmla="*/ 0 h 170"/>
                <a:gd name="T2" fmla="*/ 0 w 224"/>
                <a:gd name="T3" fmla="*/ 0 h 170"/>
                <a:gd name="T4" fmla="*/ 0 w 224"/>
                <a:gd name="T5" fmla="*/ 0 h 170"/>
                <a:gd name="T6" fmla="*/ 0 w 224"/>
                <a:gd name="T7" fmla="*/ 0 h 170"/>
                <a:gd name="T8" fmla="*/ 0 w 224"/>
                <a:gd name="T9" fmla="*/ 0 h 170"/>
                <a:gd name="T10" fmla="*/ 0 w 224"/>
                <a:gd name="T11" fmla="*/ 0 h 170"/>
                <a:gd name="T12" fmla="*/ 0 w 224"/>
                <a:gd name="T13" fmla="*/ 0 h 170"/>
                <a:gd name="T14" fmla="*/ 0 w 224"/>
                <a:gd name="T15" fmla="*/ 0 h 170"/>
                <a:gd name="T16" fmla="*/ 0 w 224"/>
                <a:gd name="T17" fmla="*/ 0 h 170"/>
                <a:gd name="T18" fmla="*/ 0 w 224"/>
                <a:gd name="T19" fmla="*/ 0 h 17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24" h="170">
                  <a:moveTo>
                    <a:pt x="216" y="12"/>
                  </a:moveTo>
                  <a:lnTo>
                    <a:pt x="210" y="95"/>
                  </a:lnTo>
                  <a:lnTo>
                    <a:pt x="224" y="114"/>
                  </a:lnTo>
                  <a:lnTo>
                    <a:pt x="173" y="170"/>
                  </a:lnTo>
                  <a:lnTo>
                    <a:pt x="105" y="170"/>
                  </a:lnTo>
                  <a:lnTo>
                    <a:pt x="28" y="145"/>
                  </a:lnTo>
                  <a:lnTo>
                    <a:pt x="0" y="112"/>
                  </a:lnTo>
                  <a:lnTo>
                    <a:pt x="16" y="89"/>
                  </a:lnTo>
                  <a:lnTo>
                    <a:pt x="20" y="0"/>
                  </a:lnTo>
                  <a:lnTo>
                    <a:pt x="216" y="12"/>
                  </a:lnTo>
                  <a:close/>
                </a:path>
              </a:pathLst>
            </a:custGeom>
            <a:solidFill>
              <a:srgbClr val="A0A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grpSp>
      <p:sp>
        <p:nvSpPr>
          <p:cNvPr id="244757" name="Oval 139"/>
          <p:cNvSpPr>
            <a:spLocks noChangeArrowheads="1"/>
          </p:cNvSpPr>
          <p:nvPr/>
        </p:nvSpPr>
        <p:spPr bwMode="auto">
          <a:xfrm>
            <a:off x="446433" y="5470525"/>
            <a:ext cx="287206" cy="103188"/>
          </a:xfrm>
          <a:prstGeom prst="ellipse">
            <a:avLst/>
          </a:prstGeom>
          <a:solidFill>
            <a:srgbClr val="606060"/>
          </a:solidFill>
          <a:ln w="3175">
            <a:solidFill>
              <a:srgbClr val="000000"/>
            </a:solidFill>
            <a:round/>
          </a:ln>
        </p:spPr>
        <p:txBody>
          <a:bodyPr/>
          <a:lstStyle/>
          <a:p>
            <a:pPr eaLnBrk="1" hangingPunct="1"/>
            <a:endParaRPr lang="zh-CN" altLang="en-US" b="1">
              <a:solidFill>
                <a:srgbClr val="000099"/>
              </a:solidFill>
            </a:endParaRPr>
          </a:p>
        </p:txBody>
      </p:sp>
      <p:sp>
        <p:nvSpPr>
          <p:cNvPr id="244758" name="Rectangle 140"/>
          <p:cNvSpPr>
            <a:spLocks noChangeArrowheads="1"/>
          </p:cNvSpPr>
          <p:nvPr/>
        </p:nvSpPr>
        <p:spPr bwMode="auto">
          <a:xfrm>
            <a:off x="551340" y="5265738"/>
            <a:ext cx="75671" cy="234950"/>
          </a:xfrm>
          <a:prstGeom prst="rect">
            <a:avLst/>
          </a:prstGeom>
          <a:solidFill>
            <a:srgbClr val="606060"/>
          </a:solidFill>
          <a:ln w="3175">
            <a:solidFill>
              <a:srgbClr val="000000"/>
            </a:solidFill>
            <a:miter lim="800000"/>
          </a:ln>
        </p:spPr>
        <p:txBody>
          <a:bodyPr/>
          <a:lstStyle/>
          <a:p>
            <a:pPr eaLnBrk="1" hangingPunct="1"/>
            <a:endParaRPr lang="zh-CN" altLang="en-US" b="1">
              <a:solidFill>
                <a:srgbClr val="000099"/>
              </a:solidFill>
            </a:endParaRPr>
          </a:p>
        </p:txBody>
      </p:sp>
      <p:grpSp>
        <p:nvGrpSpPr>
          <p:cNvPr id="244759" name="Group 141"/>
          <p:cNvGrpSpPr/>
          <p:nvPr/>
        </p:nvGrpSpPr>
        <p:grpSpPr bwMode="auto">
          <a:xfrm>
            <a:off x="418916" y="5176839"/>
            <a:ext cx="380075" cy="122237"/>
            <a:chOff x="182" y="2151"/>
            <a:chExt cx="221" cy="77"/>
          </a:xfrm>
        </p:grpSpPr>
        <p:sp>
          <p:nvSpPr>
            <p:cNvPr id="245005" name="Freeform 142"/>
            <p:cNvSpPr/>
            <p:nvPr/>
          </p:nvSpPr>
          <p:spPr bwMode="auto">
            <a:xfrm>
              <a:off x="182" y="2151"/>
              <a:ext cx="221" cy="77"/>
            </a:xfrm>
            <a:custGeom>
              <a:avLst/>
              <a:gdLst>
                <a:gd name="T0" fmla="*/ 0 w 1106"/>
                <a:gd name="T1" fmla="*/ 0 h 386"/>
                <a:gd name="T2" fmla="*/ 0 w 1106"/>
                <a:gd name="T3" fmla="*/ 0 h 386"/>
                <a:gd name="T4" fmla="*/ 0 w 1106"/>
                <a:gd name="T5" fmla="*/ 0 h 386"/>
                <a:gd name="T6" fmla="*/ 0 w 1106"/>
                <a:gd name="T7" fmla="*/ 0 h 386"/>
                <a:gd name="T8" fmla="*/ 0 w 1106"/>
                <a:gd name="T9" fmla="*/ 0 h 386"/>
                <a:gd name="T10" fmla="*/ 0 w 1106"/>
                <a:gd name="T11" fmla="*/ 0 h 386"/>
                <a:gd name="T12" fmla="*/ 0 w 1106"/>
                <a:gd name="T13" fmla="*/ 0 h 386"/>
                <a:gd name="T14" fmla="*/ 0 w 1106"/>
                <a:gd name="T15" fmla="*/ 0 h 38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106" h="386">
                  <a:moveTo>
                    <a:pt x="1106" y="202"/>
                  </a:moveTo>
                  <a:lnTo>
                    <a:pt x="1099" y="321"/>
                  </a:lnTo>
                  <a:lnTo>
                    <a:pt x="735" y="386"/>
                  </a:lnTo>
                  <a:lnTo>
                    <a:pt x="334" y="386"/>
                  </a:lnTo>
                  <a:lnTo>
                    <a:pt x="19" y="288"/>
                  </a:lnTo>
                  <a:lnTo>
                    <a:pt x="0" y="10"/>
                  </a:lnTo>
                  <a:lnTo>
                    <a:pt x="625" y="0"/>
                  </a:lnTo>
                  <a:lnTo>
                    <a:pt x="1106" y="202"/>
                  </a:lnTo>
                  <a:close/>
                </a:path>
              </a:pathLst>
            </a:custGeom>
            <a:solidFill>
              <a:srgbClr val="404040"/>
            </a:solidFill>
            <a:ln w="3175">
              <a:solidFill>
                <a:srgbClr val="000000"/>
              </a:solidFill>
              <a:prstDash val="solid"/>
              <a:round/>
            </a:ln>
          </p:spPr>
          <p:txBody>
            <a:bodyPr/>
            <a:lstStyle/>
            <a:p>
              <a:endParaRPr lang="zh-CN" altLang="en-US" b="1">
                <a:solidFill>
                  <a:srgbClr val="000099"/>
                </a:solidFill>
              </a:endParaRPr>
            </a:p>
          </p:txBody>
        </p:sp>
        <p:sp>
          <p:nvSpPr>
            <p:cNvPr id="245006" name="Freeform 143"/>
            <p:cNvSpPr/>
            <p:nvPr/>
          </p:nvSpPr>
          <p:spPr bwMode="auto">
            <a:xfrm>
              <a:off x="187" y="2180"/>
              <a:ext cx="211" cy="45"/>
            </a:xfrm>
            <a:custGeom>
              <a:avLst/>
              <a:gdLst>
                <a:gd name="T0" fmla="*/ 0 w 1055"/>
                <a:gd name="T1" fmla="*/ 0 h 221"/>
                <a:gd name="T2" fmla="*/ 0 w 1055"/>
                <a:gd name="T3" fmla="*/ 0 h 221"/>
                <a:gd name="T4" fmla="*/ 0 w 1055"/>
                <a:gd name="T5" fmla="*/ 0 h 221"/>
                <a:gd name="T6" fmla="*/ 0 w 1055"/>
                <a:gd name="T7" fmla="*/ 0 h 221"/>
                <a:gd name="T8" fmla="*/ 0 w 1055"/>
                <a:gd name="T9" fmla="*/ 0 h 221"/>
                <a:gd name="T10" fmla="*/ 0 w 1055"/>
                <a:gd name="T11" fmla="*/ 0 h 221"/>
                <a:gd name="T12" fmla="*/ 0 w 1055"/>
                <a:gd name="T13" fmla="*/ 0 h 221"/>
                <a:gd name="T14" fmla="*/ 0 w 1055"/>
                <a:gd name="T15" fmla="*/ 0 h 221"/>
                <a:gd name="T16" fmla="*/ 0 w 1055"/>
                <a:gd name="T17" fmla="*/ 0 h 22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055" h="221">
                  <a:moveTo>
                    <a:pt x="1055" y="75"/>
                  </a:moveTo>
                  <a:lnTo>
                    <a:pt x="1049" y="162"/>
                  </a:lnTo>
                  <a:lnTo>
                    <a:pt x="721" y="221"/>
                  </a:lnTo>
                  <a:lnTo>
                    <a:pt x="296" y="221"/>
                  </a:lnTo>
                  <a:lnTo>
                    <a:pt x="0" y="119"/>
                  </a:lnTo>
                  <a:lnTo>
                    <a:pt x="0" y="0"/>
                  </a:lnTo>
                  <a:lnTo>
                    <a:pt x="283" y="119"/>
                  </a:lnTo>
                  <a:lnTo>
                    <a:pt x="716" y="124"/>
                  </a:lnTo>
                  <a:lnTo>
                    <a:pt x="1055" y="75"/>
                  </a:lnTo>
                  <a:close/>
                </a:path>
              </a:pathLst>
            </a:custGeom>
            <a:solidFill>
              <a:srgbClr val="60606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grpSp>
      <p:sp>
        <p:nvSpPr>
          <p:cNvPr id="244760" name="Freeform 144"/>
          <p:cNvSpPr/>
          <p:nvPr/>
        </p:nvSpPr>
        <p:spPr bwMode="auto">
          <a:xfrm>
            <a:off x="406879" y="5048250"/>
            <a:ext cx="519377" cy="444500"/>
          </a:xfrm>
          <a:custGeom>
            <a:avLst/>
            <a:gdLst>
              <a:gd name="T0" fmla="*/ 2147483646 w 1507"/>
              <a:gd name="T1" fmla="*/ 2147483646 h 1401"/>
              <a:gd name="T2" fmla="*/ 2147483646 w 1507"/>
              <a:gd name="T3" fmla="*/ 2147483646 h 1401"/>
              <a:gd name="T4" fmla="*/ 2147483646 w 1507"/>
              <a:gd name="T5" fmla="*/ 2147483646 h 1401"/>
              <a:gd name="T6" fmla="*/ 2147483646 w 1507"/>
              <a:gd name="T7" fmla="*/ 2147483646 h 1401"/>
              <a:gd name="T8" fmla="*/ 2147483646 w 1507"/>
              <a:gd name="T9" fmla="*/ 2147483646 h 1401"/>
              <a:gd name="T10" fmla="*/ 2147483646 w 1507"/>
              <a:gd name="T11" fmla="*/ 2147483646 h 1401"/>
              <a:gd name="T12" fmla="*/ 2147483646 w 1507"/>
              <a:gd name="T13" fmla="*/ 2147483646 h 1401"/>
              <a:gd name="T14" fmla="*/ 2147483646 w 1507"/>
              <a:gd name="T15" fmla="*/ 2147483646 h 1401"/>
              <a:gd name="T16" fmla="*/ 2147483646 w 1507"/>
              <a:gd name="T17" fmla="*/ 2147483646 h 1401"/>
              <a:gd name="T18" fmla="*/ 2147483646 w 1507"/>
              <a:gd name="T19" fmla="*/ 2147483646 h 1401"/>
              <a:gd name="T20" fmla="*/ 2147483646 w 1507"/>
              <a:gd name="T21" fmla="*/ 2147483646 h 1401"/>
              <a:gd name="T22" fmla="*/ 2147483646 w 1507"/>
              <a:gd name="T23" fmla="*/ 2147483646 h 1401"/>
              <a:gd name="T24" fmla="*/ 2147483646 w 1507"/>
              <a:gd name="T25" fmla="*/ 2147483646 h 1401"/>
              <a:gd name="T26" fmla="*/ 2147483646 w 1507"/>
              <a:gd name="T27" fmla="*/ 2147483646 h 1401"/>
              <a:gd name="T28" fmla="*/ 2147483646 w 1507"/>
              <a:gd name="T29" fmla="*/ 2147483646 h 1401"/>
              <a:gd name="T30" fmla="*/ 2147483646 w 1507"/>
              <a:gd name="T31" fmla="*/ 2147483646 h 1401"/>
              <a:gd name="T32" fmla="*/ 2147483646 w 1507"/>
              <a:gd name="T33" fmla="*/ 2147483646 h 1401"/>
              <a:gd name="T34" fmla="*/ 2147483646 w 1507"/>
              <a:gd name="T35" fmla="*/ 2147483646 h 1401"/>
              <a:gd name="T36" fmla="*/ 2147483646 w 1507"/>
              <a:gd name="T37" fmla="*/ 2147483646 h 1401"/>
              <a:gd name="T38" fmla="*/ 2147483646 w 1507"/>
              <a:gd name="T39" fmla="*/ 0 h 1401"/>
              <a:gd name="T40" fmla="*/ 2147483646 w 1507"/>
              <a:gd name="T41" fmla="*/ 2147483646 h 1401"/>
              <a:gd name="T42" fmla="*/ 2147483646 w 1507"/>
              <a:gd name="T43" fmla="*/ 2147483646 h 1401"/>
              <a:gd name="T44" fmla="*/ 2147483646 w 1507"/>
              <a:gd name="T45" fmla="*/ 2147483646 h 1401"/>
              <a:gd name="T46" fmla="*/ 2147483646 w 1507"/>
              <a:gd name="T47" fmla="*/ 2147483646 h 1401"/>
              <a:gd name="T48" fmla="*/ 2147483646 w 1507"/>
              <a:gd name="T49" fmla="*/ 2147483646 h 1401"/>
              <a:gd name="T50" fmla="*/ 0 w 1507"/>
              <a:gd name="T51" fmla="*/ 2147483646 h 1401"/>
              <a:gd name="T52" fmla="*/ 2147483646 w 1507"/>
              <a:gd name="T53" fmla="*/ 2147483646 h 1401"/>
              <a:gd name="T54" fmla="*/ 2147483646 w 1507"/>
              <a:gd name="T55" fmla="*/ 2147483646 h 1401"/>
              <a:gd name="T56" fmla="*/ 2147483646 w 1507"/>
              <a:gd name="T57" fmla="*/ 2147483646 h 1401"/>
              <a:gd name="T58" fmla="*/ 2147483646 w 1507"/>
              <a:gd name="T59" fmla="*/ 2147483646 h 1401"/>
              <a:gd name="T60" fmla="*/ 2147483646 w 1507"/>
              <a:gd name="T61" fmla="*/ 2147483646 h 1401"/>
              <a:gd name="T62" fmla="*/ 2147483646 w 1507"/>
              <a:gd name="T63" fmla="*/ 2147483646 h 1401"/>
              <a:gd name="T64" fmla="*/ 2147483646 w 1507"/>
              <a:gd name="T65" fmla="*/ 2147483646 h 1401"/>
              <a:gd name="T66" fmla="*/ 2147483646 w 1507"/>
              <a:gd name="T67" fmla="*/ 2147483646 h 1401"/>
              <a:gd name="T68" fmla="*/ 2147483646 w 1507"/>
              <a:gd name="T69" fmla="*/ 2147483646 h 1401"/>
              <a:gd name="T70" fmla="*/ 2147483646 w 1507"/>
              <a:gd name="T71" fmla="*/ 2147483646 h 1401"/>
              <a:gd name="T72" fmla="*/ 2147483646 w 1507"/>
              <a:gd name="T73" fmla="*/ 2147483646 h 1401"/>
              <a:gd name="T74" fmla="*/ 2147483646 w 1507"/>
              <a:gd name="T75" fmla="*/ 2147483646 h 1401"/>
              <a:gd name="T76" fmla="*/ 2147483646 w 1507"/>
              <a:gd name="T77" fmla="*/ 2147483646 h 1401"/>
              <a:gd name="T78" fmla="*/ 2147483646 w 1507"/>
              <a:gd name="T79" fmla="*/ 2147483646 h 1401"/>
              <a:gd name="T80" fmla="*/ 2147483646 w 1507"/>
              <a:gd name="T81" fmla="*/ 2147483646 h 1401"/>
              <a:gd name="T82" fmla="*/ 2147483646 w 1507"/>
              <a:gd name="T83" fmla="*/ 2147483646 h 1401"/>
              <a:gd name="T84" fmla="*/ 2147483646 w 1507"/>
              <a:gd name="T85" fmla="*/ 2147483646 h 1401"/>
              <a:gd name="T86" fmla="*/ 2147483646 w 1507"/>
              <a:gd name="T87" fmla="*/ 2147483646 h 1401"/>
              <a:gd name="T88" fmla="*/ 2147483646 w 1507"/>
              <a:gd name="T89" fmla="*/ 2147483646 h 1401"/>
              <a:gd name="T90" fmla="*/ 2147483646 w 1507"/>
              <a:gd name="T91" fmla="*/ 2147483646 h 1401"/>
              <a:gd name="T92" fmla="*/ 2147483646 w 1507"/>
              <a:gd name="T93" fmla="*/ 2147483646 h 1401"/>
              <a:gd name="T94" fmla="*/ 2147483646 w 1507"/>
              <a:gd name="T95" fmla="*/ 2147483646 h 1401"/>
              <a:gd name="T96" fmla="*/ 2147483646 w 1507"/>
              <a:gd name="T97" fmla="*/ 2147483646 h 1401"/>
              <a:gd name="T98" fmla="*/ 2147483646 w 1507"/>
              <a:gd name="T99" fmla="*/ 2147483646 h 1401"/>
              <a:gd name="T100" fmla="*/ 2147483646 w 1507"/>
              <a:gd name="T101" fmla="*/ 2147483646 h 1401"/>
              <a:gd name="T102" fmla="*/ 2147483646 w 1507"/>
              <a:gd name="T103" fmla="*/ 2147483646 h 1401"/>
              <a:gd name="T104" fmla="*/ 2147483646 w 1507"/>
              <a:gd name="T105" fmla="*/ 2147483646 h 1401"/>
              <a:gd name="T106" fmla="*/ 2147483646 w 1507"/>
              <a:gd name="T107" fmla="*/ 2147483646 h 1401"/>
              <a:gd name="T108" fmla="*/ 2147483646 w 1507"/>
              <a:gd name="T109" fmla="*/ 2147483646 h 1401"/>
              <a:gd name="T110" fmla="*/ 2147483646 w 1507"/>
              <a:gd name="T111" fmla="*/ 2147483646 h 1401"/>
              <a:gd name="T112" fmla="*/ 2147483646 w 1507"/>
              <a:gd name="T113" fmla="*/ 2147483646 h 1401"/>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1507" h="1401">
                <a:moveTo>
                  <a:pt x="1501" y="789"/>
                </a:moveTo>
                <a:lnTo>
                  <a:pt x="1493" y="649"/>
                </a:lnTo>
                <a:lnTo>
                  <a:pt x="1495" y="499"/>
                </a:lnTo>
                <a:lnTo>
                  <a:pt x="1489" y="385"/>
                </a:lnTo>
                <a:lnTo>
                  <a:pt x="1424" y="317"/>
                </a:lnTo>
                <a:lnTo>
                  <a:pt x="1345" y="278"/>
                </a:lnTo>
                <a:lnTo>
                  <a:pt x="1166" y="213"/>
                </a:lnTo>
                <a:lnTo>
                  <a:pt x="903" y="149"/>
                </a:lnTo>
                <a:lnTo>
                  <a:pt x="852" y="144"/>
                </a:lnTo>
                <a:lnTo>
                  <a:pt x="817" y="149"/>
                </a:lnTo>
                <a:lnTo>
                  <a:pt x="809" y="135"/>
                </a:lnTo>
                <a:lnTo>
                  <a:pt x="794" y="122"/>
                </a:lnTo>
                <a:lnTo>
                  <a:pt x="777" y="125"/>
                </a:lnTo>
                <a:lnTo>
                  <a:pt x="754" y="126"/>
                </a:lnTo>
                <a:lnTo>
                  <a:pt x="745" y="100"/>
                </a:lnTo>
                <a:lnTo>
                  <a:pt x="726" y="85"/>
                </a:lnTo>
                <a:lnTo>
                  <a:pt x="704" y="82"/>
                </a:lnTo>
                <a:lnTo>
                  <a:pt x="678" y="82"/>
                </a:lnTo>
                <a:lnTo>
                  <a:pt x="681" y="59"/>
                </a:lnTo>
                <a:lnTo>
                  <a:pt x="651" y="0"/>
                </a:lnTo>
                <a:lnTo>
                  <a:pt x="37" y="16"/>
                </a:lnTo>
                <a:lnTo>
                  <a:pt x="39" y="79"/>
                </a:lnTo>
                <a:lnTo>
                  <a:pt x="28" y="135"/>
                </a:lnTo>
                <a:lnTo>
                  <a:pt x="18" y="175"/>
                </a:lnTo>
                <a:lnTo>
                  <a:pt x="8" y="225"/>
                </a:lnTo>
                <a:lnTo>
                  <a:pt x="0" y="306"/>
                </a:lnTo>
                <a:lnTo>
                  <a:pt x="9" y="354"/>
                </a:lnTo>
                <a:lnTo>
                  <a:pt x="28" y="399"/>
                </a:lnTo>
                <a:lnTo>
                  <a:pt x="49" y="438"/>
                </a:lnTo>
                <a:lnTo>
                  <a:pt x="78" y="451"/>
                </a:lnTo>
                <a:lnTo>
                  <a:pt x="122" y="464"/>
                </a:lnTo>
                <a:lnTo>
                  <a:pt x="180" y="483"/>
                </a:lnTo>
                <a:lnTo>
                  <a:pt x="208" y="514"/>
                </a:lnTo>
                <a:lnTo>
                  <a:pt x="240" y="541"/>
                </a:lnTo>
                <a:lnTo>
                  <a:pt x="289" y="564"/>
                </a:lnTo>
                <a:lnTo>
                  <a:pt x="348" y="582"/>
                </a:lnTo>
                <a:lnTo>
                  <a:pt x="441" y="594"/>
                </a:lnTo>
                <a:lnTo>
                  <a:pt x="520" y="594"/>
                </a:lnTo>
                <a:lnTo>
                  <a:pt x="581" y="587"/>
                </a:lnTo>
                <a:lnTo>
                  <a:pt x="637" y="582"/>
                </a:lnTo>
                <a:lnTo>
                  <a:pt x="678" y="604"/>
                </a:lnTo>
                <a:lnTo>
                  <a:pt x="758" y="600"/>
                </a:lnTo>
                <a:lnTo>
                  <a:pt x="1078" y="645"/>
                </a:lnTo>
                <a:lnTo>
                  <a:pt x="1165" y="655"/>
                </a:lnTo>
                <a:lnTo>
                  <a:pt x="1133" y="845"/>
                </a:lnTo>
                <a:lnTo>
                  <a:pt x="1130" y="942"/>
                </a:lnTo>
                <a:lnTo>
                  <a:pt x="1149" y="1066"/>
                </a:lnTo>
                <a:lnTo>
                  <a:pt x="1169" y="1212"/>
                </a:lnTo>
                <a:lnTo>
                  <a:pt x="1169" y="1363"/>
                </a:lnTo>
                <a:lnTo>
                  <a:pt x="1244" y="1385"/>
                </a:lnTo>
                <a:lnTo>
                  <a:pt x="1339" y="1395"/>
                </a:lnTo>
                <a:lnTo>
                  <a:pt x="1420" y="1401"/>
                </a:lnTo>
                <a:lnTo>
                  <a:pt x="1507" y="1391"/>
                </a:lnTo>
                <a:lnTo>
                  <a:pt x="1501" y="1252"/>
                </a:lnTo>
                <a:lnTo>
                  <a:pt x="1501" y="1024"/>
                </a:lnTo>
                <a:lnTo>
                  <a:pt x="1501" y="824"/>
                </a:lnTo>
                <a:lnTo>
                  <a:pt x="1501" y="789"/>
                </a:lnTo>
                <a:close/>
              </a:path>
            </a:pathLst>
          </a:custGeom>
          <a:solidFill>
            <a:srgbClr val="606060"/>
          </a:solidFill>
          <a:ln w="3175">
            <a:solidFill>
              <a:srgbClr val="000000"/>
            </a:solidFill>
            <a:prstDash val="solid"/>
            <a:round/>
          </a:ln>
        </p:spPr>
        <p:txBody>
          <a:bodyPr/>
          <a:lstStyle/>
          <a:p>
            <a:endParaRPr lang="zh-CN" altLang="en-US" b="1">
              <a:solidFill>
                <a:srgbClr val="000099"/>
              </a:solidFill>
            </a:endParaRPr>
          </a:p>
        </p:txBody>
      </p:sp>
      <p:sp>
        <p:nvSpPr>
          <p:cNvPr id="244761" name="Freeform 145"/>
          <p:cNvSpPr/>
          <p:nvPr/>
        </p:nvSpPr>
        <p:spPr bwMode="auto">
          <a:xfrm>
            <a:off x="413757" y="5065714"/>
            <a:ext cx="507338" cy="420687"/>
          </a:xfrm>
          <a:custGeom>
            <a:avLst/>
            <a:gdLst>
              <a:gd name="T0" fmla="*/ 2147483646 w 1473"/>
              <a:gd name="T1" fmla="*/ 2147483646 h 1324"/>
              <a:gd name="T2" fmla="*/ 2147483646 w 1473"/>
              <a:gd name="T3" fmla="*/ 2147483646 h 1324"/>
              <a:gd name="T4" fmla="*/ 2147483646 w 1473"/>
              <a:gd name="T5" fmla="*/ 2147483646 h 1324"/>
              <a:gd name="T6" fmla="*/ 2147483646 w 1473"/>
              <a:gd name="T7" fmla="*/ 2147483646 h 1324"/>
              <a:gd name="T8" fmla="*/ 2147483646 w 1473"/>
              <a:gd name="T9" fmla="*/ 2147483646 h 1324"/>
              <a:gd name="T10" fmla="*/ 2147483646 w 1473"/>
              <a:gd name="T11" fmla="*/ 2147483646 h 1324"/>
              <a:gd name="T12" fmla="*/ 2147483646 w 1473"/>
              <a:gd name="T13" fmla="*/ 2147483646 h 1324"/>
              <a:gd name="T14" fmla="*/ 2147483646 w 1473"/>
              <a:gd name="T15" fmla="*/ 2147483646 h 1324"/>
              <a:gd name="T16" fmla="*/ 2147483646 w 1473"/>
              <a:gd name="T17" fmla="*/ 2147483646 h 1324"/>
              <a:gd name="T18" fmla="*/ 2147483646 w 1473"/>
              <a:gd name="T19" fmla="*/ 2147483646 h 1324"/>
              <a:gd name="T20" fmla="*/ 2147483646 w 1473"/>
              <a:gd name="T21" fmla="*/ 2147483646 h 1324"/>
              <a:gd name="T22" fmla="*/ 2147483646 w 1473"/>
              <a:gd name="T23" fmla="*/ 2147483646 h 1324"/>
              <a:gd name="T24" fmla="*/ 2147483646 w 1473"/>
              <a:gd name="T25" fmla="*/ 2147483646 h 1324"/>
              <a:gd name="T26" fmla="*/ 2147483646 w 1473"/>
              <a:gd name="T27" fmla="*/ 2147483646 h 1324"/>
              <a:gd name="T28" fmla="*/ 2147483646 w 1473"/>
              <a:gd name="T29" fmla="*/ 2147483646 h 1324"/>
              <a:gd name="T30" fmla="*/ 2147483646 w 1473"/>
              <a:gd name="T31" fmla="*/ 2147483646 h 1324"/>
              <a:gd name="T32" fmla="*/ 2147483646 w 1473"/>
              <a:gd name="T33" fmla="*/ 2147483646 h 1324"/>
              <a:gd name="T34" fmla="*/ 2147483646 w 1473"/>
              <a:gd name="T35" fmla="*/ 2147483646 h 1324"/>
              <a:gd name="T36" fmla="*/ 2147483646 w 1473"/>
              <a:gd name="T37" fmla="*/ 2147483646 h 1324"/>
              <a:gd name="T38" fmla="*/ 2147483646 w 1473"/>
              <a:gd name="T39" fmla="*/ 2147483646 h 1324"/>
              <a:gd name="T40" fmla="*/ 2147483646 w 1473"/>
              <a:gd name="T41" fmla="*/ 2147483646 h 1324"/>
              <a:gd name="T42" fmla="*/ 2147483646 w 1473"/>
              <a:gd name="T43" fmla="*/ 2147483646 h 1324"/>
              <a:gd name="T44" fmla="*/ 2147483646 w 1473"/>
              <a:gd name="T45" fmla="*/ 2147483646 h 1324"/>
              <a:gd name="T46" fmla="*/ 2147483646 w 1473"/>
              <a:gd name="T47" fmla="*/ 2147483646 h 1324"/>
              <a:gd name="T48" fmla="*/ 2147483646 w 1473"/>
              <a:gd name="T49" fmla="*/ 2147483646 h 1324"/>
              <a:gd name="T50" fmla="*/ 2147483646 w 1473"/>
              <a:gd name="T51" fmla="*/ 2147483646 h 1324"/>
              <a:gd name="T52" fmla="*/ 2147483646 w 1473"/>
              <a:gd name="T53" fmla="*/ 2147483646 h 1324"/>
              <a:gd name="T54" fmla="*/ 2147483646 w 1473"/>
              <a:gd name="T55" fmla="*/ 2147483646 h 1324"/>
              <a:gd name="T56" fmla="*/ 2147483646 w 1473"/>
              <a:gd name="T57" fmla="*/ 2147483646 h 1324"/>
              <a:gd name="T58" fmla="*/ 2147483646 w 1473"/>
              <a:gd name="T59" fmla="*/ 2147483646 h 1324"/>
              <a:gd name="T60" fmla="*/ 2147483646 w 1473"/>
              <a:gd name="T61" fmla="*/ 2147483646 h 1324"/>
              <a:gd name="T62" fmla="*/ 2147483646 w 1473"/>
              <a:gd name="T63" fmla="*/ 2147483646 h 1324"/>
              <a:gd name="T64" fmla="*/ 2147483646 w 1473"/>
              <a:gd name="T65" fmla="*/ 2147483646 h 1324"/>
              <a:gd name="T66" fmla="*/ 2147483646 w 1473"/>
              <a:gd name="T67" fmla="*/ 2147483646 h 1324"/>
              <a:gd name="T68" fmla="*/ 2147483646 w 1473"/>
              <a:gd name="T69" fmla="*/ 2147483646 h 1324"/>
              <a:gd name="T70" fmla="*/ 2147483646 w 1473"/>
              <a:gd name="T71" fmla="*/ 2147483646 h 1324"/>
              <a:gd name="T72" fmla="*/ 2147483646 w 1473"/>
              <a:gd name="T73" fmla="*/ 2147483646 h 1324"/>
              <a:gd name="T74" fmla="*/ 2147483646 w 1473"/>
              <a:gd name="T75" fmla="*/ 2147483646 h 1324"/>
              <a:gd name="T76" fmla="*/ 2147483646 w 1473"/>
              <a:gd name="T77" fmla="*/ 2147483646 h 1324"/>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1473" h="1324">
                <a:moveTo>
                  <a:pt x="49" y="23"/>
                </a:moveTo>
                <a:lnTo>
                  <a:pt x="46" y="66"/>
                </a:lnTo>
                <a:lnTo>
                  <a:pt x="29" y="49"/>
                </a:lnTo>
                <a:lnTo>
                  <a:pt x="10" y="144"/>
                </a:lnTo>
                <a:lnTo>
                  <a:pt x="0" y="254"/>
                </a:lnTo>
                <a:lnTo>
                  <a:pt x="39" y="367"/>
                </a:lnTo>
                <a:lnTo>
                  <a:pt x="130" y="393"/>
                </a:lnTo>
                <a:lnTo>
                  <a:pt x="120" y="367"/>
                </a:lnTo>
                <a:lnTo>
                  <a:pt x="169" y="406"/>
                </a:lnTo>
                <a:lnTo>
                  <a:pt x="211" y="449"/>
                </a:lnTo>
                <a:lnTo>
                  <a:pt x="306" y="494"/>
                </a:lnTo>
                <a:lnTo>
                  <a:pt x="421" y="504"/>
                </a:lnTo>
                <a:lnTo>
                  <a:pt x="562" y="511"/>
                </a:lnTo>
                <a:lnTo>
                  <a:pt x="620" y="504"/>
                </a:lnTo>
                <a:lnTo>
                  <a:pt x="569" y="481"/>
                </a:lnTo>
                <a:lnTo>
                  <a:pt x="546" y="423"/>
                </a:lnTo>
                <a:lnTo>
                  <a:pt x="588" y="471"/>
                </a:lnTo>
                <a:lnTo>
                  <a:pt x="641" y="501"/>
                </a:lnTo>
                <a:lnTo>
                  <a:pt x="688" y="527"/>
                </a:lnTo>
                <a:lnTo>
                  <a:pt x="737" y="520"/>
                </a:lnTo>
                <a:lnTo>
                  <a:pt x="706" y="497"/>
                </a:lnTo>
                <a:lnTo>
                  <a:pt x="672" y="469"/>
                </a:lnTo>
                <a:lnTo>
                  <a:pt x="725" y="488"/>
                </a:lnTo>
                <a:lnTo>
                  <a:pt x="776" y="527"/>
                </a:lnTo>
                <a:lnTo>
                  <a:pt x="946" y="546"/>
                </a:lnTo>
                <a:lnTo>
                  <a:pt x="1114" y="572"/>
                </a:lnTo>
                <a:lnTo>
                  <a:pt x="1165" y="585"/>
                </a:lnTo>
                <a:lnTo>
                  <a:pt x="1122" y="833"/>
                </a:lnTo>
                <a:lnTo>
                  <a:pt x="1155" y="1063"/>
                </a:lnTo>
                <a:lnTo>
                  <a:pt x="1159" y="1288"/>
                </a:lnTo>
                <a:lnTo>
                  <a:pt x="1266" y="1310"/>
                </a:lnTo>
                <a:lnTo>
                  <a:pt x="1360" y="1324"/>
                </a:lnTo>
                <a:lnTo>
                  <a:pt x="1473" y="1321"/>
                </a:lnTo>
                <a:lnTo>
                  <a:pt x="1468" y="998"/>
                </a:lnTo>
                <a:lnTo>
                  <a:pt x="1468" y="729"/>
                </a:lnTo>
                <a:lnTo>
                  <a:pt x="1451" y="579"/>
                </a:lnTo>
                <a:lnTo>
                  <a:pt x="1465" y="485"/>
                </a:lnTo>
                <a:lnTo>
                  <a:pt x="1455" y="381"/>
                </a:lnTo>
                <a:lnTo>
                  <a:pt x="1436" y="314"/>
                </a:lnTo>
                <a:lnTo>
                  <a:pt x="1355" y="261"/>
                </a:lnTo>
                <a:lnTo>
                  <a:pt x="1253" y="215"/>
                </a:lnTo>
                <a:lnTo>
                  <a:pt x="1057" y="150"/>
                </a:lnTo>
                <a:lnTo>
                  <a:pt x="897" y="105"/>
                </a:lnTo>
                <a:lnTo>
                  <a:pt x="809" y="98"/>
                </a:lnTo>
                <a:lnTo>
                  <a:pt x="773" y="150"/>
                </a:lnTo>
                <a:lnTo>
                  <a:pt x="662" y="205"/>
                </a:lnTo>
                <a:lnTo>
                  <a:pt x="722" y="157"/>
                </a:lnTo>
                <a:lnTo>
                  <a:pt x="767" y="131"/>
                </a:lnTo>
                <a:lnTo>
                  <a:pt x="783" y="95"/>
                </a:lnTo>
                <a:lnTo>
                  <a:pt x="776" y="79"/>
                </a:lnTo>
                <a:lnTo>
                  <a:pt x="744" y="79"/>
                </a:lnTo>
                <a:lnTo>
                  <a:pt x="725" y="98"/>
                </a:lnTo>
                <a:lnTo>
                  <a:pt x="706" y="117"/>
                </a:lnTo>
                <a:lnTo>
                  <a:pt x="656" y="137"/>
                </a:lnTo>
                <a:lnTo>
                  <a:pt x="702" y="98"/>
                </a:lnTo>
                <a:lnTo>
                  <a:pt x="722" y="68"/>
                </a:lnTo>
                <a:lnTo>
                  <a:pt x="708" y="49"/>
                </a:lnTo>
                <a:lnTo>
                  <a:pt x="669" y="36"/>
                </a:lnTo>
                <a:lnTo>
                  <a:pt x="618" y="82"/>
                </a:lnTo>
                <a:lnTo>
                  <a:pt x="569" y="112"/>
                </a:lnTo>
                <a:lnTo>
                  <a:pt x="627" y="45"/>
                </a:lnTo>
                <a:lnTo>
                  <a:pt x="646" y="20"/>
                </a:lnTo>
                <a:lnTo>
                  <a:pt x="646" y="0"/>
                </a:lnTo>
                <a:lnTo>
                  <a:pt x="597" y="7"/>
                </a:lnTo>
                <a:lnTo>
                  <a:pt x="553" y="40"/>
                </a:lnTo>
                <a:lnTo>
                  <a:pt x="523" y="63"/>
                </a:lnTo>
                <a:lnTo>
                  <a:pt x="383" y="75"/>
                </a:lnTo>
                <a:lnTo>
                  <a:pt x="386" y="40"/>
                </a:lnTo>
                <a:lnTo>
                  <a:pt x="345" y="26"/>
                </a:lnTo>
                <a:lnTo>
                  <a:pt x="345" y="72"/>
                </a:lnTo>
                <a:lnTo>
                  <a:pt x="303" y="82"/>
                </a:lnTo>
                <a:lnTo>
                  <a:pt x="211" y="95"/>
                </a:lnTo>
                <a:lnTo>
                  <a:pt x="218" y="45"/>
                </a:lnTo>
                <a:lnTo>
                  <a:pt x="185" y="45"/>
                </a:lnTo>
                <a:lnTo>
                  <a:pt x="182" y="95"/>
                </a:lnTo>
                <a:lnTo>
                  <a:pt x="130" y="91"/>
                </a:lnTo>
                <a:lnTo>
                  <a:pt x="75" y="79"/>
                </a:lnTo>
                <a:lnTo>
                  <a:pt x="72" y="40"/>
                </a:lnTo>
                <a:lnTo>
                  <a:pt x="49" y="23"/>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762" name="Freeform 146"/>
          <p:cNvSpPr/>
          <p:nvPr/>
        </p:nvSpPr>
        <p:spPr bwMode="auto">
          <a:xfrm>
            <a:off x="484268" y="5135563"/>
            <a:ext cx="68792" cy="11112"/>
          </a:xfrm>
          <a:custGeom>
            <a:avLst/>
            <a:gdLst>
              <a:gd name="T0" fmla="*/ 0 w 199"/>
              <a:gd name="T1" fmla="*/ 0 h 33"/>
              <a:gd name="T2" fmla="*/ 2147483646 w 199"/>
              <a:gd name="T3" fmla="*/ 2147483646 h 33"/>
              <a:gd name="T4" fmla="*/ 2147483646 w 199"/>
              <a:gd name="T5" fmla="*/ 2147483646 h 33"/>
              <a:gd name="T6" fmla="*/ 0 w 199"/>
              <a:gd name="T7" fmla="*/ 0 h 3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9" h="33">
                <a:moveTo>
                  <a:pt x="0" y="0"/>
                </a:moveTo>
                <a:lnTo>
                  <a:pt x="93" y="33"/>
                </a:lnTo>
                <a:lnTo>
                  <a:pt x="199" y="2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763" name="Freeform 147"/>
          <p:cNvSpPr/>
          <p:nvPr/>
        </p:nvSpPr>
        <p:spPr bwMode="auto">
          <a:xfrm>
            <a:off x="415477" y="5118100"/>
            <a:ext cx="42995" cy="12700"/>
          </a:xfrm>
          <a:custGeom>
            <a:avLst/>
            <a:gdLst>
              <a:gd name="T0" fmla="*/ 0 w 122"/>
              <a:gd name="T1" fmla="*/ 0 h 40"/>
              <a:gd name="T2" fmla="*/ 2147483646 w 122"/>
              <a:gd name="T3" fmla="*/ 2147483646 h 40"/>
              <a:gd name="T4" fmla="*/ 2147483646 w 122"/>
              <a:gd name="T5" fmla="*/ 2147483646 h 40"/>
              <a:gd name="T6" fmla="*/ 2147483646 w 122"/>
              <a:gd name="T7" fmla="*/ 2147483646 h 40"/>
              <a:gd name="T8" fmla="*/ 0 w 122"/>
              <a:gd name="T9" fmla="*/ 0 h 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2" h="40">
                <a:moveTo>
                  <a:pt x="0" y="0"/>
                </a:moveTo>
                <a:lnTo>
                  <a:pt x="32" y="25"/>
                </a:lnTo>
                <a:lnTo>
                  <a:pt x="122" y="38"/>
                </a:lnTo>
                <a:lnTo>
                  <a:pt x="30" y="40"/>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764" name="Freeform 148"/>
          <p:cNvSpPr/>
          <p:nvPr/>
        </p:nvSpPr>
        <p:spPr bwMode="auto">
          <a:xfrm>
            <a:off x="590896" y="5108575"/>
            <a:ext cx="65352" cy="31750"/>
          </a:xfrm>
          <a:custGeom>
            <a:avLst/>
            <a:gdLst>
              <a:gd name="T0" fmla="*/ 0 w 187"/>
              <a:gd name="T1" fmla="*/ 0 h 102"/>
              <a:gd name="T2" fmla="*/ 2147483646 w 187"/>
              <a:gd name="T3" fmla="*/ 2147483646 h 102"/>
              <a:gd name="T4" fmla="*/ 2147483646 w 187"/>
              <a:gd name="T5" fmla="*/ 2147483646 h 102"/>
              <a:gd name="T6" fmla="*/ 2147483646 w 187"/>
              <a:gd name="T7" fmla="*/ 2147483646 h 102"/>
              <a:gd name="T8" fmla="*/ 2147483646 w 187"/>
              <a:gd name="T9" fmla="*/ 2147483646 h 102"/>
              <a:gd name="T10" fmla="*/ 2147483646 w 187"/>
              <a:gd name="T11" fmla="*/ 2147483646 h 102"/>
              <a:gd name="T12" fmla="*/ 2147483646 w 187"/>
              <a:gd name="T13" fmla="*/ 2147483646 h 102"/>
              <a:gd name="T14" fmla="*/ 2147483646 w 187"/>
              <a:gd name="T15" fmla="*/ 2147483646 h 102"/>
              <a:gd name="T16" fmla="*/ 0 w 187"/>
              <a:gd name="T17" fmla="*/ 0 h 10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87" h="102">
                <a:moveTo>
                  <a:pt x="0" y="0"/>
                </a:moveTo>
                <a:lnTo>
                  <a:pt x="84" y="9"/>
                </a:lnTo>
                <a:lnTo>
                  <a:pt x="101" y="23"/>
                </a:lnTo>
                <a:lnTo>
                  <a:pt x="101" y="54"/>
                </a:lnTo>
                <a:lnTo>
                  <a:pt x="106" y="89"/>
                </a:lnTo>
                <a:lnTo>
                  <a:pt x="187" y="102"/>
                </a:lnTo>
                <a:lnTo>
                  <a:pt x="90" y="98"/>
                </a:lnTo>
                <a:lnTo>
                  <a:pt x="74"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765" name="Freeform 149"/>
          <p:cNvSpPr/>
          <p:nvPr/>
        </p:nvSpPr>
        <p:spPr bwMode="auto">
          <a:xfrm>
            <a:off x="656248" y="5181601"/>
            <a:ext cx="209815" cy="47625"/>
          </a:xfrm>
          <a:custGeom>
            <a:avLst/>
            <a:gdLst>
              <a:gd name="T0" fmla="*/ 0 w 609"/>
              <a:gd name="T1" fmla="*/ 0 h 150"/>
              <a:gd name="T2" fmla="*/ 2147483646 w 609"/>
              <a:gd name="T3" fmla="*/ 2147483646 h 150"/>
              <a:gd name="T4" fmla="*/ 2147483646 w 609"/>
              <a:gd name="T5" fmla="*/ 2147483646 h 150"/>
              <a:gd name="T6" fmla="*/ 2147483646 w 609"/>
              <a:gd name="T7" fmla="*/ 2147483646 h 150"/>
              <a:gd name="T8" fmla="*/ 2147483646 w 609"/>
              <a:gd name="T9" fmla="*/ 2147483646 h 150"/>
              <a:gd name="T10" fmla="*/ 2147483646 w 609"/>
              <a:gd name="T11" fmla="*/ 2147483646 h 150"/>
              <a:gd name="T12" fmla="*/ 2147483646 w 609"/>
              <a:gd name="T13" fmla="*/ 2147483646 h 150"/>
              <a:gd name="T14" fmla="*/ 2147483646 w 609"/>
              <a:gd name="T15" fmla="*/ 2147483646 h 150"/>
              <a:gd name="T16" fmla="*/ 2147483646 w 609"/>
              <a:gd name="T17" fmla="*/ 2147483646 h 150"/>
              <a:gd name="T18" fmla="*/ 2147483646 w 609"/>
              <a:gd name="T19" fmla="*/ 2147483646 h 150"/>
              <a:gd name="T20" fmla="*/ 2147483646 w 609"/>
              <a:gd name="T21" fmla="*/ 2147483646 h 150"/>
              <a:gd name="T22" fmla="*/ 2147483646 w 609"/>
              <a:gd name="T23" fmla="*/ 2147483646 h 150"/>
              <a:gd name="T24" fmla="*/ 2147483646 w 609"/>
              <a:gd name="T25" fmla="*/ 2147483646 h 150"/>
              <a:gd name="T26" fmla="*/ 0 w 609"/>
              <a:gd name="T27" fmla="*/ 0 h 15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09" h="150">
                <a:moveTo>
                  <a:pt x="0" y="0"/>
                </a:moveTo>
                <a:lnTo>
                  <a:pt x="154" y="7"/>
                </a:lnTo>
                <a:lnTo>
                  <a:pt x="313" y="44"/>
                </a:lnTo>
                <a:lnTo>
                  <a:pt x="431" y="51"/>
                </a:lnTo>
                <a:lnTo>
                  <a:pt x="527" y="71"/>
                </a:lnTo>
                <a:lnTo>
                  <a:pt x="563" y="122"/>
                </a:lnTo>
                <a:lnTo>
                  <a:pt x="609" y="150"/>
                </a:lnTo>
                <a:lnTo>
                  <a:pt x="563" y="141"/>
                </a:lnTo>
                <a:lnTo>
                  <a:pt x="521" y="84"/>
                </a:lnTo>
                <a:lnTo>
                  <a:pt x="392" y="58"/>
                </a:lnTo>
                <a:lnTo>
                  <a:pt x="313" y="58"/>
                </a:lnTo>
                <a:lnTo>
                  <a:pt x="252" y="44"/>
                </a:lnTo>
                <a:lnTo>
                  <a:pt x="146" y="17"/>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766" name="Freeform 150"/>
          <p:cNvSpPr/>
          <p:nvPr/>
        </p:nvSpPr>
        <p:spPr bwMode="auto">
          <a:xfrm>
            <a:off x="446433" y="4530725"/>
            <a:ext cx="182298" cy="184150"/>
          </a:xfrm>
          <a:custGeom>
            <a:avLst/>
            <a:gdLst>
              <a:gd name="T0" fmla="*/ 2147483646 w 529"/>
              <a:gd name="T1" fmla="*/ 2147483646 h 580"/>
              <a:gd name="T2" fmla="*/ 2147483646 w 529"/>
              <a:gd name="T3" fmla="*/ 2147483646 h 580"/>
              <a:gd name="T4" fmla="*/ 2147483646 w 529"/>
              <a:gd name="T5" fmla="*/ 2147483646 h 580"/>
              <a:gd name="T6" fmla="*/ 2147483646 w 529"/>
              <a:gd name="T7" fmla="*/ 2147483646 h 580"/>
              <a:gd name="T8" fmla="*/ 2147483646 w 529"/>
              <a:gd name="T9" fmla="*/ 2147483646 h 580"/>
              <a:gd name="T10" fmla="*/ 2147483646 w 529"/>
              <a:gd name="T11" fmla="*/ 2147483646 h 580"/>
              <a:gd name="T12" fmla="*/ 2147483646 w 529"/>
              <a:gd name="T13" fmla="*/ 2147483646 h 580"/>
              <a:gd name="T14" fmla="*/ 2147483646 w 529"/>
              <a:gd name="T15" fmla="*/ 2147483646 h 580"/>
              <a:gd name="T16" fmla="*/ 2147483646 w 529"/>
              <a:gd name="T17" fmla="*/ 2147483646 h 580"/>
              <a:gd name="T18" fmla="*/ 2147483646 w 529"/>
              <a:gd name="T19" fmla="*/ 2147483646 h 580"/>
              <a:gd name="T20" fmla="*/ 2147483646 w 529"/>
              <a:gd name="T21" fmla="*/ 2147483646 h 580"/>
              <a:gd name="T22" fmla="*/ 2147483646 w 529"/>
              <a:gd name="T23" fmla="*/ 2147483646 h 580"/>
              <a:gd name="T24" fmla="*/ 2147483646 w 529"/>
              <a:gd name="T25" fmla="*/ 2147483646 h 580"/>
              <a:gd name="T26" fmla="*/ 2147483646 w 529"/>
              <a:gd name="T27" fmla="*/ 2147483646 h 580"/>
              <a:gd name="T28" fmla="*/ 2147483646 w 529"/>
              <a:gd name="T29" fmla="*/ 2147483646 h 580"/>
              <a:gd name="T30" fmla="*/ 2147483646 w 529"/>
              <a:gd name="T31" fmla="*/ 2147483646 h 580"/>
              <a:gd name="T32" fmla="*/ 2147483646 w 529"/>
              <a:gd name="T33" fmla="*/ 2147483646 h 580"/>
              <a:gd name="T34" fmla="*/ 2147483646 w 529"/>
              <a:gd name="T35" fmla="*/ 2147483646 h 580"/>
              <a:gd name="T36" fmla="*/ 2147483646 w 529"/>
              <a:gd name="T37" fmla="*/ 2147483646 h 580"/>
              <a:gd name="T38" fmla="*/ 2147483646 w 529"/>
              <a:gd name="T39" fmla="*/ 2147483646 h 580"/>
              <a:gd name="T40" fmla="*/ 2147483646 w 529"/>
              <a:gd name="T41" fmla="*/ 2147483646 h 580"/>
              <a:gd name="T42" fmla="*/ 2147483646 w 529"/>
              <a:gd name="T43" fmla="*/ 2147483646 h 580"/>
              <a:gd name="T44" fmla="*/ 2147483646 w 529"/>
              <a:gd name="T45" fmla="*/ 2147483646 h 580"/>
              <a:gd name="T46" fmla="*/ 2147483646 w 529"/>
              <a:gd name="T47" fmla="*/ 2147483646 h 580"/>
              <a:gd name="T48" fmla="*/ 2147483646 w 529"/>
              <a:gd name="T49" fmla="*/ 2147483646 h 580"/>
              <a:gd name="T50" fmla="*/ 2147483646 w 529"/>
              <a:gd name="T51" fmla="*/ 2147483646 h 580"/>
              <a:gd name="T52" fmla="*/ 2147483646 w 529"/>
              <a:gd name="T53" fmla="*/ 2147483646 h 580"/>
              <a:gd name="T54" fmla="*/ 2147483646 w 529"/>
              <a:gd name="T55" fmla="*/ 2147483646 h 580"/>
              <a:gd name="T56" fmla="*/ 2147483646 w 529"/>
              <a:gd name="T57" fmla="*/ 2147483646 h 580"/>
              <a:gd name="T58" fmla="*/ 0 w 529"/>
              <a:gd name="T59" fmla="*/ 2147483646 h 580"/>
              <a:gd name="T60" fmla="*/ 0 w 529"/>
              <a:gd name="T61" fmla="*/ 2147483646 h 580"/>
              <a:gd name="T62" fmla="*/ 2147483646 w 529"/>
              <a:gd name="T63" fmla="*/ 2147483646 h 580"/>
              <a:gd name="T64" fmla="*/ 2147483646 w 529"/>
              <a:gd name="T65" fmla="*/ 2147483646 h 580"/>
              <a:gd name="T66" fmla="*/ 2147483646 w 529"/>
              <a:gd name="T67" fmla="*/ 0 h 580"/>
              <a:gd name="T68" fmla="*/ 2147483646 w 529"/>
              <a:gd name="T69" fmla="*/ 2147483646 h 580"/>
              <a:gd name="T70" fmla="*/ 2147483646 w 529"/>
              <a:gd name="T71" fmla="*/ 2147483646 h 58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529" h="580">
                <a:moveTo>
                  <a:pt x="357" y="20"/>
                </a:moveTo>
                <a:lnTo>
                  <a:pt x="403" y="53"/>
                </a:lnTo>
                <a:lnTo>
                  <a:pt x="428" y="94"/>
                </a:lnTo>
                <a:lnTo>
                  <a:pt x="451" y="138"/>
                </a:lnTo>
                <a:lnTo>
                  <a:pt x="464" y="161"/>
                </a:lnTo>
                <a:lnTo>
                  <a:pt x="464" y="186"/>
                </a:lnTo>
                <a:lnTo>
                  <a:pt x="453" y="216"/>
                </a:lnTo>
                <a:lnTo>
                  <a:pt x="476" y="239"/>
                </a:lnTo>
                <a:lnTo>
                  <a:pt x="511" y="301"/>
                </a:lnTo>
                <a:lnTo>
                  <a:pt x="529" y="334"/>
                </a:lnTo>
                <a:lnTo>
                  <a:pt x="529" y="346"/>
                </a:lnTo>
                <a:lnTo>
                  <a:pt x="526" y="357"/>
                </a:lnTo>
                <a:lnTo>
                  <a:pt x="510" y="361"/>
                </a:lnTo>
                <a:lnTo>
                  <a:pt x="487" y="362"/>
                </a:lnTo>
                <a:lnTo>
                  <a:pt x="475" y="366"/>
                </a:lnTo>
                <a:lnTo>
                  <a:pt x="476" y="391"/>
                </a:lnTo>
                <a:lnTo>
                  <a:pt x="483" y="421"/>
                </a:lnTo>
                <a:lnTo>
                  <a:pt x="469" y="437"/>
                </a:lnTo>
                <a:lnTo>
                  <a:pt x="473" y="459"/>
                </a:lnTo>
                <a:lnTo>
                  <a:pt x="462" y="472"/>
                </a:lnTo>
                <a:lnTo>
                  <a:pt x="452" y="511"/>
                </a:lnTo>
                <a:lnTo>
                  <a:pt x="436" y="523"/>
                </a:lnTo>
                <a:lnTo>
                  <a:pt x="411" y="523"/>
                </a:lnTo>
                <a:lnTo>
                  <a:pt x="375" y="517"/>
                </a:lnTo>
                <a:lnTo>
                  <a:pt x="339" y="511"/>
                </a:lnTo>
                <a:lnTo>
                  <a:pt x="342" y="580"/>
                </a:lnTo>
                <a:lnTo>
                  <a:pt x="60" y="488"/>
                </a:lnTo>
                <a:lnTo>
                  <a:pt x="83" y="435"/>
                </a:lnTo>
                <a:lnTo>
                  <a:pt x="78" y="394"/>
                </a:lnTo>
                <a:lnTo>
                  <a:pt x="0" y="316"/>
                </a:lnTo>
                <a:lnTo>
                  <a:pt x="0" y="111"/>
                </a:lnTo>
                <a:lnTo>
                  <a:pt x="52" y="55"/>
                </a:lnTo>
                <a:lnTo>
                  <a:pt x="117" y="25"/>
                </a:lnTo>
                <a:lnTo>
                  <a:pt x="186" y="0"/>
                </a:lnTo>
                <a:lnTo>
                  <a:pt x="276" y="13"/>
                </a:lnTo>
                <a:lnTo>
                  <a:pt x="357" y="20"/>
                </a:lnTo>
                <a:close/>
              </a:path>
            </a:pathLst>
          </a:custGeom>
          <a:solidFill>
            <a:srgbClr val="FFC080"/>
          </a:solidFill>
          <a:ln w="3175">
            <a:solidFill>
              <a:srgbClr val="402000"/>
            </a:solidFill>
            <a:prstDash val="solid"/>
            <a:round/>
          </a:ln>
        </p:spPr>
        <p:txBody>
          <a:bodyPr/>
          <a:lstStyle/>
          <a:p>
            <a:endParaRPr lang="zh-CN" altLang="en-US" b="1">
              <a:solidFill>
                <a:srgbClr val="000099"/>
              </a:solidFill>
            </a:endParaRPr>
          </a:p>
        </p:txBody>
      </p:sp>
      <p:sp>
        <p:nvSpPr>
          <p:cNvPr id="244767" name="Freeform 151"/>
          <p:cNvSpPr/>
          <p:nvPr/>
        </p:nvSpPr>
        <p:spPr bwMode="auto">
          <a:xfrm>
            <a:off x="608093" y="4641850"/>
            <a:ext cx="10319" cy="1588"/>
          </a:xfrm>
          <a:custGeom>
            <a:avLst/>
            <a:gdLst>
              <a:gd name="T0" fmla="*/ 2147483646 w 30"/>
              <a:gd name="T1" fmla="*/ 2147483646 h 6"/>
              <a:gd name="T2" fmla="*/ 2147483646 w 30"/>
              <a:gd name="T3" fmla="*/ 2147483646 h 6"/>
              <a:gd name="T4" fmla="*/ 2147483646 w 30"/>
              <a:gd name="T5" fmla="*/ 2147483646 h 6"/>
              <a:gd name="T6" fmla="*/ 2147483646 w 30"/>
              <a:gd name="T7" fmla="*/ 2147483646 h 6"/>
              <a:gd name="T8" fmla="*/ 0 w 30"/>
              <a:gd name="T9" fmla="*/ 2147483646 h 6"/>
              <a:gd name="T10" fmla="*/ 2147483646 w 30"/>
              <a:gd name="T11" fmla="*/ 0 h 6"/>
              <a:gd name="T12" fmla="*/ 2147483646 w 30"/>
              <a:gd name="T13" fmla="*/ 2147483646 h 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0" h="6">
                <a:moveTo>
                  <a:pt x="30" y="2"/>
                </a:moveTo>
                <a:lnTo>
                  <a:pt x="23" y="6"/>
                </a:lnTo>
                <a:lnTo>
                  <a:pt x="8" y="5"/>
                </a:lnTo>
                <a:lnTo>
                  <a:pt x="2" y="6"/>
                </a:lnTo>
                <a:lnTo>
                  <a:pt x="0" y="1"/>
                </a:lnTo>
                <a:lnTo>
                  <a:pt x="9" y="0"/>
                </a:lnTo>
                <a:lnTo>
                  <a:pt x="30" y="2"/>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768" name="Freeform 152"/>
          <p:cNvSpPr/>
          <p:nvPr/>
        </p:nvSpPr>
        <p:spPr bwMode="auto">
          <a:xfrm>
            <a:off x="604654" y="4635500"/>
            <a:ext cx="3440" cy="6350"/>
          </a:xfrm>
          <a:custGeom>
            <a:avLst/>
            <a:gdLst>
              <a:gd name="T0" fmla="*/ 2147483646 w 11"/>
              <a:gd name="T1" fmla="*/ 0 h 22"/>
              <a:gd name="T2" fmla="*/ 2147483646 w 11"/>
              <a:gd name="T3" fmla="*/ 2147483646 h 22"/>
              <a:gd name="T4" fmla="*/ 2147483646 w 11"/>
              <a:gd name="T5" fmla="*/ 2147483646 h 22"/>
              <a:gd name="T6" fmla="*/ 2147483646 w 11"/>
              <a:gd name="T7" fmla="*/ 2147483646 h 22"/>
              <a:gd name="T8" fmla="*/ 0 w 11"/>
              <a:gd name="T9" fmla="*/ 2147483646 h 22"/>
              <a:gd name="T10" fmla="*/ 0 w 11"/>
              <a:gd name="T11" fmla="*/ 2147483646 h 22"/>
              <a:gd name="T12" fmla="*/ 2147483646 w 11"/>
              <a:gd name="T13" fmla="*/ 0 h 2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 h="22">
                <a:moveTo>
                  <a:pt x="11" y="0"/>
                </a:moveTo>
                <a:lnTo>
                  <a:pt x="3" y="6"/>
                </a:lnTo>
                <a:lnTo>
                  <a:pt x="3" y="12"/>
                </a:lnTo>
                <a:lnTo>
                  <a:pt x="2" y="22"/>
                </a:lnTo>
                <a:lnTo>
                  <a:pt x="0" y="8"/>
                </a:lnTo>
                <a:lnTo>
                  <a:pt x="0" y="1"/>
                </a:lnTo>
                <a:lnTo>
                  <a:pt x="11" y="0"/>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769" name="Freeform 153"/>
          <p:cNvSpPr/>
          <p:nvPr/>
        </p:nvSpPr>
        <p:spPr bwMode="auto">
          <a:xfrm>
            <a:off x="596055" y="4613275"/>
            <a:ext cx="5159" cy="12700"/>
          </a:xfrm>
          <a:custGeom>
            <a:avLst/>
            <a:gdLst>
              <a:gd name="T0" fmla="*/ 0 w 13"/>
              <a:gd name="T1" fmla="*/ 0 h 42"/>
              <a:gd name="T2" fmla="*/ 2147483646 w 13"/>
              <a:gd name="T3" fmla="*/ 2147483646 h 42"/>
              <a:gd name="T4" fmla="*/ 2147483646 w 13"/>
              <a:gd name="T5" fmla="*/ 2147483646 h 42"/>
              <a:gd name="T6" fmla="*/ 2147483646 w 13"/>
              <a:gd name="T7" fmla="*/ 2147483646 h 42"/>
              <a:gd name="T8" fmla="*/ 0 w 13"/>
              <a:gd name="T9" fmla="*/ 0 h 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 h="42">
                <a:moveTo>
                  <a:pt x="0" y="0"/>
                </a:moveTo>
                <a:lnTo>
                  <a:pt x="9" y="24"/>
                </a:lnTo>
                <a:lnTo>
                  <a:pt x="13" y="42"/>
                </a:lnTo>
                <a:lnTo>
                  <a:pt x="6" y="30"/>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770" name="Freeform 154"/>
          <p:cNvSpPr/>
          <p:nvPr/>
        </p:nvSpPr>
        <p:spPr bwMode="auto">
          <a:xfrm>
            <a:off x="577137" y="4598988"/>
            <a:ext cx="20638" cy="11112"/>
          </a:xfrm>
          <a:custGeom>
            <a:avLst/>
            <a:gdLst>
              <a:gd name="T0" fmla="*/ 2147483646 w 56"/>
              <a:gd name="T1" fmla="*/ 0 h 36"/>
              <a:gd name="T2" fmla="*/ 2147483646 w 56"/>
              <a:gd name="T3" fmla="*/ 2147483646 h 36"/>
              <a:gd name="T4" fmla="*/ 2147483646 w 56"/>
              <a:gd name="T5" fmla="*/ 2147483646 h 36"/>
              <a:gd name="T6" fmla="*/ 2147483646 w 56"/>
              <a:gd name="T7" fmla="*/ 2147483646 h 36"/>
              <a:gd name="T8" fmla="*/ 2147483646 w 56"/>
              <a:gd name="T9" fmla="*/ 2147483646 h 36"/>
              <a:gd name="T10" fmla="*/ 2147483646 w 56"/>
              <a:gd name="T11" fmla="*/ 2147483646 h 36"/>
              <a:gd name="T12" fmla="*/ 2147483646 w 56"/>
              <a:gd name="T13" fmla="*/ 2147483646 h 36"/>
              <a:gd name="T14" fmla="*/ 2147483646 w 56"/>
              <a:gd name="T15" fmla="*/ 2147483646 h 36"/>
              <a:gd name="T16" fmla="*/ 0 w 56"/>
              <a:gd name="T17" fmla="*/ 2147483646 h 36"/>
              <a:gd name="T18" fmla="*/ 2147483646 w 56"/>
              <a:gd name="T19" fmla="*/ 2147483646 h 36"/>
              <a:gd name="T20" fmla="*/ 2147483646 w 56"/>
              <a:gd name="T21" fmla="*/ 0 h 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56" h="36">
                <a:moveTo>
                  <a:pt x="56" y="0"/>
                </a:moveTo>
                <a:lnTo>
                  <a:pt x="45" y="20"/>
                </a:lnTo>
                <a:lnTo>
                  <a:pt x="47" y="26"/>
                </a:lnTo>
                <a:lnTo>
                  <a:pt x="47" y="29"/>
                </a:lnTo>
                <a:lnTo>
                  <a:pt x="51" y="36"/>
                </a:lnTo>
                <a:lnTo>
                  <a:pt x="43" y="24"/>
                </a:lnTo>
                <a:lnTo>
                  <a:pt x="32" y="24"/>
                </a:lnTo>
                <a:lnTo>
                  <a:pt x="20" y="20"/>
                </a:lnTo>
                <a:lnTo>
                  <a:pt x="0" y="19"/>
                </a:lnTo>
                <a:lnTo>
                  <a:pt x="20" y="7"/>
                </a:lnTo>
                <a:lnTo>
                  <a:pt x="56" y="0"/>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771" name="Freeform 155"/>
          <p:cNvSpPr/>
          <p:nvPr/>
        </p:nvSpPr>
        <p:spPr bwMode="auto">
          <a:xfrm>
            <a:off x="568538" y="4581526"/>
            <a:ext cx="34396" cy="11113"/>
          </a:xfrm>
          <a:custGeom>
            <a:avLst/>
            <a:gdLst>
              <a:gd name="T0" fmla="*/ 2147483646 w 96"/>
              <a:gd name="T1" fmla="*/ 2147483646 h 34"/>
              <a:gd name="T2" fmla="*/ 2147483646 w 96"/>
              <a:gd name="T3" fmla="*/ 2147483646 h 34"/>
              <a:gd name="T4" fmla="*/ 2147483646 w 96"/>
              <a:gd name="T5" fmla="*/ 2147483646 h 34"/>
              <a:gd name="T6" fmla="*/ 2147483646 w 96"/>
              <a:gd name="T7" fmla="*/ 2147483646 h 34"/>
              <a:gd name="T8" fmla="*/ 2147483646 w 96"/>
              <a:gd name="T9" fmla="*/ 2147483646 h 34"/>
              <a:gd name="T10" fmla="*/ 2147483646 w 96"/>
              <a:gd name="T11" fmla="*/ 2147483646 h 34"/>
              <a:gd name="T12" fmla="*/ 0 w 96"/>
              <a:gd name="T13" fmla="*/ 2147483646 h 34"/>
              <a:gd name="T14" fmla="*/ 2147483646 w 96"/>
              <a:gd name="T15" fmla="*/ 2147483646 h 34"/>
              <a:gd name="T16" fmla="*/ 2147483646 w 96"/>
              <a:gd name="T17" fmla="*/ 2147483646 h 34"/>
              <a:gd name="T18" fmla="*/ 2147483646 w 96"/>
              <a:gd name="T19" fmla="*/ 0 h 34"/>
              <a:gd name="T20" fmla="*/ 2147483646 w 96"/>
              <a:gd name="T21" fmla="*/ 2147483646 h 34"/>
              <a:gd name="T22" fmla="*/ 2147483646 w 96"/>
              <a:gd name="T23" fmla="*/ 2147483646 h 34"/>
              <a:gd name="T24" fmla="*/ 2147483646 w 96"/>
              <a:gd name="T25" fmla="*/ 2147483646 h 34"/>
              <a:gd name="T26" fmla="*/ 2147483646 w 96"/>
              <a:gd name="T27" fmla="*/ 2147483646 h 34"/>
              <a:gd name="T28" fmla="*/ 2147483646 w 96"/>
              <a:gd name="T29" fmla="*/ 2147483646 h 3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96" h="34">
                <a:moveTo>
                  <a:pt x="96" y="17"/>
                </a:moveTo>
                <a:lnTo>
                  <a:pt x="92" y="29"/>
                </a:lnTo>
                <a:lnTo>
                  <a:pt x="81" y="34"/>
                </a:lnTo>
                <a:lnTo>
                  <a:pt x="66" y="24"/>
                </a:lnTo>
                <a:lnTo>
                  <a:pt x="47" y="17"/>
                </a:lnTo>
                <a:lnTo>
                  <a:pt x="15" y="17"/>
                </a:lnTo>
                <a:lnTo>
                  <a:pt x="0" y="18"/>
                </a:lnTo>
                <a:lnTo>
                  <a:pt x="24" y="9"/>
                </a:lnTo>
                <a:lnTo>
                  <a:pt x="41" y="4"/>
                </a:lnTo>
                <a:lnTo>
                  <a:pt x="39" y="0"/>
                </a:lnTo>
                <a:lnTo>
                  <a:pt x="56" y="7"/>
                </a:lnTo>
                <a:lnTo>
                  <a:pt x="54" y="2"/>
                </a:lnTo>
                <a:lnTo>
                  <a:pt x="68" y="9"/>
                </a:lnTo>
                <a:lnTo>
                  <a:pt x="79" y="9"/>
                </a:lnTo>
                <a:lnTo>
                  <a:pt x="96" y="17"/>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772" name="Freeform 156"/>
          <p:cNvSpPr/>
          <p:nvPr/>
        </p:nvSpPr>
        <p:spPr bwMode="auto">
          <a:xfrm>
            <a:off x="508346" y="4597401"/>
            <a:ext cx="18918" cy="34925"/>
          </a:xfrm>
          <a:custGeom>
            <a:avLst/>
            <a:gdLst>
              <a:gd name="T0" fmla="*/ 2147483646 w 56"/>
              <a:gd name="T1" fmla="*/ 2147483646 h 113"/>
              <a:gd name="T2" fmla="*/ 2147483646 w 56"/>
              <a:gd name="T3" fmla="*/ 2147483646 h 113"/>
              <a:gd name="T4" fmla="*/ 2147483646 w 56"/>
              <a:gd name="T5" fmla="*/ 2147483646 h 113"/>
              <a:gd name="T6" fmla="*/ 2147483646 w 56"/>
              <a:gd name="T7" fmla="*/ 2147483646 h 113"/>
              <a:gd name="T8" fmla="*/ 2147483646 w 56"/>
              <a:gd name="T9" fmla="*/ 2147483646 h 113"/>
              <a:gd name="T10" fmla="*/ 2147483646 w 56"/>
              <a:gd name="T11" fmla="*/ 2147483646 h 113"/>
              <a:gd name="T12" fmla="*/ 2147483646 w 56"/>
              <a:gd name="T13" fmla="*/ 2147483646 h 113"/>
              <a:gd name="T14" fmla="*/ 2147483646 w 56"/>
              <a:gd name="T15" fmla="*/ 2147483646 h 113"/>
              <a:gd name="T16" fmla="*/ 2147483646 w 56"/>
              <a:gd name="T17" fmla="*/ 2147483646 h 113"/>
              <a:gd name="T18" fmla="*/ 2147483646 w 56"/>
              <a:gd name="T19" fmla="*/ 2147483646 h 113"/>
              <a:gd name="T20" fmla="*/ 2147483646 w 56"/>
              <a:gd name="T21" fmla="*/ 2147483646 h 113"/>
              <a:gd name="T22" fmla="*/ 2147483646 w 56"/>
              <a:gd name="T23" fmla="*/ 2147483646 h 113"/>
              <a:gd name="T24" fmla="*/ 2147483646 w 56"/>
              <a:gd name="T25" fmla="*/ 2147483646 h 113"/>
              <a:gd name="T26" fmla="*/ 2147483646 w 56"/>
              <a:gd name="T27" fmla="*/ 2147483646 h 113"/>
              <a:gd name="T28" fmla="*/ 2147483646 w 56"/>
              <a:gd name="T29" fmla="*/ 2147483646 h 113"/>
              <a:gd name="T30" fmla="*/ 2147483646 w 56"/>
              <a:gd name="T31" fmla="*/ 2147483646 h 113"/>
              <a:gd name="T32" fmla="*/ 2147483646 w 56"/>
              <a:gd name="T33" fmla="*/ 2147483646 h 113"/>
              <a:gd name="T34" fmla="*/ 0 w 56"/>
              <a:gd name="T35" fmla="*/ 2147483646 h 113"/>
              <a:gd name="T36" fmla="*/ 2147483646 w 56"/>
              <a:gd name="T37" fmla="*/ 2147483646 h 113"/>
              <a:gd name="T38" fmla="*/ 2147483646 w 56"/>
              <a:gd name="T39" fmla="*/ 2147483646 h 113"/>
              <a:gd name="T40" fmla="*/ 2147483646 w 56"/>
              <a:gd name="T41" fmla="*/ 0 h 113"/>
              <a:gd name="T42" fmla="*/ 2147483646 w 56"/>
              <a:gd name="T43" fmla="*/ 2147483646 h 113"/>
              <a:gd name="T44" fmla="*/ 2147483646 w 56"/>
              <a:gd name="T45" fmla="*/ 2147483646 h 113"/>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56" h="113">
                <a:moveTo>
                  <a:pt x="56" y="21"/>
                </a:moveTo>
                <a:lnTo>
                  <a:pt x="39" y="8"/>
                </a:lnTo>
                <a:lnTo>
                  <a:pt x="19" y="11"/>
                </a:lnTo>
                <a:lnTo>
                  <a:pt x="8" y="29"/>
                </a:lnTo>
                <a:lnTo>
                  <a:pt x="6" y="55"/>
                </a:lnTo>
                <a:lnTo>
                  <a:pt x="8" y="75"/>
                </a:lnTo>
                <a:lnTo>
                  <a:pt x="15" y="91"/>
                </a:lnTo>
                <a:lnTo>
                  <a:pt x="24" y="66"/>
                </a:lnTo>
                <a:lnTo>
                  <a:pt x="35" y="52"/>
                </a:lnTo>
                <a:lnTo>
                  <a:pt x="53" y="42"/>
                </a:lnTo>
                <a:lnTo>
                  <a:pt x="38" y="62"/>
                </a:lnTo>
                <a:lnTo>
                  <a:pt x="22" y="79"/>
                </a:lnTo>
                <a:lnTo>
                  <a:pt x="21" y="95"/>
                </a:lnTo>
                <a:lnTo>
                  <a:pt x="28" y="110"/>
                </a:lnTo>
                <a:lnTo>
                  <a:pt x="37" y="113"/>
                </a:lnTo>
                <a:lnTo>
                  <a:pt x="14" y="107"/>
                </a:lnTo>
                <a:lnTo>
                  <a:pt x="2" y="83"/>
                </a:lnTo>
                <a:lnTo>
                  <a:pt x="0" y="52"/>
                </a:lnTo>
                <a:lnTo>
                  <a:pt x="2" y="24"/>
                </a:lnTo>
                <a:lnTo>
                  <a:pt x="15" y="5"/>
                </a:lnTo>
                <a:lnTo>
                  <a:pt x="32" y="0"/>
                </a:lnTo>
                <a:lnTo>
                  <a:pt x="48" y="3"/>
                </a:lnTo>
                <a:lnTo>
                  <a:pt x="56" y="21"/>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773" name="Freeform 157"/>
          <p:cNvSpPr/>
          <p:nvPr/>
        </p:nvSpPr>
        <p:spPr bwMode="auto">
          <a:xfrm>
            <a:off x="501467" y="4591051"/>
            <a:ext cx="30956" cy="49213"/>
          </a:xfrm>
          <a:custGeom>
            <a:avLst/>
            <a:gdLst>
              <a:gd name="T0" fmla="*/ 2147483646 w 91"/>
              <a:gd name="T1" fmla="*/ 2147483646 h 153"/>
              <a:gd name="T2" fmla="*/ 2147483646 w 91"/>
              <a:gd name="T3" fmla="*/ 2147483646 h 153"/>
              <a:gd name="T4" fmla="*/ 2147483646 w 91"/>
              <a:gd name="T5" fmla="*/ 2147483646 h 153"/>
              <a:gd name="T6" fmla="*/ 2147483646 w 91"/>
              <a:gd name="T7" fmla="*/ 2147483646 h 153"/>
              <a:gd name="T8" fmla="*/ 2147483646 w 91"/>
              <a:gd name="T9" fmla="*/ 2147483646 h 153"/>
              <a:gd name="T10" fmla="*/ 2147483646 w 91"/>
              <a:gd name="T11" fmla="*/ 2147483646 h 153"/>
              <a:gd name="T12" fmla="*/ 2147483646 w 91"/>
              <a:gd name="T13" fmla="*/ 2147483646 h 153"/>
              <a:gd name="T14" fmla="*/ 2147483646 w 91"/>
              <a:gd name="T15" fmla="*/ 2147483646 h 153"/>
              <a:gd name="T16" fmla="*/ 2147483646 w 91"/>
              <a:gd name="T17" fmla="*/ 2147483646 h 153"/>
              <a:gd name="T18" fmla="*/ 2147483646 w 91"/>
              <a:gd name="T19" fmla="*/ 2147483646 h 153"/>
              <a:gd name="T20" fmla="*/ 2147483646 w 91"/>
              <a:gd name="T21" fmla="*/ 2147483646 h 153"/>
              <a:gd name="T22" fmla="*/ 2147483646 w 91"/>
              <a:gd name="T23" fmla="*/ 2147483646 h 153"/>
              <a:gd name="T24" fmla="*/ 2147483646 w 91"/>
              <a:gd name="T25" fmla="*/ 2147483646 h 153"/>
              <a:gd name="T26" fmla="*/ 2147483646 w 91"/>
              <a:gd name="T27" fmla="*/ 2147483646 h 153"/>
              <a:gd name="T28" fmla="*/ 2147483646 w 91"/>
              <a:gd name="T29" fmla="*/ 2147483646 h 153"/>
              <a:gd name="T30" fmla="*/ 2147483646 w 91"/>
              <a:gd name="T31" fmla="*/ 2147483646 h 153"/>
              <a:gd name="T32" fmla="*/ 2147483646 w 91"/>
              <a:gd name="T33" fmla="*/ 2147483646 h 153"/>
              <a:gd name="T34" fmla="*/ 2147483646 w 91"/>
              <a:gd name="T35" fmla="*/ 2147483646 h 153"/>
              <a:gd name="T36" fmla="*/ 2147483646 w 91"/>
              <a:gd name="T37" fmla="*/ 2147483646 h 153"/>
              <a:gd name="T38" fmla="*/ 0 w 91"/>
              <a:gd name="T39" fmla="*/ 2147483646 h 153"/>
              <a:gd name="T40" fmla="*/ 0 w 91"/>
              <a:gd name="T41" fmla="*/ 2147483646 h 153"/>
              <a:gd name="T42" fmla="*/ 2147483646 w 91"/>
              <a:gd name="T43" fmla="*/ 2147483646 h 153"/>
              <a:gd name="T44" fmla="*/ 2147483646 w 91"/>
              <a:gd name="T45" fmla="*/ 2147483646 h 153"/>
              <a:gd name="T46" fmla="*/ 2147483646 w 91"/>
              <a:gd name="T47" fmla="*/ 0 h 153"/>
              <a:gd name="T48" fmla="*/ 2147483646 w 91"/>
              <a:gd name="T49" fmla="*/ 2147483646 h 153"/>
              <a:gd name="T50" fmla="*/ 2147483646 w 91"/>
              <a:gd name="T51" fmla="*/ 2147483646 h 153"/>
              <a:gd name="T52" fmla="*/ 2147483646 w 91"/>
              <a:gd name="T53" fmla="*/ 2147483646 h 153"/>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91" h="153">
                <a:moveTo>
                  <a:pt x="91" y="38"/>
                </a:moveTo>
                <a:lnTo>
                  <a:pt x="76" y="13"/>
                </a:lnTo>
                <a:lnTo>
                  <a:pt x="54" y="7"/>
                </a:lnTo>
                <a:lnTo>
                  <a:pt x="24" y="12"/>
                </a:lnTo>
                <a:lnTo>
                  <a:pt x="14" y="25"/>
                </a:lnTo>
                <a:lnTo>
                  <a:pt x="7" y="48"/>
                </a:lnTo>
                <a:lnTo>
                  <a:pt x="7" y="66"/>
                </a:lnTo>
                <a:lnTo>
                  <a:pt x="11" y="79"/>
                </a:lnTo>
                <a:lnTo>
                  <a:pt x="11" y="98"/>
                </a:lnTo>
                <a:lnTo>
                  <a:pt x="15" y="120"/>
                </a:lnTo>
                <a:lnTo>
                  <a:pt x="34" y="142"/>
                </a:lnTo>
                <a:lnTo>
                  <a:pt x="47" y="142"/>
                </a:lnTo>
                <a:lnTo>
                  <a:pt x="63" y="142"/>
                </a:lnTo>
                <a:lnTo>
                  <a:pt x="63" y="144"/>
                </a:lnTo>
                <a:lnTo>
                  <a:pt x="51" y="153"/>
                </a:lnTo>
                <a:lnTo>
                  <a:pt x="36" y="151"/>
                </a:lnTo>
                <a:lnTo>
                  <a:pt x="19" y="144"/>
                </a:lnTo>
                <a:lnTo>
                  <a:pt x="6" y="121"/>
                </a:lnTo>
                <a:lnTo>
                  <a:pt x="5" y="86"/>
                </a:lnTo>
                <a:lnTo>
                  <a:pt x="0" y="62"/>
                </a:lnTo>
                <a:lnTo>
                  <a:pt x="0" y="41"/>
                </a:lnTo>
                <a:lnTo>
                  <a:pt x="9" y="23"/>
                </a:lnTo>
                <a:lnTo>
                  <a:pt x="18" y="7"/>
                </a:lnTo>
                <a:lnTo>
                  <a:pt x="42" y="0"/>
                </a:lnTo>
                <a:lnTo>
                  <a:pt x="76" y="5"/>
                </a:lnTo>
                <a:lnTo>
                  <a:pt x="89" y="13"/>
                </a:lnTo>
                <a:lnTo>
                  <a:pt x="91" y="38"/>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774" name="Freeform 158"/>
          <p:cNvSpPr/>
          <p:nvPr/>
        </p:nvSpPr>
        <p:spPr bwMode="auto">
          <a:xfrm>
            <a:off x="520385" y="4643439"/>
            <a:ext cx="29236" cy="41275"/>
          </a:xfrm>
          <a:custGeom>
            <a:avLst/>
            <a:gdLst>
              <a:gd name="T0" fmla="*/ 0 w 83"/>
              <a:gd name="T1" fmla="*/ 0 h 127"/>
              <a:gd name="T2" fmla="*/ 2147483646 w 83"/>
              <a:gd name="T3" fmla="*/ 2147483646 h 127"/>
              <a:gd name="T4" fmla="*/ 2147483646 w 83"/>
              <a:gd name="T5" fmla="*/ 2147483646 h 127"/>
              <a:gd name="T6" fmla="*/ 2147483646 w 83"/>
              <a:gd name="T7" fmla="*/ 2147483646 h 127"/>
              <a:gd name="T8" fmla="*/ 2147483646 w 83"/>
              <a:gd name="T9" fmla="*/ 2147483646 h 127"/>
              <a:gd name="T10" fmla="*/ 2147483646 w 83"/>
              <a:gd name="T11" fmla="*/ 2147483646 h 127"/>
              <a:gd name="T12" fmla="*/ 2147483646 w 83"/>
              <a:gd name="T13" fmla="*/ 2147483646 h 127"/>
              <a:gd name="T14" fmla="*/ 2147483646 w 83"/>
              <a:gd name="T15" fmla="*/ 2147483646 h 127"/>
              <a:gd name="T16" fmla="*/ 2147483646 w 83"/>
              <a:gd name="T17" fmla="*/ 2147483646 h 127"/>
              <a:gd name="T18" fmla="*/ 0 w 83"/>
              <a:gd name="T19" fmla="*/ 0 h 12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83" h="127">
                <a:moveTo>
                  <a:pt x="0" y="0"/>
                </a:moveTo>
                <a:lnTo>
                  <a:pt x="10" y="27"/>
                </a:lnTo>
                <a:lnTo>
                  <a:pt x="27" y="57"/>
                </a:lnTo>
                <a:lnTo>
                  <a:pt x="45" y="83"/>
                </a:lnTo>
                <a:lnTo>
                  <a:pt x="70" y="116"/>
                </a:lnTo>
                <a:lnTo>
                  <a:pt x="83" y="127"/>
                </a:lnTo>
                <a:lnTo>
                  <a:pt x="55" y="113"/>
                </a:lnTo>
                <a:lnTo>
                  <a:pt x="33" y="82"/>
                </a:lnTo>
                <a:lnTo>
                  <a:pt x="12" y="46"/>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775" name="Freeform 159"/>
          <p:cNvSpPr/>
          <p:nvPr/>
        </p:nvSpPr>
        <p:spPr bwMode="auto">
          <a:xfrm>
            <a:off x="432675" y="4505325"/>
            <a:ext cx="163381" cy="152400"/>
          </a:xfrm>
          <a:custGeom>
            <a:avLst/>
            <a:gdLst>
              <a:gd name="T0" fmla="*/ 2147483646 w 478"/>
              <a:gd name="T1" fmla="*/ 2147483646 h 480"/>
              <a:gd name="T2" fmla="*/ 2147483646 w 478"/>
              <a:gd name="T3" fmla="*/ 2147483646 h 480"/>
              <a:gd name="T4" fmla="*/ 2147483646 w 478"/>
              <a:gd name="T5" fmla="*/ 2147483646 h 480"/>
              <a:gd name="T6" fmla="*/ 2147483646 w 478"/>
              <a:gd name="T7" fmla="*/ 2147483646 h 480"/>
              <a:gd name="T8" fmla="*/ 2147483646 w 478"/>
              <a:gd name="T9" fmla="*/ 2147483646 h 480"/>
              <a:gd name="T10" fmla="*/ 2147483646 w 478"/>
              <a:gd name="T11" fmla="*/ 2147483646 h 480"/>
              <a:gd name="T12" fmla="*/ 2147483646 w 478"/>
              <a:gd name="T13" fmla="*/ 2147483646 h 480"/>
              <a:gd name="T14" fmla="*/ 2147483646 w 478"/>
              <a:gd name="T15" fmla="*/ 2147483646 h 480"/>
              <a:gd name="T16" fmla="*/ 2147483646 w 478"/>
              <a:gd name="T17" fmla="*/ 2147483646 h 480"/>
              <a:gd name="T18" fmla="*/ 2147483646 w 478"/>
              <a:gd name="T19" fmla="*/ 2147483646 h 480"/>
              <a:gd name="T20" fmla="*/ 2147483646 w 478"/>
              <a:gd name="T21" fmla="*/ 2147483646 h 480"/>
              <a:gd name="T22" fmla="*/ 2147483646 w 478"/>
              <a:gd name="T23" fmla="*/ 2147483646 h 480"/>
              <a:gd name="T24" fmla="*/ 2147483646 w 478"/>
              <a:gd name="T25" fmla="*/ 2147483646 h 480"/>
              <a:gd name="T26" fmla="*/ 2147483646 w 478"/>
              <a:gd name="T27" fmla="*/ 2147483646 h 480"/>
              <a:gd name="T28" fmla="*/ 2147483646 w 478"/>
              <a:gd name="T29" fmla="*/ 2147483646 h 480"/>
              <a:gd name="T30" fmla="*/ 2147483646 w 478"/>
              <a:gd name="T31" fmla="*/ 2147483646 h 480"/>
              <a:gd name="T32" fmla="*/ 2147483646 w 478"/>
              <a:gd name="T33" fmla="*/ 2147483646 h 480"/>
              <a:gd name="T34" fmla="*/ 2147483646 w 478"/>
              <a:gd name="T35" fmla="*/ 2147483646 h 480"/>
              <a:gd name="T36" fmla="*/ 2147483646 w 478"/>
              <a:gd name="T37" fmla="*/ 2147483646 h 480"/>
              <a:gd name="T38" fmla="*/ 2147483646 w 478"/>
              <a:gd name="T39" fmla="*/ 2147483646 h 480"/>
              <a:gd name="T40" fmla="*/ 2147483646 w 478"/>
              <a:gd name="T41" fmla="*/ 2147483646 h 480"/>
              <a:gd name="T42" fmla="*/ 2147483646 w 478"/>
              <a:gd name="T43" fmla="*/ 2147483646 h 480"/>
              <a:gd name="T44" fmla="*/ 2147483646 w 478"/>
              <a:gd name="T45" fmla="*/ 2147483646 h 480"/>
              <a:gd name="T46" fmla="*/ 2147483646 w 478"/>
              <a:gd name="T47" fmla="*/ 2147483646 h 480"/>
              <a:gd name="T48" fmla="*/ 2147483646 w 478"/>
              <a:gd name="T49" fmla="*/ 2147483646 h 480"/>
              <a:gd name="T50" fmla="*/ 0 w 478"/>
              <a:gd name="T51" fmla="*/ 2147483646 h 480"/>
              <a:gd name="T52" fmla="*/ 2147483646 w 478"/>
              <a:gd name="T53" fmla="*/ 2147483646 h 480"/>
              <a:gd name="T54" fmla="*/ 2147483646 w 478"/>
              <a:gd name="T55" fmla="*/ 2147483646 h 480"/>
              <a:gd name="T56" fmla="*/ 2147483646 w 478"/>
              <a:gd name="T57" fmla="*/ 2147483646 h 480"/>
              <a:gd name="T58" fmla="*/ 2147483646 w 478"/>
              <a:gd name="T59" fmla="*/ 2147483646 h 480"/>
              <a:gd name="T60" fmla="*/ 2147483646 w 478"/>
              <a:gd name="T61" fmla="*/ 0 h 480"/>
              <a:gd name="T62" fmla="*/ 2147483646 w 478"/>
              <a:gd name="T63" fmla="*/ 2147483646 h 480"/>
              <a:gd name="T64" fmla="*/ 2147483646 w 478"/>
              <a:gd name="T65" fmla="*/ 2147483646 h 480"/>
              <a:gd name="T66" fmla="*/ 2147483646 w 478"/>
              <a:gd name="T67" fmla="*/ 2147483646 h 480"/>
              <a:gd name="T68" fmla="*/ 2147483646 w 478"/>
              <a:gd name="T69" fmla="*/ 2147483646 h 480"/>
              <a:gd name="T70" fmla="*/ 2147483646 w 478"/>
              <a:gd name="T71" fmla="*/ 2147483646 h 480"/>
              <a:gd name="T72" fmla="*/ 2147483646 w 478"/>
              <a:gd name="T73" fmla="*/ 2147483646 h 480"/>
              <a:gd name="T74" fmla="*/ 2147483646 w 478"/>
              <a:gd name="T75" fmla="*/ 2147483646 h 48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78" h="480">
                <a:moveTo>
                  <a:pt x="440" y="138"/>
                </a:moveTo>
                <a:lnTo>
                  <a:pt x="367" y="127"/>
                </a:lnTo>
                <a:lnTo>
                  <a:pt x="320" y="133"/>
                </a:lnTo>
                <a:lnTo>
                  <a:pt x="290" y="168"/>
                </a:lnTo>
                <a:lnTo>
                  <a:pt x="308" y="209"/>
                </a:lnTo>
                <a:lnTo>
                  <a:pt x="331" y="224"/>
                </a:lnTo>
                <a:lnTo>
                  <a:pt x="338" y="262"/>
                </a:lnTo>
                <a:lnTo>
                  <a:pt x="324" y="287"/>
                </a:lnTo>
                <a:lnTo>
                  <a:pt x="335" y="325"/>
                </a:lnTo>
                <a:lnTo>
                  <a:pt x="306" y="325"/>
                </a:lnTo>
                <a:lnTo>
                  <a:pt x="298" y="282"/>
                </a:lnTo>
                <a:lnTo>
                  <a:pt x="280" y="262"/>
                </a:lnTo>
                <a:lnTo>
                  <a:pt x="243" y="262"/>
                </a:lnTo>
                <a:lnTo>
                  <a:pt x="209" y="271"/>
                </a:lnTo>
                <a:lnTo>
                  <a:pt x="197" y="301"/>
                </a:lnTo>
                <a:lnTo>
                  <a:pt x="193" y="341"/>
                </a:lnTo>
                <a:lnTo>
                  <a:pt x="197" y="370"/>
                </a:lnTo>
                <a:lnTo>
                  <a:pt x="197" y="391"/>
                </a:lnTo>
                <a:lnTo>
                  <a:pt x="195" y="416"/>
                </a:lnTo>
                <a:lnTo>
                  <a:pt x="172" y="439"/>
                </a:lnTo>
                <a:lnTo>
                  <a:pt x="156" y="453"/>
                </a:lnTo>
                <a:lnTo>
                  <a:pt x="115" y="480"/>
                </a:lnTo>
                <a:lnTo>
                  <a:pt x="37" y="399"/>
                </a:lnTo>
                <a:lnTo>
                  <a:pt x="14" y="334"/>
                </a:lnTo>
                <a:lnTo>
                  <a:pt x="5" y="229"/>
                </a:lnTo>
                <a:lnTo>
                  <a:pt x="0" y="154"/>
                </a:lnTo>
                <a:lnTo>
                  <a:pt x="9" y="82"/>
                </a:lnTo>
                <a:lnTo>
                  <a:pt x="30" y="42"/>
                </a:lnTo>
                <a:lnTo>
                  <a:pt x="78" y="15"/>
                </a:lnTo>
                <a:lnTo>
                  <a:pt x="121" y="7"/>
                </a:lnTo>
                <a:lnTo>
                  <a:pt x="204" y="0"/>
                </a:lnTo>
                <a:lnTo>
                  <a:pt x="285" y="5"/>
                </a:lnTo>
                <a:lnTo>
                  <a:pt x="387" y="22"/>
                </a:lnTo>
                <a:lnTo>
                  <a:pt x="432" y="44"/>
                </a:lnTo>
                <a:lnTo>
                  <a:pt x="455" y="67"/>
                </a:lnTo>
                <a:lnTo>
                  <a:pt x="478" y="102"/>
                </a:lnTo>
                <a:lnTo>
                  <a:pt x="475" y="120"/>
                </a:lnTo>
                <a:lnTo>
                  <a:pt x="440" y="138"/>
                </a:lnTo>
                <a:close/>
              </a:path>
            </a:pathLst>
          </a:custGeom>
          <a:solidFill>
            <a:srgbClr val="603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776" name="Freeform 160"/>
          <p:cNvSpPr/>
          <p:nvPr/>
        </p:nvSpPr>
        <p:spPr bwMode="auto">
          <a:xfrm>
            <a:off x="436114" y="4506913"/>
            <a:ext cx="156502" cy="146050"/>
          </a:xfrm>
          <a:custGeom>
            <a:avLst/>
            <a:gdLst>
              <a:gd name="T0" fmla="*/ 2147483646 w 455"/>
              <a:gd name="T1" fmla="*/ 2147483646 h 460"/>
              <a:gd name="T2" fmla="*/ 2147483646 w 455"/>
              <a:gd name="T3" fmla="*/ 2147483646 h 460"/>
              <a:gd name="T4" fmla="*/ 2147483646 w 455"/>
              <a:gd name="T5" fmla="*/ 2147483646 h 460"/>
              <a:gd name="T6" fmla="*/ 2147483646 w 455"/>
              <a:gd name="T7" fmla="*/ 2147483646 h 460"/>
              <a:gd name="T8" fmla="*/ 2147483646 w 455"/>
              <a:gd name="T9" fmla="*/ 2147483646 h 460"/>
              <a:gd name="T10" fmla="*/ 2147483646 w 455"/>
              <a:gd name="T11" fmla="*/ 2147483646 h 460"/>
              <a:gd name="T12" fmla="*/ 2147483646 w 455"/>
              <a:gd name="T13" fmla="*/ 2147483646 h 460"/>
              <a:gd name="T14" fmla="*/ 2147483646 w 455"/>
              <a:gd name="T15" fmla="*/ 2147483646 h 460"/>
              <a:gd name="T16" fmla="*/ 2147483646 w 455"/>
              <a:gd name="T17" fmla="*/ 2147483646 h 460"/>
              <a:gd name="T18" fmla="*/ 2147483646 w 455"/>
              <a:gd name="T19" fmla="*/ 2147483646 h 460"/>
              <a:gd name="T20" fmla="*/ 2147483646 w 455"/>
              <a:gd name="T21" fmla="*/ 2147483646 h 460"/>
              <a:gd name="T22" fmla="*/ 2147483646 w 455"/>
              <a:gd name="T23" fmla="*/ 2147483646 h 460"/>
              <a:gd name="T24" fmla="*/ 2147483646 w 455"/>
              <a:gd name="T25" fmla="*/ 2147483646 h 460"/>
              <a:gd name="T26" fmla="*/ 2147483646 w 455"/>
              <a:gd name="T27" fmla="*/ 2147483646 h 460"/>
              <a:gd name="T28" fmla="*/ 2147483646 w 455"/>
              <a:gd name="T29" fmla="*/ 2147483646 h 460"/>
              <a:gd name="T30" fmla="*/ 2147483646 w 455"/>
              <a:gd name="T31" fmla="*/ 2147483646 h 460"/>
              <a:gd name="T32" fmla="*/ 2147483646 w 455"/>
              <a:gd name="T33" fmla="*/ 2147483646 h 460"/>
              <a:gd name="T34" fmla="*/ 2147483646 w 455"/>
              <a:gd name="T35" fmla="*/ 2147483646 h 460"/>
              <a:gd name="T36" fmla="*/ 2147483646 w 455"/>
              <a:gd name="T37" fmla="*/ 2147483646 h 460"/>
              <a:gd name="T38" fmla="*/ 2147483646 w 455"/>
              <a:gd name="T39" fmla="*/ 2147483646 h 460"/>
              <a:gd name="T40" fmla="*/ 2147483646 w 455"/>
              <a:gd name="T41" fmla="*/ 2147483646 h 460"/>
              <a:gd name="T42" fmla="*/ 2147483646 w 455"/>
              <a:gd name="T43" fmla="*/ 2147483646 h 460"/>
              <a:gd name="T44" fmla="*/ 2147483646 w 455"/>
              <a:gd name="T45" fmla="*/ 2147483646 h 460"/>
              <a:gd name="T46" fmla="*/ 2147483646 w 455"/>
              <a:gd name="T47" fmla="*/ 2147483646 h 460"/>
              <a:gd name="T48" fmla="*/ 2147483646 w 455"/>
              <a:gd name="T49" fmla="*/ 2147483646 h 460"/>
              <a:gd name="T50" fmla="*/ 2147483646 w 455"/>
              <a:gd name="T51" fmla="*/ 2147483646 h 460"/>
              <a:gd name="T52" fmla="*/ 2147483646 w 455"/>
              <a:gd name="T53" fmla="*/ 2147483646 h 460"/>
              <a:gd name="T54" fmla="*/ 2147483646 w 455"/>
              <a:gd name="T55" fmla="*/ 2147483646 h 460"/>
              <a:gd name="T56" fmla="*/ 2147483646 w 455"/>
              <a:gd name="T57" fmla="*/ 2147483646 h 460"/>
              <a:gd name="T58" fmla="*/ 2147483646 w 455"/>
              <a:gd name="T59" fmla="*/ 2147483646 h 460"/>
              <a:gd name="T60" fmla="*/ 2147483646 w 455"/>
              <a:gd name="T61" fmla="*/ 2147483646 h 460"/>
              <a:gd name="T62" fmla="*/ 2147483646 w 455"/>
              <a:gd name="T63" fmla="*/ 2147483646 h 460"/>
              <a:gd name="T64" fmla="*/ 2147483646 w 455"/>
              <a:gd name="T65" fmla="*/ 2147483646 h 460"/>
              <a:gd name="T66" fmla="*/ 2147483646 w 455"/>
              <a:gd name="T67" fmla="*/ 2147483646 h 460"/>
              <a:gd name="T68" fmla="*/ 2147483646 w 455"/>
              <a:gd name="T69" fmla="*/ 2147483646 h 460"/>
              <a:gd name="T70" fmla="*/ 2147483646 w 455"/>
              <a:gd name="T71" fmla="*/ 2147483646 h 460"/>
              <a:gd name="T72" fmla="*/ 2147483646 w 455"/>
              <a:gd name="T73" fmla="*/ 2147483646 h 460"/>
              <a:gd name="T74" fmla="*/ 2147483646 w 455"/>
              <a:gd name="T75" fmla="*/ 2147483646 h 460"/>
              <a:gd name="T76" fmla="*/ 2147483646 w 455"/>
              <a:gd name="T77" fmla="*/ 2147483646 h 460"/>
              <a:gd name="T78" fmla="*/ 2147483646 w 455"/>
              <a:gd name="T79" fmla="*/ 2147483646 h 460"/>
              <a:gd name="T80" fmla="*/ 2147483646 w 455"/>
              <a:gd name="T81" fmla="*/ 2147483646 h 460"/>
              <a:gd name="T82" fmla="*/ 2147483646 w 455"/>
              <a:gd name="T83" fmla="*/ 2147483646 h 460"/>
              <a:gd name="T84" fmla="*/ 2147483646 w 455"/>
              <a:gd name="T85" fmla="*/ 2147483646 h 460"/>
              <a:gd name="T86" fmla="*/ 2147483646 w 455"/>
              <a:gd name="T87" fmla="*/ 2147483646 h 460"/>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455" h="460">
                <a:moveTo>
                  <a:pt x="379" y="28"/>
                </a:moveTo>
                <a:lnTo>
                  <a:pt x="418" y="44"/>
                </a:lnTo>
                <a:lnTo>
                  <a:pt x="436" y="69"/>
                </a:lnTo>
                <a:lnTo>
                  <a:pt x="447" y="85"/>
                </a:lnTo>
                <a:lnTo>
                  <a:pt x="455" y="98"/>
                </a:lnTo>
                <a:lnTo>
                  <a:pt x="444" y="108"/>
                </a:lnTo>
                <a:lnTo>
                  <a:pt x="425" y="120"/>
                </a:lnTo>
                <a:lnTo>
                  <a:pt x="376" y="113"/>
                </a:lnTo>
                <a:lnTo>
                  <a:pt x="339" y="113"/>
                </a:lnTo>
                <a:lnTo>
                  <a:pt x="315" y="100"/>
                </a:lnTo>
                <a:lnTo>
                  <a:pt x="279" y="92"/>
                </a:lnTo>
                <a:lnTo>
                  <a:pt x="247" y="90"/>
                </a:lnTo>
                <a:lnTo>
                  <a:pt x="209" y="92"/>
                </a:lnTo>
                <a:lnTo>
                  <a:pt x="264" y="98"/>
                </a:lnTo>
                <a:lnTo>
                  <a:pt x="291" y="105"/>
                </a:lnTo>
                <a:lnTo>
                  <a:pt x="311" y="113"/>
                </a:lnTo>
                <a:lnTo>
                  <a:pt x="315" y="115"/>
                </a:lnTo>
                <a:lnTo>
                  <a:pt x="302" y="120"/>
                </a:lnTo>
                <a:lnTo>
                  <a:pt x="291" y="131"/>
                </a:lnTo>
                <a:lnTo>
                  <a:pt x="272" y="120"/>
                </a:lnTo>
                <a:lnTo>
                  <a:pt x="256" y="116"/>
                </a:lnTo>
                <a:lnTo>
                  <a:pt x="223" y="110"/>
                </a:lnTo>
                <a:lnTo>
                  <a:pt x="212" y="110"/>
                </a:lnTo>
                <a:lnTo>
                  <a:pt x="246" y="122"/>
                </a:lnTo>
                <a:lnTo>
                  <a:pt x="270" y="133"/>
                </a:lnTo>
                <a:lnTo>
                  <a:pt x="283" y="142"/>
                </a:lnTo>
                <a:lnTo>
                  <a:pt x="272" y="154"/>
                </a:lnTo>
                <a:lnTo>
                  <a:pt x="246" y="145"/>
                </a:lnTo>
                <a:lnTo>
                  <a:pt x="223" y="140"/>
                </a:lnTo>
                <a:lnTo>
                  <a:pt x="264" y="161"/>
                </a:lnTo>
                <a:lnTo>
                  <a:pt x="277" y="170"/>
                </a:lnTo>
                <a:lnTo>
                  <a:pt x="281" y="189"/>
                </a:lnTo>
                <a:lnTo>
                  <a:pt x="289" y="199"/>
                </a:lnTo>
                <a:lnTo>
                  <a:pt x="264" y="187"/>
                </a:lnTo>
                <a:lnTo>
                  <a:pt x="241" y="183"/>
                </a:lnTo>
                <a:lnTo>
                  <a:pt x="205" y="181"/>
                </a:lnTo>
                <a:lnTo>
                  <a:pt x="259" y="197"/>
                </a:lnTo>
                <a:lnTo>
                  <a:pt x="293" y="210"/>
                </a:lnTo>
                <a:lnTo>
                  <a:pt x="315" y="222"/>
                </a:lnTo>
                <a:lnTo>
                  <a:pt x="318" y="239"/>
                </a:lnTo>
                <a:lnTo>
                  <a:pt x="291" y="227"/>
                </a:lnTo>
                <a:lnTo>
                  <a:pt x="254" y="214"/>
                </a:lnTo>
                <a:lnTo>
                  <a:pt x="237" y="214"/>
                </a:lnTo>
                <a:lnTo>
                  <a:pt x="277" y="228"/>
                </a:lnTo>
                <a:lnTo>
                  <a:pt x="309" y="242"/>
                </a:lnTo>
                <a:lnTo>
                  <a:pt x="320" y="253"/>
                </a:lnTo>
                <a:lnTo>
                  <a:pt x="315" y="264"/>
                </a:lnTo>
                <a:lnTo>
                  <a:pt x="291" y="255"/>
                </a:lnTo>
                <a:lnTo>
                  <a:pt x="269" y="246"/>
                </a:lnTo>
                <a:lnTo>
                  <a:pt x="221" y="244"/>
                </a:lnTo>
                <a:lnTo>
                  <a:pt x="202" y="246"/>
                </a:lnTo>
                <a:lnTo>
                  <a:pt x="158" y="249"/>
                </a:lnTo>
                <a:lnTo>
                  <a:pt x="107" y="242"/>
                </a:lnTo>
                <a:lnTo>
                  <a:pt x="137" y="253"/>
                </a:lnTo>
                <a:lnTo>
                  <a:pt x="191" y="262"/>
                </a:lnTo>
                <a:lnTo>
                  <a:pt x="181" y="280"/>
                </a:lnTo>
                <a:lnTo>
                  <a:pt x="141" y="271"/>
                </a:lnTo>
                <a:lnTo>
                  <a:pt x="104" y="258"/>
                </a:lnTo>
                <a:lnTo>
                  <a:pt x="79" y="246"/>
                </a:lnTo>
                <a:lnTo>
                  <a:pt x="126" y="280"/>
                </a:lnTo>
                <a:lnTo>
                  <a:pt x="156" y="290"/>
                </a:lnTo>
                <a:lnTo>
                  <a:pt x="181" y="298"/>
                </a:lnTo>
                <a:lnTo>
                  <a:pt x="178" y="317"/>
                </a:lnTo>
                <a:lnTo>
                  <a:pt x="141" y="310"/>
                </a:lnTo>
                <a:lnTo>
                  <a:pt x="113" y="302"/>
                </a:lnTo>
                <a:lnTo>
                  <a:pt x="131" y="315"/>
                </a:lnTo>
                <a:lnTo>
                  <a:pt x="161" y="323"/>
                </a:lnTo>
                <a:lnTo>
                  <a:pt x="178" y="325"/>
                </a:lnTo>
                <a:lnTo>
                  <a:pt x="178" y="365"/>
                </a:lnTo>
                <a:lnTo>
                  <a:pt x="143" y="351"/>
                </a:lnTo>
                <a:lnTo>
                  <a:pt x="116" y="341"/>
                </a:lnTo>
                <a:lnTo>
                  <a:pt x="145" y="363"/>
                </a:lnTo>
                <a:lnTo>
                  <a:pt x="182" y="379"/>
                </a:lnTo>
                <a:lnTo>
                  <a:pt x="181" y="397"/>
                </a:lnTo>
                <a:lnTo>
                  <a:pt x="159" y="418"/>
                </a:lnTo>
                <a:lnTo>
                  <a:pt x="141" y="395"/>
                </a:lnTo>
                <a:lnTo>
                  <a:pt x="116" y="365"/>
                </a:lnTo>
                <a:lnTo>
                  <a:pt x="100" y="337"/>
                </a:lnTo>
                <a:lnTo>
                  <a:pt x="116" y="381"/>
                </a:lnTo>
                <a:lnTo>
                  <a:pt x="131" y="397"/>
                </a:lnTo>
                <a:lnTo>
                  <a:pt x="156" y="429"/>
                </a:lnTo>
                <a:lnTo>
                  <a:pt x="137" y="449"/>
                </a:lnTo>
                <a:lnTo>
                  <a:pt x="109" y="424"/>
                </a:lnTo>
                <a:lnTo>
                  <a:pt x="88" y="395"/>
                </a:lnTo>
                <a:lnTo>
                  <a:pt x="69" y="363"/>
                </a:lnTo>
                <a:lnTo>
                  <a:pt x="86" y="409"/>
                </a:lnTo>
                <a:lnTo>
                  <a:pt x="104" y="430"/>
                </a:lnTo>
                <a:lnTo>
                  <a:pt x="121" y="452"/>
                </a:lnTo>
                <a:lnTo>
                  <a:pt x="107" y="460"/>
                </a:lnTo>
                <a:lnTo>
                  <a:pt x="69" y="429"/>
                </a:lnTo>
                <a:lnTo>
                  <a:pt x="34" y="379"/>
                </a:lnTo>
                <a:lnTo>
                  <a:pt x="21" y="341"/>
                </a:lnTo>
                <a:lnTo>
                  <a:pt x="12" y="275"/>
                </a:lnTo>
                <a:lnTo>
                  <a:pt x="7" y="227"/>
                </a:lnTo>
                <a:lnTo>
                  <a:pt x="0" y="170"/>
                </a:lnTo>
                <a:lnTo>
                  <a:pt x="39" y="181"/>
                </a:lnTo>
                <a:lnTo>
                  <a:pt x="81" y="197"/>
                </a:lnTo>
                <a:lnTo>
                  <a:pt x="145" y="212"/>
                </a:lnTo>
                <a:lnTo>
                  <a:pt x="88" y="189"/>
                </a:lnTo>
                <a:lnTo>
                  <a:pt x="67" y="177"/>
                </a:lnTo>
                <a:lnTo>
                  <a:pt x="26" y="162"/>
                </a:lnTo>
                <a:lnTo>
                  <a:pt x="5" y="158"/>
                </a:lnTo>
                <a:lnTo>
                  <a:pt x="5" y="129"/>
                </a:lnTo>
                <a:lnTo>
                  <a:pt x="10" y="92"/>
                </a:lnTo>
                <a:lnTo>
                  <a:pt x="61" y="100"/>
                </a:lnTo>
                <a:lnTo>
                  <a:pt x="94" y="110"/>
                </a:lnTo>
                <a:lnTo>
                  <a:pt x="135" y="129"/>
                </a:lnTo>
                <a:lnTo>
                  <a:pt x="97" y="100"/>
                </a:lnTo>
                <a:lnTo>
                  <a:pt x="54" y="88"/>
                </a:lnTo>
                <a:lnTo>
                  <a:pt x="12" y="77"/>
                </a:lnTo>
                <a:lnTo>
                  <a:pt x="21" y="49"/>
                </a:lnTo>
                <a:lnTo>
                  <a:pt x="34" y="31"/>
                </a:lnTo>
                <a:lnTo>
                  <a:pt x="73" y="19"/>
                </a:lnTo>
                <a:lnTo>
                  <a:pt x="111" y="28"/>
                </a:lnTo>
                <a:lnTo>
                  <a:pt x="145" y="53"/>
                </a:lnTo>
                <a:lnTo>
                  <a:pt x="121" y="25"/>
                </a:lnTo>
                <a:lnTo>
                  <a:pt x="86" y="10"/>
                </a:lnTo>
                <a:lnTo>
                  <a:pt x="126" y="4"/>
                </a:lnTo>
                <a:lnTo>
                  <a:pt x="156" y="2"/>
                </a:lnTo>
                <a:lnTo>
                  <a:pt x="198" y="8"/>
                </a:lnTo>
                <a:lnTo>
                  <a:pt x="226" y="27"/>
                </a:lnTo>
                <a:lnTo>
                  <a:pt x="272" y="35"/>
                </a:lnTo>
                <a:lnTo>
                  <a:pt x="241" y="23"/>
                </a:lnTo>
                <a:lnTo>
                  <a:pt x="218" y="8"/>
                </a:lnTo>
                <a:lnTo>
                  <a:pt x="205" y="0"/>
                </a:lnTo>
                <a:lnTo>
                  <a:pt x="249" y="2"/>
                </a:lnTo>
                <a:lnTo>
                  <a:pt x="289" y="4"/>
                </a:lnTo>
                <a:lnTo>
                  <a:pt x="313" y="15"/>
                </a:lnTo>
                <a:lnTo>
                  <a:pt x="337" y="37"/>
                </a:lnTo>
                <a:lnTo>
                  <a:pt x="356" y="67"/>
                </a:lnTo>
                <a:lnTo>
                  <a:pt x="346" y="33"/>
                </a:lnTo>
                <a:lnTo>
                  <a:pt x="322" y="10"/>
                </a:lnTo>
                <a:lnTo>
                  <a:pt x="379" y="28"/>
                </a:lnTo>
                <a:close/>
              </a:path>
            </a:pathLst>
          </a:cu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grpSp>
        <p:nvGrpSpPr>
          <p:cNvPr id="244777" name="Group 161"/>
          <p:cNvGrpSpPr/>
          <p:nvPr/>
        </p:nvGrpSpPr>
        <p:grpSpPr bwMode="auto">
          <a:xfrm>
            <a:off x="754276" y="4876800"/>
            <a:ext cx="170259" cy="96838"/>
            <a:chOff x="377" y="1962"/>
            <a:chExt cx="99" cy="61"/>
          </a:xfrm>
        </p:grpSpPr>
        <p:sp>
          <p:nvSpPr>
            <p:cNvPr id="244995" name="Freeform 162"/>
            <p:cNvSpPr/>
            <p:nvPr/>
          </p:nvSpPr>
          <p:spPr bwMode="auto">
            <a:xfrm>
              <a:off x="377" y="1962"/>
              <a:ext cx="99" cy="61"/>
            </a:xfrm>
            <a:custGeom>
              <a:avLst/>
              <a:gdLst>
                <a:gd name="T0" fmla="*/ 0 w 497"/>
                <a:gd name="T1" fmla="*/ 0 h 305"/>
                <a:gd name="T2" fmla="*/ 0 w 497"/>
                <a:gd name="T3" fmla="*/ 0 h 305"/>
                <a:gd name="T4" fmla="*/ 0 w 497"/>
                <a:gd name="T5" fmla="*/ 0 h 305"/>
                <a:gd name="T6" fmla="*/ 0 w 497"/>
                <a:gd name="T7" fmla="*/ 0 h 305"/>
                <a:gd name="T8" fmla="*/ 0 w 497"/>
                <a:gd name="T9" fmla="*/ 0 h 305"/>
                <a:gd name="T10" fmla="*/ 0 w 497"/>
                <a:gd name="T11" fmla="*/ 0 h 305"/>
                <a:gd name="T12" fmla="*/ 0 w 497"/>
                <a:gd name="T13" fmla="*/ 0 h 305"/>
                <a:gd name="T14" fmla="*/ 0 w 497"/>
                <a:gd name="T15" fmla="*/ 0 h 305"/>
                <a:gd name="T16" fmla="*/ 0 w 497"/>
                <a:gd name="T17" fmla="*/ 0 h 305"/>
                <a:gd name="T18" fmla="*/ 0 w 497"/>
                <a:gd name="T19" fmla="*/ 0 h 305"/>
                <a:gd name="T20" fmla="*/ 0 w 497"/>
                <a:gd name="T21" fmla="*/ 0 h 305"/>
                <a:gd name="T22" fmla="*/ 0 w 497"/>
                <a:gd name="T23" fmla="*/ 0 h 305"/>
                <a:gd name="T24" fmla="*/ 0 w 497"/>
                <a:gd name="T25" fmla="*/ 0 h 305"/>
                <a:gd name="T26" fmla="*/ 0 w 497"/>
                <a:gd name="T27" fmla="*/ 0 h 305"/>
                <a:gd name="T28" fmla="*/ 0 w 497"/>
                <a:gd name="T29" fmla="*/ 0 h 305"/>
                <a:gd name="T30" fmla="*/ 0 w 497"/>
                <a:gd name="T31" fmla="*/ 0 h 305"/>
                <a:gd name="T32" fmla="*/ 0 w 497"/>
                <a:gd name="T33" fmla="*/ 0 h 305"/>
                <a:gd name="T34" fmla="*/ 0 w 497"/>
                <a:gd name="T35" fmla="*/ 0 h 305"/>
                <a:gd name="T36" fmla="*/ 0 w 497"/>
                <a:gd name="T37" fmla="*/ 0 h 305"/>
                <a:gd name="T38" fmla="*/ 0 w 497"/>
                <a:gd name="T39" fmla="*/ 0 h 305"/>
                <a:gd name="T40" fmla="*/ 0 w 497"/>
                <a:gd name="T41" fmla="*/ 0 h 305"/>
                <a:gd name="T42" fmla="*/ 0 w 497"/>
                <a:gd name="T43" fmla="*/ 0 h 305"/>
                <a:gd name="T44" fmla="*/ 0 w 497"/>
                <a:gd name="T45" fmla="*/ 0 h 305"/>
                <a:gd name="T46" fmla="*/ 0 w 497"/>
                <a:gd name="T47" fmla="*/ 0 h 305"/>
                <a:gd name="T48" fmla="*/ 0 w 497"/>
                <a:gd name="T49" fmla="*/ 0 h 305"/>
                <a:gd name="T50" fmla="*/ 0 w 497"/>
                <a:gd name="T51" fmla="*/ 0 h 305"/>
                <a:gd name="T52" fmla="*/ 0 w 497"/>
                <a:gd name="T53" fmla="*/ 0 h 305"/>
                <a:gd name="T54" fmla="*/ 0 w 497"/>
                <a:gd name="T55" fmla="*/ 0 h 305"/>
                <a:gd name="T56" fmla="*/ 0 w 497"/>
                <a:gd name="T57" fmla="*/ 0 h 305"/>
                <a:gd name="T58" fmla="*/ 0 w 497"/>
                <a:gd name="T59" fmla="*/ 0 h 305"/>
                <a:gd name="T60" fmla="*/ 0 w 497"/>
                <a:gd name="T61" fmla="*/ 0 h 305"/>
                <a:gd name="T62" fmla="*/ 0 w 497"/>
                <a:gd name="T63" fmla="*/ 0 h 305"/>
                <a:gd name="T64" fmla="*/ 0 w 497"/>
                <a:gd name="T65" fmla="*/ 0 h 305"/>
                <a:gd name="T66" fmla="*/ 0 w 497"/>
                <a:gd name="T67" fmla="*/ 0 h 305"/>
                <a:gd name="T68" fmla="*/ 0 w 497"/>
                <a:gd name="T69" fmla="*/ 0 h 305"/>
                <a:gd name="T70" fmla="*/ 0 w 497"/>
                <a:gd name="T71" fmla="*/ 0 h 305"/>
                <a:gd name="T72" fmla="*/ 0 w 497"/>
                <a:gd name="T73" fmla="*/ 0 h 305"/>
                <a:gd name="T74" fmla="*/ 0 w 497"/>
                <a:gd name="T75" fmla="*/ 0 h 305"/>
                <a:gd name="T76" fmla="*/ 0 w 497"/>
                <a:gd name="T77" fmla="*/ 0 h 305"/>
                <a:gd name="T78" fmla="*/ 0 w 497"/>
                <a:gd name="T79" fmla="*/ 0 h 305"/>
                <a:gd name="T80" fmla="*/ 0 w 497"/>
                <a:gd name="T81" fmla="*/ 0 h 305"/>
                <a:gd name="T82" fmla="*/ 0 w 497"/>
                <a:gd name="T83" fmla="*/ 0 h 305"/>
                <a:gd name="T84" fmla="*/ 0 w 497"/>
                <a:gd name="T85" fmla="*/ 0 h 305"/>
                <a:gd name="T86" fmla="*/ 0 w 497"/>
                <a:gd name="T87" fmla="*/ 0 h 305"/>
                <a:gd name="T88" fmla="*/ 0 w 497"/>
                <a:gd name="T89" fmla="*/ 0 h 305"/>
                <a:gd name="T90" fmla="*/ 0 w 497"/>
                <a:gd name="T91" fmla="*/ 0 h 305"/>
                <a:gd name="T92" fmla="*/ 0 w 497"/>
                <a:gd name="T93" fmla="*/ 0 h 305"/>
                <a:gd name="T94" fmla="*/ 0 w 497"/>
                <a:gd name="T95" fmla="*/ 0 h 305"/>
                <a:gd name="T96" fmla="*/ 0 w 497"/>
                <a:gd name="T97" fmla="*/ 0 h 305"/>
                <a:gd name="T98" fmla="*/ 0 w 497"/>
                <a:gd name="T99" fmla="*/ 0 h 305"/>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497" h="305">
                  <a:moveTo>
                    <a:pt x="0" y="182"/>
                  </a:moveTo>
                  <a:lnTo>
                    <a:pt x="61" y="168"/>
                  </a:lnTo>
                  <a:lnTo>
                    <a:pt x="84" y="163"/>
                  </a:lnTo>
                  <a:lnTo>
                    <a:pt x="98" y="150"/>
                  </a:lnTo>
                  <a:lnTo>
                    <a:pt x="112" y="130"/>
                  </a:lnTo>
                  <a:lnTo>
                    <a:pt x="142" y="102"/>
                  </a:lnTo>
                  <a:lnTo>
                    <a:pt x="197" y="56"/>
                  </a:lnTo>
                  <a:lnTo>
                    <a:pt x="206" y="41"/>
                  </a:lnTo>
                  <a:lnTo>
                    <a:pt x="221" y="28"/>
                  </a:lnTo>
                  <a:lnTo>
                    <a:pt x="249" y="23"/>
                  </a:lnTo>
                  <a:lnTo>
                    <a:pt x="336" y="8"/>
                  </a:lnTo>
                  <a:lnTo>
                    <a:pt x="360" y="0"/>
                  </a:lnTo>
                  <a:lnTo>
                    <a:pt x="382" y="11"/>
                  </a:lnTo>
                  <a:lnTo>
                    <a:pt x="393" y="20"/>
                  </a:lnTo>
                  <a:lnTo>
                    <a:pt x="443" y="37"/>
                  </a:lnTo>
                  <a:lnTo>
                    <a:pt x="464" y="45"/>
                  </a:lnTo>
                  <a:lnTo>
                    <a:pt x="471" y="53"/>
                  </a:lnTo>
                  <a:lnTo>
                    <a:pt x="481" y="81"/>
                  </a:lnTo>
                  <a:lnTo>
                    <a:pt x="486" y="96"/>
                  </a:lnTo>
                  <a:lnTo>
                    <a:pt x="490" y="104"/>
                  </a:lnTo>
                  <a:lnTo>
                    <a:pt x="497" y="119"/>
                  </a:lnTo>
                  <a:lnTo>
                    <a:pt x="497" y="129"/>
                  </a:lnTo>
                  <a:lnTo>
                    <a:pt x="487" y="137"/>
                  </a:lnTo>
                  <a:lnTo>
                    <a:pt x="466" y="136"/>
                  </a:lnTo>
                  <a:lnTo>
                    <a:pt x="434" y="121"/>
                  </a:lnTo>
                  <a:lnTo>
                    <a:pt x="393" y="113"/>
                  </a:lnTo>
                  <a:lnTo>
                    <a:pt x="356" y="119"/>
                  </a:lnTo>
                  <a:lnTo>
                    <a:pt x="395" y="128"/>
                  </a:lnTo>
                  <a:lnTo>
                    <a:pt x="422" y="137"/>
                  </a:lnTo>
                  <a:lnTo>
                    <a:pt x="454" y="150"/>
                  </a:lnTo>
                  <a:lnTo>
                    <a:pt x="462" y="161"/>
                  </a:lnTo>
                  <a:lnTo>
                    <a:pt x="462" y="173"/>
                  </a:lnTo>
                  <a:lnTo>
                    <a:pt x="449" y="182"/>
                  </a:lnTo>
                  <a:lnTo>
                    <a:pt x="435" y="179"/>
                  </a:lnTo>
                  <a:lnTo>
                    <a:pt x="391" y="168"/>
                  </a:lnTo>
                  <a:lnTo>
                    <a:pt x="351" y="166"/>
                  </a:lnTo>
                  <a:lnTo>
                    <a:pt x="320" y="168"/>
                  </a:lnTo>
                  <a:lnTo>
                    <a:pt x="303" y="179"/>
                  </a:lnTo>
                  <a:lnTo>
                    <a:pt x="282" y="200"/>
                  </a:lnTo>
                  <a:lnTo>
                    <a:pt x="267" y="223"/>
                  </a:lnTo>
                  <a:lnTo>
                    <a:pt x="251" y="246"/>
                  </a:lnTo>
                  <a:lnTo>
                    <a:pt x="237" y="263"/>
                  </a:lnTo>
                  <a:lnTo>
                    <a:pt x="213" y="280"/>
                  </a:lnTo>
                  <a:lnTo>
                    <a:pt x="190" y="284"/>
                  </a:lnTo>
                  <a:lnTo>
                    <a:pt x="165" y="287"/>
                  </a:lnTo>
                  <a:lnTo>
                    <a:pt x="135" y="284"/>
                  </a:lnTo>
                  <a:lnTo>
                    <a:pt x="112" y="282"/>
                  </a:lnTo>
                  <a:lnTo>
                    <a:pt x="82" y="290"/>
                  </a:lnTo>
                  <a:lnTo>
                    <a:pt x="0" y="305"/>
                  </a:lnTo>
                  <a:lnTo>
                    <a:pt x="0" y="182"/>
                  </a:lnTo>
                  <a:close/>
                </a:path>
              </a:pathLst>
            </a:custGeom>
            <a:solidFill>
              <a:srgbClr val="FFC080"/>
            </a:solidFill>
            <a:ln w="3175">
              <a:solidFill>
                <a:srgbClr val="402000"/>
              </a:solidFill>
              <a:prstDash val="solid"/>
              <a:round/>
            </a:ln>
          </p:spPr>
          <p:txBody>
            <a:bodyPr/>
            <a:lstStyle/>
            <a:p>
              <a:endParaRPr lang="zh-CN" altLang="en-US" b="1">
                <a:solidFill>
                  <a:srgbClr val="000099"/>
                </a:solidFill>
              </a:endParaRPr>
            </a:p>
          </p:txBody>
        </p:sp>
        <p:sp>
          <p:nvSpPr>
            <p:cNvPr id="244996" name="Freeform 163"/>
            <p:cNvSpPr/>
            <p:nvPr/>
          </p:nvSpPr>
          <p:spPr bwMode="auto">
            <a:xfrm>
              <a:off x="439" y="1973"/>
              <a:ext cx="32" cy="7"/>
            </a:xfrm>
            <a:custGeom>
              <a:avLst/>
              <a:gdLst>
                <a:gd name="T0" fmla="*/ 0 w 159"/>
                <a:gd name="T1" fmla="*/ 0 h 37"/>
                <a:gd name="T2" fmla="*/ 0 w 159"/>
                <a:gd name="T3" fmla="*/ 0 h 37"/>
                <a:gd name="T4" fmla="*/ 0 w 159"/>
                <a:gd name="T5" fmla="*/ 0 h 37"/>
                <a:gd name="T6" fmla="*/ 0 w 159"/>
                <a:gd name="T7" fmla="*/ 0 h 37"/>
                <a:gd name="T8" fmla="*/ 0 w 159"/>
                <a:gd name="T9" fmla="*/ 0 h 37"/>
                <a:gd name="T10" fmla="*/ 0 w 159"/>
                <a:gd name="T11" fmla="*/ 0 h 37"/>
                <a:gd name="T12" fmla="*/ 0 w 159"/>
                <a:gd name="T13" fmla="*/ 0 h 37"/>
                <a:gd name="T14" fmla="*/ 0 w 159"/>
                <a:gd name="T15" fmla="*/ 0 h 37"/>
                <a:gd name="T16" fmla="*/ 0 w 159"/>
                <a:gd name="T17" fmla="*/ 0 h 37"/>
                <a:gd name="T18" fmla="*/ 0 w 159"/>
                <a:gd name="T19" fmla="*/ 0 h 37"/>
                <a:gd name="T20" fmla="*/ 0 w 159"/>
                <a:gd name="T21" fmla="*/ 0 h 37"/>
                <a:gd name="T22" fmla="*/ 0 w 159"/>
                <a:gd name="T23" fmla="*/ 0 h 37"/>
                <a:gd name="T24" fmla="*/ 0 w 159"/>
                <a:gd name="T25" fmla="*/ 0 h 3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9" h="37">
                  <a:moveTo>
                    <a:pt x="159" y="37"/>
                  </a:moveTo>
                  <a:lnTo>
                    <a:pt x="132" y="24"/>
                  </a:lnTo>
                  <a:lnTo>
                    <a:pt x="110" y="21"/>
                  </a:lnTo>
                  <a:lnTo>
                    <a:pt x="84" y="13"/>
                  </a:lnTo>
                  <a:lnTo>
                    <a:pt x="61" y="7"/>
                  </a:lnTo>
                  <a:lnTo>
                    <a:pt x="25" y="10"/>
                  </a:lnTo>
                  <a:lnTo>
                    <a:pt x="0" y="13"/>
                  </a:lnTo>
                  <a:lnTo>
                    <a:pt x="38" y="5"/>
                  </a:lnTo>
                  <a:lnTo>
                    <a:pt x="69" y="0"/>
                  </a:lnTo>
                  <a:lnTo>
                    <a:pt x="110" y="17"/>
                  </a:lnTo>
                  <a:lnTo>
                    <a:pt x="132" y="19"/>
                  </a:lnTo>
                  <a:lnTo>
                    <a:pt x="157" y="31"/>
                  </a:lnTo>
                  <a:lnTo>
                    <a:pt x="159" y="37"/>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997" name="Freeform 164"/>
            <p:cNvSpPr/>
            <p:nvPr/>
          </p:nvSpPr>
          <p:spPr bwMode="auto">
            <a:xfrm>
              <a:off x="427" y="1965"/>
              <a:ext cx="27" cy="5"/>
            </a:xfrm>
            <a:custGeom>
              <a:avLst/>
              <a:gdLst>
                <a:gd name="T0" fmla="*/ 0 w 133"/>
                <a:gd name="T1" fmla="*/ 0 h 25"/>
                <a:gd name="T2" fmla="*/ 0 w 133"/>
                <a:gd name="T3" fmla="*/ 0 h 25"/>
                <a:gd name="T4" fmla="*/ 0 w 133"/>
                <a:gd name="T5" fmla="*/ 0 h 25"/>
                <a:gd name="T6" fmla="*/ 0 w 133"/>
                <a:gd name="T7" fmla="*/ 0 h 25"/>
                <a:gd name="T8" fmla="*/ 0 w 133"/>
                <a:gd name="T9" fmla="*/ 0 h 25"/>
                <a:gd name="T10" fmla="*/ 0 w 133"/>
                <a:gd name="T11" fmla="*/ 0 h 25"/>
                <a:gd name="T12" fmla="*/ 0 w 133"/>
                <a:gd name="T13" fmla="*/ 0 h 25"/>
                <a:gd name="T14" fmla="*/ 0 w 133"/>
                <a:gd name="T15" fmla="*/ 0 h 25"/>
                <a:gd name="T16" fmla="*/ 0 w 133"/>
                <a:gd name="T17" fmla="*/ 0 h 25"/>
                <a:gd name="T18" fmla="*/ 0 w 133"/>
                <a:gd name="T19" fmla="*/ 0 h 25"/>
                <a:gd name="T20" fmla="*/ 0 w 133"/>
                <a:gd name="T21" fmla="*/ 0 h 25"/>
                <a:gd name="T22" fmla="*/ 0 w 133"/>
                <a:gd name="T23" fmla="*/ 0 h 2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3" h="25">
                  <a:moveTo>
                    <a:pt x="97" y="0"/>
                  </a:moveTo>
                  <a:lnTo>
                    <a:pt x="113" y="1"/>
                  </a:lnTo>
                  <a:lnTo>
                    <a:pt x="133" y="8"/>
                  </a:lnTo>
                  <a:lnTo>
                    <a:pt x="120" y="7"/>
                  </a:lnTo>
                  <a:lnTo>
                    <a:pt x="99" y="3"/>
                  </a:lnTo>
                  <a:lnTo>
                    <a:pt x="56" y="15"/>
                  </a:lnTo>
                  <a:lnTo>
                    <a:pt x="32" y="21"/>
                  </a:lnTo>
                  <a:lnTo>
                    <a:pt x="4" y="25"/>
                  </a:lnTo>
                  <a:lnTo>
                    <a:pt x="0" y="21"/>
                  </a:lnTo>
                  <a:lnTo>
                    <a:pt x="29" y="16"/>
                  </a:lnTo>
                  <a:lnTo>
                    <a:pt x="64" y="8"/>
                  </a:lnTo>
                  <a:lnTo>
                    <a:pt x="97" y="0"/>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998" name="Freeform 165"/>
            <p:cNvSpPr/>
            <p:nvPr/>
          </p:nvSpPr>
          <p:spPr bwMode="auto">
            <a:xfrm>
              <a:off x="438" y="1984"/>
              <a:ext cx="11" cy="2"/>
            </a:xfrm>
            <a:custGeom>
              <a:avLst/>
              <a:gdLst>
                <a:gd name="T0" fmla="*/ 0 w 53"/>
                <a:gd name="T1" fmla="*/ 0 h 12"/>
                <a:gd name="T2" fmla="*/ 0 w 53"/>
                <a:gd name="T3" fmla="*/ 0 h 12"/>
                <a:gd name="T4" fmla="*/ 0 w 53"/>
                <a:gd name="T5" fmla="*/ 0 h 12"/>
                <a:gd name="T6" fmla="*/ 0 w 53"/>
                <a:gd name="T7" fmla="*/ 0 h 12"/>
                <a:gd name="T8" fmla="*/ 0 w 53"/>
                <a:gd name="T9" fmla="*/ 0 h 12"/>
                <a:gd name="T10" fmla="*/ 0 w 53"/>
                <a:gd name="T11" fmla="*/ 0 h 12"/>
                <a:gd name="T12" fmla="*/ 0 w 53"/>
                <a:gd name="T13" fmla="*/ 0 h 1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3" h="12">
                  <a:moveTo>
                    <a:pt x="53" y="5"/>
                  </a:moveTo>
                  <a:lnTo>
                    <a:pt x="46" y="12"/>
                  </a:lnTo>
                  <a:lnTo>
                    <a:pt x="27" y="9"/>
                  </a:lnTo>
                  <a:lnTo>
                    <a:pt x="5" y="9"/>
                  </a:lnTo>
                  <a:lnTo>
                    <a:pt x="0" y="0"/>
                  </a:lnTo>
                  <a:lnTo>
                    <a:pt x="14" y="3"/>
                  </a:lnTo>
                  <a:lnTo>
                    <a:pt x="53" y="5"/>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999" name="Freeform 166"/>
            <p:cNvSpPr/>
            <p:nvPr/>
          </p:nvSpPr>
          <p:spPr bwMode="auto">
            <a:xfrm>
              <a:off x="469" y="1982"/>
              <a:ext cx="3" cy="4"/>
            </a:xfrm>
            <a:custGeom>
              <a:avLst/>
              <a:gdLst>
                <a:gd name="T0" fmla="*/ 0 w 11"/>
                <a:gd name="T1" fmla="*/ 0 h 23"/>
                <a:gd name="T2" fmla="*/ 0 w 11"/>
                <a:gd name="T3" fmla="*/ 0 h 23"/>
                <a:gd name="T4" fmla="*/ 0 w 11"/>
                <a:gd name="T5" fmla="*/ 0 h 23"/>
                <a:gd name="T6" fmla="*/ 0 w 11"/>
                <a:gd name="T7" fmla="*/ 0 h 23"/>
                <a:gd name="T8" fmla="*/ 0 w 11"/>
                <a:gd name="T9" fmla="*/ 0 h 2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 h="23">
                  <a:moveTo>
                    <a:pt x="0" y="0"/>
                  </a:moveTo>
                  <a:lnTo>
                    <a:pt x="0" y="6"/>
                  </a:lnTo>
                  <a:lnTo>
                    <a:pt x="2" y="18"/>
                  </a:lnTo>
                  <a:lnTo>
                    <a:pt x="11" y="23"/>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5000" name="Freeform 167"/>
            <p:cNvSpPr/>
            <p:nvPr/>
          </p:nvSpPr>
          <p:spPr bwMode="auto">
            <a:xfrm>
              <a:off x="462" y="1993"/>
              <a:ext cx="2" cy="2"/>
            </a:xfrm>
            <a:custGeom>
              <a:avLst/>
              <a:gdLst>
                <a:gd name="T0" fmla="*/ 0 w 11"/>
                <a:gd name="T1" fmla="*/ 0 h 13"/>
                <a:gd name="T2" fmla="*/ 0 w 11"/>
                <a:gd name="T3" fmla="*/ 0 h 13"/>
                <a:gd name="T4" fmla="*/ 0 w 11"/>
                <a:gd name="T5" fmla="*/ 0 h 13"/>
                <a:gd name="T6" fmla="*/ 0 w 11"/>
                <a:gd name="T7" fmla="*/ 0 h 1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1" h="13">
                  <a:moveTo>
                    <a:pt x="0" y="0"/>
                  </a:moveTo>
                  <a:lnTo>
                    <a:pt x="3" y="7"/>
                  </a:lnTo>
                  <a:lnTo>
                    <a:pt x="11" y="13"/>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5001" name="Freeform 168"/>
            <p:cNvSpPr/>
            <p:nvPr/>
          </p:nvSpPr>
          <p:spPr bwMode="auto">
            <a:xfrm>
              <a:off x="423" y="1977"/>
              <a:ext cx="5" cy="6"/>
            </a:xfrm>
            <a:custGeom>
              <a:avLst/>
              <a:gdLst>
                <a:gd name="T0" fmla="*/ 0 w 25"/>
                <a:gd name="T1" fmla="*/ 0 h 29"/>
                <a:gd name="T2" fmla="*/ 0 w 25"/>
                <a:gd name="T3" fmla="*/ 0 h 29"/>
                <a:gd name="T4" fmla="*/ 0 w 25"/>
                <a:gd name="T5" fmla="*/ 0 h 29"/>
                <a:gd name="T6" fmla="*/ 0 w 25"/>
                <a:gd name="T7" fmla="*/ 0 h 29"/>
                <a:gd name="T8" fmla="*/ 0 w 25"/>
                <a:gd name="T9" fmla="*/ 0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29">
                  <a:moveTo>
                    <a:pt x="25" y="0"/>
                  </a:moveTo>
                  <a:lnTo>
                    <a:pt x="21" y="9"/>
                  </a:lnTo>
                  <a:lnTo>
                    <a:pt x="21" y="17"/>
                  </a:lnTo>
                  <a:lnTo>
                    <a:pt x="0" y="29"/>
                  </a:lnTo>
                  <a:lnTo>
                    <a:pt x="25" y="0"/>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5002" name="Freeform 169"/>
            <p:cNvSpPr/>
            <p:nvPr/>
          </p:nvSpPr>
          <p:spPr bwMode="auto">
            <a:xfrm>
              <a:off x="403" y="1977"/>
              <a:ext cx="16" cy="16"/>
            </a:xfrm>
            <a:custGeom>
              <a:avLst/>
              <a:gdLst>
                <a:gd name="T0" fmla="*/ 0 w 80"/>
                <a:gd name="T1" fmla="*/ 0 h 81"/>
                <a:gd name="T2" fmla="*/ 0 w 80"/>
                <a:gd name="T3" fmla="*/ 0 h 81"/>
                <a:gd name="T4" fmla="*/ 0 w 80"/>
                <a:gd name="T5" fmla="*/ 0 h 81"/>
                <a:gd name="T6" fmla="*/ 0 w 80"/>
                <a:gd name="T7" fmla="*/ 0 h 81"/>
                <a:gd name="T8" fmla="*/ 0 w 80"/>
                <a:gd name="T9" fmla="*/ 0 h 81"/>
                <a:gd name="T10" fmla="*/ 0 w 80"/>
                <a:gd name="T11" fmla="*/ 0 h 8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0" h="81">
                  <a:moveTo>
                    <a:pt x="80" y="0"/>
                  </a:moveTo>
                  <a:lnTo>
                    <a:pt x="66" y="26"/>
                  </a:lnTo>
                  <a:lnTo>
                    <a:pt x="50" y="46"/>
                  </a:lnTo>
                  <a:lnTo>
                    <a:pt x="0" y="81"/>
                  </a:lnTo>
                  <a:lnTo>
                    <a:pt x="47" y="38"/>
                  </a:lnTo>
                  <a:lnTo>
                    <a:pt x="80" y="0"/>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5003" name="Freeform 170"/>
            <p:cNvSpPr/>
            <p:nvPr/>
          </p:nvSpPr>
          <p:spPr bwMode="auto">
            <a:xfrm>
              <a:off x="395" y="2000"/>
              <a:ext cx="4" cy="12"/>
            </a:xfrm>
            <a:custGeom>
              <a:avLst/>
              <a:gdLst>
                <a:gd name="T0" fmla="*/ 0 w 18"/>
                <a:gd name="T1" fmla="*/ 0 h 58"/>
                <a:gd name="T2" fmla="*/ 0 w 18"/>
                <a:gd name="T3" fmla="*/ 0 h 58"/>
                <a:gd name="T4" fmla="*/ 0 w 18"/>
                <a:gd name="T5" fmla="*/ 0 h 58"/>
                <a:gd name="T6" fmla="*/ 0 w 18"/>
                <a:gd name="T7" fmla="*/ 0 h 58"/>
                <a:gd name="T8" fmla="*/ 0 w 18"/>
                <a:gd name="T9" fmla="*/ 0 h 58"/>
                <a:gd name="T10" fmla="*/ 0 w 18"/>
                <a:gd name="T11" fmla="*/ 0 h 58"/>
                <a:gd name="T12" fmla="*/ 0 w 18"/>
                <a:gd name="T13" fmla="*/ 0 h 5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8" h="58">
                  <a:moveTo>
                    <a:pt x="0" y="0"/>
                  </a:moveTo>
                  <a:lnTo>
                    <a:pt x="11" y="20"/>
                  </a:lnTo>
                  <a:lnTo>
                    <a:pt x="15" y="41"/>
                  </a:lnTo>
                  <a:lnTo>
                    <a:pt x="16" y="58"/>
                  </a:lnTo>
                  <a:lnTo>
                    <a:pt x="18" y="33"/>
                  </a:lnTo>
                  <a:lnTo>
                    <a:pt x="16" y="14"/>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5004" name="Freeform 171"/>
            <p:cNvSpPr/>
            <p:nvPr/>
          </p:nvSpPr>
          <p:spPr bwMode="auto">
            <a:xfrm>
              <a:off x="432" y="1988"/>
              <a:ext cx="2" cy="4"/>
            </a:xfrm>
            <a:custGeom>
              <a:avLst/>
              <a:gdLst>
                <a:gd name="T0" fmla="*/ 0 w 9"/>
                <a:gd name="T1" fmla="*/ 0 h 21"/>
                <a:gd name="T2" fmla="*/ 0 w 9"/>
                <a:gd name="T3" fmla="*/ 0 h 21"/>
                <a:gd name="T4" fmla="*/ 0 w 9"/>
                <a:gd name="T5" fmla="*/ 0 h 21"/>
                <a:gd name="T6" fmla="*/ 0 w 9"/>
                <a:gd name="T7" fmla="*/ 0 h 2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 h="21">
                  <a:moveTo>
                    <a:pt x="2" y="0"/>
                  </a:moveTo>
                  <a:lnTo>
                    <a:pt x="0" y="9"/>
                  </a:lnTo>
                  <a:lnTo>
                    <a:pt x="9" y="21"/>
                  </a:lnTo>
                  <a:lnTo>
                    <a:pt x="2" y="0"/>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grpSp>
      <p:grpSp>
        <p:nvGrpSpPr>
          <p:cNvPr id="244778" name="Group 172"/>
          <p:cNvGrpSpPr/>
          <p:nvPr/>
        </p:nvGrpSpPr>
        <p:grpSpPr bwMode="auto">
          <a:xfrm>
            <a:off x="384520" y="4664076"/>
            <a:ext cx="393833" cy="415925"/>
            <a:chOff x="162" y="1828"/>
            <a:chExt cx="229" cy="262"/>
          </a:xfrm>
        </p:grpSpPr>
        <p:sp>
          <p:nvSpPr>
            <p:cNvPr id="244981" name="Freeform 173"/>
            <p:cNvSpPr/>
            <p:nvPr/>
          </p:nvSpPr>
          <p:spPr bwMode="auto">
            <a:xfrm>
              <a:off x="286" y="1828"/>
              <a:ext cx="7" cy="5"/>
            </a:xfrm>
            <a:custGeom>
              <a:avLst/>
              <a:gdLst>
                <a:gd name="T0" fmla="*/ 0 w 37"/>
                <a:gd name="T1" fmla="*/ 0 h 25"/>
                <a:gd name="T2" fmla="*/ 0 w 37"/>
                <a:gd name="T3" fmla="*/ 0 h 25"/>
                <a:gd name="T4" fmla="*/ 0 w 37"/>
                <a:gd name="T5" fmla="*/ 0 h 25"/>
                <a:gd name="T6" fmla="*/ 0 w 37"/>
                <a:gd name="T7" fmla="*/ 0 h 25"/>
                <a:gd name="T8" fmla="*/ 0 w 37"/>
                <a:gd name="T9" fmla="*/ 0 h 25"/>
                <a:gd name="T10" fmla="*/ 0 w 37"/>
                <a:gd name="T11" fmla="*/ 0 h 25"/>
                <a:gd name="T12" fmla="*/ 0 w 37"/>
                <a:gd name="T13" fmla="*/ 0 h 25"/>
                <a:gd name="T14" fmla="*/ 0 w 37"/>
                <a:gd name="T15" fmla="*/ 0 h 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7" h="25">
                  <a:moveTo>
                    <a:pt x="37" y="0"/>
                  </a:moveTo>
                  <a:lnTo>
                    <a:pt x="26" y="7"/>
                  </a:lnTo>
                  <a:lnTo>
                    <a:pt x="16" y="10"/>
                  </a:lnTo>
                  <a:lnTo>
                    <a:pt x="6" y="16"/>
                  </a:lnTo>
                  <a:lnTo>
                    <a:pt x="0" y="25"/>
                  </a:lnTo>
                  <a:lnTo>
                    <a:pt x="9" y="22"/>
                  </a:lnTo>
                  <a:lnTo>
                    <a:pt x="26" y="17"/>
                  </a:lnTo>
                  <a:lnTo>
                    <a:pt x="37" y="0"/>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982" name="Freeform 174"/>
            <p:cNvSpPr/>
            <p:nvPr/>
          </p:nvSpPr>
          <p:spPr bwMode="auto">
            <a:xfrm>
              <a:off x="289" y="1837"/>
              <a:ext cx="2" cy="3"/>
            </a:xfrm>
            <a:custGeom>
              <a:avLst/>
              <a:gdLst>
                <a:gd name="T0" fmla="*/ 0 w 9"/>
                <a:gd name="T1" fmla="*/ 0 h 16"/>
                <a:gd name="T2" fmla="*/ 0 w 9"/>
                <a:gd name="T3" fmla="*/ 0 h 16"/>
                <a:gd name="T4" fmla="*/ 0 w 9"/>
                <a:gd name="T5" fmla="*/ 0 h 16"/>
                <a:gd name="T6" fmla="*/ 0 w 9"/>
                <a:gd name="T7" fmla="*/ 0 h 1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 h="16">
                  <a:moveTo>
                    <a:pt x="9" y="0"/>
                  </a:moveTo>
                  <a:lnTo>
                    <a:pt x="0" y="0"/>
                  </a:lnTo>
                  <a:lnTo>
                    <a:pt x="0" y="16"/>
                  </a:lnTo>
                  <a:lnTo>
                    <a:pt x="9" y="0"/>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983" name="Freeform 175"/>
            <p:cNvSpPr/>
            <p:nvPr/>
          </p:nvSpPr>
          <p:spPr bwMode="auto">
            <a:xfrm>
              <a:off x="260" y="1863"/>
              <a:ext cx="62" cy="154"/>
            </a:xfrm>
            <a:custGeom>
              <a:avLst/>
              <a:gdLst>
                <a:gd name="T0" fmla="*/ 0 w 309"/>
                <a:gd name="T1" fmla="*/ 0 h 772"/>
                <a:gd name="T2" fmla="*/ 0 w 309"/>
                <a:gd name="T3" fmla="*/ 0 h 772"/>
                <a:gd name="T4" fmla="*/ 0 w 309"/>
                <a:gd name="T5" fmla="*/ 0 h 772"/>
                <a:gd name="T6" fmla="*/ 0 w 309"/>
                <a:gd name="T7" fmla="*/ 0 h 772"/>
                <a:gd name="T8" fmla="*/ 0 w 309"/>
                <a:gd name="T9" fmla="*/ 0 h 772"/>
                <a:gd name="T10" fmla="*/ 0 w 309"/>
                <a:gd name="T11" fmla="*/ 0 h 772"/>
                <a:gd name="T12" fmla="*/ 0 w 309"/>
                <a:gd name="T13" fmla="*/ 0 h 772"/>
                <a:gd name="T14" fmla="*/ 0 w 309"/>
                <a:gd name="T15" fmla="*/ 0 h 772"/>
                <a:gd name="T16" fmla="*/ 0 w 309"/>
                <a:gd name="T17" fmla="*/ 0 h 772"/>
                <a:gd name="T18" fmla="*/ 0 w 309"/>
                <a:gd name="T19" fmla="*/ 0 h 77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309" h="772">
                  <a:moveTo>
                    <a:pt x="46" y="0"/>
                  </a:moveTo>
                  <a:lnTo>
                    <a:pt x="75" y="32"/>
                  </a:lnTo>
                  <a:lnTo>
                    <a:pt x="84" y="78"/>
                  </a:lnTo>
                  <a:lnTo>
                    <a:pt x="127" y="122"/>
                  </a:lnTo>
                  <a:lnTo>
                    <a:pt x="218" y="330"/>
                  </a:lnTo>
                  <a:lnTo>
                    <a:pt x="269" y="519"/>
                  </a:lnTo>
                  <a:lnTo>
                    <a:pt x="309" y="772"/>
                  </a:lnTo>
                  <a:lnTo>
                    <a:pt x="182" y="659"/>
                  </a:lnTo>
                  <a:lnTo>
                    <a:pt x="0" y="100"/>
                  </a:lnTo>
                  <a:lnTo>
                    <a:pt x="46" y="0"/>
                  </a:lnTo>
                  <a:close/>
                </a:path>
              </a:pathLst>
            </a:custGeom>
            <a:solidFill>
              <a:srgbClr val="400000"/>
            </a:solidFill>
            <a:ln w="3175">
              <a:solidFill>
                <a:srgbClr val="000000"/>
              </a:solidFill>
              <a:prstDash val="solid"/>
              <a:round/>
            </a:ln>
          </p:spPr>
          <p:txBody>
            <a:bodyPr/>
            <a:lstStyle/>
            <a:p>
              <a:endParaRPr lang="zh-CN" altLang="en-US" b="1">
                <a:solidFill>
                  <a:srgbClr val="000099"/>
                </a:solidFill>
              </a:endParaRPr>
            </a:p>
          </p:txBody>
        </p:sp>
        <p:sp>
          <p:nvSpPr>
            <p:cNvPr id="244984" name="Freeform 176"/>
            <p:cNvSpPr/>
            <p:nvPr/>
          </p:nvSpPr>
          <p:spPr bwMode="auto">
            <a:xfrm>
              <a:off x="162" y="1833"/>
              <a:ext cx="229" cy="257"/>
            </a:xfrm>
            <a:custGeom>
              <a:avLst/>
              <a:gdLst>
                <a:gd name="T0" fmla="*/ 0 w 1147"/>
                <a:gd name="T1" fmla="*/ 0 h 1285"/>
                <a:gd name="T2" fmla="*/ 0 w 1147"/>
                <a:gd name="T3" fmla="*/ 0 h 1285"/>
                <a:gd name="T4" fmla="*/ 0 w 1147"/>
                <a:gd name="T5" fmla="*/ 0 h 1285"/>
                <a:gd name="T6" fmla="*/ 0 w 1147"/>
                <a:gd name="T7" fmla="*/ 0 h 1285"/>
                <a:gd name="T8" fmla="*/ 0 w 1147"/>
                <a:gd name="T9" fmla="*/ 0 h 1285"/>
                <a:gd name="T10" fmla="*/ 0 w 1147"/>
                <a:gd name="T11" fmla="*/ 0 h 1285"/>
                <a:gd name="T12" fmla="*/ 0 w 1147"/>
                <a:gd name="T13" fmla="*/ 0 h 1285"/>
                <a:gd name="T14" fmla="*/ 0 w 1147"/>
                <a:gd name="T15" fmla="*/ 0 h 1285"/>
                <a:gd name="T16" fmla="*/ 0 w 1147"/>
                <a:gd name="T17" fmla="*/ 0 h 1285"/>
                <a:gd name="T18" fmla="*/ 0 w 1147"/>
                <a:gd name="T19" fmla="*/ 0 h 1285"/>
                <a:gd name="T20" fmla="*/ 0 w 1147"/>
                <a:gd name="T21" fmla="*/ 0 h 1285"/>
                <a:gd name="T22" fmla="*/ 0 w 1147"/>
                <a:gd name="T23" fmla="*/ 0 h 1285"/>
                <a:gd name="T24" fmla="*/ 0 w 1147"/>
                <a:gd name="T25" fmla="*/ 0 h 1285"/>
                <a:gd name="T26" fmla="*/ 0 w 1147"/>
                <a:gd name="T27" fmla="*/ 0 h 1285"/>
                <a:gd name="T28" fmla="*/ 0 w 1147"/>
                <a:gd name="T29" fmla="*/ 0 h 1285"/>
                <a:gd name="T30" fmla="*/ 0 w 1147"/>
                <a:gd name="T31" fmla="*/ 0 h 1285"/>
                <a:gd name="T32" fmla="*/ 0 w 1147"/>
                <a:gd name="T33" fmla="*/ 0 h 1285"/>
                <a:gd name="T34" fmla="*/ 0 w 1147"/>
                <a:gd name="T35" fmla="*/ 0 h 1285"/>
                <a:gd name="T36" fmla="*/ 0 w 1147"/>
                <a:gd name="T37" fmla="*/ 0 h 1285"/>
                <a:gd name="T38" fmla="*/ 0 w 1147"/>
                <a:gd name="T39" fmla="*/ 0 h 1285"/>
                <a:gd name="T40" fmla="*/ 0 w 1147"/>
                <a:gd name="T41" fmla="*/ 0 h 1285"/>
                <a:gd name="T42" fmla="*/ 0 w 1147"/>
                <a:gd name="T43" fmla="*/ 0 h 1285"/>
                <a:gd name="T44" fmla="*/ 0 w 1147"/>
                <a:gd name="T45" fmla="*/ 0 h 1285"/>
                <a:gd name="T46" fmla="*/ 0 w 1147"/>
                <a:gd name="T47" fmla="*/ 0 h 1285"/>
                <a:gd name="T48" fmla="*/ 0 w 1147"/>
                <a:gd name="T49" fmla="*/ 0 h 1285"/>
                <a:gd name="T50" fmla="*/ 0 w 1147"/>
                <a:gd name="T51" fmla="*/ 0 h 1285"/>
                <a:gd name="T52" fmla="*/ 0 w 1147"/>
                <a:gd name="T53" fmla="*/ 0 h 1285"/>
                <a:gd name="T54" fmla="*/ 0 w 1147"/>
                <a:gd name="T55" fmla="*/ 0 h 1285"/>
                <a:gd name="T56" fmla="*/ 0 w 1147"/>
                <a:gd name="T57" fmla="*/ 0 h 1285"/>
                <a:gd name="T58" fmla="*/ 0 w 1147"/>
                <a:gd name="T59" fmla="*/ 0 h 1285"/>
                <a:gd name="T60" fmla="*/ 0 w 1147"/>
                <a:gd name="T61" fmla="*/ 0 h 1285"/>
                <a:gd name="T62" fmla="*/ 0 w 1147"/>
                <a:gd name="T63" fmla="*/ 0 h 1285"/>
                <a:gd name="T64" fmla="*/ 0 w 1147"/>
                <a:gd name="T65" fmla="*/ 0 h 1285"/>
                <a:gd name="T66" fmla="*/ 0 w 1147"/>
                <a:gd name="T67" fmla="*/ 0 h 1285"/>
                <a:gd name="T68" fmla="*/ 0 w 1147"/>
                <a:gd name="T69" fmla="*/ 0 h 1285"/>
                <a:gd name="T70" fmla="*/ 0 w 1147"/>
                <a:gd name="T71" fmla="*/ 0 h 1285"/>
                <a:gd name="T72" fmla="*/ 0 w 1147"/>
                <a:gd name="T73" fmla="*/ 0 h 1285"/>
                <a:gd name="T74" fmla="*/ 0 w 1147"/>
                <a:gd name="T75" fmla="*/ 0 h 1285"/>
                <a:gd name="T76" fmla="*/ 0 w 1147"/>
                <a:gd name="T77" fmla="*/ 0 h 1285"/>
                <a:gd name="T78" fmla="*/ 0 w 1147"/>
                <a:gd name="T79" fmla="*/ 0 h 1285"/>
                <a:gd name="T80" fmla="*/ 0 w 1147"/>
                <a:gd name="T81" fmla="*/ 0 h 1285"/>
                <a:gd name="T82" fmla="*/ 0 w 1147"/>
                <a:gd name="T83" fmla="*/ 0 h 1285"/>
                <a:gd name="T84" fmla="*/ 0 w 1147"/>
                <a:gd name="T85" fmla="*/ 0 h 1285"/>
                <a:gd name="T86" fmla="*/ 0 w 1147"/>
                <a:gd name="T87" fmla="*/ 0 h 1285"/>
                <a:gd name="T88" fmla="*/ 0 w 1147"/>
                <a:gd name="T89" fmla="*/ 0 h 1285"/>
                <a:gd name="T90" fmla="*/ 0 w 1147"/>
                <a:gd name="T91" fmla="*/ 0 h 1285"/>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1147" h="1285">
                  <a:moveTo>
                    <a:pt x="212" y="67"/>
                  </a:moveTo>
                  <a:lnTo>
                    <a:pt x="247" y="0"/>
                  </a:lnTo>
                  <a:lnTo>
                    <a:pt x="528" y="116"/>
                  </a:lnTo>
                  <a:lnTo>
                    <a:pt x="541" y="206"/>
                  </a:lnTo>
                  <a:lnTo>
                    <a:pt x="563" y="238"/>
                  </a:lnTo>
                  <a:lnTo>
                    <a:pt x="595" y="274"/>
                  </a:lnTo>
                  <a:lnTo>
                    <a:pt x="614" y="339"/>
                  </a:lnTo>
                  <a:lnTo>
                    <a:pt x="676" y="487"/>
                  </a:lnTo>
                  <a:lnTo>
                    <a:pt x="727" y="663"/>
                  </a:lnTo>
                  <a:lnTo>
                    <a:pt x="748" y="780"/>
                  </a:lnTo>
                  <a:lnTo>
                    <a:pt x="974" y="785"/>
                  </a:lnTo>
                  <a:lnTo>
                    <a:pt x="1011" y="807"/>
                  </a:lnTo>
                  <a:lnTo>
                    <a:pt x="1115" y="807"/>
                  </a:lnTo>
                  <a:lnTo>
                    <a:pt x="1143" y="853"/>
                  </a:lnTo>
                  <a:lnTo>
                    <a:pt x="1147" y="907"/>
                  </a:lnTo>
                  <a:lnTo>
                    <a:pt x="1137" y="956"/>
                  </a:lnTo>
                  <a:lnTo>
                    <a:pt x="1042" y="974"/>
                  </a:lnTo>
                  <a:lnTo>
                    <a:pt x="997" y="1041"/>
                  </a:lnTo>
                  <a:lnTo>
                    <a:pt x="907" y="1064"/>
                  </a:lnTo>
                  <a:lnTo>
                    <a:pt x="840" y="1064"/>
                  </a:lnTo>
                  <a:lnTo>
                    <a:pt x="763" y="1079"/>
                  </a:lnTo>
                  <a:lnTo>
                    <a:pt x="759" y="1110"/>
                  </a:lnTo>
                  <a:lnTo>
                    <a:pt x="763" y="1177"/>
                  </a:lnTo>
                  <a:lnTo>
                    <a:pt x="754" y="1223"/>
                  </a:lnTo>
                  <a:lnTo>
                    <a:pt x="713" y="1227"/>
                  </a:lnTo>
                  <a:lnTo>
                    <a:pt x="663" y="1236"/>
                  </a:lnTo>
                  <a:lnTo>
                    <a:pt x="614" y="1282"/>
                  </a:lnTo>
                  <a:lnTo>
                    <a:pt x="554" y="1282"/>
                  </a:lnTo>
                  <a:lnTo>
                    <a:pt x="501" y="1276"/>
                  </a:lnTo>
                  <a:lnTo>
                    <a:pt x="420" y="1250"/>
                  </a:lnTo>
                  <a:lnTo>
                    <a:pt x="330" y="1259"/>
                  </a:lnTo>
                  <a:lnTo>
                    <a:pt x="238" y="1285"/>
                  </a:lnTo>
                  <a:lnTo>
                    <a:pt x="153" y="1267"/>
                  </a:lnTo>
                  <a:lnTo>
                    <a:pt x="95" y="1200"/>
                  </a:lnTo>
                  <a:lnTo>
                    <a:pt x="99" y="1128"/>
                  </a:lnTo>
                  <a:lnTo>
                    <a:pt x="76" y="1038"/>
                  </a:lnTo>
                  <a:lnTo>
                    <a:pt x="64" y="920"/>
                  </a:lnTo>
                  <a:lnTo>
                    <a:pt x="36" y="812"/>
                  </a:lnTo>
                  <a:lnTo>
                    <a:pt x="0" y="650"/>
                  </a:lnTo>
                  <a:lnTo>
                    <a:pt x="4" y="487"/>
                  </a:lnTo>
                  <a:lnTo>
                    <a:pt x="4" y="342"/>
                  </a:lnTo>
                  <a:lnTo>
                    <a:pt x="14" y="243"/>
                  </a:lnTo>
                  <a:lnTo>
                    <a:pt x="36" y="198"/>
                  </a:lnTo>
                  <a:lnTo>
                    <a:pt x="87" y="162"/>
                  </a:lnTo>
                  <a:lnTo>
                    <a:pt x="145" y="102"/>
                  </a:lnTo>
                  <a:lnTo>
                    <a:pt x="212" y="67"/>
                  </a:lnTo>
                  <a:close/>
                </a:path>
              </a:pathLst>
            </a:custGeom>
            <a:solidFill>
              <a:srgbClr val="C0C0C0"/>
            </a:solidFill>
            <a:ln w="3175">
              <a:solidFill>
                <a:srgbClr val="000000"/>
              </a:solidFill>
              <a:prstDash val="solid"/>
              <a:round/>
            </a:ln>
          </p:spPr>
          <p:txBody>
            <a:bodyPr/>
            <a:lstStyle/>
            <a:p>
              <a:endParaRPr lang="zh-CN" altLang="en-US" b="1">
                <a:solidFill>
                  <a:srgbClr val="000099"/>
                </a:solidFill>
              </a:endParaRPr>
            </a:p>
          </p:txBody>
        </p:sp>
        <p:sp>
          <p:nvSpPr>
            <p:cNvPr id="244985" name="Freeform 177"/>
            <p:cNvSpPr/>
            <p:nvPr/>
          </p:nvSpPr>
          <p:spPr bwMode="auto">
            <a:xfrm>
              <a:off x="166" y="1848"/>
              <a:ext cx="145" cy="240"/>
            </a:xfrm>
            <a:custGeom>
              <a:avLst/>
              <a:gdLst>
                <a:gd name="T0" fmla="*/ 0 w 725"/>
                <a:gd name="T1" fmla="*/ 0 h 1198"/>
                <a:gd name="T2" fmla="*/ 0 w 725"/>
                <a:gd name="T3" fmla="*/ 0 h 1198"/>
                <a:gd name="T4" fmla="*/ 0 w 725"/>
                <a:gd name="T5" fmla="*/ 0 h 1198"/>
                <a:gd name="T6" fmla="*/ 0 w 725"/>
                <a:gd name="T7" fmla="*/ 0 h 1198"/>
                <a:gd name="T8" fmla="*/ 0 w 725"/>
                <a:gd name="T9" fmla="*/ 0 h 1198"/>
                <a:gd name="T10" fmla="*/ 0 w 725"/>
                <a:gd name="T11" fmla="*/ 0 h 1198"/>
                <a:gd name="T12" fmla="*/ 0 w 725"/>
                <a:gd name="T13" fmla="*/ 0 h 1198"/>
                <a:gd name="T14" fmla="*/ 0 w 725"/>
                <a:gd name="T15" fmla="*/ 0 h 1198"/>
                <a:gd name="T16" fmla="*/ 0 w 725"/>
                <a:gd name="T17" fmla="*/ 0 h 1198"/>
                <a:gd name="T18" fmla="*/ 0 w 725"/>
                <a:gd name="T19" fmla="*/ 0 h 1198"/>
                <a:gd name="T20" fmla="*/ 0 w 725"/>
                <a:gd name="T21" fmla="*/ 0 h 1198"/>
                <a:gd name="T22" fmla="*/ 0 w 725"/>
                <a:gd name="T23" fmla="*/ 0 h 1198"/>
                <a:gd name="T24" fmla="*/ 0 w 725"/>
                <a:gd name="T25" fmla="*/ 0 h 1198"/>
                <a:gd name="T26" fmla="*/ 0 w 725"/>
                <a:gd name="T27" fmla="*/ 0 h 1198"/>
                <a:gd name="T28" fmla="*/ 0 w 725"/>
                <a:gd name="T29" fmla="*/ 0 h 1198"/>
                <a:gd name="T30" fmla="*/ 0 w 725"/>
                <a:gd name="T31" fmla="*/ 0 h 1198"/>
                <a:gd name="T32" fmla="*/ 0 w 725"/>
                <a:gd name="T33" fmla="*/ 0 h 1198"/>
                <a:gd name="T34" fmla="*/ 0 w 725"/>
                <a:gd name="T35" fmla="*/ 0 h 1198"/>
                <a:gd name="T36" fmla="*/ 0 w 725"/>
                <a:gd name="T37" fmla="*/ 0 h 1198"/>
                <a:gd name="T38" fmla="*/ 0 w 725"/>
                <a:gd name="T39" fmla="*/ 0 h 1198"/>
                <a:gd name="T40" fmla="*/ 0 w 725"/>
                <a:gd name="T41" fmla="*/ 0 h 1198"/>
                <a:gd name="T42" fmla="*/ 0 w 725"/>
                <a:gd name="T43" fmla="*/ 0 h 1198"/>
                <a:gd name="T44" fmla="*/ 0 w 725"/>
                <a:gd name="T45" fmla="*/ 0 h 1198"/>
                <a:gd name="T46" fmla="*/ 0 w 725"/>
                <a:gd name="T47" fmla="*/ 0 h 1198"/>
                <a:gd name="T48" fmla="*/ 0 w 725"/>
                <a:gd name="T49" fmla="*/ 0 h 1198"/>
                <a:gd name="T50" fmla="*/ 0 w 725"/>
                <a:gd name="T51" fmla="*/ 0 h 1198"/>
                <a:gd name="T52" fmla="*/ 0 w 725"/>
                <a:gd name="T53" fmla="*/ 0 h 1198"/>
                <a:gd name="T54" fmla="*/ 0 w 725"/>
                <a:gd name="T55" fmla="*/ 0 h 1198"/>
                <a:gd name="T56" fmla="*/ 0 w 725"/>
                <a:gd name="T57" fmla="*/ 0 h 1198"/>
                <a:gd name="T58" fmla="*/ 0 w 725"/>
                <a:gd name="T59" fmla="*/ 0 h 1198"/>
                <a:gd name="T60" fmla="*/ 0 w 725"/>
                <a:gd name="T61" fmla="*/ 0 h 1198"/>
                <a:gd name="T62" fmla="*/ 0 w 725"/>
                <a:gd name="T63" fmla="*/ 0 h 1198"/>
                <a:gd name="T64" fmla="*/ 0 w 725"/>
                <a:gd name="T65" fmla="*/ 0 h 1198"/>
                <a:gd name="T66" fmla="*/ 0 w 725"/>
                <a:gd name="T67" fmla="*/ 0 h 1198"/>
                <a:gd name="T68" fmla="*/ 0 w 725"/>
                <a:gd name="T69" fmla="*/ 0 h 1198"/>
                <a:gd name="T70" fmla="*/ 0 w 725"/>
                <a:gd name="T71" fmla="*/ 0 h 1198"/>
                <a:gd name="T72" fmla="*/ 0 w 725"/>
                <a:gd name="T73" fmla="*/ 0 h 1198"/>
                <a:gd name="T74" fmla="*/ 0 w 725"/>
                <a:gd name="T75" fmla="*/ 0 h 1198"/>
                <a:gd name="T76" fmla="*/ 0 w 725"/>
                <a:gd name="T77" fmla="*/ 0 h 119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725" h="1198">
                  <a:moveTo>
                    <a:pt x="725" y="1005"/>
                  </a:moveTo>
                  <a:lnTo>
                    <a:pt x="630" y="990"/>
                  </a:lnTo>
                  <a:lnTo>
                    <a:pt x="549" y="986"/>
                  </a:lnTo>
                  <a:lnTo>
                    <a:pt x="460" y="978"/>
                  </a:lnTo>
                  <a:lnTo>
                    <a:pt x="359" y="963"/>
                  </a:lnTo>
                  <a:lnTo>
                    <a:pt x="314" y="932"/>
                  </a:lnTo>
                  <a:lnTo>
                    <a:pt x="193" y="780"/>
                  </a:lnTo>
                  <a:lnTo>
                    <a:pt x="256" y="825"/>
                  </a:lnTo>
                  <a:lnTo>
                    <a:pt x="297" y="861"/>
                  </a:lnTo>
                  <a:lnTo>
                    <a:pt x="274" y="753"/>
                  </a:lnTo>
                  <a:lnTo>
                    <a:pt x="228" y="712"/>
                  </a:lnTo>
                  <a:lnTo>
                    <a:pt x="162" y="600"/>
                  </a:lnTo>
                  <a:lnTo>
                    <a:pt x="225" y="653"/>
                  </a:lnTo>
                  <a:lnTo>
                    <a:pt x="266" y="668"/>
                  </a:lnTo>
                  <a:lnTo>
                    <a:pt x="256" y="590"/>
                  </a:lnTo>
                  <a:lnTo>
                    <a:pt x="211" y="532"/>
                  </a:lnTo>
                  <a:lnTo>
                    <a:pt x="167" y="487"/>
                  </a:lnTo>
                  <a:lnTo>
                    <a:pt x="121" y="355"/>
                  </a:lnTo>
                  <a:lnTo>
                    <a:pt x="207" y="464"/>
                  </a:lnTo>
                  <a:lnTo>
                    <a:pt x="256" y="504"/>
                  </a:lnTo>
                  <a:lnTo>
                    <a:pt x="261" y="337"/>
                  </a:lnTo>
                  <a:lnTo>
                    <a:pt x="274" y="271"/>
                  </a:lnTo>
                  <a:lnTo>
                    <a:pt x="301" y="240"/>
                  </a:lnTo>
                  <a:lnTo>
                    <a:pt x="341" y="190"/>
                  </a:lnTo>
                  <a:lnTo>
                    <a:pt x="405" y="167"/>
                  </a:lnTo>
                  <a:lnTo>
                    <a:pt x="437" y="153"/>
                  </a:lnTo>
                  <a:lnTo>
                    <a:pt x="347" y="68"/>
                  </a:lnTo>
                  <a:lnTo>
                    <a:pt x="251" y="90"/>
                  </a:lnTo>
                  <a:lnTo>
                    <a:pt x="188" y="127"/>
                  </a:lnTo>
                  <a:lnTo>
                    <a:pt x="167" y="162"/>
                  </a:lnTo>
                  <a:lnTo>
                    <a:pt x="184" y="107"/>
                  </a:lnTo>
                  <a:lnTo>
                    <a:pt x="220" y="90"/>
                  </a:lnTo>
                  <a:lnTo>
                    <a:pt x="278" y="68"/>
                  </a:lnTo>
                  <a:lnTo>
                    <a:pt x="324" y="60"/>
                  </a:lnTo>
                  <a:lnTo>
                    <a:pt x="297" y="45"/>
                  </a:lnTo>
                  <a:lnTo>
                    <a:pt x="251" y="32"/>
                  </a:lnTo>
                  <a:lnTo>
                    <a:pt x="211" y="17"/>
                  </a:lnTo>
                  <a:lnTo>
                    <a:pt x="188" y="0"/>
                  </a:lnTo>
                  <a:lnTo>
                    <a:pt x="136" y="37"/>
                  </a:lnTo>
                  <a:lnTo>
                    <a:pt x="104" y="68"/>
                  </a:lnTo>
                  <a:lnTo>
                    <a:pt x="73" y="107"/>
                  </a:lnTo>
                  <a:lnTo>
                    <a:pt x="27" y="130"/>
                  </a:lnTo>
                  <a:lnTo>
                    <a:pt x="18" y="172"/>
                  </a:lnTo>
                  <a:lnTo>
                    <a:pt x="0" y="240"/>
                  </a:lnTo>
                  <a:lnTo>
                    <a:pt x="0" y="342"/>
                  </a:lnTo>
                  <a:lnTo>
                    <a:pt x="5" y="450"/>
                  </a:lnTo>
                  <a:lnTo>
                    <a:pt x="8" y="573"/>
                  </a:lnTo>
                  <a:lnTo>
                    <a:pt x="31" y="698"/>
                  </a:lnTo>
                  <a:lnTo>
                    <a:pt x="58" y="830"/>
                  </a:lnTo>
                  <a:lnTo>
                    <a:pt x="73" y="941"/>
                  </a:lnTo>
                  <a:lnTo>
                    <a:pt x="95" y="1022"/>
                  </a:lnTo>
                  <a:lnTo>
                    <a:pt x="90" y="1095"/>
                  </a:lnTo>
                  <a:lnTo>
                    <a:pt x="99" y="1135"/>
                  </a:lnTo>
                  <a:lnTo>
                    <a:pt x="131" y="1166"/>
                  </a:lnTo>
                  <a:lnTo>
                    <a:pt x="171" y="1193"/>
                  </a:lnTo>
                  <a:lnTo>
                    <a:pt x="225" y="1198"/>
                  </a:lnTo>
                  <a:lnTo>
                    <a:pt x="251" y="1185"/>
                  </a:lnTo>
                  <a:lnTo>
                    <a:pt x="288" y="1181"/>
                  </a:lnTo>
                  <a:lnTo>
                    <a:pt x="374" y="1163"/>
                  </a:lnTo>
                  <a:lnTo>
                    <a:pt x="337" y="1118"/>
                  </a:lnTo>
                  <a:lnTo>
                    <a:pt x="297" y="1053"/>
                  </a:lnTo>
                  <a:lnTo>
                    <a:pt x="356" y="1099"/>
                  </a:lnTo>
                  <a:lnTo>
                    <a:pt x="401" y="1140"/>
                  </a:lnTo>
                  <a:lnTo>
                    <a:pt x="433" y="1163"/>
                  </a:lnTo>
                  <a:lnTo>
                    <a:pt x="477" y="1185"/>
                  </a:lnTo>
                  <a:lnTo>
                    <a:pt x="527" y="1185"/>
                  </a:lnTo>
                  <a:lnTo>
                    <a:pt x="575" y="1185"/>
                  </a:lnTo>
                  <a:lnTo>
                    <a:pt x="603" y="1172"/>
                  </a:lnTo>
                  <a:lnTo>
                    <a:pt x="616" y="1158"/>
                  </a:lnTo>
                  <a:lnTo>
                    <a:pt x="553" y="1122"/>
                  </a:lnTo>
                  <a:lnTo>
                    <a:pt x="491" y="1063"/>
                  </a:lnTo>
                  <a:lnTo>
                    <a:pt x="472" y="1036"/>
                  </a:lnTo>
                  <a:lnTo>
                    <a:pt x="523" y="1050"/>
                  </a:lnTo>
                  <a:lnTo>
                    <a:pt x="598" y="1108"/>
                  </a:lnTo>
                  <a:lnTo>
                    <a:pt x="630" y="1135"/>
                  </a:lnTo>
                  <a:lnTo>
                    <a:pt x="702" y="1140"/>
                  </a:lnTo>
                  <a:lnTo>
                    <a:pt x="725" y="1126"/>
                  </a:lnTo>
                  <a:lnTo>
                    <a:pt x="725" y="1095"/>
                  </a:lnTo>
                  <a:lnTo>
                    <a:pt x="725" y="1005"/>
                  </a:lnTo>
                  <a:close/>
                </a:path>
              </a:pathLst>
            </a:custGeom>
            <a:solidFill>
              <a:srgbClr val="E0E0E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986" name="Freeform 178"/>
            <p:cNvSpPr/>
            <p:nvPr/>
          </p:nvSpPr>
          <p:spPr bwMode="auto">
            <a:xfrm>
              <a:off x="176" y="1968"/>
              <a:ext cx="43" cy="110"/>
            </a:xfrm>
            <a:custGeom>
              <a:avLst/>
              <a:gdLst>
                <a:gd name="T0" fmla="*/ 0 w 211"/>
                <a:gd name="T1" fmla="*/ 0 h 553"/>
                <a:gd name="T2" fmla="*/ 0 w 211"/>
                <a:gd name="T3" fmla="*/ 0 h 553"/>
                <a:gd name="T4" fmla="*/ 0 w 211"/>
                <a:gd name="T5" fmla="*/ 0 h 553"/>
                <a:gd name="T6" fmla="*/ 0 w 211"/>
                <a:gd name="T7" fmla="*/ 0 h 553"/>
                <a:gd name="T8" fmla="*/ 0 w 211"/>
                <a:gd name="T9" fmla="*/ 0 h 553"/>
                <a:gd name="T10" fmla="*/ 0 w 211"/>
                <a:gd name="T11" fmla="*/ 0 h 553"/>
                <a:gd name="T12" fmla="*/ 0 w 211"/>
                <a:gd name="T13" fmla="*/ 0 h 553"/>
                <a:gd name="T14" fmla="*/ 0 w 211"/>
                <a:gd name="T15" fmla="*/ 0 h 553"/>
                <a:gd name="T16" fmla="*/ 0 w 211"/>
                <a:gd name="T17" fmla="*/ 0 h 553"/>
                <a:gd name="T18" fmla="*/ 0 w 211"/>
                <a:gd name="T19" fmla="*/ 0 h 553"/>
                <a:gd name="T20" fmla="*/ 0 w 211"/>
                <a:gd name="T21" fmla="*/ 0 h 553"/>
                <a:gd name="T22" fmla="*/ 0 w 211"/>
                <a:gd name="T23" fmla="*/ 0 h 553"/>
                <a:gd name="T24" fmla="*/ 0 w 211"/>
                <a:gd name="T25" fmla="*/ 0 h 553"/>
                <a:gd name="T26" fmla="*/ 0 w 211"/>
                <a:gd name="T27" fmla="*/ 0 h 55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1" h="553">
                  <a:moveTo>
                    <a:pt x="211" y="553"/>
                  </a:moveTo>
                  <a:lnTo>
                    <a:pt x="173" y="535"/>
                  </a:lnTo>
                  <a:lnTo>
                    <a:pt x="134" y="490"/>
                  </a:lnTo>
                  <a:lnTo>
                    <a:pt x="99" y="410"/>
                  </a:lnTo>
                  <a:lnTo>
                    <a:pt x="81" y="342"/>
                  </a:lnTo>
                  <a:lnTo>
                    <a:pt x="53" y="265"/>
                  </a:lnTo>
                  <a:lnTo>
                    <a:pt x="41" y="192"/>
                  </a:lnTo>
                  <a:lnTo>
                    <a:pt x="19" y="81"/>
                  </a:lnTo>
                  <a:lnTo>
                    <a:pt x="0" y="0"/>
                  </a:lnTo>
                  <a:lnTo>
                    <a:pt x="45" y="162"/>
                  </a:lnTo>
                  <a:lnTo>
                    <a:pt x="81" y="287"/>
                  </a:lnTo>
                  <a:lnTo>
                    <a:pt x="121" y="373"/>
                  </a:lnTo>
                  <a:lnTo>
                    <a:pt x="183" y="463"/>
                  </a:lnTo>
                  <a:lnTo>
                    <a:pt x="211" y="553"/>
                  </a:lnTo>
                  <a:close/>
                </a:path>
              </a:pathLst>
            </a:custGeom>
            <a:solidFill>
              <a:srgbClr val="C0C0C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987" name="Freeform 179"/>
            <p:cNvSpPr/>
            <p:nvPr/>
          </p:nvSpPr>
          <p:spPr bwMode="auto">
            <a:xfrm>
              <a:off x="220" y="1878"/>
              <a:ext cx="167" cy="167"/>
            </a:xfrm>
            <a:custGeom>
              <a:avLst/>
              <a:gdLst>
                <a:gd name="T0" fmla="*/ 0 w 838"/>
                <a:gd name="T1" fmla="*/ 0 h 832"/>
                <a:gd name="T2" fmla="*/ 0 w 838"/>
                <a:gd name="T3" fmla="*/ 0 h 832"/>
                <a:gd name="T4" fmla="*/ 0 w 838"/>
                <a:gd name="T5" fmla="*/ 0 h 832"/>
                <a:gd name="T6" fmla="*/ 0 w 838"/>
                <a:gd name="T7" fmla="*/ 0 h 832"/>
                <a:gd name="T8" fmla="*/ 0 w 838"/>
                <a:gd name="T9" fmla="*/ 0 h 832"/>
                <a:gd name="T10" fmla="*/ 0 w 838"/>
                <a:gd name="T11" fmla="*/ 0 h 832"/>
                <a:gd name="T12" fmla="*/ 0 w 838"/>
                <a:gd name="T13" fmla="*/ 0 h 832"/>
                <a:gd name="T14" fmla="*/ 0 w 838"/>
                <a:gd name="T15" fmla="*/ 0 h 832"/>
                <a:gd name="T16" fmla="*/ 0 w 838"/>
                <a:gd name="T17" fmla="*/ 0 h 832"/>
                <a:gd name="T18" fmla="*/ 0 w 838"/>
                <a:gd name="T19" fmla="*/ 0 h 832"/>
                <a:gd name="T20" fmla="*/ 0 w 838"/>
                <a:gd name="T21" fmla="*/ 0 h 832"/>
                <a:gd name="T22" fmla="*/ 0 w 838"/>
                <a:gd name="T23" fmla="*/ 0 h 832"/>
                <a:gd name="T24" fmla="*/ 0 w 838"/>
                <a:gd name="T25" fmla="*/ 0 h 832"/>
                <a:gd name="T26" fmla="*/ 0 w 838"/>
                <a:gd name="T27" fmla="*/ 0 h 832"/>
                <a:gd name="T28" fmla="*/ 0 w 838"/>
                <a:gd name="T29" fmla="*/ 0 h 832"/>
                <a:gd name="T30" fmla="*/ 0 w 838"/>
                <a:gd name="T31" fmla="*/ 0 h 832"/>
                <a:gd name="T32" fmla="*/ 0 w 838"/>
                <a:gd name="T33" fmla="*/ 0 h 832"/>
                <a:gd name="T34" fmla="*/ 0 w 838"/>
                <a:gd name="T35" fmla="*/ 0 h 832"/>
                <a:gd name="T36" fmla="*/ 0 w 838"/>
                <a:gd name="T37" fmla="*/ 0 h 832"/>
                <a:gd name="T38" fmla="*/ 0 w 838"/>
                <a:gd name="T39" fmla="*/ 0 h 832"/>
                <a:gd name="T40" fmla="*/ 0 w 838"/>
                <a:gd name="T41" fmla="*/ 0 h 832"/>
                <a:gd name="T42" fmla="*/ 0 w 838"/>
                <a:gd name="T43" fmla="*/ 0 h 832"/>
                <a:gd name="T44" fmla="*/ 0 w 838"/>
                <a:gd name="T45" fmla="*/ 0 h 832"/>
                <a:gd name="T46" fmla="*/ 0 w 838"/>
                <a:gd name="T47" fmla="*/ 0 h 832"/>
                <a:gd name="T48" fmla="*/ 0 w 838"/>
                <a:gd name="T49" fmla="*/ 0 h 832"/>
                <a:gd name="T50" fmla="*/ 0 w 838"/>
                <a:gd name="T51" fmla="*/ 0 h 832"/>
                <a:gd name="T52" fmla="*/ 0 w 838"/>
                <a:gd name="T53" fmla="*/ 0 h 832"/>
                <a:gd name="T54" fmla="*/ 0 w 838"/>
                <a:gd name="T55" fmla="*/ 0 h 832"/>
                <a:gd name="T56" fmla="*/ 0 w 838"/>
                <a:gd name="T57" fmla="*/ 0 h 832"/>
                <a:gd name="T58" fmla="*/ 0 w 838"/>
                <a:gd name="T59" fmla="*/ 0 h 832"/>
                <a:gd name="T60" fmla="*/ 0 w 838"/>
                <a:gd name="T61" fmla="*/ 0 h 832"/>
                <a:gd name="T62" fmla="*/ 0 w 838"/>
                <a:gd name="T63" fmla="*/ 0 h 832"/>
                <a:gd name="T64" fmla="*/ 0 w 838"/>
                <a:gd name="T65" fmla="*/ 0 h 832"/>
                <a:gd name="T66" fmla="*/ 0 w 838"/>
                <a:gd name="T67" fmla="*/ 0 h 832"/>
                <a:gd name="T68" fmla="*/ 0 w 838"/>
                <a:gd name="T69" fmla="*/ 0 h 832"/>
                <a:gd name="T70" fmla="*/ 0 w 838"/>
                <a:gd name="T71" fmla="*/ 0 h 832"/>
                <a:gd name="T72" fmla="*/ 0 w 838"/>
                <a:gd name="T73" fmla="*/ 0 h 832"/>
                <a:gd name="T74" fmla="*/ 0 w 838"/>
                <a:gd name="T75" fmla="*/ 0 h 832"/>
                <a:gd name="T76" fmla="*/ 0 w 838"/>
                <a:gd name="T77" fmla="*/ 0 h 832"/>
                <a:gd name="T78" fmla="*/ 0 w 838"/>
                <a:gd name="T79" fmla="*/ 0 h 832"/>
                <a:gd name="T80" fmla="*/ 0 w 838"/>
                <a:gd name="T81" fmla="*/ 0 h 832"/>
                <a:gd name="T82" fmla="*/ 0 w 838"/>
                <a:gd name="T83" fmla="*/ 0 h 832"/>
                <a:gd name="T84" fmla="*/ 0 w 838"/>
                <a:gd name="T85" fmla="*/ 0 h 832"/>
                <a:gd name="T86" fmla="*/ 0 w 838"/>
                <a:gd name="T87" fmla="*/ 0 h 832"/>
                <a:gd name="T88" fmla="*/ 0 w 838"/>
                <a:gd name="T89" fmla="*/ 0 h 832"/>
                <a:gd name="T90" fmla="*/ 0 w 838"/>
                <a:gd name="T91" fmla="*/ 0 h 832"/>
                <a:gd name="T92" fmla="*/ 0 w 838"/>
                <a:gd name="T93" fmla="*/ 0 h 832"/>
                <a:gd name="T94" fmla="*/ 0 w 838"/>
                <a:gd name="T95" fmla="*/ 0 h 832"/>
                <a:gd name="T96" fmla="*/ 0 w 838"/>
                <a:gd name="T97" fmla="*/ 0 h 832"/>
                <a:gd name="T98" fmla="*/ 0 w 838"/>
                <a:gd name="T99" fmla="*/ 0 h 832"/>
                <a:gd name="T100" fmla="*/ 0 w 838"/>
                <a:gd name="T101" fmla="*/ 0 h 832"/>
                <a:gd name="T102" fmla="*/ 0 w 838"/>
                <a:gd name="T103" fmla="*/ 0 h 832"/>
                <a:gd name="T104" fmla="*/ 0 w 838"/>
                <a:gd name="T105" fmla="*/ 0 h 832"/>
                <a:gd name="T106" fmla="*/ 0 w 838"/>
                <a:gd name="T107" fmla="*/ 0 h 832"/>
                <a:gd name="T108" fmla="*/ 0 w 838"/>
                <a:gd name="T109" fmla="*/ 0 h 832"/>
                <a:gd name="T110" fmla="*/ 0 w 838"/>
                <a:gd name="T111" fmla="*/ 0 h 832"/>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838" h="832">
                  <a:moveTo>
                    <a:pt x="155" y="0"/>
                  </a:moveTo>
                  <a:lnTo>
                    <a:pt x="253" y="30"/>
                  </a:lnTo>
                  <a:lnTo>
                    <a:pt x="298" y="70"/>
                  </a:lnTo>
                  <a:lnTo>
                    <a:pt x="326" y="153"/>
                  </a:lnTo>
                  <a:lnTo>
                    <a:pt x="326" y="228"/>
                  </a:lnTo>
                  <a:lnTo>
                    <a:pt x="311" y="272"/>
                  </a:lnTo>
                  <a:lnTo>
                    <a:pt x="320" y="350"/>
                  </a:lnTo>
                  <a:lnTo>
                    <a:pt x="320" y="408"/>
                  </a:lnTo>
                  <a:lnTo>
                    <a:pt x="306" y="423"/>
                  </a:lnTo>
                  <a:lnTo>
                    <a:pt x="320" y="445"/>
                  </a:lnTo>
                  <a:lnTo>
                    <a:pt x="329" y="467"/>
                  </a:lnTo>
                  <a:lnTo>
                    <a:pt x="311" y="490"/>
                  </a:lnTo>
                  <a:lnTo>
                    <a:pt x="311" y="513"/>
                  </a:lnTo>
                  <a:lnTo>
                    <a:pt x="347" y="521"/>
                  </a:lnTo>
                  <a:lnTo>
                    <a:pt x="343" y="544"/>
                  </a:lnTo>
                  <a:lnTo>
                    <a:pt x="378" y="557"/>
                  </a:lnTo>
                  <a:lnTo>
                    <a:pt x="411" y="548"/>
                  </a:lnTo>
                  <a:lnTo>
                    <a:pt x="433" y="557"/>
                  </a:lnTo>
                  <a:lnTo>
                    <a:pt x="532" y="571"/>
                  </a:lnTo>
                  <a:lnTo>
                    <a:pt x="622" y="567"/>
                  </a:lnTo>
                  <a:lnTo>
                    <a:pt x="679" y="571"/>
                  </a:lnTo>
                  <a:lnTo>
                    <a:pt x="717" y="594"/>
                  </a:lnTo>
                  <a:lnTo>
                    <a:pt x="807" y="594"/>
                  </a:lnTo>
                  <a:lnTo>
                    <a:pt x="838" y="625"/>
                  </a:lnTo>
                  <a:lnTo>
                    <a:pt x="838" y="660"/>
                  </a:lnTo>
                  <a:lnTo>
                    <a:pt x="833" y="719"/>
                  </a:lnTo>
                  <a:lnTo>
                    <a:pt x="762" y="738"/>
                  </a:lnTo>
                  <a:lnTo>
                    <a:pt x="762" y="700"/>
                  </a:lnTo>
                  <a:lnTo>
                    <a:pt x="757" y="669"/>
                  </a:lnTo>
                  <a:lnTo>
                    <a:pt x="743" y="656"/>
                  </a:lnTo>
                  <a:lnTo>
                    <a:pt x="739" y="692"/>
                  </a:lnTo>
                  <a:lnTo>
                    <a:pt x="734" y="738"/>
                  </a:lnTo>
                  <a:lnTo>
                    <a:pt x="717" y="765"/>
                  </a:lnTo>
                  <a:lnTo>
                    <a:pt x="685" y="800"/>
                  </a:lnTo>
                  <a:lnTo>
                    <a:pt x="610" y="818"/>
                  </a:lnTo>
                  <a:lnTo>
                    <a:pt x="550" y="828"/>
                  </a:lnTo>
                  <a:lnTo>
                    <a:pt x="482" y="832"/>
                  </a:lnTo>
                  <a:lnTo>
                    <a:pt x="569" y="782"/>
                  </a:lnTo>
                  <a:lnTo>
                    <a:pt x="627" y="738"/>
                  </a:lnTo>
                  <a:lnTo>
                    <a:pt x="639" y="700"/>
                  </a:lnTo>
                  <a:lnTo>
                    <a:pt x="631" y="669"/>
                  </a:lnTo>
                  <a:lnTo>
                    <a:pt x="582" y="665"/>
                  </a:lnTo>
                  <a:lnTo>
                    <a:pt x="564" y="700"/>
                  </a:lnTo>
                  <a:lnTo>
                    <a:pt x="550" y="742"/>
                  </a:lnTo>
                  <a:lnTo>
                    <a:pt x="505" y="787"/>
                  </a:lnTo>
                  <a:lnTo>
                    <a:pt x="456" y="823"/>
                  </a:lnTo>
                  <a:lnTo>
                    <a:pt x="406" y="828"/>
                  </a:lnTo>
                  <a:lnTo>
                    <a:pt x="329" y="823"/>
                  </a:lnTo>
                  <a:lnTo>
                    <a:pt x="411" y="759"/>
                  </a:lnTo>
                  <a:lnTo>
                    <a:pt x="469" y="727"/>
                  </a:lnTo>
                  <a:lnTo>
                    <a:pt x="514" y="692"/>
                  </a:lnTo>
                  <a:lnTo>
                    <a:pt x="528" y="665"/>
                  </a:lnTo>
                  <a:lnTo>
                    <a:pt x="524" y="637"/>
                  </a:lnTo>
                  <a:lnTo>
                    <a:pt x="497" y="633"/>
                  </a:lnTo>
                  <a:lnTo>
                    <a:pt x="465" y="660"/>
                  </a:lnTo>
                  <a:lnTo>
                    <a:pt x="447" y="697"/>
                  </a:lnTo>
                  <a:lnTo>
                    <a:pt x="406" y="742"/>
                  </a:lnTo>
                  <a:lnTo>
                    <a:pt x="356" y="765"/>
                  </a:lnTo>
                  <a:lnTo>
                    <a:pt x="320" y="787"/>
                  </a:lnTo>
                  <a:lnTo>
                    <a:pt x="280" y="805"/>
                  </a:lnTo>
                  <a:lnTo>
                    <a:pt x="234" y="813"/>
                  </a:lnTo>
                  <a:lnTo>
                    <a:pt x="181" y="813"/>
                  </a:lnTo>
                  <a:lnTo>
                    <a:pt x="129" y="804"/>
                  </a:lnTo>
                  <a:lnTo>
                    <a:pt x="244" y="765"/>
                  </a:lnTo>
                  <a:lnTo>
                    <a:pt x="288" y="742"/>
                  </a:lnTo>
                  <a:lnTo>
                    <a:pt x="320" y="700"/>
                  </a:lnTo>
                  <a:lnTo>
                    <a:pt x="326" y="665"/>
                  </a:lnTo>
                  <a:lnTo>
                    <a:pt x="298" y="665"/>
                  </a:lnTo>
                  <a:lnTo>
                    <a:pt x="285" y="697"/>
                  </a:lnTo>
                  <a:lnTo>
                    <a:pt x="262" y="723"/>
                  </a:lnTo>
                  <a:lnTo>
                    <a:pt x="225" y="751"/>
                  </a:lnTo>
                  <a:lnTo>
                    <a:pt x="185" y="779"/>
                  </a:lnTo>
                  <a:lnTo>
                    <a:pt x="132" y="802"/>
                  </a:lnTo>
                  <a:lnTo>
                    <a:pt x="91" y="787"/>
                  </a:lnTo>
                  <a:lnTo>
                    <a:pt x="72" y="765"/>
                  </a:lnTo>
                  <a:lnTo>
                    <a:pt x="42" y="709"/>
                  </a:lnTo>
                  <a:lnTo>
                    <a:pt x="100" y="697"/>
                  </a:lnTo>
                  <a:lnTo>
                    <a:pt x="212" y="683"/>
                  </a:lnTo>
                  <a:lnTo>
                    <a:pt x="280" y="652"/>
                  </a:lnTo>
                  <a:lnTo>
                    <a:pt x="315" y="621"/>
                  </a:lnTo>
                  <a:lnTo>
                    <a:pt x="329" y="585"/>
                  </a:lnTo>
                  <a:lnTo>
                    <a:pt x="334" y="567"/>
                  </a:lnTo>
                  <a:lnTo>
                    <a:pt x="315" y="567"/>
                  </a:lnTo>
                  <a:lnTo>
                    <a:pt x="293" y="594"/>
                  </a:lnTo>
                  <a:lnTo>
                    <a:pt x="257" y="642"/>
                  </a:lnTo>
                  <a:lnTo>
                    <a:pt x="176" y="669"/>
                  </a:lnTo>
                  <a:lnTo>
                    <a:pt x="100" y="693"/>
                  </a:lnTo>
                  <a:lnTo>
                    <a:pt x="42" y="709"/>
                  </a:lnTo>
                  <a:lnTo>
                    <a:pt x="19" y="616"/>
                  </a:lnTo>
                  <a:lnTo>
                    <a:pt x="14" y="548"/>
                  </a:lnTo>
                  <a:lnTo>
                    <a:pt x="14" y="489"/>
                  </a:lnTo>
                  <a:lnTo>
                    <a:pt x="91" y="530"/>
                  </a:lnTo>
                  <a:lnTo>
                    <a:pt x="181" y="548"/>
                  </a:lnTo>
                  <a:lnTo>
                    <a:pt x="253" y="544"/>
                  </a:lnTo>
                  <a:lnTo>
                    <a:pt x="271" y="536"/>
                  </a:lnTo>
                  <a:lnTo>
                    <a:pt x="280" y="513"/>
                  </a:lnTo>
                  <a:lnTo>
                    <a:pt x="239" y="513"/>
                  </a:lnTo>
                  <a:lnTo>
                    <a:pt x="196" y="526"/>
                  </a:lnTo>
                  <a:lnTo>
                    <a:pt x="88" y="530"/>
                  </a:lnTo>
                  <a:lnTo>
                    <a:pt x="14" y="490"/>
                  </a:lnTo>
                  <a:lnTo>
                    <a:pt x="10" y="405"/>
                  </a:lnTo>
                  <a:lnTo>
                    <a:pt x="5" y="345"/>
                  </a:lnTo>
                  <a:lnTo>
                    <a:pt x="0" y="287"/>
                  </a:lnTo>
                  <a:lnTo>
                    <a:pt x="10" y="188"/>
                  </a:lnTo>
                  <a:lnTo>
                    <a:pt x="32" y="153"/>
                  </a:lnTo>
                  <a:lnTo>
                    <a:pt x="100" y="108"/>
                  </a:lnTo>
                  <a:lnTo>
                    <a:pt x="78" y="113"/>
                  </a:lnTo>
                  <a:lnTo>
                    <a:pt x="10" y="143"/>
                  </a:lnTo>
                  <a:lnTo>
                    <a:pt x="37" y="81"/>
                  </a:lnTo>
                  <a:lnTo>
                    <a:pt x="60" y="48"/>
                  </a:lnTo>
                  <a:lnTo>
                    <a:pt x="78" y="26"/>
                  </a:lnTo>
                  <a:lnTo>
                    <a:pt x="155" y="0"/>
                  </a:lnTo>
                  <a:close/>
                </a:path>
              </a:pathLst>
            </a:custGeom>
            <a:solidFill>
              <a:srgbClr val="E0E0E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988" name="Freeform 180"/>
            <p:cNvSpPr/>
            <p:nvPr/>
          </p:nvSpPr>
          <p:spPr bwMode="auto">
            <a:xfrm>
              <a:off x="231" y="1940"/>
              <a:ext cx="42" cy="38"/>
            </a:xfrm>
            <a:custGeom>
              <a:avLst/>
              <a:gdLst>
                <a:gd name="T0" fmla="*/ 0 w 209"/>
                <a:gd name="T1" fmla="*/ 0 h 187"/>
                <a:gd name="T2" fmla="*/ 0 w 209"/>
                <a:gd name="T3" fmla="*/ 0 h 187"/>
                <a:gd name="T4" fmla="*/ 0 w 209"/>
                <a:gd name="T5" fmla="*/ 0 h 187"/>
                <a:gd name="T6" fmla="*/ 0 w 209"/>
                <a:gd name="T7" fmla="*/ 0 h 187"/>
                <a:gd name="T8" fmla="*/ 0 w 209"/>
                <a:gd name="T9" fmla="*/ 0 h 187"/>
                <a:gd name="T10" fmla="*/ 0 w 209"/>
                <a:gd name="T11" fmla="*/ 0 h 187"/>
                <a:gd name="T12" fmla="*/ 0 w 209"/>
                <a:gd name="T13" fmla="*/ 0 h 187"/>
                <a:gd name="T14" fmla="*/ 0 w 209"/>
                <a:gd name="T15" fmla="*/ 0 h 187"/>
                <a:gd name="T16" fmla="*/ 0 w 209"/>
                <a:gd name="T17" fmla="*/ 0 h 187"/>
                <a:gd name="T18" fmla="*/ 0 w 209"/>
                <a:gd name="T19" fmla="*/ 0 h 187"/>
                <a:gd name="T20" fmla="*/ 0 w 209"/>
                <a:gd name="T21" fmla="*/ 0 h 187"/>
                <a:gd name="T22" fmla="*/ 0 w 209"/>
                <a:gd name="T23" fmla="*/ 0 h 187"/>
                <a:gd name="T24" fmla="*/ 0 w 209"/>
                <a:gd name="T25" fmla="*/ 0 h 187"/>
                <a:gd name="T26" fmla="*/ 0 w 209"/>
                <a:gd name="T27" fmla="*/ 0 h 187"/>
                <a:gd name="T28" fmla="*/ 0 w 209"/>
                <a:gd name="T29" fmla="*/ 0 h 187"/>
                <a:gd name="T30" fmla="*/ 0 w 209"/>
                <a:gd name="T31" fmla="*/ 0 h 187"/>
                <a:gd name="T32" fmla="*/ 0 w 209"/>
                <a:gd name="T33" fmla="*/ 0 h 187"/>
                <a:gd name="T34" fmla="*/ 0 w 209"/>
                <a:gd name="T35" fmla="*/ 0 h 187"/>
                <a:gd name="T36" fmla="*/ 0 w 209"/>
                <a:gd name="T37" fmla="*/ 0 h 187"/>
                <a:gd name="T38" fmla="*/ 0 w 209"/>
                <a:gd name="T39" fmla="*/ 0 h 187"/>
                <a:gd name="T40" fmla="*/ 0 w 209"/>
                <a:gd name="T41" fmla="*/ 0 h 187"/>
                <a:gd name="T42" fmla="*/ 0 w 209"/>
                <a:gd name="T43" fmla="*/ 0 h 187"/>
                <a:gd name="T44" fmla="*/ 0 w 209"/>
                <a:gd name="T45" fmla="*/ 0 h 187"/>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209" h="187">
                  <a:moveTo>
                    <a:pt x="209" y="0"/>
                  </a:moveTo>
                  <a:lnTo>
                    <a:pt x="209" y="15"/>
                  </a:lnTo>
                  <a:lnTo>
                    <a:pt x="182" y="51"/>
                  </a:lnTo>
                  <a:lnTo>
                    <a:pt x="157" y="71"/>
                  </a:lnTo>
                  <a:lnTo>
                    <a:pt x="100" y="113"/>
                  </a:lnTo>
                  <a:lnTo>
                    <a:pt x="77" y="130"/>
                  </a:lnTo>
                  <a:lnTo>
                    <a:pt x="25" y="170"/>
                  </a:lnTo>
                  <a:lnTo>
                    <a:pt x="82" y="152"/>
                  </a:lnTo>
                  <a:lnTo>
                    <a:pt x="140" y="135"/>
                  </a:lnTo>
                  <a:lnTo>
                    <a:pt x="198" y="130"/>
                  </a:lnTo>
                  <a:lnTo>
                    <a:pt x="194" y="147"/>
                  </a:lnTo>
                  <a:lnTo>
                    <a:pt x="100" y="164"/>
                  </a:lnTo>
                  <a:lnTo>
                    <a:pt x="52" y="184"/>
                  </a:lnTo>
                  <a:lnTo>
                    <a:pt x="25" y="187"/>
                  </a:lnTo>
                  <a:lnTo>
                    <a:pt x="2" y="180"/>
                  </a:lnTo>
                  <a:lnTo>
                    <a:pt x="0" y="158"/>
                  </a:lnTo>
                  <a:lnTo>
                    <a:pt x="18" y="141"/>
                  </a:lnTo>
                  <a:lnTo>
                    <a:pt x="44" y="116"/>
                  </a:lnTo>
                  <a:lnTo>
                    <a:pt x="75" y="80"/>
                  </a:lnTo>
                  <a:lnTo>
                    <a:pt x="107" y="40"/>
                  </a:lnTo>
                  <a:lnTo>
                    <a:pt x="144" y="12"/>
                  </a:lnTo>
                  <a:lnTo>
                    <a:pt x="184" y="2"/>
                  </a:lnTo>
                  <a:lnTo>
                    <a:pt x="209" y="0"/>
                  </a:lnTo>
                  <a:close/>
                </a:path>
              </a:pathLst>
            </a:custGeom>
            <a:solidFill>
              <a:srgbClr val="C0C0C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989" name="Freeform 181"/>
            <p:cNvSpPr/>
            <p:nvPr/>
          </p:nvSpPr>
          <p:spPr bwMode="auto">
            <a:xfrm>
              <a:off x="232" y="1909"/>
              <a:ext cx="39" cy="49"/>
            </a:xfrm>
            <a:custGeom>
              <a:avLst/>
              <a:gdLst>
                <a:gd name="T0" fmla="*/ 0 w 192"/>
                <a:gd name="T1" fmla="*/ 0 h 246"/>
                <a:gd name="T2" fmla="*/ 0 w 192"/>
                <a:gd name="T3" fmla="*/ 0 h 246"/>
                <a:gd name="T4" fmla="*/ 0 w 192"/>
                <a:gd name="T5" fmla="*/ 0 h 246"/>
                <a:gd name="T6" fmla="*/ 0 w 192"/>
                <a:gd name="T7" fmla="*/ 0 h 246"/>
                <a:gd name="T8" fmla="*/ 0 w 192"/>
                <a:gd name="T9" fmla="*/ 0 h 246"/>
                <a:gd name="T10" fmla="*/ 0 w 192"/>
                <a:gd name="T11" fmla="*/ 0 h 246"/>
                <a:gd name="T12" fmla="*/ 0 w 192"/>
                <a:gd name="T13" fmla="*/ 0 h 246"/>
                <a:gd name="T14" fmla="*/ 0 w 192"/>
                <a:gd name="T15" fmla="*/ 0 h 246"/>
                <a:gd name="T16" fmla="*/ 0 w 192"/>
                <a:gd name="T17" fmla="*/ 0 h 246"/>
                <a:gd name="T18" fmla="*/ 0 w 192"/>
                <a:gd name="T19" fmla="*/ 0 h 246"/>
                <a:gd name="T20" fmla="*/ 0 w 192"/>
                <a:gd name="T21" fmla="*/ 0 h 246"/>
                <a:gd name="T22" fmla="*/ 0 w 192"/>
                <a:gd name="T23" fmla="*/ 0 h 246"/>
                <a:gd name="T24" fmla="*/ 0 w 192"/>
                <a:gd name="T25" fmla="*/ 0 h 246"/>
                <a:gd name="T26" fmla="*/ 0 w 192"/>
                <a:gd name="T27" fmla="*/ 0 h 246"/>
                <a:gd name="T28" fmla="*/ 0 w 192"/>
                <a:gd name="T29" fmla="*/ 0 h 246"/>
                <a:gd name="T30" fmla="*/ 0 w 192"/>
                <a:gd name="T31" fmla="*/ 0 h 246"/>
                <a:gd name="T32" fmla="*/ 0 w 192"/>
                <a:gd name="T33" fmla="*/ 0 h 24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92" h="246">
                  <a:moveTo>
                    <a:pt x="156" y="0"/>
                  </a:moveTo>
                  <a:lnTo>
                    <a:pt x="183" y="4"/>
                  </a:lnTo>
                  <a:lnTo>
                    <a:pt x="192" y="27"/>
                  </a:lnTo>
                  <a:lnTo>
                    <a:pt x="190" y="46"/>
                  </a:lnTo>
                  <a:lnTo>
                    <a:pt x="174" y="71"/>
                  </a:lnTo>
                  <a:lnTo>
                    <a:pt x="152" y="78"/>
                  </a:lnTo>
                  <a:lnTo>
                    <a:pt x="110" y="106"/>
                  </a:lnTo>
                  <a:lnTo>
                    <a:pt x="69" y="140"/>
                  </a:lnTo>
                  <a:lnTo>
                    <a:pt x="41" y="184"/>
                  </a:lnTo>
                  <a:lnTo>
                    <a:pt x="8" y="231"/>
                  </a:lnTo>
                  <a:lnTo>
                    <a:pt x="0" y="246"/>
                  </a:lnTo>
                  <a:lnTo>
                    <a:pt x="8" y="190"/>
                  </a:lnTo>
                  <a:lnTo>
                    <a:pt x="16" y="141"/>
                  </a:lnTo>
                  <a:lnTo>
                    <a:pt x="31" y="99"/>
                  </a:lnTo>
                  <a:lnTo>
                    <a:pt x="57" y="60"/>
                  </a:lnTo>
                  <a:lnTo>
                    <a:pt x="128" y="6"/>
                  </a:lnTo>
                  <a:lnTo>
                    <a:pt x="156" y="0"/>
                  </a:lnTo>
                  <a:close/>
                </a:path>
              </a:pathLst>
            </a:custGeom>
            <a:solidFill>
              <a:srgbClr val="C0C0C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990" name="Freeform 182"/>
            <p:cNvSpPr/>
            <p:nvPr/>
          </p:nvSpPr>
          <p:spPr bwMode="auto">
            <a:xfrm>
              <a:off x="237" y="1860"/>
              <a:ext cx="41" cy="29"/>
            </a:xfrm>
            <a:custGeom>
              <a:avLst/>
              <a:gdLst>
                <a:gd name="T0" fmla="*/ 0 w 204"/>
                <a:gd name="T1" fmla="*/ 0 h 141"/>
                <a:gd name="T2" fmla="*/ 0 w 204"/>
                <a:gd name="T3" fmla="*/ 0 h 141"/>
                <a:gd name="T4" fmla="*/ 0 w 204"/>
                <a:gd name="T5" fmla="*/ 0 h 141"/>
                <a:gd name="T6" fmla="*/ 0 w 204"/>
                <a:gd name="T7" fmla="*/ 0 h 141"/>
                <a:gd name="T8" fmla="*/ 0 w 204"/>
                <a:gd name="T9" fmla="*/ 0 h 141"/>
                <a:gd name="T10" fmla="*/ 0 w 204"/>
                <a:gd name="T11" fmla="*/ 0 h 141"/>
                <a:gd name="T12" fmla="*/ 0 w 204"/>
                <a:gd name="T13" fmla="*/ 0 h 141"/>
                <a:gd name="T14" fmla="*/ 0 w 204"/>
                <a:gd name="T15" fmla="*/ 0 h 141"/>
                <a:gd name="T16" fmla="*/ 0 w 204"/>
                <a:gd name="T17" fmla="*/ 0 h 141"/>
                <a:gd name="T18" fmla="*/ 0 w 204"/>
                <a:gd name="T19" fmla="*/ 0 h 14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04" h="141">
                  <a:moveTo>
                    <a:pt x="204" y="141"/>
                  </a:moveTo>
                  <a:lnTo>
                    <a:pt x="169" y="110"/>
                  </a:lnTo>
                  <a:lnTo>
                    <a:pt x="111" y="89"/>
                  </a:lnTo>
                  <a:lnTo>
                    <a:pt x="71" y="78"/>
                  </a:lnTo>
                  <a:lnTo>
                    <a:pt x="0" y="0"/>
                  </a:lnTo>
                  <a:lnTo>
                    <a:pt x="53" y="30"/>
                  </a:lnTo>
                  <a:lnTo>
                    <a:pt x="103" y="51"/>
                  </a:lnTo>
                  <a:lnTo>
                    <a:pt x="138" y="69"/>
                  </a:lnTo>
                  <a:lnTo>
                    <a:pt x="155" y="89"/>
                  </a:lnTo>
                  <a:lnTo>
                    <a:pt x="204" y="141"/>
                  </a:lnTo>
                  <a:close/>
                </a:path>
              </a:pathLst>
            </a:custGeom>
            <a:solidFill>
              <a:srgbClr val="E0E0E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991" name="Freeform 183"/>
            <p:cNvSpPr/>
            <p:nvPr/>
          </p:nvSpPr>
          <p:spPr bwMode="auto">
            <a:xfrm>
              <a:off x="286" y="1913"/>
              <a:ext cx="23" cy="73"/>
            </a:xfrm>
            <a:custGeom>
              <a:avLst/>
              <a:gdLst>
                <a:gd name="T0" fmla="*/ 0 w 115"/>
                <a:gd name="T1" fmla="*/ 0 h 368"/>
                <a:gd name="T2" fmla="*/ 0 w 115"/>
                <a:gd name="T3" fmla="*/ 0 h 368"/>
                <a:gd name="T4" fmla="*/ 0 w 115"/>
                <a:gd name="T5" fmla="*/ 0 h 368"/>
                <a:gd name="T6" fmla="*/ 0 w 115"/>
                <a:gd name="T7" fmla="*/ 0 h 368"/>
                <a:gd name="T8" fmla="*/ 0 w 115"/>
                <a:gd name="T9" fmla="*/ 0 h 368"/>
                <a:gd name="T10" fmla="*/ 0 w 115"/>
                <a:gd name="T11" fmla="*/ 0 h 368"/>
                <a:gd name="T12" fmla="*/ 0 w 115"/>
                <a:gd name="T13" fmla="*/ 0 h 368"/>
                <a:gd name="T14" fmla="*/ 0 w 115"/>
                <a:gd name="T15" fmla="*/ 0 h 368"/>
                <a:gd name="T16" fmla="*/ 0 w 115"/>
                <a:gd name="T17" fmla="*/ 0 h 368"/>
                <a:gd name="T18" fmla="*/ 0 w 115"/>
                <a:gd name="T19" fmla="*/ 0 h 368"/>
                <a:gd name="T20" fmla="*/ 0 w 115"/>
                <a:gd name="T21" fmla="*/ 0 h 368"/>
                <a:gd name="T22" fmla="*/ 0 w 115"/>
                <a:gd name="T23" fmla="*/ 0 h 368"/>
                <a:gd name="T24" fmla="*/ 0 w 115"/>
                <a:gd name="T25" fmla="*/ 0 h 368"/>
                <a:gd name="T26" fmla="*/ 0 w 115"/>
                <a:gd name="T27" fmla="*/ 0 h 368"/>
                <a:gd name="T28" fmla="*/ 0 w 115"/>
                <a:gd name="T29" fmla="*/ 0 h 368"/>
                <a:gd name="T30" fmla="*/ 0 w 115"/>
                <a:gd name="T31" fmla="*/ 0 h 368"/>
                <a:gd name="T32" fmla="*/ 0 w 115"/>
                <a:gd name="T33" fmla="*/ 0 h 368"/>
                <a:gd name="T34" fmla="*/ 0 w 115"/>
                <a:gd name="T35" fmla="*/ 0 h 368"/>
                <a:gd name="T36" fmla="*/ 0 w 115"/>
                <a:gd name="T37" fmla="*/ 0 h 36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5" h="368">
                  <a:moveTo>
                    <a:pt x="115" y="368"/>
                  </a:moveTo>
                  <a:lnTo>
                    <a:pt x="58" y="368"/>
                  </a:lnTo>
                  <a:lnTo>
                    <a:pt x="40" y="364"/>
                  </a:lnTo>
                  <a:lnTo>
                    <a:pt x="40" y="349"/>
                  </a:lnTo>
                  <a:lnTo>
                    <a:pt x="28" y="336"/>
                  </a:lnTo>
                  <a:lnTo>
                    <a:pt x="9" y="323"/>
                  </a:lnTo>
                  <a:lnTo>
                    <a:pt x="19" y="309"/>
                  </a:lnTo>
                  <a:lnTo>
                    <a:pt x="19" y="291"/>
                  </a:lnTo>
                  <a:lnTo>
                    <a:pt x="5" y="269"/>
                  </a:lnTo>
                  <a:lnTo>
                    <a:pt x="5" y="246"/>
                  </a:lnTo>
                  <a:lnTo>
                    <a:pt x="14" y="219"/>
                  </a:lnTo>
                  <a:lnTo>
                    <a:pt x="14" y="161"/>
                  </a:lnTo>
                  <a:lnTo>
                    <a:pt x="0" y="107"/>
                  </a:lnTo>
                  <a:lnTo>
                    <a:pt x="5" y="67"/>
                  </a:lnTo>
                  <a:lnTo>
                    <a:pt x="5" y="0"/>
                  </a:lnTo>
                  <a:lnTo>
                    <a:pt x="40" y="101"/>
                  </a:lnTo>
                  <a:lnTo>
                    <a:pt x="71" y="197"/>
                  </a:lnTo>
                  <a:lnTo>
                    <a:pt x="93" y="300"/>
                  </a:lnTo>
                  <a:lnTo>
                    <a:pt x="115" y="368"/>
                  </a:lnTo>
                  <a:close/>
                </a:path>
              </a:pathLst>
            </a:custGeom>
            <a:solidFill>
              <a:srgbClr val="E0E0E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992" name="Freeform 184"/>
            <p:cNvSpPr/>
            <p:nvPr/>
          </p:nvSpPr>
          <p:spPr bwMode="auto">
            <a:xfrm>
              <a:off x="233" y="1992"/>
              <a:ext cx="41" cy="14"/>
            </a:xfrm>
            <a:custGeom>
              <a:avLst/>
              <a:gdLst>
                <a:gd name="T0" fmla="*/ 0 w 206"/>
                <a:gd name="T1" fmla="*/ 0 h 69"/>
                <a:gd name="T2" fmla="*/ 0 w 206"/>
                <a:gd name="T3" fmla="*/ 0 h 69"/>
                <a:gd name="T4" fmla="*/ 0 w 206"/>
                <a:gd name="T5" fmla="*/ 0 h 69"/>
                <a:gd name="T6" fmla="*/ 0 w 206"/>
                <a:gd name="T7" fmla="*/ 0 h 69"/>
                <a:gd name="T8" fmla="*/ 0 w 206"/>
                <a:gd name="T9" fmla="*/ 0 h 69"/>
                <a:gd name="T10" fmla="*/ 0 w 206"/>
                <a:gd name="T11" fmla="*/ 0 h 69"/>
                <a:gd name="T12" fmla="*/ 0 w 206"/>
                <a:gd name="T13" fmla="*/ 0 h 69"/>
                <a:gd name="T14" fmla="*/ 0 w 206"/>
                <a:gd name="T15" fmla="*/ 0 h 69"/>
                <a:gd name="T16" fmla="*/ 0 w 206"/>
                <a:gd name="T17" fmla="*/ 0 h 69"/>
                <a:gd name="T18" fmla="*/ 0 w 206"/>
                <a:gd name="T19" fmla="*/ 0 h 69"/>
                <a:gd name="T20" fmla="*/ 0 w 206"/>
                <a:gd name="T21" fmla="*/ 0 h 6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06" h="69">
                  <a:moveTo>
                    <a:pt x="42" y="34"/>
                  </a:moveTo>
                  <a:lnTo>
                    <a:pt x="87" y="15"/>
                  </a:lnTo>
                  <a:lnTo>
                    <a:pt x="129" y="3"/>
                  </a:lnTo>
                  <a:lnTo>
                    <a:pt x="184" y="0"/>
                  </a:lnTo>
                  <a:lnTo>
                    <a:pt x="206" y="4"/>
                  </a:lnTo>
                  <a:lnTo>
                    <a:pt x="196" y="26"/>
                  </a:lnTo>
                  <a:lnTo>
                    <a:pt x="174" y="43"/>
                  </a:lnTo>
                  <a:lnTo>
                    <a:pt x="126" y="57"/>
                  </a:lnTo>
                  <a:lnTo>
                    <a:pt x="50" y="69"/>
                  </a:lnTo>
                  <a:lnTo>
                    <a:pt x="0" y="65"/>
                  </a:lnTo>
                  <a:lnTo>
                    <a:pt x="42" y="34"/>
                  </a:lnTo>
                  <a:close/>
                </a:path>
              </a:pathLst>
            </a:custGeom>
            <a:solidFill>
              <a:srgbClr val="C0C0C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993" name="Freeform 185"/>
            <p:cNvSpPr/>
            <p:nvPr/>
          </p:nvSpPr>
          <p:spPr bwMode="auto">
            <a:xfrm>
              <a:off x="284" y="1999"/>
              <a:ext cx="25" cy="31"/>
            </a:xfrm>
            <a:custGeom>
              <a:avLst/>
              <a:gdLst>
                <a:gd name="T0" fmla="*/ 0 w 124"/>
                <a:gd name="T1" fmla="*/ 0 h 154"/>
                <a:gd name="T2" fmla="*/ 0 w 124"/>
                <a:gd name="T3" fmla="*/ 0 h 154"/>
                <a:gd name="T4" fmla="*/ 0 w 124"/>
                <a:gd name="T5" fmla="*/ 0 h 154"/>
                <a:gd name="T6" fmla="*/ 0 w 124"/>
                <a:gd name="T7" fmla="*/ 0 h 154"/>
                <a:gd name="T8" fmla="*/ 0 w 124"/>
                <a:gd name="T9" fmla="*/ 0 h 154"/>
                <a:gd name="T10" fmla="*/ 0 w 124"/>
                <a:gd name="T11" fmla="*/ 0 h 154"/>
                <a:gd name="T12" fmla="*/ 0 w 124"/>
                <a:gd name="T13" fmla="*/ 0 h 154"/>
                <a:gd name="T14" fmla="*/ 0 w 124"/>
                <a:gd name="T15" fmla="*/ 0 h 154"/>
                <a:gd name="T16" fmla="*/ 0 w 124"/>
                <a:gd name="T17" fmla="*/ 0 h 154"/>
                <a:gd name="T18" fmla="*/ 0 w 124"/>
                <a:gd name="T19" fmla="*/ 0 h 154"/>
                <a:gd name="T20" fmla="*/ 0 w 124"/>
                <a:gd name="T21" fmla="*/ 0 h 154"/>
                <a:gd name="T22" fmla="*/ 0 w 124"/>
                <a:gd name="T23" fmla="*/ 0 h 154"/>
                <a:gd name="T24" fmla="*/ 0 w 124"/>
                <a:gd name="T25" fmla="*/ 0 h 1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24" h="154">
                  <a:moveTo>
                    <a:pt x="67" y="43"/>
                  </a:moveTo>
                  <a:lnTo>
                    <a:pt x="82" y="9"/>
                  </a:lnTo>
                  <a:lnTo>
                    <a:pt x="106" y="0"/>
                  </a:lnTo>
                  <a:lnTo>
                    <a:pt x="122" y="7"/>
                  </a:lnTo>
                  <a:lnTo>
                    <a:pt x="124" y="25"/>
                  </a:lnTo>
                  <a:lnTo>
                    <a:pt x="114" y="55"/>
                  </a:lnTo>
                  <a:lnTo>
                    <a:pt x="95" y="82"/>
                  </a:lnTo>
                  <a:lnTo>
                    <a:pt x="73" y="108"/>
                  </a:lnTo>
                  <a:lnTo>
                    <a:pt x="45" y="133"/>
                  </a:lnTo>
                  <a:lnTo>
                    <a:pt x="0" y="154"/>
                  </a:lnTo>
                  <a:lnTo>
                    <a:pt x="40" y="110"/>
                  </a:lnTo>
                  <a:lnTo>
                    <a:pt x="53" y="78"/>
                  </a:lnTo>
                  <a:lnTo>
                    <a:pt x="67" y="43"/>
                  </a:lnTo>
                  <a:close/>
                </a:path>
              </a:pathLst>
            </a:custGeom>
            <a:solidFill>
              <a:srgbClr val="C0C0C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994" name="Freeform 186"/>
            <p:cNvSpPr/>
            <p:nvPr/>
          </p:nvSpPr>
          <p:spPr bwMode="auto">
            <a:xfrm>
              <a:off x="208" y="1836"/>
              <a:ext cx="60" cy="37"/>
            </a:xfrm>
            <a:custGeom>
              <a:avLst/>
              <a:gdLst>
                <a:gd name="T0" fmla="*/ 0 w 298"/>
                <a:gd name="T1" fmla="*/ 0 h 186"/>
                <a:gd name="T2" fmla="*/ 0 w 298"/>
                <a:gd name="T3" fmla="*/ 0 h 186"/>
                <a:gd name="T4" fmla="*/ 0 w 298"/>
                <a:gd name="T5" fmla="*/ 0 h 186"/>
                <a:gd name="T6" fmla="*/ 0 w 298"/>
                <a:gd name="T7" fmla="*/ 0 h 186"/>
                <a:gd name="T8" fmla="*/ 0 w 298"/>
                <a:gd name="T9" fmla="*/ 0 h 186"/>
                <a:gd name="T10" fmla="*/ 0 w 298"/>
                <a:gd name="T11" fmla="*/ 0 h 186"/>
                <a:gd name="T12" fmla="*/ 0 w 298"/>
                <a:gd name="T13" fmla="*/ 0 h 186"/>
                <a:gd name="T14" fmla="*/ 0 w 298"/>
                <a:gd name="T15" fmla="*/ 0 h 186"/>
                <a:gd name="T16" fmla="*/ 0 w 298"/>
                <a:gd name="T17" fmla="*/ 0 h 186"/>
                <a:gd name="T18" fmla="*/ 0 w 298"/>
                <a:gd name="T19" fmla="*/ 0 h 186"/>
                <a:gd name="T20" fmla="*/ 0 w 298"/>
                <a:gd name="T21" fmla="*/ 0 h 186"/>
                <a:gd name="T22" fmla="*/ 0 w 298"/>
                <a:gd name="T23" fmla="*/ 0 h 18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98" h="186">
                  <a:moveTo>
                    <a:pt x="298" y="186"/>
                  </a:moveTo>
                  <a:lnTo>
                    <a:pt x="289" y="109"/>
                  </a:lnTo>
                  <a:lnTo>
                    <a:pt x="226" y="82"/>
                  </a:lnTo>
                  <a:lnTo>
                    <a:pt x="142" y="49"/>
                  </a:lnTo>
                  <a:lnTo>
                    <a:pt x="80" y="25"/>
                  </a:lnTo>
                  <a:lnTo>
                    <a:pt x="23" y="0"/>
                  </a:lnTo>
                  <a:lnTo>
                    <a:pt x="0" y="53"/>
                  </a:lnTo>
                  <a:lnTo>
                    <a:pt x="55" y="84"/>
                  </a:lnTo>
                  <a:lnTo>
                    <a:pt x="119" y="107"/>
                  </a:lnTo>
                  <a:lnTo>
                    <a:pt x="168" y="122"/>
                  </a:lnTo>
                  <a:lnTo>
                    <a:pt x="229" y="154"/>
                  </a:lnTo>
                  <a:lnTo>
                    <a:pt x="298" y="186"/>
                  </a:lnTo>
                  <a:close/>
                </a:path>
              </a:pathLst>
            </a:custGeom>
            <a:solidFill>
              <a:srgbClr val="E0E0E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grpSp>
      <p:grpSp>
        <p:nvGrpSpPr>
          <p:cNvPr id="244779" name="Group 187"/>
          <p:cNvGrpSpPr/>
          <p:nvPr/>
        </p:nvGrpSpPr>
        <p:grpSpPr bwMode="auto">
          <a:xfrm>
            <a:off x="348405" y="4953001"/>
            <a:ext cx="211534" cy="265113"/>
            <a:chOff x="141" y="2010"/>
            <a:chExt cx="123" cy="167"/>
          </a:xfrm>
        </p:grpSpPr>
        <p:sp>
          <p:nvSpPr>
            <p:cNvPr id="244979" name="Freeform 188"/>
            <p:cNvSpPr/>
            <p:nvPr/>
          </p:nvSpPr>
          <p:spPr bwMode="auto">
            <a:xfrm>
              <a:off x="141" y="2010"/>
              <a:ext cx="123" cy="167"/>
            </a:xfrm>
            <a:custGeom>
              <a:avLst/>
              <a:gdLst>
                <a:gd name="T0" fmla="*/ 0 w 617"/>
                <a:gd name="T1" fmla="*/ 0 h 835"/>
                <a:gd name="T2" fmla="*/ 0 w 617"/>
                <a:gd name="T3" fmla="*/ 0 h 835"/>
                <a:gd name="T4" fmla="*/ 0 w 617"/>
                <a:gd name="T5" fmla="*/ 0 h 835"/>
                <a:gd name="T6" fmla="*/ 0 w 617"/>
                <a:gd name="T7" fmla="*/ 0 h 835"/>
                <a:gd name="T8" fmla="*/ 0 w 617"/>
                <a:gd name="T9" fmla="*/ 0 h 835"/>
                <a:gd name="T10" fmla="*/ 0 w 617"/>
                <a:gd name="T11" fmla="*/ 0 h 835"/>
                <a:gd name="T12" fmla="*/ 0 w 617"/>
                <a:gd name="T13" fmla="*/ 0 h 835"/>
                <a:gd name="T14" fmla="*/ 0 w 617"/>
                <a:gd name="T15" fmla="*/ 0 h 835"/>
                <a:gd name="T16" fmla="*/ 0 w 617"/>
                <a:gd name="T17" fmla="*/ 0 h 835"/>
                <a:gd name="T18" fmla="*/ 0 w 617"/>
                <a:gd name="T19" fmla="*/ 0 h 835"/>
                <a:gd name="T20" fmla="*/ 0 w 617"/>
                <a:gd name="T21" fmla="*/ 0 h 835"/>
                <a:gd name="T22" fmla="*/ 0 w 617"/>
                <a:gd name="T23" fmla="*/ 0 h 835"/>
                <a:gd name="T24" fmla="*/ 0 w 617"/>
                <a:gd name="T25" fmla="*/ 0 h 835"/>
                <a:gd name="T26" fmla="*/ 0 w 617"/>
                <a:gd name="T27" fmla="*/ 0 h 835"/>
                <a:gd name="T28" fmla="*/ 0 w 617"/>
                <a:gd name="T29" fmla="*/ 0 h 835"/>
                <a:gd name="T30" fmla="*/ 0 w 617"/>
                <a:gd name="T31" fmla="*/ 0 h 835"/>
                <a:gd name="T32" fmla="*/ 0 w 617"/>
                <a:gd name="T33" fmla="*/ 0 h 835"/>
                <a:gd name="T34" fmla="*/ 0 w 617"/>
                <a:gd name="T35" fmla="*/ 0 h 835"/>
                <a:gd name="T36" fmla="*/ 0 w 617"/>
                <a:gd name="T37" fmla="*/ 0 h 835"/>
                <a:gd name="T38" fmla="*/ 0 w 617"/>
                <a:gd name="T39" fmla="*/ 0 h 835"/>
                <a:gd name="T40" fmla="*/ 0 w 617"/>
                <a:gd name="T41" fmla="*/ 0 h 835"/>
                <a:gd name="T42" fmla="*/ 0 w 617"/>
                <a:gd name="T43" fmla="*/ 0 h 835"/>
                <a:gd name="T44" fmla="*/ 0 w 617"/>
                <a:gd name="T45" fmla="*/ 0 h 835"/>
                <a:gd name="T46" fmla="*/ 0 w 617"/>
                <a:gd name="T47" fmla="*/ 0 h 835"/>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617" h="835">
                  <a:moveTo>
                    <a:pt x="342" y="123"/>
                  </a:moveTo>
                  <a:lnTo>
                    <a:pt x="229" y="113"/>
                  </a:lnTo>
                  <a:lnTo>
                    <a:pt x="160" y="96"/>
                  </a:lnTo>
                  <a:lnTo>
                    <a:pt x="139" y="64"/>
                  </a:lnTo>
                  <a:lnTo>
                    <a:pt x="139" y="38"/>
                  </a:lnTo>
                  <a:lnTo>
                    <a:pt x="121" y="15"/>
                  </a:lnTo>
                  <a:lnTo>
                    <a:pt x="58" y="0"/>
                  </a:lnTo>
                  <a:lnTo>
                    <a:pt x="0" y="5"/>
                  </a:lnTo>
                  <a:lnTo>
                    <a:pt x="70" y="650"/>
                  </a:lnTo>
                  <a:lnTo>
                    <a:pt x="121" y="710"/>
                  </a:lnTo>
                  <a:lnTo>
                    <a:pt x="183" y="768"/>
                  </a:lnTo>
                  <a:lnTo>
                    <a:pt x="273" y="813"/>
                  </a:lnTo>
                  <a:lnTo>
                    <a:pt x="377" y="827"/>
                  </a:lnTo>
                  <a:lnTo>
                    <a:pt x="518" y="835"/>
                  </a:lnTo>
                  <a:lnTo>
                    <a:pt x="599" y="823"/>
                  </a:lnTo>
                  <a:lnTo>
                    <a:pt x="617" y="777"/>
                  </a:lnTo>
                  <a:lnTo>
                    <a:pt x="608" y="718"/>
                  </a:lnTo>
                  <a:lnTo>
                    <a:pt x="550" y="537"/>
                  </a:lnTo>
                  <a:lnTo>
                    <a:pt x="500" y="357"/>
                  </a:lnTo>
                  <a:lnTo>
                    <a:pt x="478" y="221"/>
                  </a:lnTo>
                  <a:lnTo>
                    <a:pt x="478" y="186"/>
                  </a:lnTo>
                  <a:lnTo>
                    <a:pt x="446" y="136"/>
                  </a:lnTo>
                  <a:lnTo>
                    <a:pt x="409" y="123"/>
                  </a:lnTo>
                  <a:lnTo>
                    <a:pt x="342" y="123"/>
                  </a:lnTo>
                  <a:close/>
                </a:path>
              </a:pathLst>
            </a:custGeom>
            <a:solidFill>
              <a:srgbClr val="404040"/>
            </a:solidFill>
            <a:ln w="3175">
              <a:solidFill>
                <a:srgbClr val="000000"/>
              </a:solidFill>
              <a:prstDash val="solid"/>
              <a:round/>
            </a:ln>
          </p:spPr>
          <p:txBody>
            <a:bodyPr/>
            <a:lstStyle/>
            <a:p>
              <a:endParaRPr lang="zh-CN" altLang="en-US" b="1">
                <a:solidFill>
                  <a:srgbClr val="000099"/>
                </a:solidFill>
              </a:endParaRPr>
            </a:p>
          </p:txBody>
        </p:sp>
        <p:sp>
          <p:nvSpPr>
            <p:cNvPr id="244980" name="Freeform 189"/>
            <p:cNvSpPr/>
            <p:nvPr/>
          </p:nvSpPr>
          <p:spPr bwMode="auto">
            <a:xfrm>
              <a:off x="143" y="2019"/>
              <a:ext cx="106" cy="153"/>
            </a:xfrm>
            <a:custGeom>
              <a:avLst/>
              <a:gdLst>
                <a:gd name="T0" fmla="*/ 0 w 531"/>
                <a:gd name="T1" fmla="*/ 0 h 766"/>
                <a:gd name="T2" fmla="*/ 0 w 531"/>
                <a:gd name="T3" fmla="*/ 0 h 766"/>
                <a:gd name="T4" fmla="*/ 0 w 531"/>
                <a:gd name="T5" fmla="*/ 0 h 766"/>
                <a:gd name="T6" fmla="*/ 0 w 531"/>
                <a:gd name="T7" fmla="*/ 0 h 766"/>
                <a:gd name="T8" fmla="*/ 0 w 531"/>
                <a:gd name="T9" fmla="*/ 0 h 766"/>
                <a:gd name="T10" fmla="*/ 0 w 531"/>
                <a:gd name="T11" fmla="*/ 0 h 766"/>
                <a:gd name="T12" fmla="*/ 0 w 531"/>
                <a:gd name="T13" fmla="*/ 0 h 766"/>
                <a:gd name="T14" fmla="*/ 0 w 531"/>
                <a:gd name="T15" fmla="*/ 0 h 766"/>
                <a:gd name="T16" fmla="*/ 0 w 531"/>
                <a:gd name="T17" fmla="*/ 0 h 766"/>
                <a:gd name="T18" fmla="*/ 0 w 531"/>
                <a:gd name="T19" fmla="*/ 0 h 766"/>
                <a:gd name="T20" fmla="*/ 0 w 531"/>
                <a:gd name="T21" fmla="*/ 0 h 766"/>
                <a:gd name="T22" fmla="*/ 0 w 531"/>
                <a:gd name="T23" fmla="*/ 0 h 766"/>
                <a:gd name="T24" fmla="*/ 0 w 531"/>
                <a:gd name="T25" fmla="*/ 0 h 766"/>
                <a:gd name="T26" fmla="*/ 0 w 531"/>
                <a:gd name="T27" fmla="*/ 0 h 766"/>
                <a:gd name="T28" fmla="*/ 0 w 531"/>
                <a:gd name="T29" fmla="*/ 0 h 766"/>
                <a:gd name="T30" fmla="*/ 0 w 531"/>
                <a:gd name="T31" fmla="*/ 0 h 766"/>
                <a:gd name="T32" fmla="*/ 0 w 531"/>
                <a:gd name="T33" fmla="*/ 0 h 766"/>
                <a:gd name="T34" fmla="*/ 0 w 531"/>
                <a:gd name="T35" fmla="*/ 0 h 766"/>
                <a:gd name="T36" fmla="*/ 0 w 531"/>
                <a:gd name="T37" fmla="*/ 0 h 766"/>
                <a:gd name="T38" fmla="*/ 0 w 531"/>
                <a:gd name="T39" fmla="*/ 0 h 766"/>
                <a:gd name="T40" fmla="*/ 0 w 531"/>
                <a:gd name="T41" fmla="*/ 0 h 76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31" h="766">
                  <a:moveTo>
                    <a:pt x="347" y="154"/>
                  </a:moveTo>
                  <a:lnTo>
                    <a:pt x="248" y="150"/>
                  </a:lnTo>
                  <a:lnTo>
                    <a:pt x="143" y="131"/>
                  </a:lnTo>
                  <a:lnTo>
                    <a:pt x="81" y="99"/>
                  </a:lnTo>
                  <a:lnTo>
                    <a:pt x="46" y="72"/>
                  </a:lnTo>
                  <a:lnTo>
                    <a:pt x="0" y="0"/>
                  </a:lnTo>
                  <a:lnTo>
                    <a:pt x="67" y="589"/>
                  </a:lnTo>
                  <a:lnTo>
                    <a:pt x="113" y="643"/>
                  </a:lnTo>
                  <a:lnTo>
                    <a:pt x="162" y="694"/>
                  </a:lnTo>
                  <a:lnTo>
                    <a:pt x="225" y="729"/>
                  </a:lnTo>
                  <a:lnTo>
                    <a:pt x="279" y="747"/>
                  </a:lnTo>
                  <a:lnTo>
                    <a:pt x="347" y="756"/>
                  </a:lnTo>
                  <a:lnTo>
                    <a:pt x="409" y="766"/>
                  </a:lnTo>
                  <a:lnTo>
                    <a:pt x="480" y="766"/>
                  </a:lnTo>
                  <a:lnTo>
                    <a:pt x="512" y="756"/>
                  </a:lnTo>
                  <a:lnTo>
                    <a:pt x="531" y="729"/>
                  </a:lnTo>
                  <a:lnTo>
                    <a:pt x="522" y="685"/>
                  </a:lnTo>
                  <a:lnTo>
                    <a:pt x="476" y="581"/>
                  </a:lnTo>
                  <a:lnTo>
                    <a:pt x="399" y="229"/>
                  </a:lnTo>
                  <a:lnTo>
                    <a:pt x="387" y="180"/>
                  </a:lnTo>
                  <a:lnTo>
                    <a:pt x="347" y="154"/>
                  </a:lnTo>
                  <a:close/>
                </a:path>
              </a:pathLst>
            </a:custGeom>
            <a:solidFill>
              <a:srgbClr val="60606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grpSp>
      <p:sp>
        <p:nvSpPr>
          <p:cNvPr id="244780" name="Freeform 190"/>
          <p:cNvSpPr/>
          <p:nvPr/>
        </p:nvSpPr>
        <p:spPr bwMode="auto">
          <a:xfrm>
            <a:off x="867782" y="5254625"/>
            <a:ext cx="15478" cy="223838"/>
          </a:xfrm>
          <a:custGeom>
            <a:avLst/>
            <a:gdLst>
              <a:gd name="T0" fmla="*/ 2147483646 w 43"/>
              <a:gd name="T1" fmla="*/ 0 h 703"/>
              <a:gd name="T2" fmla="*/ 2147483646 w 43"/>
              <a:gd name="T3" fmla="*/ 2147483646 h 703"/>
              <a:gd name="T4" fmla="*/ 2147483646 w 43"/>
              <a:gd name="T5" fmla="*/ 2147483646 h 703"/>
              <a:gd name="T6" fmla="*/ 2147483646 w 43"/>
              <a:gd name="T7" fmla="*/ 2147483646 h 703"/>
              <a:gd name="T8" fmla="*/ 2147483646 w 43"/>
              <a:gd name="T9" fmla="*/ 2147483646 h 703"/>
              <a:gd name="T10" fmla="*/ 2147483646 w 43"/>
              <a:gd name="T11" fmla="*/ 2147483646 h 703"/>
              <a:gd name="T12" fmla="*/ 2147483646 w 43"/>
              <a:gd name="T13" fmla="*/ 2147483646 h 703"/>
              <a:gd name="T14" fmla="*/ 0 w 43"/>
              <a:gd name="T15" fmla="*/ 2147483646 h 703"/>
              <a:gd name="T16" fmla="*/ 2147483646 w 43"/>
              <a:gd name="T17" fmla="*/ 2147483646 h 703"/>
              <a:gd name="T18" fmla="*/ 2147483646 w 43"/>
              <a:gd name="T19" fmla="*/ 2147483646 h 703"/>
              <a:gd name="T20" fmla="*/ 2147483646 w 43"/>
              <a:gd name="T21" fmla="*/ 2147483646 h 703"/>
              <a:gd name="T22" fmla="*/ 2147483646 w 43"/>
              <a:gd name="T23" fmla="*/ 2147483646 h 703"/>
              <a:gd name="T24" fmla="*/ 2147483646 w 43"/>
              <a:gd name="T25" fmla="*/ 2147483646 h 703"/>
              <a:gd name="T26" fmla="*/ 2147483646 w 43"/>
              <a:gd name="T27" fmla="*/ 2147483646 h 703"/>
              <a:gd name="T28" fmla="*/ 2147483646 w 43"/>
              <a:gd name="T29" fmla="*/ 0 h 70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43" h="703">
                <a:moveTo>
                  <a:pt x="29" y="0"/>
                </a:moveTo>
                <a:lnTo>
                  <a:pt x="43" y="36"/>
                </a:lnTo>
                <a:lnTo>
                  <a:pt x="27" y="63"/>
                </a:lnTo>
                <a:lnTo>
                  <a:pt x="14" y="122"/>
                </a:lnTo>
                <a:lnTo>
                  <a:pt x="32" y="176"/>
                </a:lnTo>
                <a:lnTo>
                  <a:pt x="21" y="491"/>
                </a:lnTo>
                <a:lnTo>
                  <a:pt x="21" y="693"/>
                </a:lnTo>
                <a:lnTo>
                  <a:pt x="0" y="703"/>
                </a:lnTo>
                <a:lnTo>
                  <a:pt x="2" y="284"/>
                </a:lnTo>
                <a:lnTo>
                  <a:pt x="21" y="184"/>
                </a:lnTo>
                <a:lnTo>
                  <a:pt x="10" y="137"/>
                </a:lnTo>
                <a:lnTo>
                  <a:pt x="4" y="120"/>
                </a:lnTo>
                <a:lnTo>
                  <a:pt x="12" y="69"/>
                </a:lnTo>
                <a:lnTo>
                  <a:pt x="27" y="40"/>
                </a:lnTo>
                <a:lnTo>
                  <a:pt x="29" y="0"/>
                </a:lnTo>
                <a:close/>
              </a:path>
            </a:pathLst>
          </a:custGeom>
          <a:solidFill>
            <a:srgbClr val="60606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781" name="Freeform 191"/>
          <p:cNvSpPr/>
          <p:nvPr/>
        </p:nvSpPr>
        <p:spPr bwMode="auto">
          <a:xfrm>
            <a:off x="805870" y="5257801"/>
            <a:ext cx="37835" cy="11113"/>
          </a:xfrm>
          <a:custGeom>
            <a:avLst/>
            <a:gdLst>
              <a:gd name="T0" fmla="*/ 2147483646 w 112"/>
              <a:gd name="T1" fmla="*/ 0 h 36"/>
              <a:gd name="T2" fmla="*/ 2147483646 w 112"/>
              <a:gd name="T3" fmla="*/ 2147483646 h 36"/>
              <a:gd name="T4" fmla="*/ 2147483646 w 112"/>
              <a:gd name="T5" fmla="*/ 2147483646 h 36"/>
              <a:gd name="T6" fmla="*/ 0 w 112"/>
              <a:gd name="T7" fmla="*/ 2147483646 h 36"/>
              <a:gd name="T8" fmla="*/ 2147483646 w 112"/>
              <a:gd name="T9" fmla="*/ 2147483646 h 36"/>
              <a:gd name="T10" fmla="*/ 2147483646 w 112"/>
              <a:gd name="T11" fmla="*/ 0 h 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2" h="36">
                <a:moveTo>
                  <a:pt x="112" y="0"/>
                </a:moveTo>
                <a:lnTo>
                  <a:pt x="57" y="26"/>
                </a:lnTo>
                <a:lnTo>
                  <a:pt x="9" y="36"/>
                </a:lnTo>
                <a:lnTo>
                  <a:pt x="0" y="36"/>
                </a:lnTo>
                <a:lnTo>
                  <a:pt x="29" y="11"/>
                </a:lnTo>
                <a:lnTo>
                  <a:pt x="112" y="0"/>
                </a:lnTo>
                <a:close/>
              </a:path>
            </a:pathLst>
          </a:custGeom>
          <a:solidFill>
            <a:srgbClr val="60606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782" name="Freeform 192"/>
          <p:cNvSpPr/>
          <p:nvPr/>
        </p:nvSpPr>
        <p:spPr bwMode="auto">
          <a:xfrm>
            <a:off x="645929" y="4676775"/>
            <a:ext cx="51594" cy="128588"/>
          </a:xfrm>
          <a:custGeom>
            <a:avLst/>
            <a:gdLst>
              <a:gd name="T0" fmla="*/ 0 w 150"/>
              <a:gd name="T1" fmla="*/ 0 h 407"/>
              <a:gd name="T2" fmla="*/ 2147483646 w 150"/>
              <a:gd name="T3" fmla="*/ 2147483646 h 407"/>
              <a:gd name="T4" fmla="*/ 2147483646 w 150"/>
              <a:gd name="T5" fmla="*/ 2147483646 h 407"/>
              <a:gd name="T6" fmla="*/ 2147483646 w 150"/>
              <a:gd name="T7" fmla="*/ 2147483646 h 407"/>
              <a:gd name="T8" fmla="*/ 2147483646 w 150"/>
              <a:gd name="T9" fmla="*/ 2147483646 h 407"/>
              <a:gd name="T10" fmla="*/ 2147483646 w 150"/>
              <a:gd name="T11" fmla="*/ 2147483646 h 407"/>
              <a:gd name="T12" fmla="*/ 2147483646 w 150"/>
              <a:gd name="T13" fmla="*/ 2147483646 h 407"/>
              <a:gd name="T14" fmla="*/ 2147483646 w 150"/>
              <a:gd name="T15" fmla="*/ 2147483646 h 407"/>
              <a:gd name="T16" fmla="*/ 2147483646 w 150"/>
              <a:gd name="T17" fmla="*/ 2147483646 h 407"/>
              <a:gd name="T18" fmla="*/ 2147483646 w 150"/>
              <a:gd name="T19" fmla="*/ 2147483646 h 407"/>
              <a:gd name="T20" fmla="*/ 2147483646 w 150"/>
              <a:gd name="T21" fmla="*/ 2147483646 h 407"/>
              <a:gd name="T22" fmla="*/ 2147483646 w 150"/>
              <a:gd name="T23" fmla="*/ 2147483646 h 407"/>
              <a:gd name="T24" fmla="*/ 2147483646 w 150"/>
              <a:gd name="T25" fmla="*/ 2147483646 h 407"/>
              <a:gd name="T26" fmla="*/ 2147483646 w 150"/>
              <a:gd name="T27" fmla="*/ 2147483646 h 407"/>
              <a:gd name="T28" fmla="*/ 2147483646 w 150"/>
              <a:gd name="T29" fmla="*/ 2147483646 h 407"/>
              <a:gd name="T30" fmla="*/ 2147483646 w 150"/>
              <a:gd name="T31" fmla="*/ 2147483646 h 407"/>
              <a:gd name="T32" fmla="*/ 2147483646 w 150"/>
              <a:gd name="T33" fmla="*/ 2147483646 h 407"/>
              <a:gd name="T34" fmla="*/ 2147483646 w 150"/>
              <a:gd name="T35" fmla="*/ 2147483646 h 407"/>
              <a:gd name="T36" fmla="*/ 2147483646 w 150"/>
              <a:gd name="T37" fmla="*/ 2147483646 h 407"/>
              <a:gd name="T38" fmla="*/ 2147483646 w 150"/>
              <a:gd name="T39" fmla="*/ 2147483646 h 407"/>
              <a:gd name="T40" fmla="*/ 2147483646 w 150"/>
              <a:gd name="T41" fmla="*/ 2147483646 h 407"/>
              <a:gd name="T42" fmla="*/ 2147483646 w 150"/>
              <a:gd name="T43" fmla="*/ 2147483646 h 407"/>
              <a:gd name="T44" fmla="*/ 2147483646 w 150"/>
              <a:gd name="T45" fmla="*/ 2147483646 h 407"/>
              <a:gd name="T46" fmla="*/ 2147483646 w 150"/>
              <a:gd name="T47" fmla="*/ 2147483646 h 407"/>
              <a:gd name="T48" fmla="*/ 2147483646 w 150"/>
              <a:gd name="T49" fmla="*/ 2147483646 h 40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150" h="407">
                <a:moveTo>
                  <a:pt x="0" y="0"/>
                </a:moveTo>
                <a:lnTo>
                  <a:pt x="20" y="10"/>
                </a:lnTo>
                <a:lnTo>
                  <a:pt x="17" y="34"/>
                </a:lnTo>
                <a:lnTo>
                  <a:pt x="36" y="22"/>
                </a:lnTo>
                <a:lnTo>
                  <a:pt x="33" y="50"/>
                </a:lnTo>
                <a:lnTo>
                  <a:pt x="58" y="46"/>
                </a:lnTo>
                <a:lnTo>
                  <a:pt x="39" y="69"/>
                </a:lnTo>
                <a:lnTo>
                  <a:pt x="91" y="73"/>
                </a:lnTo>
                <a:lnTo>
                  <a:pt x="61" y="101"/>
                </a:lnTo>
                <a:lnTo>
                  <a:pt x="105" y="101"/>
                </a:lnTo>
                <a:lnTo>
                  <a:pt x="75" y="130"/>
                </a:lnTo>
                <a:lnTo>
                  <a:pt x="121" y="127"/>
                </a:lnTo>
                <a:lnTo>
                  <a:pt x="92" y="167"/>
                </a:lnTo>
                <a:lnTo>
                  <a:pt x="133" y="164"/>
                </a:lnTo>
                <a:lnTo>
                  <a:pt x="98" y="199"/>
                </a:lnTo>
                <a:lnTo>
                  <a:pt x="150" y="205"/>
                </a:lnTo>
                <a:lnTo>
                  <a:pt x="105" y="237"/>
                </a:lnTo>
                <a:lnTo>
                  <a:pt x="150" y="250"/>
                </a:lnTo>
                <a:lnTo>
                  <a:pt x="101" y="266"/>
                </a:lnTo>
                <a:lnTo>
                  <a:pt x="146" y="293"/>
                </a:lnTo>
                <a:lnTo>
                  <a:pt x="98" y="312"/>
                </a:lnTo>
                <a:lnTo>
                  <a:pt x="140" y="343"/>
                </a:lnTo>
                <a:lnTo>
                  <a:pt x="98" y="355"/>
                </a:lnTo>
                <a:lnTo>
                  <a:pt x="121" y="382"/>
                </a:lnTo>
                <a:lnTo>
                  <a:pt x="88" y="407"/>
                </a:lnTo>
              </a:path>
            </a:pathLst>
          </a:custGeom>
          <a:noFill/>
          <a:ln w="3175">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b="1">
              <a:solidFill>
                <a:srgbClr val="000099"/>
              </a:solidFill>
            </a:endParaRPr>
          </a:p>
        </p:txBody>
      </p:sp>
      <p:sp>
        <p:nvSpPr>
          <p:cNvPr id="244783" name="Text Box 193"/>
          <p:cNvSpPr txBox="1">
            <a:spLocks noChangeArrowheads="1"/>
          </p:cNvSpPr>
          <p:nvPr/>
        </p:nvSpPr>
        <p:spPr bwMode="auto">
          <a:xfrm>
            <a:off x="8526014" y="5392738"/>
            <a:ext cx="110799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1800" b="1">
                <a:solidFill>
                  <a:srgbClr val="000099"/>
                </a:solidFill>
                <a:latin typeface="Arial" panose="020B0604020202020204" pitchFamily="34" charset="0"/>
                <a:ea typeface="黑体" panose="02010609060101010101" pitchFamily="2" charset="-122"/>
              </a:rPr>
              <a:t>用户代理</a:t>
            </a:r>
          </a:p>
        </p:txBody>
      </p:sp>
      <p:sp>
        <p:nvSpPr>
          <p:cNvPr id="244784" name="Oval 194"/>
          <p:cNvSpPr>
            <a:spLocks noChangeArrowheads="1"/>
          </p:cNvSpPr>
          <p:nvPr/>
        </p:nvSpPr>
        <p:spPr bwMode="auto">
          <a:xfrm>
            <a:off x="931414" y="4783139"/>
            <a:ext cx="323321" cy="161925"/>
          </a:xfrm>
          <a:prstGeom prst="ellipse">
            <a:avLst/>
          </a:prstGeom>
          <a:solidFill>
            <a:schemeClr val="bg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solidFill>
                <a:srgbClr val="000099"/>
              </a:solidFill>
            </a:endParaRPr>
          </a:p>
        </p:txBody>
      </p:sp>
      <p:grpSp>
        <p:nvGrpSpPr>
          <p:cNvPr id="244785" name="Group 195"/>
          <p:cNvGrpSpPr/>
          <p:nvPr/>
        </p:nvGrpSpPr>
        <p:grpSpPr bwMode="auto">
          <a:xfrm>
            <a:off x="8692834" y="4419600"/>
            <a:ext cx="768746" cy="495300"/>
            <a:chOff x="4993" y="1674"/>
            <a:chExt cx="447" cy="312"/>
          </a:xfrm>
        </p:grpSpPr>
        <p:grpSp>
          <p:nvGrpSpPr>
            <p:cNvPr id="244928" name="Group 196"/>
            <p:cNvGrpSpPr/>
            <p:nvPr/>
          </p:nvGrpSpPr>
          <p:grpSpPr bwMode="auto">
            <a:xfrm>
              <a:off x="4993" y="1674"/>
              <a:ext cx="345" cy="282"/>
              <a:chOff x="4993" y="1674"/>
              <a:chExt cx="345" cy="282"/>
            </a:xfrm>
          </p:grpSpPr>
          <p:grpSp>
            <p:nvGrpSpPr>
              <p:cNvPr id="244961" name="Group 197"/>
              <p:cNvGrpSpPr/>
              <p:nvPr/>
            </p:nvGrpSpPr>
            <p:grpSpPr bwMode="auto">
              <a:xfrm>
                <a:off x="4993" y="1674"/>
                <a:ext cx="345" cy="282"/>
                <a:chOff x="4993" y="1674"/>
                <a:chExt cx="345" cy="282"/>
              </a:xfrm>
            </p:grpSpPr>
            <p:grpSp>
              <p:nvGrpSpPr>
                <p:cNvPr id="244970" name="Group 198"/>
                <p:cNvGrpSpPr/>
                <p:nvPr/>
              </p:nvGrpSpPr>
              <p:grpSpPr bwMode="auto">
                <a:xfrm>
                  <a:off x="4993" y="1833"/>
                  <a:ext cx="345" cy="123"/>
                  <a:chOff x="4993" y="1833"/>
                  <a:chExt cx="345" cy="123"/>
                </a:xfrm>
              </p:grpSpPr>
              <p:sp>
                <p:nvSpPr>
                  <p:cNvPr id="244976" name="Freeform 199"/>
                  <p:cNvSpPr/>
                  <p:nvPr/>
                </p:nvSpPr>
                <p:spPr bwMode="auto">
                  <a:xfrm>
                    <a:off x="5140" y="1833"/>
                    <a:ext cx="198" cy="123"/>
                  </a:xfrm>
                  <a:custGeom>
                    <a:avLst/>
                    <a:gdLst>
                      <a:gd name="T0" fmla="*/ 0 w 1188"/>
                      <a:gd name="T1" fmla="*/ 0 h 738"/>
                      <a:gd name="T2" fmla="*/ 0 w 1188"/>
                      <a:gd name="T3" fmla="*/ 0 h 738"/>
                      <a:gd name="T4" fmla="*/ 0 w 1188"/>
                      <a:gd name="T5" fmla="*/ 0 h 738"/>
                      <a:gd name="T6" fmla="*/ 0 w 1188"/>
                      <a:gd name="T7" fmla="*/ 0 h 738"/>
                      <a:gd name="T8" fmla="*/ 0 w 1188"/>
                      <a:gd name="T9" fmla="*/ 0 h 73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88" h="738">
                        <a:moveTo>
                          <a:pt x="0" y="225"/>
                        </a:moveTo>
                        <a:lnTo>
                          <a:pt x="0" y="738"/>
                        </a:lnTo>
                        <a:lnTo>
                          <a:pt x="1188" y="360"/>
                        </a:lnTo>
                        <a:lnTo>
                          <a:pt x="1188" y="0"/>
                        </a:lnTo>
                        <a:lnTo>
                          <a:pt x="0" y="225"/>
                        </a:lnTo>
                        <a:close/>
                      </a:path>
                    </a:pathLst>
                  </a:custGeom>
                  <a:solidFill>
                    <a:srgbClr val="A0A0A0"/>
                  </a:solidFill>
                  <a:ln w="1588">
                    <a:solidFill>
                      <a:srgbClr val="000000"/>
                    </a:solidFill>
                    <a:prstDash val="solid"/>
                    <a:round/>
                  </a:ln>
                </p:spPr>
                <p:txBody>
                  <a:bodyPr/>
                  <a:lstStyle/>
                  <a:p>
                    <a:endParaRPr lang="zh-CN" altLang="en-US" b="1">
                      <a:solidFill>
                        <a:srgbClr val="000099"/>
                      </a:solidFill>
                    </a:endParaRPr>
                  </a:p>
                </p:txBody>
              </p:sp>
              <p:sp>
                <p:nvSpPr>
                  <p:cNvPr id="244977" name="Freeform 200"/>
                  <p:cNvSpPr/>
                  <p:nvPr/>
                </p:nvSpPr>
                <p:spPr bwMode="auto">
                  <a:xfrm>
                    <a:off x="4993" y="1862"/>
                    <a:ext cx="147" cy="94"/>
                  </a:xfrm>
                  <a:custGeom>
                    <a:avLst/>
                    <a:gdLst>
                      <a:gd name="T0" fmla="*/ 0 w 882"/>
                      <a:gd name="T1" fmla="*/ 0 h 563"/>
                      <a:gd name="T2" fmla="*/ 0 w 882"/>
                      <a:gd name="T3" fmla="*/ 0 h 563"/>
                      <a:gd name="T4" fmla="*/ 0 w 882"/>
                      <a:gd name="T5" fmla="*/ 0 h 563"/>
                      <a:gd name="T6" fmla="*/ 0 w 882"/>
                      <a:gd name="T7" fmla="*/ 0 h 563"/>
                      <a:gd name="T8" fmla="*/ 0 w 882"/>
                      <a:gd name="T9" fmla="*/ 0 h 5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82" h="563">
                        <a:moveTo>
                          <a:pt x="882" y="50"/>
                        </a:moveTo>
                        <a:lnTo>
                          <a:pt x="882" y="563"/>
                        </a:lnTo>
                        <a:lnTo>
                          <a:pt x="0" y="436"/>
                        </a:lnTo>
                        <a:lnTo>
                          <a:pt x="0" y="0"/>
                        </a:lnTo>
                        <a:lnTo>
                          <a:pt x="882" y="50"/>
                        </a:lnTo>
                        <a:close/>
                      </a:path>
                    </a:pathLst>
                  </a:custGeom>
                  <a:solidFill>
                    <a:srgbClr val="808080"/>
                  </a:solidFill>
                  <a:ln w="1588">
                    <a:solidFill>
                      <a:srgbClr val="000000"/>
                    </a:solidFill>
                    <a:prstDash val="solid"/>
                    <a:round/>
                  </a:ln>
                </p:spPr>
                <p:txBody>
                  <a:bodyPr/>
                  <a:lstStyle/>
                  <a:p>
                    <a:endParaRPr lang="zh-CN" altLang="en-US" b="1">
                      <a:solidFill>
                        <a:srgbClr val="000099"/>
                      </a:solidFill>
                    </a:endParaRPr>
                  </a:p>
                </p:txBody>
              </p:sp>
              <p:sp>
                <p:nvSpPr>
                  <p:cNvPr id="244978" name="Freeform 201"/>
                  <p:cNvSpPr/>
                  <p:nvPr/>
                </p:nvSpPr>
                <p:spPr bwMode="auto">
                  <a:xfrm>
                    <a:off x="4993" y="1833"/>
                    <a:ext cx="345" cy="38"/>
                  </a:xfrm>
                  <a:custGeom>
                    <a:avLst/>
                    <a:gdLst>
                      <a:gd name="T0" fmla="*/ 0 w 2070"/>
                      <a:gd name="T1" fmla="*/ 0 h 225"/>
                      <a:gd name="T2" fmla="*/ 0 w 2070"/>
                      <a:gd name="T3" fmla="*/ 0 h 225"/>
                      <a:gd name="T4" fmla="*/ 0 w 2070"/>
                      <a:gd name="T5" fmla="*/ 0 h 225"/>
                      <a:gd name="T6" fmla="*/ 0 w 2070"/>
                      <a:gd name="T7" fmla="*/ 0 h 225"/>
                      <a:gd name="T8" fmla="*/ 0 w 2070"/>
                      <a:gd name="T9" fmla="*/ 0 h 2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70" h="225">
                        <a:moveTo>
                          <a:pt x="0" y="175"/>
                        </a:moveTo>
                        <a:lnTo>
                          <a:pt x="892" y="225"/>
                        </a:lnTo>
                        <a:lnTo>
                          <a:pt x="2070" y="0"/>
                        </a:lnTo>
                        <a:lnTo>
                          <a:pt x="1202" y="0"/>
                        </a:lnTo>
                        <a:lnTo>
                          <a:pt x="0" y="175"/>
                        </a:lnTo>
                        <a:close/>
                      </a:path>
                    </a:pathLst>
                  </a:custGeom>
                  <a:solidFill>
                    <a:srgbClr val="C0C0C0"/>
                  </a:solidFill>
                  <a:ln w="1588">
                    <a:solidFill>
                      <a:srgbClr val="000000"/>
                    </a:solidFill>
                    <a:prstDash val="solid"/>
                    <a:round/>
                  </a:ln>
                </p:spPr>
                <p:txBody>
                  <a:bodyPr/>
                  <a:lstStyle/>
                  <a:p>
                    <a:endParaRPr lang="zh-CN" altLang="en-US" b="1">
                      <a:solidFill>
                        <a:srgbClr val="000099"/>
                      </a:solidFill>
                    </a:endParaRPr>
                  </a:p>
                </p:txBody>
              </p:sp>
            </p:grpSp>
            <p:sp>
              <p:nvSpPr>
                <p:cNvPr id="244971" name="Freeform 202"/>
                <p:cNvSpPr/>
                <p:nvPr/>
              </p:nvSpPr>
              <p:spPr bwMode="auto">
                <a:xfrm>
                  <a:off x="5105" y="1823"/>
                  <a:ext cx="126" cy="35"/>
                </a:xfrm>
                <a:custGeom>
                  <a:avLst/>
                  <a:gdLst>
                    <a:gd name="T0" fmla="*/ 0 w 751"/>
                    <a:gd name="T1" fmla="*/ 0 h 210"/>
                    <a:gd name="T2" fmla="*/ 0 w 751"/>
                    <a:gd name="T3" fmla="*/ 0 h 210"/>
                    <a:gd name="T4" fmla="*/ 0 w 751"/>
                    <a:gd name="T5" fmla="*/ 0 h 210"/>
                    <a:gd name="T6" fmla="*/ 0 w 751"/>
                    <a:gd name="T7" fmla="*/ 0 h 210"/>
                    <a:gd name="T8" fmla="*/ 0 w 751"/>
                    <a:gd name="T9" fmla="*/ 0 h 210"/>
                    <a:gd name="T10" fmla="*/ 0 w 751"/>
                    <a:gd name="T11" fmla="*/ 0 h 21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51" h="210">
                      <a:moveTo>
                        <a:pt x="0" y="120"/>
                      </a:moveTo>
                      <a:lnTo>
                        <a:pt x="0" y="188"/>
                      </a:lnTo>
                      <a:lnTo>
                        <a:pt x="351" y="210"/>
                      </a:lnTo>
                      <a:lnTo>
                        <a:pt x="751" y="135"/>
                      </a:lnTo>
                      <a:lnTo>
                        <a:pt x="751" y="0"/>
                      </a:lnTo>
                      <a:lnTo>
                        <a:pt x="0" y="120"/>
                      </a:lnTo>
                      <a:close/>
                    </a:path>
                  </a:pathLst>
                </a:custGeom>
                <a:solidFill>
                  <a:srgbClr val="606060"/>
                </a:solidFill>
                <a:ln w="1588">
                  <a:solidFill>
                    <a:srgbClr val="000000"/>
                  </a:solidFill>
                  <a:prstDash val="solid"/>
                  <a:round/>
                </a:ln>
              </p:spPr>
              <p:txBody>
                <a:bodyPr/>
                <a:lstStyle/>
                <a:p>
                  <a:endParaRPr lang="zh-CN" altLang="en-US" b="1">
                    <a:solidFill>
                      <a:srgbClr val="000099"/>
                    </a:solidFill>
                  </a:endParaRPr>
                </a:p>
              </p:txBody>
            </p:sp>
            <p:grpSp>
              <p:nvGrpSpPr>
                <p:cNvPr id="244972" name="Group 203"/>
                <p:cNvGrpSpPr/>
                <p:nvPr/>
              </p:nvGrpSpPr>
              <p:grpSpPr bwMode="auto">
                <a:xfrm>
                  <a:off x="5020" y="1674"/>
                  <a:ext cx="279" cy="176"/>
                  <a:chOff x="5020" y="1674"/>
                  <a:chExt cx="279" cy="176"/>
                </a:xfrm>
              </p:grpSpPr>
              <p:sp>
                <p:nvSpPr>
                  <p:cNvPr id="244973" name="Freeform 204"/>
                  <p:cNvSpPr/>
                  <p:nvPr/>
                </p:nvSpPr>
                <p:spPr bwMode="auto">
                  <a:xfrm>
                    <a:off x="5139" y="1674"/>
                    <a:ext cx="160" cy="172"/>
                  </a:xfrm>
                  <a:custGeom>
                    <a:avLst/>
                    <a:gdLst>
                      <a:gd name="T0" fmla="*/ 0 w 960"/>
                      <a:gd name="T1" fmla="*/ 0 h 1031"/>
                      <a:gd name="T2" fmla="*/ 0 w 960"/>
                      <a:gd name="T3" fmla="*/ 0 h 1031"/>
                      <a:gd name="T4" fmla="*/ 0 w 960"/>
                      <a:gd name="T5" fmla="*/ 0 h 1031"/>
                      <a:gd name="T6" fmla="*/ 0 w 960"/>
                      <a:gd name="T7" fmla="*/ 0 h 1031"/>
                      <a:gd name="T8" fmla="*/ 0 w 960"/>
                      <a:gd name="T9" fmla="*/ 0 h 10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60" h="1031">
                        <a:moveTo>
                          <a:pt x="135" y="1031"/>
                        </a:moveTo>
                        <a:lnTo>
                          <a:pt x="0" y="33"/>
                        </a:lnTo>
                        <a:lnTo>
                          <a:pt x="827" y="0"/>
                        </a:lnTo>
                        <a:lnTo>
                          <a:pt x="960" y="889"/>
                        </a:lnTo>
                        <a:lnTo>
                          <a:pt x="135" y="1031"/>
                        </a:lnTo>
                        <a:close/>
                      </a:path>
                    </a:pathLst>
                  </a:custGeom>
                  <a:solidFill>
                    <a:srgbClr val="A0A0A0"/>
                  </a:solidFill>
                  <a:ln w="1588">
                    <a:solidFill>
                      <a:srgbClr val="000000"/>
                    </a:solidFill>
                    <a:prstDash val="solid"/>
                    <a:round/>
                  </a:ln>
                </p:spPr>
                <p:txBody>
                  <a:bodyPr/>
                  <a:lstStyle/>
                  <a:p>
                    <a:endParaRPr lang="zh-CN" altLang="en-US" b="1">
                      <a:solidFill>
                        <a:srgbClr val="000099"/>
                      </a:solidFill>
                    </a:endParaRPr>
                  </a:p>
                </p:txBody>
              </p:sp>
              <p:sp>
                <p:nvSpPr>
                  <p:cNvPr id="244974" name="Freeform 205"/>
                  <p:cNvSpPr/>
                  <p:nvPr/>
                </p:nvSpPr>
                <p:spPr bwMode="auto">
                  <a:xfrm>
                    <a:off x="5020" y="1679"/>
                    <a:ext cx="141" cy="171"/>
                  </a:xfrm>
                  <a:custGeom>
                    <a:avLst/>
                    <a:gdLst>
                      <a:gd name="T0" fmla="*/ 0 w 850"/>
                      <a:gd name="T1" fmla="*/ 0 h 1026"/>
                      <a:gd name="T2" fmla="*/ 0 w 850"/>
                      <a:gd name="T3" fmla="*/ 0 h 1026"/>
                      <a:gd name="T4" fmla="*/ 0 w 850"/>
                      <a:gd name="T5" fmla="*/ 0 h 1026"/>
                      <a:gd name="T6" fmla="*/ 0 w 850"/>
                      <a:gd name="T7" fmla="*/ 0 h 1026"/>
                      <a:gd name="T8" fmla="*/ 0 w 850"/>
                      <a:gd name="T9" fmla="*/ 0 h 10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50" h="1026">
                        <a:moveTo>
                          <a:pt x="715" y="0"/>
                        </a:moveTo>
                        <a:lnTo>
                          <a:pt x="0" y="228"/>
                        </a:lnTo>
                        <a:lnTo>
                          <a:pt x="102" y="1026"/>
                        </a:lnTo>
                        <a:lnTo>
                          <a:pt x="850" y="1000"/>
                        </a:lnTo>
                        <a:lnTo>
                          <a:pt x="715" y="0"/>
                        </a:lnTo>
                        <a:close/>
                      </a:path>
                    </a:pathLst>
                  </a:custGeom>
                  <a:solidFill>
                    <a:srgbClr val="808080"/>
                  </a:solidFill>
                  <a:ln w="1588">
                    <a:solidFill>
                      <a:srgbClr val="000000"/>
                    </a:solidFill>
                    <a:prstDash val="solid"/>
                    <a:round/>
                  </a:ln>
                </p:spPr>
                <p:txBody>
                  <a:bodyPr/>
                  <a:lstStyle/>
                  <a:p>
                    <a:endParaRPr lang="zh-CN" altLang="en-US" b="1">
                      <a:solidFill>
                        <a:srgbClr val="000099"/>
                      </a:solidFill>
                    </a:endParaRPr>
                  </a:p>
                </p:txBody>
              </p:sp>
              <p:sp>
                <p:nvSpPr>
                  <p:cNvPr id="244975" name="Freeform 206"/>
                  <p:cNvSpPr/>
                  <p:nvPr/>
                </p:nvSpPr>
                <p:spPr bwMode="auto">
                  <a:xfrm>
                    <a:off x="5166" y="1691"/>
                    <a:ext cx="115" cy="129"/>
                  </a:xfrm>
                  <a:custGeom>
                    <a:avLst/>
                    <a:gdLst>
                      <a:gd name="T0" fmla="*/ 0 w 689"/>
                      <a:gd name="T1" fmla="*/ 0 h 778"/>
                      <a:gd name="T2" fmla="*/ 0 w 689"/>
                      <a:gd name="T3" fmla="*/ 0 h 778"/>
                      <a:gd name="T4" fmla="*/ 0 w 689"/>
                      <a:gd name="T5" fmla="*/ 0 h 778"/>
                      <a:gd name="T6" fmla="*/ 0 w 689"/>
                      <a:gd name="T7" fmla="*/ 0 h 778"/>
                      <a:gd name="T8" fmla="*/ 0 w 689"/>
                      <a:gd name="T9" fmla="*/ 0 h 77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9" h="778">
                        <a:moveTo>
                          <a:pt x="0" y="36"/>
                        </a:moveTo>
                        <a:lnTo>
                          <a:pt x="98" y="778"/>
                        </a:lnTo>
                        <a:lnTo>
                          <a:pt x="689" y="689"/>
                        </a:lnTo>
                        <a:lnTo>
                          <a:pt x="587" y="0"/>
                        </a:lnTo>
                        <a:lnTo>
                          <a:pt x="0" y="36"/>
                        </a:lnTo>
                        <a:close/>
                      </a:path>
                    </a:pathLst>
                  </a:custGeom>
                  <a:solidFill>
                    <a:srgbClr val="00C0C0"/>
                  </a:solidFill>
                  <a:ln w="1588">
                    <a:solidFill>
                      <a:srgbClr val="000000"/>
                    </a:solidFill>
                    <a:prstDash val="solid"/>
                    <a:round/>
                  </a:ln>
                </p:spPr>
                <p:txBody>
                  <a:bodyPr/>
                  <a:lstStyle/>
                  <a:p>
                    <a:endParaRPr lang="zh-CN" altLang="en-US" b="1">
                      <a:solidFill>
                        <a:srgbClr val="000099"/>
                      </a:solidFill>
                    </a:endParaRPr>
                  </a:p>
                </p:txBody>
              </p:sp>
            </p:grpSp>
          </p:grpSp>
          <p:grpSp>
            <p:nvGrpSpPr>
              <p:cNvPr id="244962" name="Group 207"/>
              <p:cNvGrpSpPr/>
              <p:nvPr/>
            </p:nvGrpSpPr>
            <p:grpSpPr bwMode="auto">
              <a:xfrm>
                <a:off x="5212" y="1846"/>
                <a:ext cx="113" cy="80"/>
                <a:chOff x="5212" y="1846"/>
                <a:chExt cx="113" cy="80"/>
              </a:xfrm>
            </p:grpSpPr>
            <p:sp>
              <p:nvSpPr>
                <p:cNvPr id="244963" name="Freeform 208"/>
                <p:cNvSpPr/>
                <p:nvPr/>
              </p:nvSpPr>
              <p:spPr bwMode="auto">
                <a:xfrm>
                  <a:off x="5212" y="1846"/>
                  <a:ext cx="112" cy="80"/>
                </a:xfrm>
                <a:custGeom>
                  <a:avLst/>
                  <a:gdLst>
                    <a:gd name="T0" fmla="*/ 0 w 674"/>
                    <a:gd name="T1" fmla="*/ 0 h 482"/>
                    <a:gd name="T2" fmla="*/ 0 w 674"/>
                    <a:gd name="T3" fmla="*/ 0 h 482"/>
                    <a:gd name="T4" fmla="*/ 0 w 674"/>
                    <a:gd name="T5" fmla="*/ 0 h 482"/>
                    <a:gd name="T6" fmla="*/ 0 w 674"/>
                    <a:gd name="T7" fmla="*/ 0 h 482"/>
                    <a:gd name="T8" fmla="*/ 0 w 674"/>
                    <a:gd name="T9" fmla="*/ 0 h 48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74" h="482">
                      <a:moveTo>
                        <a:pt x="674" y="0"/>
                      </a:moveTo>
                      <a:lnTo>
                        <a:pt x="0" y="143"/>
                      </a:lnTo>
                      <a:lnTo>
                        <a:pt x="0" y="482"/>
                      </a:lnTo>
                      <a:lnTo>
                        <a:pt x="674" y="271"/>
                      </a:lnTo>
                      <a:lnTo>
                        <a:pt x="674" y="0"/>
                      </a:lnTo>
                      <a:close/>
                    </a:path>
                  </a:pathLst>
                </a:custGeom>
                <a:solidFill>
                  <a:srgbClr val="404040"/>
                </a:solidFill>
                <a:ln w="1588">
                  <a:solidFill>
                    <a:srgbClr val="000000"/>
                  </a:solidFill>
                  <a:prstDash val="solid"/>
                  <a:round/>
                </a:ln>
              </p:spPr>
              <p:txBody>
                <a:bodyPr/>
                <a:lstStyle/>
                <a:p>
                  <a:endParaRPr lang="zh-CN" altLang="en-US" b="1">
                    <a:solidFill>
                      <a:srgbClr val="000099"/>
                    </a:solidFill>
                  </a:endParaRPr>
                </a:p>
              </p:txBody>
            </p:sp>
            <p:sp>
              <p:nvSpPr>
                <p:cNvPr id="244964" name="Line 209"/>
                <p:cNvSpPr>
                  <a:spLocks noChangeShapeType="1"/>
                </p:cNvSpPr>
                <p:nvPr/>
              </p:nvSpPr>
              <p:spPr bwMode="auto">
                <a:xfrm flipV="1">
                  <a:off x="5286" y="1866"/>
                  <a:ext cx="30" cy="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4965" name="Line 210"/>
                <p:cNvSpPr>
                  <a:spLocks noChangeShapeType="1"/>
                </p:cNvSpPr>
                <p:nvPr/>
              </p:nvSpPr>
              <p:spPr bwMode="auto">
                <a:xfrm flipH="1">
                  <a:off x="5231" y="1876"/>
                  <a:ext cx="39" cy="9"/>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4966" name="Line 211"/>
                <p:cNvSpPr>
                  <a:spLocks noChangeShapeType="1"/>
                </p:cNvSpPr>
                <p:nvPr/>
              </p:nvSpPr>
              <p:spPr bwMode="auto">
                <a:xfrm>
                  <a:off x="5277" y="1856"/>
                  <a:ext cx="1" cy="52"/>
                </a:xfrm>
                <a:prstGeom prst="line">
                  <a:avLst/>
                </a:prstGeom>
                <a:noFill/>
                <a:ln w="1588">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4967" name="Line 212"/>
                <p:cNvSpPr>
                  <a:spLocks noChangeShapeType="1"/>
                </p:cNvSpPr>
                <p:nvPr/>
              </p:nvSpPr>
              <p:spPr bwMode="auto">
                <a:xfrm>
                  <a:off x="5223" y="1868"/>
                  <a:ext cx="1" cy="57"/>
                </a:xfrm>
                <a:prstGeom prst="line">
                  <a:avLst/>
                </a:prstGeom>
                <a:noFill/>
                <a:ln w="1588">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4968" name="Line 213"/>
                <p:cNvSpPr>
                  <a:spLocks noChangeShapeType="1"/>
                </p:cNvSpPr>
                <p:nvPr/>
              </p:nvSpPr>
              <p:spPr bwMode="auto">
                <a:xfrm flipH="1">
                  <a:off x="5223" y="1867"/>
                  <a:ext cx="102" cy="26"/>
                </a:xfrm>
                <a:prstGeom prst="line">
                  <a:avLst/>
                </a:prstGeom>
                <a:noFill/>
                <a:ln w="1588">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4969" name="Line 214"/>
                <p:cNvSpPr>
                  <a:spLocks noChangeShapeType="1"/>
                </p:cNvSpPr>
                <p:nvPr/>
              </p:nvSpPr>
              <p:spPr bwMode="auto">
                <a:xfrm flipV="1">
                  <a:off x="5223" y="1860"/>
                  <a:ext cx="102" cy="23"/>
                </a:xfrm>
                <a:prstGeom prst="line">
                  <a:avLst/>
                </a:prstGeom>
                <a:noFill/>
                <a:ln w="1588">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grpSp>
          <p:nvGrpSpPr>
            <p:cNvPr id="244929" name="Group 215"/>
            <p:cNvGrpSpPr/>
            <p:nvPr/>
          </p:nvGrpSpPr>
          <p:grpSpPr bwMode="auto">
            <a:xfrm>
              <a:off x="5170" y="1848"/>
              <a:ext cx="270" cy="138"/>
              <a:chOff x="5170" y="1848"/>
              <a:chExt cx="270" cy="138"/>
            </a:xfrm>
          </p:grpSpPr>
          <p:grpSp>
            <p:nvGrpSpPr>
              <p:cNvPr id="244930" name="Group 216"/>
              <p:cNvGrpSpPr/>
              <p:nvPr/>
            </p:nvGrpSpPr>
            <p:grpSpPr bwMode="auto">
              <a:xfrm>
                <a:off x="5188" y="1923"/>
                <a:ext cx="43" cy="32"/>
                <a:chOff x="5188" y="1923"/>
                <a:chExt cx="43" cy="32"/>
              </a:xfrm>
            </p:grpSpPr>
            <p:sp>
              <p:nvSpPr>
                <p:cNvPr id="244959" name="Freeform 217"/>
                <p:cNvSpPr/>
                <p:nvPr/>
              </p:nvSpPr>
              <p:spPr bwMode="auto">
                <a:xfrm>
                  <a:off x="5188" y="1923"/>
                  <a:ext cx="12" cy="32"/>
                </a:xfrm>
                <a:custGeom>
                  <a:avLst/>
                  <a:gdLst>
                    <a:gd name="T0" fmla="*/ 0 w 75"/>
                    <a:gd name="T1" fmla="*/ 0 h 194"/>
                    <a:gd name="T2" fmla="*/ 0 w 75"/>
                    <a:gd name="T3" fmla="*/ 0 h 194"/>
                    <a:gd name="T4" fmla="*/ 0 w 75"/>
                    <a:gd name="T5" fmla="*/ 0 h 194"/>
                    <a:gd name="T6" fmla="*/ 0 w 75"/>
                    <a:gd name="T7" fmla="*/ 0 h 194"/>
                    <a:gd name="T8" fmla="*/ 0 w 75"/>
                    <a:gd name="T9" fmla="*/ 0 h 19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5" h="194">
                      <a:moveTo>
                        <a:pt x="23" y="0"/>
                      </a:moveTo>
                      <a:lnTo>
                        <a:pt x="0" y="183"/>
                      </a:lnTo>
                      <a:lnTo>
                        <a:pt x="55" y="194"/>
                      </a:lnTo>
                      <a:lnTo>
                        <a:pt x="75" y="8"/>
                      </a:lnTo>
                      <a:lnTo>
                        <a:pt x="23" y="0"/>
                      </a:lnTo>
                      <a:close/>
                    </a:path>
                  </a:pathLst>
                </a:custGeom>
                <a:solidFill>
                  <a:srgbClr val="606060"/>
                </a:solidFill>
                <a:ln w="1588">
                  <a:solidFill>
                    <a:srgbClr val="000000"/>
                  </a:solidFill>
                  <a:prstDash val="solid"/>
                  <a:round/>
                </a:ln>
              </p:spPr>
              <p:txBody>
                <a:bodyPr/>
                <a:lstStyle/>
                <a:p>
                  <a:endParaRPr lang="zh-CN" altLang="en-US" b="1">
                    <a:solidFill>
                      <a:srgbClr val="000099"/>
                    </a:solidFill>
                  </a:endParaRPr>
                </a:p>
              </p:txBody>
            </p:sp>
            <p:sp>
              <p:nvSpPr>
                <p:cNvPr id="244960" name="Freeform 218"/>
                <p:cNvSpPr/>
                <p:nvPr/>
              </p:nvSpPr>
              <p:spPr bwMode="auto">
                <a:xfrm>
                  <a:off x="5197" y="1927"/>
                  <a:ext cx="34" cy="28"/>
                </a:xfrm>
                <a:custGeom>
                  <a:avLst/>
                  <a:gdLst>
                    <a:gd name="T0" fmla="*/ 0 w 206"/>
                    <a:gd name="T1" fmla="*/ 0 h 168"/>
                    <a:gd name="T2" fmla="*/ 0 w 206"/>
                    <a:gd name="T3" fmla="*/ 0 h 168"/>
                    <a:gd name="T4" fmla="*/ 0 w 206"/>
                    <a:gd name="T5" fmla="*/ 0 h 168"/>
                    <a:gd name="T6" fmla="*/ 0 w 206"/>
                    <a:gd name="T7" fmla="*/ 0 h 168"/>
                    <a:gd name="T8" fmla="*/ 0 w 206"/>
                    <a:gd name="T9" fmla="*/ 0 h 168"/>
                    <a:gd name="T10" fmla="*/ 0 w 206"/>
                    <a:gd name="T11" fmla="*/ 0 h 168"/>
                    <a:gd name="T12" fmla="*/ 0 w 206"/>
                    <a:gd name="T13" fmla="*/ 0 h 16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6" h="168">
                      <a:moveTo>
                        <a:pt x="17" y="5"/>
                      </a:moveTo>
                      <a:lnTo>
                        <a:pt x="0" y="168"/>
                      </a:lnTo>
                      <a:lnTo>
                        <a:pt x="206" y="84"/>
                      </a:lnTo>
                      <a:lnTo>
                        <a:pt x="126" y="58"/>
                      </a:lnTo>
                      <a:lnTo>
                        <a:pt x="52" y="97"/>
                      </a:lnTo>
                      <a:lnTo>
                        <a:pt x="75" y="0"/>
                      </a:lnTo>
                      <a:lnTo>
                        <a:pt x="17" y="5"/>
                      </a:lnTo>
                      <a:close/>
                    </a:path>
                  </a:pathLst>
                </a:custGeom>
                <a:solidFill>
                  <a:srgbClr val="404040"/>
                </a:solidFill>
                <a:ln w="1588">
                  <a:solidFill>
                    <a:srgbClr val="000000"/>
                  </a:solidFill>
                  <a:prstDash val="solid"/>
                  <a:round/>
                </a:ln>
              </p:spPr>
              <p:txBody>
                <a:bodyPr/>
                <a:lstStyle/>
                <a:p>
                  <a:endParaRPr lang="zh-CN" altLang="en-US" b="1">
                    <a:solidFill>
                      <a:srgbClr val="000099"/>
                    </a:solidFill>
                  </a:endParaRPr>
                </a:p>
              </p:txBody>
            </p:sp>
          </p:grpSp>
          <p:grpSp>
            <p:nvGrpSpPr>
              <p:cNvPr id="244931" name="Group 219"/>
              <p:cNvGrpSpPr/>
              <p:nvPr/>
            </p:nvGrpSpPr>
            <p:grpSpPr bwMode="auto">
              <a:xfrm>
                <a:off x="5170" y="1848"/>
                <a:ext cx="270" cy="138"/>
                <a:chOff x="5170" y="1848"/>
                <a:chExt cx="270" cy="138"/>
              </a:xfrm>
            </p:grpSpPr>
            <p:sp>
              <p:nvSpPr>
                <p:cNvPr id="244932" name="Freeform 220"/>
                <p:cNvSpPr/>
                <p:nvPr/>
              </p:nvSpPr>
              <p:spPr bwMode="auto">
                <a:xfrm>
                  <a:off x="5175" y="1848"/>
                  <a:ext cx="264" cy="122"/>
                </a:xfrm>
                <a:custGeom>
                  <a:avLst/>
                  <a:gdLst>
                    <a:gd name="T0" fmla="*/ 0 w 1583"/>
                    <a:gd name="T1" fmla="*/ 0 h 729"/>
                    <a:gd name="T2" fmla="*/ 0 w 1583"/>
                    <a:gd name="T3" fmla="*/ 0 h 729"/>
                    <a:gd name="T4" fmla="*/ 0 w 1583"/>
                    <a:gd name="T5" fmla="*/ 0 h 729"/>
                    <a:gd name="T6" fmla="*/ 0 w 1583"/>
                    <a:gd name="T7" fmla="*/ 0 h 729"/>
                    <a:gd name="T8" fmla="*/ 0 w 1583"/>
                    <a:gd name="T9" fmla="*/ 0 h 7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83" h="729">
                      <a:moveTo>
                        <a:pt x="0" y="309"/>
                      </a:moveTo>
                      <a:lnTo>
                        <a:pt x="759" y="729"/>
                      </a:lnTo>
                      <a:lnTo>
                        <a:pt x="1583" y="318"/>
                      </a:lnTo>
                      <a:lnTo>
                        <a:pt x="951" y="0"/>
                      </a:lnTo>
                      <a:lnTo>
                        <a:pt x="0" y="309"/>
                      </a:lnTo>
                      <a:close/>
                    </a:path>
                  </a:pathLst>
                </a:custGeom>
                <a:solidFill>
                  <a:srgbClr val="808080"/>
                </a:solidFill>
                <a:ln w="1588">
                  <a:solidFill>
                    <a:srgbClr val="000000"/>
                  </a:solidFill>
                  <a:prstDash val="solid"/>
                  <a:round/>
                </a:ln>
              </p:spPr>
              <p:txBody>
                <a:bodyPr/>
                <a:lstStyle/>
                <a:p>
                  <a:endParaRPr lang="zh-CN" altLang="en-US" b="1">
                    <a:solidFill>
                      <a:srgbClr val="000099"/>
                    </a:solidFill>
                  </a:endParaRPr>
                </a:p>
              </p:txBody>
            </p:sp>
            <p:sp>
              <p:nvSpPr>
                <p:cNvPr id="244933" name="Freeform 221"/>
                <p:cNvSpPr/>
                <p:nvPr/>
              </p:nvSpPr>
              <p:spPr bwMode="auto">
                <a:xfrm>
                  <a:off x="5170" y="1899"/>
                  <a:ext cx="133" cy="86"/>
                </a:xfrm>
                <a:custGeom>
                  <a:avLst/>
                  <a:gdLst>
                    <a:gd name="T0" fmla="*/ 0 w 792"/>
                    <a:gd name="T1" fmla="*/ 0 h 516"/>
                    <a:gd name="T2" fmla="*/ 0 w 792"/>
                    <a:gd name="T3" fmla="*/ 0 h 516"/>
                    <a:gd name="T4" fmla="*/ 0 w 792"/>
                    <a:gd name="T5" fmla="*/ 0 h 516"/>
                    <a:gd name="T6" fmla="*/ 0 w 792"/>
                    <a:gd name="T7" fmla="*/ 0 h 516"/>
                    <a:gd name="T8" fmla="*/ 0 w 792"/>
                    <a:gd name="T9" fmla="*/ 0 h 51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92" h="516">
                      <a:moveTo>
                        <a:pt x="28" y="0"/>
                      </a:moveTo>
                      <a:lnTo>
                        <a:pt x="792" y="426"/>
                      </a:lnTo>
                      <a:lnTo>
                        <a:pt x="770" y="516"/>
                      </a:lnTo>
                      <a:lnTo>
                        <a:pt x="0" y="82"/>
                      </a:lnTo>
                      <a:lnTo>
                        <a:pt x="28" y="0"/>
                      </a:lnTo>
                      <a:close/>
                    </a:path>
                  </a:pathLst>
                </a:custGeom>
                <a:solidFill>
                  <a:srgbClr val="606060"/>
                </a:solidFill>
                <a:ln w="1588">
                  <a:solidFill>
                    <a:srgbClr val="000000"/>
                  </a:solidFill>
                  <a:prstDash val="solid"/>
                  <a:round/>
                </a:ln>
              </p:spPr>
              <p:txBody>
                <a:bodyPr/>
                <a:lstStyle/>
                <a:p>
                  <a:endParaRPr lang="zh-CN" altLang="en-US" b="1">
                    <a:solidFill>
                      <a:srgbClr val="000099"/>
                    </a:solidFill>
                  </a:endParaRPr>
                </a:p>
              </p:txBody>
            </p:sp>
            <p:sp>
              <p:nvSpPr>
                <p:cNvPr id="244934" name="Freeform 222"/>
                <p:cNvSpPr/>
                <p:nvPr/>
              </p:nvSpPr>
              <p:spPr bwMode="auto">
                <a:xfrm>
                  <a:off x="5299" y="1901"/>
                  <a:ext cx="141" cy="85"/>
                </a:xfrm>
                <a:custGeom>
                  <a:avLst/>
                  <a:gdLst>
                    <a:gd name="T0" fmla="*/ 0 w 846"/>
                    <a:gd name="T1" fmla="*/ 0 h 507"/>
                    <a:gd name="T2" fmla="*/ 0 w 846"/>
                    <a:gd name="T3" fmla="*/ 0 h 507"/>
                    <a:gd name="T4" fmla="*/ 0 w 846"/>
                    <a:gd name="T5" fmla="*/ 0 h 507"/>
                    <a:gd name="T6" fmla="*/ 0 w 846"/>
                    <a:gd name="T7" fmla="*/ 0 h 507"/>
                    <a:gd name="T8" fmla="*/ 0 w 846"/>
                    <a:gd name="T9" fmla="*/ 0 h 50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46" h="507">
                      <a:moveTo>
                        <a:pt x="0" y="507"/>
                      </a:moveTo>
                      <a:lnTo>
                        <a:pt x="25" y="411"/>
                      </a:lnTo>
                      <a:lnTo>
                        <a:pt x="846" y="0"/>
                      </a:lnTo>
                      <a:lnTo>
                        <a:pt x="817" y="76"/>
                      </a:lnTo>
                      <a:lnTo>
                        <a:pt x="0" y="507"/>
                      </a:lnTo>
                      <a:close/>
                    </a:path>
                  </a:pathLst>
                </a:custGeom>
                <a:solidFill>
                  <a:srgbClr val="404040"/>
                </a:solidFill>
                <a:ln w="1588">
                  <a:solidFill>
                    <a:srgbClr val="000000"/>
                  </a:solidFill>
                  <a:prstDash val="solid"/>
                  <a:round/>
                </a:ln>
              </p:spPr>
              <p:txBody>
                <a:bodyPr/>
                <a:lstStyle/>
                <a:p>
                  <a:endParaRPr lang="zh-CN" altLang="en-US" b="1">
                    <a:solidFill>
                      <a:srgbClr val="000099"/>
                    </a:solidFill>
                  </a:endParaRPr>
                </a:p>
              </p:txBody>
            </p:sp>
            <p:sp>
              <p:nvSpPr>
                <p:cNvPr id="244935" name="Freeform 223"/>
                <p:cNvSpPr/>
                <p:nvPr/>
              </p:nvSpPr>
              <p:spPr bwMode="auto">
                <a:xfrm>
                  <a:off x="5227" y="1905"/>
                  <a:ext cx="106" cy="54"/>
                </a:xfrm>
                <a:custGeom>
                  <a:avLst/>
                  <a:gdLst>
                    <a:gd name="T0" fmla="*/ 0 w 637"/>
                    <a:gd name="T1" fmla="*/ 0 h 321"/>
                    <a:gd name="T2" fmla="*/ 0 w 637"/>
                    <a:gd name="T3" fmla="*/ 0 h 321"/>
                    <a:gd name="T4" fmla="*/ 0 w 637"/>
                    <a:gd name="T5" fmla="*/ 0 h 321"/>
                    <a:gd name="T6" fmla="*/ 0 w 637"/>
                    <a:gd name="T7" fmla="*/ 0 h 321"/>
                    <a:gd name="T8" fmla="*/ 0 w 637"/>
                    <a:gd name="T9" fmla="*/ 0 h 32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37" h="321">
                      <a:moveTo>
                        <a:pt x="0" y="83"/>
                      </a:moveTo>
                      <a:lnTo>
                        <a:pt x="220" y="0"/>
                      </a:lnTo>
                      <a:lnTo>
                        <a:pt x="637" y="224"/>
                      </a:lnTo>
                      <a:lnTo>
                        <a:pt x="425" y="321"/>
                      </a:lnTo>
                      <a:lnTo>
                        <a:pt x="0" y="83"/>
                      </a:lnTo>
                      <a:close/>
                    </a:path>
                  </a:pathLst>
                </a:custGeom>
                <a:solidFill>
                  <a:srgbClr val="A0A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936" name="Freeform 224"/>
                <p:cNvSpPr/>
                <p:nvPr/>
              </p:nvSpPr>
              <p:spPr bwMode="auto">
                <a:xfrm>
                  <a:off x="5270" y="1868"/>
                  <a:ext cx="156" cy="72"/>
                </a:xfrm>
                <a:custGeom>
                  <a:avLst/>
                  <a:gdLst>
                    <a:gd name="T0" fmla="*/ 0 w 938"/>
                    <a:gd name="T1" fmla="*/ 0 h 434"/>
                    <a:gd name="T2" fmla="*/ 0 w 938"/>
                    <a:gd name="T3" fmla="*/ 0 h 434"/>
                    <a:gd name="T4" fmla="*/ 0 w 938"/>
                    <a:gd name="T5" fmla="*/ 0 h 434"/>
                    <a:gd name="T6" fmla="*/ 0 w 938"/>
                    <a:gd name="T7" fmla="*/ 0 h 434"/>
                    <a:gd name="T8" fmla="*/ 0 w 938"/>
                    <a:gd name="T9" fmla="*/ 0 h 4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38" h="434">
                      <a:moveTo>
                        <a:pt x="0" y="210"/>
                      </a:moveTo>
                      <a:lnTo>
                        <a:pt x="410" y="434"/>
                      </a:lnTo>
                      <a:lnTo>
                        <a:pt x="938" y="186"/>
                      </a:lnTo>
                      <a:lnTo>
                        <a:pt x="554" y="0"/>
                      </a:lnTo>
                      <a:lnTo>
                        <a:pt x="0" y="210"/>
                      </a:lnTo>
                      <a:close/>
                    </a:path>
                  </a:pathLst>
                </a:custGeom>
                <a:solidFill>
                  <a:srgbClr val="A0A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937" name="Freeform 225"/>
                <p:cNvSpPr/>
                <p:nvPr/>
              </p:nvSpPr>
              <p:spPr bwMode="auto">
                <a:xfrm>
                  <a:off x="5188" y="1852"/>
                  <a:ext cx="172" cy="66"/>
                </a:xfrm>
                <a:custGeom>
                  <a:avLst/>
                  <a:gdLst>
                    <a:gd name="T0" fmla="*/ 0 w 1034"/>
                    <a:gd name="T1" fmla="*/ 0 h 395"/>
                    <a:gd name="T2" fmla="*/ 0 w 1034"/>
                    <a:gd name="T3" fmla="*/ 0 h 395"/>
                    <a:gd name="T4" fmla="*/ 0 w 1034"/>
                    <a:gd name="T5" fmla="*/ 0 h 395"/>
                    <a:gd name="T6" fmla="*/ 0 w 1034"/>
                    <a:gd name="T7" fmla="*/ 0 h 395"/>
                    <a:gd name="T8" fmla="*/ 0 w 1034"/>
                    <a:gd name="T9" fmla="*/ 0 h 39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4" h="395">
                      <a:moveTo>
                        <a:pt x="216" y="395"/>
                      </a:moveTo>
                      <a:lnTo>
                        <a:pt x="0" y="285"/>
                      </a:lnTo>
                      <a:lnTo>
                        <a:pt x="867" y="0"/>
                      </a:lnTo>
                      <a:lnTo>
                        <a:pt x="1034" y="82"/>
                      </a:lnTo>
                      <a:lnTo>
                        <a:pt x="216" y="395"/>
                      </a:lnTo>
                      <a:close/>
                    </a:path>
                  </a:pathLst>
                </a:custGeom>
                <a:solidFill>
                  <a:srgbClr val="A0A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938" name="Line 226"/>
                <p:cNvSpPr>
                  <a:spLocks noChangeShapeType="1"/>
                </p:cNvSpPr>
                <p:nvPr/>
              </p:nvSpPr>
              <p:spPr bwMode="auto">
                <a:xfrm flipV="1">
                  <a:off x="5193" y="1855"/>
                  <a:ext cx="148" cy="51"/>
                </a:xfrm>
                <a:prstGeom prst="line">
                  <a:avLst/>
                </a:prstGeom>
                <a:noFill/>
                <a:ln w="4763">
                  <a:solidFill>
                    <a:srgbClr val="80808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4939" name="Line 227"/>
                <p:cNvSpPr>
                  <a:spLocks noChangeShapeType="1"/>
                </p:cNvSpPr>
                <p:nvPr/>
              </p:nvSpPr>
              <p:spPr bwMode="auto">
                <a:xfrm flipV="1">
                  <a:off x="5205" y="1858"/>
                  <a:ext cx="144" cy="52"/>
                </a:xfrm>
                <a:prstGeom prst="line">
                  <a:avLst/>
                </a:prstGeom>
                <a:noFill/>
                <a:ln w="4763">
                  <a:solidFill>
                    <a:srgbClr val="80808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4940" name="Line 228"/>
                <p:cNvSpPr>
                  <a:spLocks noChangeShapeType="1"/>
                </p:cNvSpPr>
                <p:nvPr/>
              </p:nvSpPr>
              <p:spPr bwMode="auto">
                <a:xfrm flipV="1">
                  <a:off x="5214" y="1862"/>
                  <a:ext cx="141" cy="54"/>
                </a:xfrm>
                <a:prstGeom prst="line">
                  <a:avLst/>
                </a:prstGeom>
                <a:noFill/>
                <a:ln w="4763">
                  <a:solidFill>
                    <a:srgbClr val="80808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4941" name="Line 229"/>
                <p:cNvSpPr>
                  <a:spLocks noChangeShapeType="1"/>
                </p:cNvSpPr>
                <p:nvPr/>
              </p:nvSpPr>
              <p:spPr bwMode="auto">
                <a:xfrm flipV="1">
                  <a:off x="5235" y="1871"/>
                  <a:ext cx="138" cy="55"/>
                </a:xfrm>
                <a:prstGeom prst="line">
                  <a:avLst/>
                </a:prstGeom>
                <a:noFill/>
                <a:ln w="4763">
                  <a:solidFill>
                    <a:srgbClr val="80808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4942" name="Line 230"/>
                <p:cNvSpPr>
                  <a:spLocks noChangeShapeType="1"/>
                </p:cNvSpPr>
                <p:nvPr/>
              </p:nvSpPr>
              <p:spPr bwMode="auto">
                <a:xfrm flipV="1">
                  <a:off x="5246" y="1877"/>
                  <a:ext cx="137" cy="56"/>
                </a:xfrm>
                <a:prstGeom prst="line">
                  <a:avLst/>
                </a:prstGeom>
                <a:noFill/>
                <a:ln w="4763">
                  <a:solidFill>
                    <a:srgbClr val="80808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4943" name="Line 231"/>
                <p:cNvSpPr>
                  <a:spLocks noChangeShapeType="1"/>
                </p:cNvSpPr>
                <p:nvPr/>
              </p:nvSpPr>
              <p:spPr bwMode="auto">
                <a:xfrm flipV="1">
                  <a:off x="5261" y="1885"/>
                  <a:ext cx="124" cy="53"/>
                </a:xfrm>
                <a:prstGeom prst="line">
                  <a:avLst/>
                </a:prstGeom>
                <a:noFill/>
                <a:ln w="4763">
                  <a:solidFill>
                    <a:srgbClr val="80808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4944" name="Line 232"/>
                <p:cNvSpPr>
                  <a:spLocks noChangeShapeType="1"/>
                </p:cNvSpPr>
                <p:nvPr/>
              </p:nvSpPr>
              <p:spPr bwMode="auto">
                <a:xfrm flipV="1">
                  <a:off x="5274" y="1890"/>
                  <a:ext cx="119" cy="53"/>
                </a:xfrm>
                <a:prstGeom prst="line">
                  <a:avLst/>
                </a:prstGeom>
                <a:noFill/>
                <a:ln w="4763">
                  <a:solidFill>
                    <a:srgbClr val="80808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4945" name="Line 233"/>
                <p:cNvSpPr>
                  <a:spLocks noChangeShapeType="1"/>
                </p:cNvSpPr>
                <p:nvPr/>
              </p:nvSpPr>
              <p:spPr bwMode="auto">
                <a:xfrm flipV="1">
                  <a:off x="5291" y="1897"/>
                  <a:ext cx="114" cy="52"/>
                </a:xfrm>
                <a:prstGeom prst="line">
                  <a:avLst/>
                </a:prstGeom>
                <a:noFill/>
                <a:ln w="4763">
                  <a:solidFill>
                    <a:srgbClr val="80808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4946" name="Line 234"/>
                <p:cNvSpPr>
                  <a:spLocks noChangeShapeType="1"/>
                </p:cNvSpPr>
                <p:nvPr/>
              </p:nvSpPr>
              <p:spPr bwMode="auto">
                <a:xfrm>
                  <a:off x="5239" y="1915"/>
                  <a:ext cx="71" cy="40"/>
                </a:xfrm>
                <a:prstGeom prst="line">
                  <a:avLst/>
                </a:prstGeom>
                <a:noFill/>
                <a:ln w="4763">
                  <a:solidFill>
                    <a:srgbClr val="80808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4947" name="Line 235"/>
                <p:cNvSpPr>
                  <a:spLocks noChangeShapeType="1"/>
                </p:cNvSpPr>
                <p:nvPr/>
              </p:nvSpPr>
              <p:spPr bwMode="auto">
                <a:xfrm>
                  <a:off x="5255" y="1910"/>
                  <a:ext cx="69" cy="38"/>
                </a:xfrm>
                <a:prstGeom prst="line">
                  <a:avLst/>
                </a:prstGeom>
                <a:noFill/>
                <a:ln w="4763">
                  <a:solidFill>
                    <a:srgbClr val="80808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4948" name="Line 236"/>
                <p:cNvSpPr>
                  <a:spLocks noChangeShapeType="1"/>
                </p:cNvSpPr>
                <p:nvPr/>
              </p:nvSpPr>
              <p:spPr bwMode="auto">
                <a:xfrm>
                  <a:off x="5285" y="1897"/>
                  <a:ext cx="68" cy="37"/>
                </a:xfrm>
                <a:prstGeom prst="line">
                  <a:avLst/>
                </a:prstGeom>
                <a:noFill/>
                <a:ln w="4763">
                  <a:solidFill>
                    <a:srgbClr val="80808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4949" name="Line 237"/>
                <p:cNvSpPr>
                  <a:spLocks noChangeShapeType="1"/>
                </p:cNvSpPr>
                <p:nvPr/>
              </p:nvSpPr>
              <p:spPr bwMode="auto">
                <a:xfrm>
                  <a:off x="5301" y="1891"/>
                  <a:ext cx="67" cy="36"/>
                </a:xfrm>
                <a:prstGeom prst="line">
                  <a:avLst/>
                </a:prstGeom>
                <a:noFill/>
                <a:ln w="4763">
                  <a:solidFill>
                    <a:srgbClr val="80808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4950" name="Line 238"/>
                <p:cNvSpPr>
                  <a:spLocks noChangeShapeType="1"/>
                </p:cNvSpPr>
                <p:nvPr/>
              </p:nvSpPr>
              <p:spPr bwMode="auto">
                <a:xfrm>
                  <a:off x="5318" y="1886"/>
                  <a:ext cx="65" cy="36"/>
                </a:xfrm>
                <a:prstGeom prst="line">
                  <a:avLst/>
                </a:prstGeom>
                <a:noFill/>
                <a:ln w="4763">
                  <a:solidFill>
                    <a:srgbClr val="80808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4951" name="Line 239"/>
                <p:cNvSpPr>
                  <a:spLocks noChangeShapeType="1"/>
                </p:cNvSpPr>
                <p:nvPr/>
              </p:nvSpPr>
              <p:spPr bwMode="auto">
                <a:xfrm>
                  <a:off x="5332" y="1880"/>
                  <a:ext cx="64" cy="34"/>
                </a:xfrm>
                <a:prstGeom prst="line">
                  <a:avLst/>
                </a:prstGeom>
                <a:noFill/>
                <a:ln w="4763">
                  <a:solidFill>
                    <a:srgbClr val="80808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4952" name="Line 240"/>
                <p:cNvSpPr>
                  <a:spLocks noChangeShapeType="1"/>
                </p:cNvSpPr>
                <p:nvPr/>
              </p:nvSpPr>
              <p:spPr bwMode="auto">
                <a:xfrm>
                  <a:off x="5346" y="1874"/>
                  <a:ext cx="64" cy="33"/>
                </a:xfrm>
                <a:prstGeom prst="line">
                  <a:avLst/>
                </a:prstGeom>
                <a:noFill/>
                <a:ln w="4763">
                  <a:solidFill>
                    <a:srgbClr val="80808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4953" name="Line 241"/>
                <p:cNvSpPr>
                  <a:spLocks noChangeShapeType="1"/>
                </p:cNvSpPr>
                <p:nvPr/>
              </p:nvSpPr>
              <p:spPr bwMode="auto">
                <a:xfrm>
                  <a:off x="5209" y="1892"/>
                  <a:ext cx="35" cy="18"/>
                </a:xfrm>
                <a:prstGeom prst="line">
                  <a:avLst/>
                </a:prstGeom>
                <a:noFill/>
                <a:ln w="4763">
                  <a:solidFill>
                    <a:srgbClr val="80808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4954" name="Line 242"/>
                <p:cNvSpPr>
                  <a:spLocks noChangeShapeType="1"/>
                </p:cNvSpPr>
                <p:nvPr/>
              </p:nvSpPr>
              <p:spPr bwMode="auto">
                <a:xfrm>
                  <a:off x="5232" y="1885"/>
                  <a:ext cx="32" cy="17"/>
                </a:xfrm>
                <a:prstGeom prst="line">
                  <a:avLst/>
                </a:prstGeom>
                <a:noFill/>
                <a:ln w="4763">
                  <a:solidFill>
                    <a:srgbClr val="80808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4955" name="Line 243"/>
                <p:cNvSpPr>
                  <a:spLocks noChangeShapeType="1"/>
                </p:cNvSpPr>
                <p:nvPr/>
              </p:nvSpPr>
              <p:spPr bwMode="auto">
                <a:xfrm>
                  <a:off x="5252" y="1879"/>
                  <a:ext cx="33" cy="17"/>
                </a:xfrm>
                <a:prstGeom prst="line">
                  <a:avLst/>
                </a:prstGeom>
                <a:noFill/>
                <a:ln w="4763">
                  <a:solidFill>
                    <a:srgbClr val="80808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4956" name="Line 244"/>
                <p:cNvSpPr>
                  <a:spLocks noChangeShapeType="1"/>
                </p:cNvSpPr>
                <p:nvPr/>
              </p:nvSpPr>
              <p:spPr bwMode="auto">
                <a:xfrm>
                  <a:off x="5272" y="1872"/>
                  <a:ext cx="32" cy="15"/>
                </a:xfrm>
                <a:prstGeom prst="line">
                  <a:avLst/>
                </a:prstGeom>
                <a:noFill/>
                <a:ln w="4763">
                  <a:solidFill>
                    <a:srgbClr val="80808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4957" name="Line 245"/>
                <p:cNvSpPr>
                  <a:spLocks noChangeShapeType="1"/>
                </p:cNvSpPr>
                <p:nvPr/>
              </p:nvSpPr>
              <p:spPr bwMode="auto">
                <a:xfrm>
                  <a:off x="5292" y="1865"/>
                  <a:ext cx="31" cy="16"/>
                </a:xfrm>
                <a:prstGeom prst="line">
                  <a:avLst/>
                </a:prstGeom>
                <a:noFill/>
                <a:ln w="4763">
                  <a:solidFill>
                    <a:srgbClr val="80808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44958" name="Line 246"/>
                <p:cNvSpPr>
                  <a:spLocks noChangeShapeType="1"/>
                </p:cNvSpPr>
                <p:nvPr/>
              </p:nvSpPr>
              <p:spPr bwMode="auto">
                <a:xfrm>
                  <a:off x="5315" y="1858"/>
                  <a:ext cx="29" cy="15"/>
                </a:xfrm>
                <a:prstGeom prst="line">
                  <a:avLst/>
                </a:prstGeom>
                <a:noFill/>
                <a:ln w="4763">
                  <a:solidFill>
                    <a:srgbClr val="808080"/>
                  </a:solidFill>
                  <a:rou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grpSp>
      <p:grpSp>
        <p:nvGrpSpPr>
          <p:cNvPr id="244786" name="Group 247"/>
          <p:cNvGrpSpPr/>
          <p:nvPr/>
        </p:nvGrpSpPr>
        <p:grpSpPr bwMode="auto">
          <a:xfrm>
            <a:off x="9162337" y="4983163"/>
            <a:ext cx="598488" cy="246062"/>
            <a:chOff x="5266" y="2029"/>
            <a:chExt cx="348" cy="155"/>
          </a:xfrm>
        </p:grpSpPr>
        <p:sp>
          <p:nvSpPr>
            <p:cNvPr id="244922" name="Freeform 248"/>
            <p:cNvSpPr/>
            <p:nvPr/>
          </p:nvSpPr>
          <p:spPr bwMode="auto">
            <a:xfrm>
              <a:off x="5266" y="2029"/>
              <a:ext cx="348" cy="155"/>
            </a:xfrm>
            <a:custGeom>
              <a:avLst/>
              <a:gdLst>
                <a:gd name="T0" fmla="*/ 0 w 2091"/>
                <a:gd name="T1" fmla="*/ 0 h 931"/>
                <a:gd name="T2" fmla="*/ 0 w 2091"/>
                <a:gd name="T3" fmla="*/ 0 h 931"/>
                <a:gd name="T4" fmla="*/ 0 w 2091"/>
                <a:gd name="T5" fmla="*/ 0 h 931"/>
                <a:gd name="T6" fmla="*/ 0 w 2091"/>
                <a:gd name="T7" fmla="*/ 0 h 931"/>
                <a:gd name="T8" fmla="*/ 0 w 2091"/>
                <a:gd name="T9" fmla="*/ 0 h 931"/>
                <a:gd name="T10" fmla="*/ 0 w 2091"/>
                <a:gd name="T11" fmla="*/ 0 h 931"/>
                <a:gd name="T12" fmla="*/ 0 w 2091"/>
                <a:gd name="T13" fmla="*/ 0 h 931"/>
                <a:gd name="T14" fmla="*/ 0 w 2091"/>
                <a:gd name="T15" fmla="*/ 0 h 931"/>
                <a:gd name="T16" fmla="*/ 0 w 2091"/>
                <a:gd name="T17" fmla="*/ 0 h 931"/>
                <a:gd name="T18" fmla="*/ 0 w 2091"/>
                <a:gd name="T19" fmla="*/ 0 h 931"/>
                <a:gd name="T20" fmla="*/ 0 w 2091"/>
                <a:gd name="T21" fmla="*/ 0 h 931"/>
                <a:gd name="T22" fmla="*/ 0 w 2091"/>
                <a:gd name="T23" fmla="*/ 0 h 931"/>
                <a:gd name="T24" fmla="*/ 0 w 2091"/>
                <a:gd name="T25" fmla="*/ 0 h 931"/>
                <a:gd name="T26" fmla="*/ 0 w 2091"/>
                <a:gd name="T27" fmla="*/ 0 h 931"/>
                <a:gd name="T28" fmla="*/ 0 w 2091"/>
                <a:gd name="T29" fmla="*/ 0 h 931"/>
                <a:gd name="T30" fmla="*/ 0 w 2091"/>
                <a:gd name="T31" fmla="*/ 0 h 931"/>
                <a:gd name="T32" fmla="*/ 0 w 2091"/>
                <a:gd name="T33" fmla="*/ 0 h 931"/>
                <a:gd name="T34" fmla="*/ 0 w 2091"/>
                <a:gd name="T35" fmla="*/ 0 h 931"/>
                <a:gd name="T36" fmla="*/ 0 w 2091"/>
                <a:gd name="T37" fmla="*/ 0 h 931"/>
                <a:gd name="T38" fmla="*/ 0 w 2091"/>
                <a:gd name="T39" fmla="*/ 0 h 931"/>
                <a:gd name="T40" fmla="*/ 0 w 2091"/>
                <a:gd name="T41" fmla="*/ 0 h 931"/>
                <a:gd name="T42" fmla="*/ 0 w 2091"/>
                <a:gd name="T43" fmla="*/ 0 h 931"/>
                <a:gd name="T44" fmla="*/ 0 w 2091"/>
                <a:gd name="T45" fmla="*/ 0 h 931"/>
                <a:gd name="T46" fmla="*/ 0 w 2091"/>
                <a:gd name="T47" fmla="*/ 0 h 931"/>
                <a:gd name="T48" fmla="*/ 0 w 2091"/>
                <a:gd name="T49" fmla="*/ 0 h 931"/>
                <a:gd name="T50" fmla="*/ 0 w 2091"/>
                <a:gd name="T51" fmla="*/ 0 h 931"/>
                <a:gd name="T52" fmla="*/ 0 w 2091"/>
                <a:gd name="T53" fmla="*/ 0 h 931"/>
                <a:gd name="T54" fmla="*/ 0 w 2091"/>
                <a:gd name="T55" fmla="*/ 0 h 931"/>
                <a:gd name="T56" fmla="*/ 0 w 2091"/>
                <a:gd name="T57" fmla="*/ 0 h 931"/>
                <a:gd name="T58" fmla="*/ 0 w 2091"/>
                <a:gd name="T59" fmla="*/ 0 h 931"/>
                <a:gd name="T60" fmla="*/ 0 w 2091"/>
                <a:gd name="T61" fmla="*/ 0 h 931"/>
                <a:gd name="T62" fmla="*/ 0 w 2091"/>
                <a:gd name="T63" fmla="*/ 0 h 931"/>
                <a:gd name="T64" fmla="*/ 0 w 2091"/>
                <a:gd name="T65" fmla="*/ 0 h 931"/>
                <a:gd name="T66" fmla="*/ 0 w 2091"/>
                <a:gd name="T67" fmla="*/ 0 h 931"/>
                <a:gd name="T68" fmla="*/ 0 w 2091"/>
                <a:gd name="T69" fmla="*/ 0 h 931"/>
                <a:gd name="T70" fmla="*/ 0 w 2091"/>
                <a:gd name="T71" fmla="*/ 0 h 931"/>
                <a:gd name="T72" fmla="*/ 0 w 2091"/>
                <a:gd name="T73" fmla="*/ 0 h 931"/>
                <a:gd name="T74" fmla="*/ 0 w 2091"/>
                <a:gd name="T75" fmla="*/ 0 h 931"/>
                <a:gd name="T76" fmla="*/ 0 w 2091"/>
                <a:gd name="T77" fmla="*/ 0 h 931"/>
                <a:gd name="T78" fmla="*/ 0 w 2091"/>
                <a:gd name="T79" fmla="*/ 0 h 931"/>
                <a:gd name="T80" fmla="*/ 0 w 2091"/>
                <a:gd name="T81" fmla="*/ 0 h 931"/>
                <a:gd name="T82" fmla="*/ 0 w 2091"/>
                <a:gd name="T83" fmla="*/ 0 h 931"/>
                <a:gd name="T84" fmla="*/ 0 w 2091"/>
                <a:gd name="T85" fmla="*/ 0 h 931"/>
                <a:gd name="T86" fmla="*/ 0 w 2091"/>
                <a:gd name="T87" fmla="*/ 0 h 931"/>
                <a:gd name="T88" fmla="*/ 0 w 2091"/>
                <a:gd name="T89" fmla="*/ 0 h 931"/>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2091" h="931">
                  <a:moveTo>
                    <a:pt x="182" y="927"/>
                  </a:moveTo>
                  <a:lnTo>
                    <a:pt x="5" y="905"/>
                  </a:lnTo>
                  <a:lnTo>
                    <a:pt x="0" y="695"/>
                  </a:lnTo>
                  <a:lnTo>
                    <a:pt x="9" y="537"/>
                  </a:lnTo>
                  <a:lnTo>
                    <a:pt x="100" y="442"/>
                  </a:lnTo>
                  <a:lnTo>
                    <a:pt x="210" y="387"/>
                  </a:lnTo>
                  <a:lnTo>
                    <a:pt x="460" y="296"/>
                  </a:lnTo>
                  <a:lnTo>
                    <a:pt x="828" y="207"/>
                  </a:lnTo>
                  <a:lnTo>
                    <a:pt x="900" y="201"/>
                  </a:lnTo>
                  <a:lnTo>
                    <a:pt x="948" y="207"/>
                  </a:lnTo>
                  <a:lnTo>
                    <a:pt x="960" y="188"/>
                  </a:lnTo>
                  <a:lnTo>
                    <a:pt x="980" y="169"/>
                  </a:lnTo>
                  <a:lnTo>
                    <a:pt x="1003" y="173"/>
                  </a:lnTo>
                  <a:lnTo>
                    <a:pt x="1035" y="176"/>
                  </a:lnTo>
                  <a:lnTo>
                    <a:pt x="1049" y="138"/>
                  </a:lnTo>
                  <a:lnTo>
                    <a:pt x="1077" y="118"/>
                  </a:lnTo>
                  <a:lnTo>
                    <a:pt x="1106" y="112"/>
                  </a:lnTo>
                  <a:lnTo>
                    <a:pt x="1144" y="112"/>
                  </a:lnTo>
                  <a:lnTo>
                    <a:pt x="1138" y="82"/>
                  </a:lnTo>
                  <a:lnTo>
                    <a:pt x="1182" y="0"/>
                  </a:lnTo>
                  <a:lnTo>
                    <a:pt x="2040" y="22"/>
                  </a:lnTo>
                  <a:lnTo>
                    <a:pt x="2037" y="110"/>
                  </a:lnTo>
                  <a:lnTo>
                    <a:pt x="2053" y="188"/>
                  </a:lnTo>
                  <a:lnTo>
                    <a:pt x="2065" y="244"/>
                  </a:lnTo>
                  <a:lnTo>
                    <a:pt x="2080" y="314"/>
                  </a:lnTo>
                  <a:lnTo>
                    <a:pt x="2091" y="427"/>
                  </a:lnTo>
                  <a:lnTo>
                    <a:pt x="2077" y="494"/>
                  </a:lnTo>
                  <a:lnTo>
                    <a:pt x="2053" y="557"/>
                  </a:lnTo>
                  <a:lnTo>
                    <a:pt x="2023" y="610"/>
                  </a:lnTo>
                  <a:lnTo>
                    <a:pt x="1983" y="629"/>
                  </a:lnTo>
                  <a:lnTo>
                    <a:pt x="1921" y="648"/>
                  </a:lnTo>
                  <a:lnTo>
                    <a:pt x="1838" y="673"/>
                  </a:lnTo>
                  <a:lnTo>
                    <a:pt x="1801" y="717"/>
                  </a:lnTo>
                  <a:lnTo>
                    <a:pt x="1757" y="754"/>
                  </a:lnTo>
                  <a:lnTo>
                    <a:pt x="1686" y="786"/>
                  </a:lnTo>
                  <a:lnTo>
                    <a:pt x="1605" y="812"/>
                  </a:lnTo>
                  <a:lnTo>
                    <a:pt x="1475" y="827"/>
                  </a:lnTo>
                  <a:lnTo>
                    <a:pt x="1364" y="827"/>
                  </a:lnTo>
                  <a:lnTo>
                    <a:pt x="1279" y="818"/>
                  </a:lnTo>
                  <a:lnTo>
                    <a:pt x="1202" y="812"/>
                  </a:lnTo>
                  <a:lnTo>
                    <a:pt x="1144" y="843"/>
                  </a:lnTo>
                  <a:lnTo>
                    <a:pt x="1031" y="837"/>
                  </a:lnTo>
                  <a:lnTo>
                    <a:pt x="582" y="901"/>
                  </a:lnTo>
                  <a:lnTo>
                    <a:pt x="386" y="931"/>
                  </a:lnTo>
                  <a:lnTo>
                    <a:pt x="182" y="927"/>
                  </a:lnTo>
                  <a:close/>
                </a:path>
              </a:pathLst>
            </a:custGeom>
            <a:solidFill>
              <a:srgbClr val="606060"/>
            </a:solidFill>
            <a:ln w="1588">
              <a:solidFill>
                <a:srgbClr val="000000"/>
              </a:solidFill>
              <a:prstDash val="solid"/>
              <a:round/>
            </a:ln>
          </p:spPr>
          <p:txBody>
            <a:bodyPr/>
            <a:lstStyle/>
            <a:p>
              <a:endParaRPr lang="zh-CN" altLang="en-US" b="1">
                <a:solidFill>
                  <a:srgbClr val="000099"/>
                </a:solidFill>
              </a:endParaRPr>
            </a:p>
          </p:txBody>
        </p:sp>
        <p:sp>
          <p:nvSpPr>
            <p:cNvPr id="244923" name="Freeform 249"/>
            <p:cNvSpPr/>
            <p:nvPr/>
          </p:nvSpPr>
          <p:spPr bwMode="auto">
            <a:xfrm>
              <a:off x="5268" y="2043"/>
              <a:ext cx="342" cy="138"/>
            </a:xfrm>
            <a:custGeom>
              <a:avLst/>
              <a:gdLst>
                <a:gd name="T0" fmla="*/ 0 w 2049"/>
                <a:gd name="T1" fmla="*/ 0 h 829"/>
                <a:gd name="T2" fmla="*/ 0 w 2049"/>
                <a:gd name="T3" fmla="*/ 0 h 829"/>
                <a:gd name="T4" fmla="*/ 0 w 2049"/>
                <a:gd name="T5" fmla="*/ 0 h 829"/>
                <a:gd name="T6" fmla="*/ 0 w 2049"/>
                <a:gd name="T7" fmla="*/ 0 h 829"/>
                <a:gd name="T8" fmla="*/ 0 w 2049"/>
                <a:gd name="T9" fmla="*/ 0 h 829"/>
                <a:gd name="T10" fmla="*/ 0 w 2049"/>
                <a:gd name="T11" fmla="*/ 0 h 829"/>
                <a:gd name="T12" fmla="*/ 0 w 2049"/>
                <a:gd name="T13" fmla="*/ 0 h 829"/>
                <a:gd name="T14" fmla="*/ 0 w 2049"/>
                <a:gd name="T15" fmla="*/ 0 h 829"/>
                <a:gd name="T16" fmla="*/ 0 w 2049"/>
                <a:gd name="T17" fmla="*/ 0 h 829"/>
                <a:gd name="T18" fmla="*/ 0 w 2049"/>
                <a:gd name="T19" fmla="*/ 0 h 829"/>
                <a:gd name="T20" fmla="*/ 0 w 2049"/>
                <a:gd name="T21" fmla="*/ 0 h 829"/>
                <a:gd name="T22" fmla="*/ 0 w 2049"/>
                <a:gd name="T23" fmla="*/ 0 h 829"/>
                <a:gd name="T24" fmla="*/ 0 w 2049"/>
                <a:gd name="T25" fmla="*/ 0 h 829"/>
                <a:gd name="T26" fmla="*/ 0 w 2049"/>
                <a:gd name="T27" fmla="*/ 0 h 829"/>
                <a:gd name="T28" fmla="*/ 0 w 2049"/>
                <a:gd name="T29" fmla="*/ 0 h 829"/>
                <a:gd name="T30" fmla="*/ 0 w 2049"/>
                <a:gd name="T31" fmla="*/ 0 h 829"/>
                <a:gd name="T32" fmla="*/ 0 w 2049"/>
                <a:gd name="T33" fmla="*/ 0 h 829"/>
                <a:gd name="T34" fmla="*/ 0 w 2049"/>
                <a:gd name="T35" fmla="*/ 0 h 829"/>
                <a:gd name="T36" fmla="*/ 0 w 2049"/>
                <a:gd name="T37" fmla="*/ 0 h 829"/>
                <a:gd name="T38" fmla="*/ 0 w 2049"/>
                <a:gd name="T39" fmla="*/ 0 h 829"/>
                <a:gd name="T40" fmla="*/ 0 w 2049"/>
                <a:gd name="T41" fmla="*/ 0 h 829"/>
                <a:gd name="T42" fmla="*/ 0 w 2049"/>
                <a:gd name="T43" fmla="*/ 0 h 829"/>
                <a:gd name="T44" fmla="*/ 0 w 2049"/>
                <a:gd name="T45" fmla="*/ 0 h 829"/>
                <a:gd name="T46" fmla="*/ 0 w 2049"/>
                <a:gd name="T47" fmla="*/ 0 h 829"/>
                <a:gd name="T48" fmla="*/ 0 w 2049"/>
                <a:gd name="T49" fmla="*/ 0 h 829"/>
                <a:gd name="T50" fmla="*/ 0 w 2049"/>
                <a:gd name="T51" fmla="*/ 0 h 829"/>
                <a:gd name="T52" fmla="*/ 0 w 2049"/>
                <a:gd name="T53" fmla="*/ 0 h 829"/>
                <a:gd name="T54" fmla="*/ 0 w 2049"/>
                <a:gd name="T55" fmla="*/ 0 h 829"/>
                <a:gd name="T56" fmla="*/ 0 w 2049"/>
                <a:gd name="T57" fmla="*/ 0 h 829"/>
                <a:gd name="T58" fmla="*/ 0 w 2049"/>
                <a:gd name="T59" fmla="*/ 0 h 829"/>
                <a:gd name="T60" fmla="*/ 0 w 2049"/>
                <a:gd name="T61" fmla="*/ 0 h 829"/>
                <a:gd name="T62" fmla="*/ 0 w 2049"/>
                <a:gd name="T63" fmla="*/ 0 h 829"/>
                <a:gd name="T64" fmla="*/ 0 w 2049"/>
                <a:gd name="T65" fmla="*/ 0 h 829"/>
                <a:gd name="T66" fmla="*/ 0 w 2049"/>
                <a:gd name="T67" fmla="*/ 0 h 829"/>
                <a:gd name="T68" fmla="*/ 0 w 2049"/>
                <a:gd name="T69" fmla="*/ 0 h 829"/>
                <a:gd name="T70" fmla="*/ 0 w 2049"/>
                <a:gd name="T71" fmla="*/ 0 h 829"/>
                <a:gd name="T72" fmla="*/ 0 w 2049"/>
                <a:gd name="T73" fmla="*/ 0 h 829"/>
                <a:gd name="T74" fmla="*/ 0 w 2049"/>
                <a:gd name="T75" fmla="*/ 0 h 829"/>
                <a:gd name="T76" fmla="*/ 0 w 2049"/>
                <a:gd name="T77" fmla="*/ 0 h 829"/>
                <a:gd name="T78" fmla="*/ 0 w 2049"/>
                <a:gd name="T79" fmla="*/ 0 h 829"/>
                <a:gd name="T80" fmla="*/ 0 w 2049"/>
                <a:gd name="T81" fmla="*/ 0 h 829"/>
                <a:gd name="T82" fmla="*/ 0 w 2049"/>
                <a:gd name="T83" fmla="*/ 0 h 829"/>
                <a:gd name="T84" fmla="*/ 0 w 2049"/>
                <a:gd name="T85" fmla="*/ 0 h 829"/>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2049" h="829">
                  <a:moveTo>
                    <a:pt x="1982" y="31"/>
                  </a:moveTo>
                  <a:lnTo>
                    <a:pt x="1986" y="90"/>
                  </a:lnTo>
                  <a:lnTo>
                    <a:pt x="2010" y="67"/>
                  </a:lnTo>
                  <a:lnTo>
                    <a:pt x="2037" y="199"/>
                  </a:lnTo>
                  <a:lnTo>
                    <a:pt x="2049" y="353"/>
                  </a:lnTo>
                  <a:lnTo>
                    <a:pt x="1995" y="512"/>
                  </a:lnTo>
                  <a:lnTo>
                    <a:pt x="1868" y="549"/>
                  </a:lnTo>
                  <a:lnTo>
                    <a:pt x="1882" y="512"/>
                  </a:lnTo>
                  <a:lnTo>
                    <a:pt x="1814" y="567"/>
                  </a:lnTo>
                  <a:lnTo>
                    <a:pt x="1754" y="624"/>
                  </a:lnTo>
                  <a:lnTo>
                    <a:pt x="1622" y="688"/>
                  </a:lnTo>
                  <a:lnTo>
                    <a:pt x="1460" y="701"/>
                  </a:lnTo>
                  <a:lnTo>
                    <a:pt x="1264" y="710"/>
                  </a:lnTo>
                  <a:lnTo>
                    <a:pt x="1181" y="701"/>
                  </a:lnTo>
                  <a:lnTo>
                    <a:pt x="1255" y="669"/>
                  </a:lnTo>
                  <a:lnTo>
                    <a:pt x="1287" y="589"/>
                  </a:lnTo>
                  <a:lnTo>
                    <a:pt x="1228" y="656"/>
                  </a:lnTo>
                  <a:lnTo>
                    <a:pt x="1155" y="697"/>
                  </a:lnTo>
                  <a:lnTo>
                    <a:pt x="1086" y="733"/>
                  </a:lnTo>
                  <a:lnTo>
                    <a:pt x="1017" y="724"/>
                  </a:lnTo>
                  <a:lnTo>
                    <a:pt x="1063" y="692"/>
                  </a:lnTo>
                  <a:lnTo>
                    <a:pt x="1109" y="652"/>
                  </a:lnTo>
                  <a:lnTo>
                    <a:pt x="1036" y="678"/>
                  </a:lnTo>
                  <a:lnTo>
                    <a:pt x="963" y="733"/>
                  </a:lnTo>
                  <a:lnTo>
                    <a:pt x="726" y="761"/>
                  </a:lnTo>
                  <a:lnTo>
                    <a:pt x="491" y="797"/>
                  </a:lnTo>
                  <a:lnTo>
                    <a:pt x="409" y="793"/>
                  </a:lnTo>
                  <a:lnTo>
                    <a:pt x="495" y="742"/>
                  </a:lnTo>
                  <a:lnTo>
                    <a:pt x="581" y="724"/>
                  </a:lnTo>
                  <a:lnTo>
                    <a:pt x="486" y="720"/>
                  </a:lnTo>
                  <a:lnTo>
                    <a:pt x="414" y="752"/>
                  </a:lnTo>
                  <a:lnTo>
                    <a:pt x="319" y="815"/>
                  </a:lnTo>
                  <a:lnTo>
                    <a:pt x="386" y="720"/>
                  </a:lnTo>
                  <a:lnTo>
                    <a:pt x="473" y="669"/>
                  </a:lnTo>
                  <a:lnTo>
                    <a:pt x="359" y="692"/>
                  </a:lnTo>
                  <a:lnTo>
                    <a:pt x="300" y="765"/>
                  </a:lnTo>
                  <a:lnTo>
                    <a:pt x="287" y="829"/>
                  </a:lnTo>
                  <a:lnTo>
                    <a:pt x="214" y="742"/>
                  </a:lnTo>
                  <a:lnTo>
                    <a:pt x="140" y="701"/>
                  </a:lnTo>
                  <a:lnTo>
                    <a:pt x="182" y="746"/>
                  </a:lnTo>
                  <a:lnTo>
                    <a:pt x="241" y="829"/>
                  </a:lnTo>
                  <a:lnTo>
                    <a:pt x="59" y="793"/>
                  </a:lnTo>
                  <a:lnTo>
                    <a:pt x="23" y="778"/>
                  </a:lnTo>
                  <a:lnTo>
                    <a:pt x="0" y="674"/>
                  </a:lnTo>
                  <a:lnTo>
                    <a:pt x="13" y="530"/>
                  </a:lnTo>
                  <a:lnTo>
                    <a:pt x="40" y="435"/>
                  </a:lnTo>
                  <a:lnTo>
                    <a:pt x="155" y="362"/>
                  </a:lnTo>
                  <a:lnTo>
                    <a:pt x="296" y="298"/>
                  </a:lnTo>
                  <a:lnTo>
                    <a:pt x="572" y="207"/>
                  </a:lnTo>
                  <a:lnTo>
                    <a:pt x="795" y="145"/>
                  </a:lnTo>
                  <a:lnTo>
                    <a:pt x="917" y="135"/>
                  </a:lnTo>
                  <a:lnTo>
                    <a:pt x="968" y="207"/>
                  </a:lnTo>
                  <a:lnTo>
                    <a:pt x="1123" y="285"/>
                  </a:lnTo>
                  <a:lnTo>
                    <a:pt x="1040" y="217"/>
                  </a:lnTo>
                  <a:lnTo>
                    <a:pt x="977" y="182"/>
                  </a:lnTo>
                  <a:lnTo>
                    <a:pt x="953" y="131"/>
                  </a:lnTo>
                  <a:lnTo>
                    <a:pt x="963" y="108"/>
                  </a:lnTo>
                  <a:lnTo>
                    <a:pt x="1008" y="108"/>
                  </a:lnTo>
                  <a:lnTo>
                    <a:pt x="1036" y="135"/>
                  </a:lnTo>
                  <a:lnTo>
                    <a:pt x="1063" y="163"/>
                  </a:lnTo>
                  <a:lnTo>
                    <a:pt x="1132" y="190"/>
                  </a:lnTo>
                  <a:lnTo>
                    <a:pt x="1068" y="135"/>
                  </a:lnTo>
                  <a:lnTo>
                    <a:pt x="1040" y="95"/>
                  </a:lnTo>
                  <a:lnTo>
                    <a:pt x="1059" y="67"/>
                  </a:lnTo>
                  <a:lnTo>
                    <a:pt x="1113" y="50"/>
                  </a:lnTo>
                  <a:lnTo>
                    <a:pt x="1186" y="113"/>
                  </a:lnTo>
                  <a:lnTo>
                    <a:pt x="1255" y="154"/>
                  </a:lnTo>
                  <a:lnTo>
                    <a:pt x="1173" y="63"/>
                  </a:lnTo>
                  <a:lnTo>
                    <a:pt x="1145" y="27"/>
                  </a:lnTo>
                  <a:lnTo>
                    <a:pt x="1145" y="0"/>
                  </a:lnTo>
                  <a:lnTo>
                    <a:pt x="1213" y="10"/>
                  </a:lnTo>
                  <a:lnTo>
                    <a:pt x="1277" y="54"/>
                  </a:lnTo>
                  <a:lnTo>
                    <a:pt x="1319" y="86"/>
                  </a:lnTo>
                  <a:lnTo>
                    <a:pt x="1514" y="104"/>
                  </a:lnTo>
                  <a:lnTo>
                    <a:pt x="1508" y="54"/>
                  </a:lnTo>
                  <a:lnTo>
                    <a:pt x="1567" y="35"/>
                  </a:lnTo>
                  <a:lnTo>
                    <a:pt x="1567" y="99"/>
                  </a:lnTo>
                  <a:lnTo>
                    <a:pt x="1626" y="113"/>
                  </a:lnTo>
                  <a:lnTo>
                    <a:pt x="1754" y="131"/>
                  </a:lnTo>
                  <a:lnTo>
                    <a:pt x="1745" y="63"/>
                  </a:lnTo>
                  <a:lnTo>
                    <a:pt x="1790" y="63"/>
                  </a:lnTo>
                  <a:lnTo>
                    <a:pt x="1795" y="131"/>
                  </a:lnTo>
                  <a:lnTo>
                    <a:pt x="1868" y="127"/>
                  </a:lnTo>
                  <a:lnTo>
                    <a:pt x="1946" y="108"/>
                  </a:lnTo>
                  <a:lnTo>
                    <a:pt x="1950" y="54"/>
                  </a:lnTo>
                  <a:lnTo>
                    <a:pt x="1982" y="31"/>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924" name="Freeform 250"/>
            <p:cNvSpPr/>
            <p:nvPr/>
          </p:nvSpPr>
          <p:spPr bwMode="auto">
            <a:xfrm>
              <a:off x="5515" y="2093"/>
              <a:ext cx="47" cy="8"/>
            </a:xfrm>
            <a:custGeom>
              <a:avLst/>
              <a:gdLst>
                <a:gd name="T0" fmla="*/ 0 w 280"/>
                <a:gd name="T1" fmla="*/ 0 h 48"/>
                <a:gd name="T2" fmla="*/ 0 w 280"/>
                <a:gd name="T3" fmla="*/ 0 h 48"/>
                <a:gd name="T4" fmla="*/ 0 w 280"/>
                <a:gd name="T5" fmla="*/ 0 h 48"/>
                <a:gd name="T6" fmla="*/ 0 w 280"/>
                <a:gd name="T7" fmla="*/ 0 h 4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0" h="48">
                  <a:moveTo>
                    <a:pt x="280" y="0"/>
                  </a:moveTo>
                  <a:lnTo>
                    <a:pt x="149" y="48"/>
                  </a:lnTo>
                  <a:lnTo>
                    <a:pt x="0" y="35"/>
                  </a:lnTo>
                  <a:lnTo>
                    <a:pt x="280" y="0"/>
                  </a:lnTo>
                  <a:close/>
                </a:path>
              </a:pathLst>
            </a:custGeom>
            <a:solidFill>
              <a:srgbClr val="60606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925" name="Freeform 251"/>
            <p:cNvSpPr/>
            <p:nvPr/>
          </p:nvSpPr>
          <p:spPr bwMode="auto">
            <a:xfrm>
              <a:off x="5580" y="2080"/>
              <a:ext cx="28" cy="10"/>
            </a:xfrm>
            <a:custGeom>
              <a:avLst/>
              <a:gdLst>
                <a:gd name="T0" fmla="*/ 0 w 170"/>
                <a:gd name="T1" fmla="*/ 0 h 57"/>
                <a:gd name="T2" fmla="*/ 0 w 170"/>
                <a:gd name="T3" fmla="*/ 0 h 57"/>
                <a:gd name="T4" fmla="*/ 0 w 170"/>
                <a:gd name="T5" fmla="*/ 0 h 57"/>
                <a:gd name="T6" fmla="*/ 0 w 170"/>
                <a:gd name="T7" fmla="*/ 0 h 57"/>
                <a:gd name="T8" fmla="*/ 0 w 170"/>
                <a:gd name="T9" fmla="*/ 0 h 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0" h="57">
                  <a:moveTo>
                    <a:pt x="170" y="0"/>
                  </a:moveTo>
                  <a:lnTo>
                    <a:pt x="125" y="35"/>
                  </a:lnTo>
                  <a:lnTo>
                    <a:pt x="0" y="53"/>
                  </a:lnTo>
                  <a:lnTo>
                    <a:pt x="130" y="57"/>
                  </a:lnTo>
                  <a:lnTo>
                    <a:pt x="170" y="0"/>
                  </a:lnTo>
                  <a:close/>
                </a:path>
              </a:pathLst>
            </a:custGeom>
            <a:solidFill>
              <a:srgbClr val="60606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926" name="Freeform 252"/>
            <p:cNvSpPr/>
            <p:nvPr/>
          </p:nvSpPr>
          <p:spPr bwMode="auto">
            <a:xfrm>
              <a:off x="5445" y="2073"/>
              <a:ext cx="44" cy="24"/>
            </a:xfrm>
            <a:custGeom>
              <a:avLst/>
              <a:gdLst>
                <a:gd name="T0" fmla="*/ 0 w 263"/>
                <a:gd name="T1" fmla="*/ 0 h 143"/>
                <a:gd name="T2" fmla="*/ 0 w 263"/>
                <a:gd name="T3" fmla="*/ 0 h 143"/>
                <a:gd name="T4" fmla="*/ 0 w 263"/>
                <a:gd name="T5" fmla="*/ 0 h 143"/>
                <a:gd name="T6" fmla="*/ 0 w 263"/>
                <a:gd name="T7" fmla="*/ 0 h 143"/>
                <a:gd name="T8" fmla="*/ 0 w 263"/>
                <a:gd name="T9" fmla="*/ 0 h 143"/>
                <a:gd name="T10" fmla="*/ 0 w 263"/>
                <a:gd name="T11" fmla="*/ 0 h 143"/>
                <a:gd name="T12" fmla="*/ 0 w 263"/>
                <a:gd name="T13" fmla="*/ 0 h 143"/>
                <a:gd name="T14" fmla="*/ 0 w 263"/>
                <a:gd name="T15" fmla="*/ 0 h 143"/>
                <a:gd name="T16" fmla="*/ 0 w 263"/>
                <a:gd name="T17" fmla="*/ 0 h 14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63" h="143">
                  <a:moveTo>
                    <a:pt x="263" y="0"/>
                  </a:moveTo>
                  <a:lnTo>
                    <a:pt x="145" y="13"/>
                  </a:lnTo>
                  <a:lnTo>
                    <a:pt x="122" y="31"/>
                  </a:lnTo>
                  <a:lnTo>
                    <a:pt x="122" y="76"/>
                  </a:lnTo>
                  <a:lnTo>
                    <a:pt x="113" y="124"/>
                  </a:lnTo>
                  <a:lnTo>
                    <a:pt x="0" y="143"/>
                  </a:lnTo>
                  <a:lnTo>
                    <a:pt x="136" y="138"/>
                  </a:lnTo>
                  <a:lnTo>
                    <a:pt x="159" y="48"/>
                  </a:lnTo>
                  <a:lnTo>
                    <a:pt x="263" y="0"/>
                  </a:lnTo>
                  <a:close/>
                </a:path>
              </a:pathLst>
            </a:custGeom>
            <a:solidFill>
              <a:srgbClr val="60606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927" name="Freeform 253"/>
            <p:cNvSpPr/>
            <p:nvPr/>
          </p:nvSpPr>
          <p:spPr bwMode="auto">
            <a:xfrm>
              <a:off x="5303" y="2127"/>
              <a:ext cx="142" cy="35"/>
            </a:xfrm>
            <a:custGeom>
              <a:avLst/>
              <a:gdLst>
                <a:gd name="T0" fmla="*/ 0 w 853"/>
                <a:gd name="T1" fmla="*/ 0 h 212"/>
                <a:gd name="T2" fmla="*/ 0 w 853"/>
                <a:gd name="T3" fmla="*/ 0 h 212"/>
                <a:gd name="T4" fmla="*/ 0 w 853"/>
                <a:gd name="T5" fmla="*/ 0 h 212"/>
                <a:gd name="T6" fmla="*/ 0 w 853"/>
                <a:gd name="T7" fmla="*/ 0 h 212"/>
                <a:gd name="T8" fmla="*/ 0 w 853"/>
                <a:gd name="T9" fmla="*/ 0 h 212"/>
                <a:gd name="T10" fmla="*/ 0 w 853"/>
                <a:gd name="T11" fmla="*/ 0 h 212"/>
                <a:gd name="T12" fmla="*/ 0 w 853"/>
                <a:gd name="T13" fmla="*/ 0 h 212"/>
                <a:gd name="T14" fmla="*/ 0 w 853"/>
                <a:gd name="T15" fmla="*/ 0 h 212"/>
                <a:gd name="T16" fmla="*/ 0 w 853"/>
                <a:gd name="T17" fmla="*/ 0 h 212"/>
                <a:gd name="T18" fmla="*/ 0 w 853"/>
                <a:gd name="T19" fmla="*/ 0 h 212"/>
                <a:gd name="T20" fmla="*/ 0 w 853"/>
                <a:gd name="T21" fmla="*/ 0 h 212"/>
                <a:gd name="T22" fmla="*/ 0 w 853"/>
                <a:gd name="T23" fmla="*/ 0 h 212"/>
                <a:gd name="T24" fmla="*/ 0 w 853"/>
                <a:gd name="T25" fmla="*/ 0 h 212"/>
                <a:gd name="T26" fmla="*/ 0 w 853"/>
                <a:gd name="T27" fmla="*/ 0 h 2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53" h="212">
                  <a:moveTo>
                    <a:pt x="853" y="0"/>
                  </a:moveTo>
                  <a:lnTo>
                    <a:pt x="636" y="10"/>
                  </a:lnTo>
                  <a:lnTo>
                    <a:pt x="413" y="63"/>
                  </a:lnTo>
                  <a:lnTo>
                    <a:pt x="249" y="71"/>
                  </a:lnTo>
                  <a:lnTo>
                    <a:pt x="114" y="99"/>
                  </a:lnTo>
                  <a:lnTo>
                    <a:pt x="64" y="170"/>
                  </a:lnTo>
                  <a:lnTo>
                    <a:pt x="0" y="212"/>
                  </a:lnTo>
                  <a:lnTo>
                    <a:pt x="64" y="198"/>
                  </a:lnTo>
                  <a:lnTo>
                    <a:pt x="123" y="117"/>
                  </a:lnTo>
                  <a:lnTo>
                    <a:pt x="304" y="81"/>
                  </a:lnTo>
                  <a:lnTo>
                    <a:pt x="413" y="81"/>
                  </a:lnTo>
                  <a:lnTo>
                    <a:pt x="500" y="63"/>
                  </a:lnTo>
                  <a:lnTo>
                    <a:pt x="649" y="23"/>
                  </a:lnTo>
                  <a:lnTo>
                    <a:pt x="853" y="0"/>
                  </a:lnTo>
                  <a:close/>
                </a:path>
              </a:pathLst>
            </a:custGeom>
            <a:solidFill>
              <a:srgbClr val="60606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grpSp>
      <p:grpSp>
        <p:nvGrpSpPr>
          <p:cNvPr id="244787" name="Group 254"/>
          <p:cNvGrpSpPr/>
          <p:nvPr/>
        </p:nvGrpSpPr>
        <p:grpSpPr bwMode="auto">
          <a:xfrm>
            <a:off x="9263805" y="4714876"/>
            <a:ext cx="247650" cy="125413"/>
            <a:chOff x="5325" y="1860"/>
            <a:chExt cx="144" cy="79"/>
          </a:xfrm>
        </p:grpSpPr>
        <p:grpSp>
          <p:nvGrpSpPr>
            <p:cNvPr id="244909" name="Group 255"/>
            <p:cNvGrpSpPr/>
            <p:nvPr/>
          </p:nvGrpSpPr>
          <p:grpSpPr bwMode="auto">
            <a:xfrm>
              <a:off x="5325" y="1860"/>
              <a:ext cx="125" cy="63"/>
              <a:chOff x="5325" y="1860"/>
              <a:chExt cx="125" cy="63"/>
            </a:xfrm>
          </p:grpSpPr>
          <p:sp>
            <p:nvSpPr>
              <p:cNvPr id="244913" name="Freeform 256"/>
              <p:cNvSpPr/>
              <p:nvPr/>
            </p:nvSpPr>
            <p:spPr bwMode="auto">
              <a:xfrm>
                <a:off x="5325" y="1860"/>
                <a:ext cx="125" cy="63"/>
              </a:xfrm>
              <a:custGeom>
                <a:avLst/>
                <a:gdLst>
                  <a:gd name="T0" fmla="*/ 0 w 751"/>
                  <a:gd name="T1" fmla="*/ 0 h 379"/>
                  <a:gd name="T2" fmla="*/ 0 w 751"/>
                  <a:gd name="T3" fmla="*/ 0 h 379"/>
                  <a:gd name="T4" fmla="*/ 0 w 751"/>
                  <a:gd name="T5" fmla="*/ 0 h 379"/>
                  <a:gd name="T6" fmla="*/ 0 w 751"/>
                  <a:gd name="T7" fmla="*/ 0 h 379"/>
                  <a:gd name="T8" fmla="*/ 0 w 751"/>
                  <a:gd name="T9" fmla="*/ 0 h 379"/>
                  <a:gd name="T10" fmla="*/ 0 w 751"/>
                  <a:gd name="T11" fmla="*/ 0 h 379"/>
                  <a:gd name="T12" fmla="*/ 0 w 751"/>
                  <a:gd name="T13" fmla="*/ 0 h 379"/>
                  <a:gd name="T14" fmla="*/ 0 w 751"/>
                  <a:gd name="T15" fmla="*/ 0 h 379"/>
                  <a:gd name="T16" fmla="*/ 0 w 751"/>
                  <a:gd name="T17" fmla="*/ 0 h 379"/>
                  <a:gd name="T18" fmla="*/ 0 w 751"/>
                  <a:gd name="T19" fmla="*/ 0 h 379"/>
                  <a:gd name="T20" fmla="*/ 0 w 751"/>
                  <a:gd name="T21" fmla="*/ 0 h 379"/>
                  <a:gd name="T22" fmla="*/ 0 w 751"/>
                  <a:gd name="T23" fmla="*/ 0 h 379"/>
                  <a:gd name="T24" fmla="*/ 0 w 751"/>
                  <a:gd name="T25" fmla="*/ 0 h 379"/>
                  <a:gd name="T26" fmla="*/ 0 w 751"/>
                  <a:gd name="T27" fmla="*/ 0 h 379"/>
                  <a:gd name="T28" fmla="*/ 0 w 751"/>
                  <a:gd name="T29" fmla="*/ 0 h 379"/>
                  <a:gd name="T30" fmla="*/ 0 w 751"/>
                  <a:gd name="T31" fmla="*/ 0 h 379"/>
                  <a:gd name="T32" fmla="*/ 0 w 751"/>
                  <a:gd name="T33" fmla="*/ 0 h 379"/>
                  <a:gd name="T34" fmla="*/ 0 w 751"/>
                  <a:gd name="T35" fmla="*/ 0 h 379"/>
                  <a:gd name="T36" fmla="*/ 0 w 751"/>
                  <a:gd name="T37" fmla="*/ 0 h 379"/>
                  <a:gd name="T38" fmla="*/ 0 w 751"/>
                  <a:gd name="T39" fmla="*/ 0 h 379"/>
                  <a:gd name="T40" fmla="*/ 0 w 751"/>
                  <a:gd name="T41" fmla="*/ 0 h 379"/>
                  <a:gd name="T42" fmla="*/ 0 w 751"/>
                  <a:gd name="T43" fmla="*/ 0 h 379"/>
                  <a:gd name="T44" fmla="*/ 0 w 751"/>
                  <a:gd name="T45" fmla="*/ 0 h 379"/>
                  <a:gd name="T46" fmla="*/ 0 w 751"/>
                  <a:gd name="T47" fmla="*/ 0 h 379"/>
                  <a:gd name="T48" fmla="*/ 0 w 751"/>
                  <a:gd name="T49" fmla="*/ 0 h 379"/>
                  <a:gd name="T50" fmla="*/ 0 w 751"/>
                  <a:gd name="T51" fmla="*/ 0 h 379"/>
                  <a:gd name="T52" fmla="*/ 0 w 751"/>
                  <a:gd name="T53" fmla="*/ 0 h 379"/>
                  <a:gd name="T54" fmla="*/ 0 w 751"/>
                  <a:gd name="T55" fmla="*/ 0 h 379"/>
                  <a:gd name="T56" fmla="*/ 0 w 751"/>
                  <a:gd name="T57" fmla="*/ 0 h 379"/>
                  <a:gd name="T58" fmla="*/ 0 w 751"/>
                  <a:gd name="T59" fmla="*/ 0 h 379"/>
                  <a:gd name="T60" fmla="*/ 0 w 751"/>
                  <a:gd name="T61" fmla="*/ 0 h 379"/>
                  <a:gd name="T62" fmla="*/ 0 w 751"/>
                  <a:gd name="T63" fmla="*/ 0 h 379"/>
                  <a:gd name="T64" fmla="*/ 0 w 751"/>
                  <a:gd name="T65" fmla="*/ 0 h 379"/>
                  <a:gd name="T66" fmla="*/ 0 w 751"/>
                  <a:gd name="T67" fmla="*/ 0 h 379"/>
                  <a:gd name="T68" fmla="*/ 0 w 751"/>
                  <a:gd name="T69" fmla="*/ 0 h 379"/>
                  <a:gd name="T70" fmla="*/ 0 w 751"/>
                  <a:gd name="T71" fmla="*/ 0 h 379"/>
                  <a:gd name="T72" fmla="*/ 0 w 751"/>
                  <a:gd name="T73" fmla="*/ 0 h 379"/>
                  <a:gd name="T74" fmla="*/ 0 w 751"/>
                  <a:gd name="T75" fmla="*/ 0 h 379"/>
                  <a:gd name="T76" fmla="*/ 0 w 751"/>
                  <a:gd name="T77" fmla="*/ 0 h 379"/>
                  <a:gd name="T78" fmla="*/ 0 w 751"/>
                  <a:gd name="T79" fmla="*/ 0 h 379"/>
                  <a:gd name="T80" fmla="*/ 0 w 751"/>
                  <a:gd name="T81" fmla="*/ 0 h 379"/>
                  <a:gd name="T82" fmla="*/ 0 w 751"/>
                  <a:gd name="T83" fmla="*/ 0 h 379"/>
                  <a:gd name="T84" fmla="*/ 0 w 751"/>
                  <a:gd name="T85" fmla="*/ 0 h 379"/>
                  <a:gd name="T86" fmla="*/ 0 w 751"/>
                  <a:gd name="T87" fmla="*/ 0 h 379"/>
                  <a:gd name="T88" fmla="*/ 0 w 751"/>
                  <a:gd name="T89" fmla="*/ 0 h 379"/>
                  <a:gd name="T90" fmla="*/ 0 w 751"/>
                  <a:gd name="T91" fmla="*/ 0 h 379"/>
                  <a:gd name="T92" fmla="*/ 0 w 751"/>
                  <a:gd name="T93" fmla="*/ 0 h 379"/>
                  <a:gd name="T94" fmla="*/ 0 w 751"/>
                  <a:gd name="T95" fmla="*/ 0 h 379"/>
                  <a:gd name="T96" fmla="*/ 0 w 751"/>
                  <a:gd name="T97" fmla="*/ 0 h 379"/>
                  <a:gd name="T98" fmla="*/ 0 w 751"/>
                  <a:gd name="T99" fmla="*/ 0 h 379"/>
                  <a:gd name="T100" fmla="*/ 0 w 751"/>
                  <a:gd name="T101" fmla="*/ 0 h 379"/>
                  <a:gd name="T102" fmla="*/ 0 w 751"/>
                  <a:gd name="T103" fmla="*/ 0 h 379"/>
                  <a:gd name="T104" fmla="*/ 0 w 751"/>
                  <a:gd name="T105" fmla="*/ 0 h 379"/>
                  <a:gd name="T106" fmla="*/ 0 w 751"/>
                  <a:gd name="T107" fmla="*/ 0 h 379"/>
                  <a:gd name="T108" fmla="*/ 0 w 751"/>
                  <a:gd name="T109" fmla="*/ 0 h 379"/>
                  <a:gd name="T110" fmla="*/ 0 w 751"/>
                  <a:gd name="T111" fmla="*/ 0 h 379"/>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751" h="379">
                    <a:moveTo>
                      <a:pt x="679" y="379"/>
                    </a:moveTo>
                    <a:lnTo>
                      <a:pt x="639" y="370"/>
                    </a:lnTo>
                    <a:lnTo>
                      <a:pt x="600" y="352"/>
                    </a:lnTo>
                    <a:lnTo>
                      <a:pt x="564" y="344"/>
                    </a:lnTo>
                    <a:lnTo>
                      <a:pt x="502" y="353"/>
                    </a:lnTo>
                    <a:lnTo>
                      <a:pt x="457" y="352"/>
                    </a:lnTo>
                    <a:lnTo>
                      <a:pt x="425" y="341"/>
                    </a:lnTo>
                    <a:lnTo>
                      <a:pt x="399" y="332"/>
                    </a:lnTo>
                    <a:lnTo>
                      <a:pt x="373" y="320"/>
                    </a:lnTo>
                    <a:lnTo>
                      <a:pt x="346" y="295"/>
                    </a:lnTo>
                    <a:lnTo>
                      <a:pt x="324" y="273"/>
                    </a:lnTo>
                    <a:lnTo>
                      <a:pt x="288" y="246"/>
                    </a:lnTo>
                    <a:lnTo>
                      <a:pt x="238" y="254"/>
                    </a:lnTo>
                    <a:lnTo>
                      <a:pt x="208" y="256"/>
                    </a:lnTo>
                    <a:lnTo>
                      <a:pt x="190" y="251"/>
                    </a:lnTo>
                    <a:lnTo>
                      <a:pt x="182" y="243"/>
                    </a:lnTo>
                    <a:lnTo>
                      <a:pt x="176" y="228"/>
                    </a:lnTo>
                    <a:lnTo>
                      <a:pt x="180" y="215"/>
                    </a:lnTo>
                    <a:lnTo>
                      <a:pt x="190" y="200"/>
                    </a:lnTo>
                    <a:lnTo>
                      <a:pt x="208" y="193"/>
                    </a:lnTo>
                    <a:lnTo>
                      <a:pt x="248" y="188"/>
                    </a:lnTo>
                    <a:lnTo>
                      <a:pt x="296" y="171"/>
                    </a:lnTo>
                    <a:lnTo>
                      <a:pt x="256" y="140"/>
                    </a:lnTo>
                    <a:lnTo>
                      <a:pt x="209" y="121"/>
                    </a:lnTo>
                    <a:lnTo>
                      <a:pt x="168" y="124"/>
                    </a:lnTo>
                    <a:lnTo>
                      <a:pt x="121" y="121"/>
                    </a:lnTo>
                    <a:lnTo>
                      <a:pt x="93" y="131"/>
                    </a:lnTo>
                    <a:lnTo>
                      <a:pt x="54" y="132"/>
                    </a:lnTo>
                    <a:lnTo>
                      <a:pt x="42" y="121"/>
                    </a:lnTo>
                    <a:lnTo>
                      <a:pt x="39" y="105"/>
                    </a:lnTo>
                    <a:lnTo>
                      <a:pt x="18" y="106"/>
                    </a:lnTo>
                    <a:lnTo>
                      <a:pt x="6" y="103"/>
                    </a:lnTo>
                    <a:lnTo>
                      <a:pt x="0" y="87"/>
                    </a:lnTo>
                    <a:lnTo>
                      <a:pt x="4" y="74"/>
                    </a:lnTo>
                    <a:lnTo>
                      <a:pt x="15" y="68"/>
                    </a:lnTo>
                    <a:lnTo>
                      <a:pt x="36" y="56"/>
                    </a:lnTo>
                    <a:lnTo>
                      <a:pt x="52" y="44"/>
                    </a:lnTo>
                    <a:lnTo>
                      <a:pt x="71" y="34"/>
                    </a:lnTo>
                    <a:lnTo>
                      <a:pt x="93" y="27"/>
                    </a:lnTo>
                    <a:lnTo>
                      <a:pt x="112" y="27"/>
                    </a:lnTo>
                    <a:lnTo>
                      <a:pt x="203" y="9"/>
                    </a:lnTo>
                    <a:lnTo>
                      <a:pt x="222" y="4"/>
                    </a:lnTo>
                    <a:lnTo>
                      <a:pt x="244" y="0"/>
                    </a:lnTo>
                    <a:lnTo>
                      <a:pt x="267" y="4"/>
                    </a:lnTo>
                    <a:lnTo>
                      <a:pt x="295" y="13"/>
                    </a:lnTo>
                    <a:lnTo>
                      <a:pt x="373" y="56"/>
                    </a:lnTo>
                    <a:lnTo>
                      <a:pt x="410" y="64"/>
                    </a:lnTo>
                    <a:lnTo>
                      <a:pt x="443" y="71"/>
                    </a:lnTo>
                    <a:lnTo>
                      <a:pt x="469" y="87"/>
                    </a:lnTo>
                    <a:lnTo>
                      <a:pt x="484" y="108"/>
                    </a:lnTo>
                    <a:lnTo>
                      <a:pt x="549" y="153"/>
                    </a:lnTo>
                    <a:lnTo>
                      <a:pt x="578" y="174"/>
                    </a:lnTo>
                    <a:lnTo>
                      <a:pt x="617" y="215"/>
                    </a:lnTo>
                    <a:lnTo>
                      <a:pt x="641" y="227"/>
                    </a:lnTo>
                    <a:lnTo>
                      <a:pt x="751" y="232"/>
                    </a:lnTo>
                    <a:lnTo>
                      <a:pt x="679" y="379"/>
                    </a:lnTo>
                    <a:close/>
                  </a:path>
                </a:pathLst>
              </a:custGeom>
              <a:solidFill>
                <a:srgbClr val="FFC080"/>
              </a:solidFill>
              <a:ln w="1588">
                <a:solidFill>
                  <a:srgbClr val="402000"/>
                </a:solidFill>
                <a:prstDash val="solid"/>
                <a:round/>
              </a:ln>
            </p:spPr>
            <p:txBody>
              <a:bodyPr/>
              <a:lstStyle/>
              <a:p>
                <a:endParaRPr lang="zh-CN" altLang="en-US" b="1">
                  <a:solidFill>
                    <a:srgbClr val="000099"/>
                  </a:solidFill>
                </a:endParaRPr>
              </a:p>
            </p:txBody>
          </p:sp>
          <p:sp>
            <p:nvSpPr>
              <p:cNvPr id="244914" name="Freeform 257"/>
              <p:cNvSpPr/>
              <p:nvPr/>
            </p:nvSpPr>
            <p:spPr bwMode="auto">
              <a:xfrm>
                <a:off x="5374" y="1888"/>
                <a:ext cx="29" cy="7"/>
              </a:xfrm>
              <a:custGeom>
                <a:avLst/>
                <a:gdLst>
                  <a:gd name="T0" fmla="*/ 0 w 179"/>
                  <a:gd name="T1" fmla="*/ 0 h 43"/>
                  <a:gd name="T2" fmla="*/ 0 w 179"/>
                  <a:gd name="T3" fmla="*/ 0 h 43"/>
                  <a:gd name="T4" fmla="*/ 0 w 179"/>
                  <a:gd name="T5" fmla="*/ 0 h 43"/>
                  <a:gd name="T6" fmla="*/ 0 w 179"/>
                  <a:gd name="T7" fmla="*/ 0 h 43"/>
                  <a:gd name="T8" fmla="*/ 0 w 179"/>
                  <a:gd name="T9" fmla="*/ 0 h 43"/>
                  <a:gd name="T10" fmla="*/ 0 w 179"/>
                  <a:gd name="T11" fmla="*/ 0 h 43"/>
                  <a:gd name="T12" fmla="*/ 0 w 179"/>
                  <a:gd name="T13" fmla="*/ 0 h 43"/>
                  <a:gd name="T14" fmla="*/ 0 w 179"/>
                  <a:gd name="T15" fmla="*/ 0 h 43"/>
                  <a:gd name="T16" fmla="*/ 0 w 179"/>
                  <a:gd name="T17" fmla="*/ 0 h 43"/>
                  <a:gd name="T18" fmla="*/ 0 w 179"/>
                  <a:gd name="T19" fmla="*/ 0 h 43"/>
                  <a:gd name="T20" fmla="*/ 0 w 179"/>
                  <a:gd name="T21" fmla="*/ 0 h 43"/>
                  <a:gd name="T22" fmla="*/ 0 w 179"/>
                  <a:gd name="T23" fmla="*/ 0 h 43"/>
                  <a:gd name="T24" fmla="*/ 0 w 179"/>
                  <a:gd name="T25" fmla="*/ 0 h 43"/>
                  <a:gd name="T26" fmla="*/ 0 w 179"/>
                  <a:gd name="T27" fmla="*/ 0 h 43"/>
                  <a:gd name="T28" fmla="*/ 0 w 179"/>
                  <a:gd name="T29" fmla="*/ 0 h 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79" h="43">
                    <a:moveTo>
                      <a:pt x="0" y="0"/>
                    </a:moveTo>
                    <a:lnTo>
                      <a:pt x="6" y="11"/>
                    </a:lnTo>
                    <a:lnTo>
                      <a:pt x="38" y="10"/>
                    </a:lnTo>
                    <a:lnTo>
                      <a:pt x="50" y="16"/>
                    </a:lnTo>
                    <a:lnTo>
                      <a:pt x="76" y="29"/>
                    </a:lnTo>
                    <a:lnTo>
                      <a:pt x="112" y="37"/>
                    </a:lnTo>
                    <a:lnTo>
                      <a:pt x="150" y="38"/>
                    </a:lnTo>
                    <a:lnTo>
                      <a:pt x="179" y="43"/>
                    </a:lnTo>
                    <a:lnTo>
                      <a:pt x="155" y="34"/>
                    </a:lnTo>
                    <a:lnTo>
                      <a:pt x="125" y="29"/>
                    </a:lnTo>
                    <a:lnTo>
                      <a:pt x="105" y="29"/>
                    </a:lnTo>
                    <a:lnTo>
                      <a:pt x="76" y="21"/>
                    </a:lnTo>
                    <a:lnTo>
                      <a:pt x="53" y="8"/>
                    </a:lnTo>
                    <a:lnTo>
                      <a:pt x="43" y="2"/>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915" name="Freeform 258"/>
              <p:cNvSpPr/>
              <p:nvPr/>
            </p:nvSpPr>
            <p:spPr bwMode="auto">
              <a:xfrm>
                <a:off x="5362" y="1894"/>
                <a:ext cx="4" cy="4"/>
              </a:xfrm>
              <a:custGeom>
                <a:avLst/>
                <a:gdLst>
                  <a:gd name="T0" fmla="*/ 0 w 20"/>
                  <a:gd name="T1" fmla="*/ 0 h 24"/>
                  <a:gd name="T2" fmla="*/ 0 w 20"/>
                  <a:gd name="T3" fmla="*/ 0 h 24"/>
                  <a:gd name="T4" fmla="*/ 0 w 20"/>
                  <a:gd name="T5" fmla="*/ 0 h 24"/>
                  <a:gd name="T6" fmla="*/ 0 w 20"/>
                  <a:gd name="T7" fmla="*/ 0 h 24"/>
                  <a:gd name="T8" fmla="*/ 0 w 20"/>
                  <a:gd name="T9" fmla="*/ 0 h 24"/>
                  <a:gd name="T10" fmla="*/ 0 w 20"/>
                  <a:gd name="T11" fmla="*/ 0 h 24"/>
                  <a:gd name="T12" fmla="*/ 0 w 20"/>
                  <a:gd name="T13" fmla="*/ 0 h 2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 h="24">
                    <a:moveTo>
                      <a:pt x="4" y="0"/>
                    </a:moveTo>
                    <a:lnTo>
                      <a:pt x="12" y="6"/>
                    </a:lnTo>
                    <a:lnTo>
                      <a:pt x="9" y="15"/>
                    </a:lnTo>
                    <a:lnTo>
                      <a:pt x="0" y="24"/>
                    </a:lnTo>
                    <a:lnTo>
                      <a:pt x="17" y="18"/>
                    </a:lnTo>
                    <a:lnTo>
                      <a:pt x="20" y="8"/>
                    </a:lnTo>
                    <a:lnTo>
                      <a:pt x="4" y="0"/>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916" name="Freeform 259"/>
              <p:cNvSpPr/>
              <p:nvPr/>
            </p:nvSpPr>
            <p:spPr bwMode="auto">
              <a:xfrm>
                <a:off x="5331" y="1869"/>
                <a:ext cx="17" cy="8"/>
              </a:xfrm>
              <a:custGeom>
                <a:avLst/>
                <a:gdLst>
                  <a:gd name="T0" fmla="*/ 0 w 104"/>
                  <a:gd name="T1" fmla="*/ 0 h 48"/>
                  <a:gd name="T2" fmla="*/ 0 w 104"/>
                  <a:gd name="T3" fmla="*/ 0 h 48"/>
                  <a:gd name="T4" fmla="*/ 0 w 104"/>
                  <a:gd name="T5" fmla="*/ 0 h 48"/>
                  <a:gd name="T6" fmla="*/ 0 w 104"/>
                  <a:gd name="T7" fmla="*/ 0 h 48"/>
                  <a:gd name="T8" fmla="*/ 0 w 104"/>
                  <a:gd name="T9" fmla="*/ 0 h 48"/>
                  <a:gd name="T10" fmla="*/ 0 w 104"/>
                  <a:gd name="T11" fmla="*/ 0 h 48"/>
                  <a:gd name="T12" fmla="*/ 0 w 104"/>
                  <a:gd name="T13" fmla="*/ 0 h 48"/>
                  <a:gd name="T14" fmla="*/ 0 w 104"/>
                  <a:gd name="T15" fmla="*/ 0 h 48"/>
                  <a:gd name="T16" fmla="*/ 0 w 104"/>
                  <a:gd name="T17" fmla="*/ 0 h 48"/>
                  <a:gd name="T18" fmla="*/ 0 w 104"/>
                  <a:gd name="T19" fmla="*/ 0 h 48"/>
                  <a:gd name="T20" fmla="*/ 0 w 104"/>
                  <a:gd name="T21" fmla="*/ 0 h 48"/>
                  <a:gd name="T22" fmla="*/ 0 w 104"/>
                  <a:gd name="T23" fmla="*/ 0 h 48"/>
                  <a:gd name="T24" fmla="*/ 0 w 104"/>
                  <a:gd name="T25" fmla="*/ 0 h 4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4" h="48">
                    <a:moveTo>
                      <a:pt x="0" y="45"/>
                    </a:moveTo>
                    <a:lnTo>
                      <a:pt x="11" y="48"/>
                    </a:lnTo>
                    <a:lnTo>
                      <a:pt x="25" y="33"/>
                    </a:lnTo>
                    <a:lnTo>
                      <a:pt x="46" y="25"/>
                    </a:lnTo>
                    <a:lnTo>
                      <a:pt x="56" y="14"/>
                    </a:lnTo>
                    <a:lnTo>
                      <a:pt x="66" y="9"/>
                    </a:lnTo>
                    <a:lnTo>
                      <a:pt x="89" y="4"/>
                    </a:lnTo>
                    <a:lnTo>
                      <a:pt x="104" y="1"/>
                    </a:lnTo>
                    <a:lnTo>
                      <a:pt x="84" y="0"/>
                    </a:lnTo>
                    <a:lnTo>
                      <a:pt x="58" y="4"/>
                    </a:lnTo>
                    <a:lnTo>
                      <a:pt x="49" y="12"/>
                    </a:lnTo>
                    <a:lnTo>
                      <a:pt x="37" y="20"/>
                    </a:lnTo>
                    <a:lnTo>
                      <a:pt x="0" y="45"/>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917" name="Freeform 260"/>
              <p:cNvSpPr/>
              <p:nvPr/>
            </p:nvSpPr>
            <p:spPr bwMode="auto">
              <a:xfrm>
                <a:off x="5357" y="1866"/>
                <a:ext cx="27" cy="7"/>
              </a:xfrm>
              <a:custGeom>
                <a:avLst/>
                <a:gdLst>
                  <a:gd name="T0" fmla="*/ 0 w 166"/>
                  <a:gd name="T1" fmla="*/ 0 h 42"/>
                  <a:gd name="T2" fmla="*/ 0 w 166"/>
                  <a:gd name="T3" fmla="*/ 0 h 42"/>
                  <a:gd name="T4" fmla="*/ 0 w 166"/>
                  <a:gd name="T5" fmla="*/ 0 h 42"/>
                  <a:gd name="T6" fmla="*/ 0 w 166"/>
                  <a:gd name="T7" fmla="*/ 0 h 42"/>
                  <a:gd name="T8" fmla="*/ 0 w 166"/>
                  <a:gd name="T9" fmla="*/ 0 h 42"/>
                  <a:gd name="T10" fmla="*/ 0 w 166"/>
                  <a:gd name="T11" fmla="*/ 0 h 42"/>
                  <a:gd name="T12" fmla="*/ 0 w 166"/>
                  <a:gd name="T13" fmla="*/ 0 h 42"/>
                  <a:gd name="T14" fmla="*/ 0 w 166"/>
                  <a:gd name="T15" fmla="*/ 0 h 42"/>
                  <a:gd name="T16" fmla="*/ 0 w 166"/>
                  <a:gd name="T17" fmla="*/ 0 h 42"/>
                  <a:gd name="T18" fmla="*/ 0 w 166"/>
                  <a:gd name="T19" fmla="*/ 0 h 42"/>
                  <a:gd name="T20" fmla="*/ 0 w 166"/>
                  <a:gd name="T21" fmla="*/ 0 h 42"/>
                  <a:gd name="T22" fmla="*/ 0 w 166"/>
                  <a:gd name="T23" fmla="*/ 0 h 42"/>
                  <a:gd name="T24" fmla="*/ 0 w 166"/>
                  <a:gd name="T25" fmla="*/ 0 h 42"/>
                  <a:gd name="T26" fmla="*/ 0 w 166"/>
                  <a:gd name="T27" fmla="*/ 0 h 42"/>
                  <a:gd name="T28" fmla="*/ 0 w 166"/>
                  <a:gd name="T29" fmla="*/ 0 h 42"/>
                  <a:gd name="T30" fmla="*/ 0 w 166"/>
                  <a:gd name="T31" fmla="*/ 0 h 4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66" h="42">
                    <a:moveTo>
                      <a:pt x="0" y="10"/>
                    </a:moveTo>
                    <a:lnTo>
                      <a:pt x="35" y="6"/>
                    </a:lnTo>
                    <a:lnTo>
                      <a:pt x="55" y="0"/>
                    </a:lnTo>
                    <a:lnTo>
                      <a:pt x="63" y="0"/>
                    </a:lnTo>
                    <a:lnTo>
                      <a:pt x="85" y="5"/>
                    </a:lnTo>
                    <a:lnTo>
                      <a:pt x="94" y="14"/>
                    </a:lnTo>
                    <a:lnTo>
                      <a:pt x="111" y="23"/>
                    </a:lnTo>
                    <a:lnTo>
                      <a:pt x="143" y="36"/>
                    </a:lnTo>
                    <a:lnTo>
                      <a:pt x="166" y="36"/>
                    </a:lnTo>
                    <a:lnTo>
                      <a:pt x="142" y="42"/>
                    </a:lnTo>
                    <a:lnTo>
                      <a:pt x="126" y="39"/>
                    </a:lnTo>
                    <a:lnTo>
                      <a:pt x="91" y="22"/>
                    </a:lnTo>
                    <a:lnTo>
                      <a:pt x="79" y="10"/>
                    </a:lnTo>
                    <a:lnTo>
                      <a:pt x="55" y="8"/>
                    </a:lnTo>
                    <a:lnTo>
                      <a:pt x="35" y="10"/>
                    </a:lnTo>
                    <a:lnTo>
                      <a:pt x="0" y="10"/>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918" name="Freeform 261"/>
              <p:cNvSpPr/>
              <p:nvPr/>
            </p:nvSpPr>
            <p:spPr bwMode="auto">
              <a:xfrm>
                <a:off x="5335" y="1874"/>
                <a:ext cx="6" cy="5"/>
              </a:xfrm>
              <a:custGeom>
                <a:avLst/>
                <a:gdLst>
                  <a:gd name="T0" fmla="*/ 0 w 33"/>
                  <a:gd name="T1" fmla="*/ 0 h 30"/>
                  <a:gd name="T2" fmla="*/ 0 w 33"/>
                  <a:gd name="T3" fmla="*/ 0 h 30"/>
                  <a:gd name="T4" fmla="*/ 0 w 33"/>
                  <a:gd name="T5" fmla="*/ 0 h 30"/>
                  <a:gd name="T6" fmla="*/ 0 w 33"/>
                  <a:gd name="T7" fmla="*/ 0 h 30"/>
                  <a:gd name="T8" fmla="*/ 0 w 33"/>
                  <a:gd name="T9" fmla="*/ 0 h 30"/>
                  <a:gd name="T10" fmla="*/ 0 w 33"/>
                  <a:gd name="T11" fmla="*/ 0 h 3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3" h="30">
                    <a:moveTo>
                      <a:pt x="25" y="0"/>
                    </a:moveTo>
                    <a:lnTo>
                      <a:pt x="33" y="11"/>
                    </a:lnTo>
                    <a:lnTo>
                      <a:pt x="23" y="24"/>
                    </a:lnTo>
                    <a:lnTo>
                      <a:pt x="0" y="30"/>
                    </a:lnTo>
                    <a:lnTo>
                      <a:pt x="25" y="15"/>
                    </a:lnTo>
                    <a:lnTo>
                      <a:pt x="25" y="0"/>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919" name="Freeform 262"/>
              <p:cNvSpPr/>
              <p:nvPr/>
            </p:nvSpPr>
            <p:spPr bwMode="auto">
              <a:xfrm>
                <a:off x="5329" y="1870"/>
                <a:ext cx="6" cy="4"/>
              </a:xfrm>
              <a:custGeom>
                <a:avLst/>
                <a:gdLst>
                  <a:gd name="T0" fmla="*/ 0 w 33"/>
                  <a:gd name="T1" fmla="*/ 0 h 28"/>
                  <a:gd name="T2" fmla="*/ 0 w 33"/>
                  <a:gd name="T3" fmla="*/ 0 h 28"/>
                  <a:gd name="T4" fmla="*/ 0 w 33"/>
                  <a:gd name="T5" fmla="*/ 0 h 28"/>
                  <a:gd name="T6" fmla="*/ 0 w 33"/>
                  <a:gd name="T7" fmla="*/ 0 h 28"/>
                  <a:gd name="T8" fmla="*/ 0 w 33"/>
                  <a:gd name="T9" fmla="*/ 0 h 28"/>
                  <a:gd name="T10" fmla="*/ 0 w 33"/>
                  <a:gd name="T11" fmla="*/ 0 h 2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3" h="28">
                    <a:moveTo>
                      <a:pt x="33" y="16"/>
                    </a:moveTo>
                    <a:lnTo>
                      <a:pt x="25" y="0"/>
                    </a:lnTo>
                    <a:lnTo>
                      <a:pt x="24" y="13"/>
                    </a:lnTo>
                    <a:lnTo>
                      <a:pt x="0" y="26"/>
                    </a:lnTo>
                    <a:lnTo>
                      <a:pt x="3" y="28"/>
                    </a:lnTo>
                    <a:lnTo>
                      <a:pt x="33" y="16"/>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920" name="Freeform 263"/>
              <p:cNvSpPr/>
              <p:nvPr/>
            </p:nvSpPr>
            <p:spPr bwMode="auto">
              <a:xfrm>
                <a:off x="5399" y="1876"/>
                <a:ext cx="6" cy="7"/>
              </a:xfrm>
              <a:custGeom>
                <a:avLst/>
                <a:gdLst>
                  <a:gd name="T0" fmla="*/ 0 w 37"/>
                  <a:gd name="T1" fmla="*/ 0 h 42"/>
                  <a:gd name="T2" fmla="*/ 0 w 37"/>
                  <a:gd name="T3" fmla="*/ 0 h 42"/>
                  <a:gd name="T4" fmla="*/ 0 w 37"/>
                  <a:gd name="T5" fmla="*/ 0 h 42"/>
                  <a:gd name="T6" fmla="*/ 0 w 37"/>
                  <a:gd name="T7" fmla="*/ 0 h 42"/>
                  <a:gd name="T8" fmla="*/ 0 w 37"/>
                  <a:gd name="T9" fmla="*/ 0 h 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7" h="42">
                    <a:moveTo>
                      <a:pt x="0" y="0"/>
                    </a:moveTo>
                    <a:lnTo>
                      <a:pt x="8" y="21"/>
                    </a:lnTo>
                    <a:lnTo>
                      <a:pt x="23" y="39"/>
                    </a:lnTo>
                    <a:lnTo>
                      <a:pt x="37" y="42"/>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921" name="Freeform 264"/>
              <p:cNvSpPr/>
              <p:nvPr/>
            </p:nvSpPr>
            <p:spPr bwMode="auto">
              <a:xfrm>
                <a:off x="5420" y="1907"/>
                <a:ext cx="9" cy="6"/>
              </a:xfrm>
              <a:custGeom>
                <a:avLst/>
                <a:gdLst>
                  <a:gd name="T0" fmla="*/ 0 w 50"/>
                  <a:gd name="T1" fmla="*/ 0 h 39"/>
                  <a:gd name="T2" fmla="*/ 0 w 50"/>
                  <a:gd name="T3" fmla="*/ 0 h 39"/>
                  <a:gd name="T4" fmla="*/ 0 w 50"/>
                  <a:gd name="T5" fmla="*/ 0 h 39"/>
                  <a:gd name="T6" fmla="*/ 0 w 50"/>
                  <a:gd name="T7" fmla="*/ 0 h 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 h="39">
                    <a:moveTo>
                      <a:pt x="50" y="0"/>
                    </a:moveTo>
                    <a:lnTo>
                      <a:pt x="17" y="14"/>
                    </a:lnTo>
                    <a:lnTo>
                      <a:pt x="0" y="39"/>
                    </a:lnTo>
                    <a:lnTo>
                      <a:pt x="50" y="0"/>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grpSp>
        <p:grpSp>
          <p:nvGrpSpPr>
            <p:cNvPr id="244910" name="Group 265"/>
            <p:cNvGrpSpPr/>
            <p:nvPr/>
          </p:nvGrpSpPr>
          <p:grpSpPr bwMode="auto">
            <a:xfrm>
              <a:off x="5432" y="1894"/>
              <a:ext cx="37" cy="45"/>
              <a:chOff x="5432" y="1894"/>
              <a:chExt cx="37" cy="45"/>
            </a:xfrm>
          </p:grpSpPr>
          <p:sp>
            <p:nvSpPr>
              <p:cNvPr id="244911" name="Freeform 266"/>
              <p:cNvSpPr/>
              <p:nvPr/>
            </p:nvSpPr>
            <p:spPr bwMode="auto">
              <a:xfrm>
                <a:off x="5432" y="1894"/>
                <a:ext cx="37" cy="45"/>
              </a:xfrm>
              <a:custGeom>
                <a:avLst/>
                <a:gdLst>
                  <a:gd name="T0" fmla="*/ 0 w 219"/>
                  <a:gd name="T1" fmla="*/ 0 h 267"/>
                  <a:gd name="T2" fmla="*/ 0 w 219"/>
                  <a:gd name="T3" fmla="*/ 0 h 267"/>
                  <a:gd name="T4" fmla="*/ 0 w 219"/>
                  <a:gd name="T5" fmla="*/ 0 h 267"/>
                  <a:gd name="T6" fmla="*/ 0 w 219"/>
                  <a:gd name="T7" fmla="*/ 0 h 267"/>
                  <a:gd name="T8" fmla="*/ 0 w 219"/>
                  <a:gd name="T9" fmla="*/ 0 h 267"/>
                  <a:gd name="T10" fmla="*/ 0 w 219"/>
                  <a:gd name="T11" fmla="*/ 0 h 267"/>
                  <a:gd name="T12" fmla="*/ 0 w 219"/>
                  <a:gd name="T13" fmla="*/ 0 h 267"/>
                  <a:gd name="T14" fmla="*/ 0 w 219"/>
                  <a:gd name="T15" fmla="*/ 0 h 267"/>
                  <a:gd name="T16" fmla="*/ 0 w 219"/>
                  <a:gd name="T17" fmla="*/ 0 h 267"/>
                  <a:gd name="T18" fmla="*/ 0 w 219"/>
                  <a:gd name="T19" fmla="*/ 0 h 26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9" h="267">
                    <a:moveTo>
                      <a:pt x="77" y="17"/>
                    </a:moveTo>
                    <a:lnTo>
                      <a:pt x="42" y="55"/>
                    </a:lnTo>
                    <a:lnTo>
                      <a:pt x="26" y="87"/>
                    </a:lnTo>
                    <a:lnTo>
                      <a:pt x="11" y="138"/>
                    </a:lnTo>
                    <a:lnTo>
                      <a:pt x="11" y="167"/>
                    </a:lnTo>
                    <a:lnTo>
                      <a:pt x="0" y="210"/>
                    </a:lnTo>
                    <a:lnTo>
                      <a:pt x="178" y="267"/>
                    </a:lnTo>
                    <a:lnTo>
                      <a:pt x="219" y="0"/>
                    </a:lnTo>
                    <a:lnTo>
                      <a:pt x="146" y="17"/>
                    </a:lnTo>
                    <a:lnTo>
                      <a:pt x="77" y="17"/>
                    </a:lnTo>
                    <a:close/>
                  </a:path>
                </a:pathLst>
              </a:custGeom>
              <a:solidFill>
                <a:srgbClr val="C0C0C0"/>
              </a:solidFill>
              <a:ln w="1588">
                <a:solidFill>
                  <a:srgbClr val="000000"/>
                </a:solidFill>
                <a:prstDash val="solid"/>
                <a:round/>
              </a:ln>
            </p:spPr>
            <p:txBody>
              <a:bodyPr/>
              <a:lstStyle/>
              <a:p>
                <a:endParaRPr lang="zh-CN" altLang="en-US" b="1">
                  <a:solidFill>
                    <a:srgbClr val="000099"/>
                  </a:solidFill>
                </a:endParaRPr>
              </a:p>
            </p:txBody>
          </p:sp>
          <p:sp>
            <p:nvSpPr>
              <p:cNvPr id="244912" name="Freeform 267"/>
              <p:cNvSpPr/>
              <p:nvPr/>
            </p:nvSpPr>
            <p:spPr bwMode="auto">
              <a:xfrm>
                <a:off x="5436" y="1898"/>
                <a:ext cx="29" cy="37"/>
              </a:xfrm>
              <a:custGeom>
                <a:avLst/>
                <a:gdLst>
                  <a:gd name="T0" fmla="*/ 0 w 175"/>
                  <a:gd name="T1" fmla="*/ 0 h 220"/>
                  <a:gd name="T2" fmla="*/ 0 w 175"/>
                  <a:gd name="T3" fmla="*/ 0 h 220"/>
                  <a:gd name="T4" fmla="*/ 0 w 175"/>
                  <a:gd name="T5" fmla="*/ 0 h 220"/>
                  <a:gd name="T6" fmla="*/ 0 w 175"/>
                  <a:gd name="T7" fmla="*/ 0 h 220"/>
                  <a:gd name="T8" fmla="*/ 0 w 175"/>
                  <a:gd name="T9" fmla="*/ 0 h 220"/>
                  <a:gd name="T10" fmla="*/ 0 w 175"/>
                  <a:gd name="T11" fmla="*/ 0 h 220"/>
                  <a:gd name="T12" fmla="*/ 0 w 175"/>
                  <a:gd name="T13" fmla="*/ 0 h 220"/>
                  <a:gd name="T14" fmla="*/ 0 w 175"/>
                  <a:gd name="T15" fmla="*/ 0 h 220"/>
                  <a:gd name="T16" fmla="*/ 0 w 175"/>
                  <a:gd name="T17" fmla="*/ 0 h 22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75" h="220">
                    <a:moveTo>
                      <a:pt x="69" y="7"/>
                    </a:moveTo>
                    <a:lnTo>
                      <a:pt x="38" y="42"/>
                    </a:lnTo>
                    <a:lnTo>
                      <a:pt x="12" y="92"/>
                    </a:lnTo>
                    <a:lnTo>
                      <a:pt x="6" y="128"/>
                    </a:lnTo>
                    <a:lnTo>
                      <a:pt x="0" y="171"/>
                    </a:lnTo>
                    <a:lnTo>
                      <a:pt x="140" y="220"/>
                    </a:lnTo>
                    <a:lnTo>
                      <a:pt x="175" y="0"/>
                    </a:lnTo>
                    <a:lnTo>
                      <a:pt x="122" y="10"/>
                    </a:lnTo>
                    <a:lnTo>
                      <a:pt x="69" y="7"/>
                    </a:lnTo>
                    <a:close/>
                  </a:path>
                </a:pathLst>
              </a:custGeom>
              <a:solidFill>
                <a:srgbClr val="E0E0E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grpSp>
      </p:grpSp>
      <p:sp>
        <p:nvSpPr>
          <p:cNvPr id="244788" name="Freeform 268"/>
          <p:cNvSpPr/>
          <p:nvPr/>
        </p:nvSpPr>
        <p:spPr bwMode="auto">
          <a:xfrm>
            <a:off x="9504576" y="4383089"/>
            <a:ext cx="211534" cy="212725"/>
          </a:xfrm>
          <a:custGeom>
            <a:avLst/>
            <a:gdLst>
              <a:gd name="T0" fmla="*/ 2147483646 w 741"/>
              <a:gd name="T1" fmla="*/ 2147483646 h 807"/>
              <a:gd name="T2" fmla="*/ 2147483646 w 741"/>
              <a:gd name="T3" fmla="*/ 2147483646 h 807"/>
              <a:gd name="T4" fmla="*/ 2147483646 w 741"/>
              <a:gd name="T5" fmla="*/ 2147483646 h 807"/>
              <a:gd name="T6" fmla="*/ 2147483646 w 741"/>
              <a:gd name="T7" fmla="*/ 2147483646 h 807"/>
              <a:gd name="T8" fmla="*/ 2147483646 w 741"/>
              <a:gd name="T9" fmla="*/ 2147483646 h 807"/>
              <a:gd name="T10" fmla="*/ 2147483646 w 741"/>
              <a:gd name="T11" fmla="*/ 2147483646 h 807"/>
              <a:gd name="T12" fmla="*/ 2147483646 w 741"/>
              <a:gd name="T13" fmla="*/ 2147483646 h 807"/>
              <a:gd name="T14" fmla="*/ 2147483646 w 741"/>
              <a:gd name="T15" fmla="*/ 2147483646 h 807"/>
              <a:gd name="T16" fmla="*/ 2147483646 w 741"/>
              <a:gd name="T17" fmla="*/ 2147483646 h 807"/>
              <a:gd name="T18" fmla="*/ 0 w 741"/>
              <a:gd name="T19" fmla="*/ 2147483646 h 807"/>
              <a:gd name="T20" fmla="*/ 0 w 741"/>
              <a:gd name="T21" fmla="*/ 2147483646 h 807"/>
              <a:gd name="T22" fmla="*/ 2147483646 w 741"/>
              <a:gd name="T23" fmla="*/ 2147483646 h 807"/>
              <a:gd name="T24" fmla="*/ 2147483646 w 741"/>
              <a:gd name="T25" fmla="*/ 2147483646 h 807"/>
              <a:gd name="T26" fmla="*/ 2147483646 w 741"/>
              <a:gd name="T27" fmla="*/ 2147483646 h 807"/>
              <a:gd name="T28" fmla="*/ 2147483646 w 741"/>
              <a:gd name="T29" fmla="*/ 2147483646 h 807"/>
              <a:gd name="T30" fmla="*/ 2147483646 w 741"/>
              <a:gd name="T31" fmla="*/ 2147483646 h 807"/>
              <a:gd name="T32" fmla="*/ 2147483646 w 741"/>
              <a:gd name="T33" fmla="*/ 2147483646 h 807"/>
              <a:gd name="T34" fmla="*/ 2147483646 w 741"/>
              <a:gd name="T35" fmla="*/ 2147483646 h 807"/>
              <a:gd name="T36" fmla="*/ 2147483646 w 741"/>
              <a:gd name="T37" fmla="*/ 2147483646 h 807"/>
              <a:gd name="T38" fmla="*/ 2147483646 w 741"/>
              <a:gd name="T39" fmla="*/ 2147483646 h 807"/>
              <a:gd name="T40" fmla="*/ 2147483646 w 741"/>
              <a:gd name="T41" fmla="*/ 2147483646 h 807"/>
              <a:gd name="T42" fmla="*/ 2147483646 w 741"/>
              <a:gd name="T43" fmla="*/ 2147483646 h 807"/>
              <a:gd name="T44" fmla="*/ 2147483646 w 741"/>
              <a:gd name="T45" fmla="*/ 2147483646 h 807"/>
              <a:gd name="T46" fmla="*/ 2147483646 w 741"/>
              <a:gd name="T47" fmla="*/ 2147483646 h 807"/>
              <a:gd name="T48" fmla="*/ 2147483646 w 741"/>
              <a:gd name="T49" fmla="*/ 2147483646 h 807"/>
              <a:gd name="T50" fmla="*/ 2147483646 w 741"/>
              <a:gd name="T51" fmla="*/ 2147483646 h 807"/>
              <a:gd name="T52" fmla="*/ 2147483646 w 741"/>
              <a:gd name="T53" fmla="*/ 2147483646 h 807"/>
              <a:gd name="T54" fmla="*/ 2147483646 w 741"/>
              <a:gd name="T55" fmla="*/ 2147483646 h 807"/>
              <a:gd name="T56" fmla="*/ 2147483646 w 741"/>
              <a:gd name="T57" fmla="*/ 2147483646 h 807"/>
              <a:gd name="T58" fmla="*/ 2147483646 w 741"/>
              <a:gd name="T59" fmla="*/ 2147483646 h 807"/>
              <a:gd name="T60" fmla="*/ 2147483646 w 741"/>
              <a:gd name="T61" fmla="*/ 2147483646 h 807"/>
              <a:gd name="T62" fmla="*/ 2147483646 w 741"/>
              <a:gd name="T63" fmla="*/ 2147483646 h 807"/>
              <a:gd name="T64" fmla="*/ 2147483646 w 741"/>
              <a:gd name="T65" fmla="*/ 2147483646 h 807"/>
              <a:gd name="T66" fmla="*/ 2147483646 w 741"/>
              <a:gd name="T67" fmla="*/ 0 h 807"/>
              <a:gd name="T68" fmla="*/ 2147483646 w 741"/>
              <a:gd name="T69" fmla="*/ 2147483646 h 807"/>
              <a:gd name="T70" fmla="*/ 2147483646 w 741"/>
              <a:gd name="T71" fmla="*/ 2147483646 h 80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741" h="807">
                <a:moveTo>
                  <a:pt x="243" y="26"/>
                </a:moveTo>
                <a:lnTo>
                  <a:pt x="179" y="74"/>
                </a:lnTo>
                <a:lnTo>
                  <a:pt x="144" y="131"/>
                </a:lnTo>
                <a:lnTo>
                  <a:pt x="112" y="192"/>
                </a:lnTo>
                <a:lnTo>
                  <a:pt x="92" y="224"/>
                </a:lnTo>
                <a:lnTo>
                  <a:pt x="92" y="259"/>
                </a:lnTo>
                <a:lnTo>
                  <a:pt x="109" y="300"/>
                </a:lnTo>
                <a:lnTo>
                  <a:pt x="77" y="332"/>
                </a:lnTo>
                <a:lnTo>
                  <a:pt x="26" y="420"/>
                </a:lnTo>
                <a:lnTo>
                  <a:pt x="0" y="467"/>
                </a:lnTo>
                <a:lnTo>
                  <a:pt x="0" y="482"/>
                </a:lnTo>
                <a:lnTo>
                  <a:pt x="6" y="498"/>
                </a:lnTo>
                <a:lnTo>
                  <a:pt x="28" y="503"/>
                </a:lnTo>
                <a:lnTo>
                  <a:pt x="60" y="504"/>
                </a:lnTo>
                <a:lnTo>
                  <a:pt x="79" y="511"/>
                </a:lnTo>
                <a:lnTo>
                  <a:pt x="77" y="546"/>
                </a:lnTo>
                <a:lnTo>
                  <a:pt x="67" y="587"/>
                </a:lnTo>
                <a:lnTo>
                  <a:pt x="86" y="609"/>
                </a:lnTo>
                <a:lnTo>
                  <a:pt x="80" y="639"/>
                </a:lnTo>
                <a:lnTo>
                  <a:pt x="95" y="659"/>
                </a:lnTo>
                <a:lnTo>
                  <a:pt x="110" y="713"/>
                </a:lnTo>
                <a:lnTo>
                  <a:pt x="133" y="728"/>
                </a:lnTo>
                <a:lnTo>
                  <a:pt x="167" y="728"/>
                </a:lnTo>
                <a:lnTo>
                  <a:pt x="217" y="721"/>
                </a:lnTo>
                <a:lnTo>
                  <a:pt x="269" y="713"/>
                </a:lnTo>
                <a:lnTo>
                  <a:pt x="263" y="807"/>
                </a:lnTo>
                <a:lnTo>
                  <a:pt x="658" y="681"/>
                </a:lnTo>
                <a:lnTo>
                  <a:pt x="626" y="606"/>
                </a:lnTo>
                <a:lnTo>
                  <a:pt x="634" y="549"/>
                </a:lnTo>
                <a:lnTo>
                  <a:pt x="741" y="441"/>
                </a:lnTo>
                <a:lnTo>
                  <a:pt x="741" y="155"/>
                </a:lnTo>
                <a:lnTo>
                  <a:pt x="668" y="77"/>
                </a:lnTo>
                <a:lnTo>
                  <a:pt x="577" y="35"/>
                </a:lnTo>
                <a:lnTo>
                  <a:pt x="481" y="0"/>
                </a:lnTo>
                <a:lnTo>
                  <a:pt x="355" y="18"/>
                </a:lnTo>
                <a:lnTo>
                  <a:pt x="243" y="26"/>
                </a:lnTo>
                <a:close/>
              </a:path>
            </a:pathLst>
          </a:custGeom>
          <a:solidFill>
            <a:srgbClr val="FFC080"/>
          </a:solidFill>
          <a:ln w="1588">
            <a:solidFill>
              <a:srgbClr val="402000"/>
            </a:solidFill>
            <a:prstDash val="solid"/>
            <a:round/>
          </a:ln>
        </p:spPr>
        <p:txBody>
          <a:bodyPr/>
          <a:lstStyle/>
          <a:p>
            <a:endParaRPr lang="zh-CN" altLang="en-US" b="1">
              <a:solidFill>
                <a:srgbClr val="000099"/>
              </a:solidFill>
            </a:endParaRPr>
          </a:p>
        </p:txBody>
      </p:sp>
      <p:sp>
        <p:nvSpPr>
          <p:cNvPr id="244789" name="Freeform 269"/>
          <p:cNvSpPr/>
          <p:nvPr/>
        </p:nvSpPr>
        <p:spPr bwMode="auto">
          <a:xfrm>
            <a:off x="9514895" y="4511676"/>
            <a:ext cx="12038" cy="3175"/>
          </a:xfrm>
          <a:custGeom>
            <a:avLst/>
            <a:gdLst>
              <a:gd name="T0" fmla="*/ 0 w 42"/>
              <a:gd name="T1" fmla="*/ 2147483646 h 9"/>
              <a:gd name="T2" fmla="*/ 2147483646 w 42"/>
              <a:gd name="T3" fmla="*/ 2147483646 h 9"/>
              <a:gd name="T4" fmla="*/ 2147483646 w 42"/>
              <a:gd name="T5" fmla="*/ 2147483646 h 9"/>
              <a:gd name="T6" fmla="*/ 2147483646 w 42"/>
              <a:gd name="T7" fmla="*/ 2147483646 h 9"/>
              <a:gd name="T8" fmla="*/ 2147483646 w 42"/>
              <a:gd name="T9" fmla="*/ 2147483646 h 9"/>
              <a:gd name="T10" fmla="*/ 2147483646 w 42"/>
              <a:gd name="T11" fmla="*/ 0 h 9"/>
              <a:gd name="T12" fmla="*/ 0 w 42"/>
              <a:gd name="T13" fmla="*/ 2147483646 h 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2" h="9">
                <a:moveTo>
                  <a:pt x="0" y="3"/>
                </a:moveTo>
                <a:lnTo>
                  <a:pt x="9" y="8"/>
                </a:lnTo>
                <a:lnTo>
                  <a:pt x="30" y="6"/>
                </a:lnTo>
                <a:lnTo>
                  <a:pt x="39" y="9"/>
                </a:lnTo>
                <a:lnTo>
                  <a:pt x="42" y="2"/>
                </a:lnTo>
                <a:lnTo>
                  <a:pt x="29" y="0"/>
                </a:lnTo>
                <a:lnTo>
                  <a:pt x="0" y="3"/>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790" name="Freeform 270"/>
          <p:cNvSpPr/>
          <p:nvPr/>
        </p:nvSpPr>
        <p:spPr bwMode="auto">
          <a:xfrm>
            <a:off x="9526933" y="4503739"/>
            <a:ext cx="5160" cy="7937"/>
          </a:xfrm>
          <a:custGeom>
            <a:avLst/>
            <a:gdLst>
              <a:gd name="T0" fmla="*/ 0 w 17"/>
              <a:gd name="T1" fmla="*/ 0 h 31"/>
              <a:gd name="T2" fmla="*/ 2147483646 w 17"/>
              <a:gd name="T3" fmla="*/ 2147483646 h 31"/>
              <a:gd name="T4" fmla="*/ 2147483646 w 17"/>
              <a:gd name="T5" fmla="*/ 2147483646 h 31"/>
              <a:gd name="T6" fmla="*/ 2147483646 w 17"/>
              <a:gd name="T7" fmla="*/ 2147483646 h 31"/>
              <a:gd name="T8" fmla="*/ 2147483646 w 17"/>
              <a:gd name="T9" fmla="*/ 2147483646 h 31"/>
              <a:gd name="T10" fmla="*/ 2147483646 w 17"/>
              <a:gd name="T11" fmla="*/ 2147483646 h 31"/>
              <a:gd name="T12" fmla="*/ 0 w 17"/>
              <a:gd name="T13" fmla="*/ 0 h 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7" h="31">
                <a:moveTo>
                  <a:pt x="0" y="0"/>
                </a:moveTo>
                <a:lnTo>
                  <a:pt x="11" y="7"/>
                </a:lnTo>
                <a:lnTo>
                  <a:pt x="11" y="16"/>
                </a:lnTo>
                <a:lnTo>
                  <a:pt x="13" y="31"/>
                </a:lnTo>
                <a:lnTo>
                  <a:pt x="17" y="12"/>
                </a:lnTo>
                <a:lnTo>
                  <a:pt x="17" y="1"/>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791" name="Freeform 271"/>
          <p:cNvSpPr/>
          <p:nvPr/>
        </p:nvSpPr>
        <p:spPr bwMode="auto">
          <a:xfrm>
            <a:off x="9535532" y="4476751"/>
            <a:ext cx="5159" cy="15875"/>
          </a:xfrm>
          <a:custGeom>
            <a:avLst/>
            <a:gdLst>
              <a:gd name="T0" fmla="*/ 2147483646 w 19"/>
              <a:gd name="T1" fmla="*/ 0 h 60"/>
              <a:gd name="T2" fmla="*/ 2147483646 w 19"/>
              <a:gd name="T3" fmla="*/ 2147483646 h 60"/>
              <a:gd name="T4" fmla="*/ 0 w 19"/>
              <a:gd name="T5" fmla="*/ 2147483646 h 60"/>
              <a:gd name="T6" fmla="*/ 2147483646 w 19"/>
              <a:gd name="T7" fmla="*/ 2147483646 h 60"/>
              <a:gd name="T8" fmla="*/ 2147483646 w 19"/>
              <a:gd name="T9" fmla="*/ 0 h 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60">
                <a:moveTo>
                  <a:pt x="19" y="0"/>
                </a:moveTo>
                <a:lnTo>
                  <a:pt x="5" y="34"/>
                </a:lnTo>
                <a:lnTo>
                  <a:pt x="0" y="60"/>
                </a:lnTo>
                <a:lnTo>
                  <a:pt x="9" y="43"/>
                </a:lnTo>
                <a:lnTo>
                  <a:pt x="19" y="0"/>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792" name="Freeform 272"/>
          <p:cNvSpPr/>
          <p:nvPr/>
        </p:nvSpPr>
        <p:spPr bwMode="auto">
          <a:xfrm>
            <a:off x="9538972" y="4460875"/>
            <a:ext cx="22357" cy="14288"/>
          </a:xfrm>
          <a:custGeom>
            <a:avLst/>
            <a:gdLst>
              <a:gd name="T0" fmla="*/ 0 w 80"/>
              <a:gd name="T1" fmla="*/ 0 h 51"/>
              <a:gd name="T2" fmla="*/ 2147483646 w 80"/>
              <a:gd name="T3" fmla="*/ 2147483646 h 51"/>
              <a:gd name="T4" fmla="*/ 2147483646 w 80"/>
              <a:gd name="T5" fmla="*/ 2147483646 h 51"/>
              <a:gd name="T6" fmla="*/ 2147483646 w 80"/>
              <a:gd name="T7" fmla="*/ 2147483646 h 51"/>
              <a:gd name="T8" fmla="*/ 2147483646 w 80"/>
              <a:gd name="T9" fmla="*/ 2147483646 h 51"/>
              <a:gd name="T10" fmla="*/ 2147483646 w 80"/>
              <a:gd name="T11" fmla="*/ 2147483646 h 51"/>
              <a:gd name="T12" fmla="*/ 2147483646 w 80"/>
              <a:gd name="T13" fmla="*/ 2147483646 h 51"/>
              <a:gd name="T14" fmla="*/ 2147483646 w 80"/>
              <a:gd name="T15" fmla="*/ 2147483646 h 51"/>
              <a:gd name="T16" fmla="*/ 2147483646 w 80"/>
              <a:gd name="T17" fmla="*/ 2147483646 h 51"/>
              <a:gd name="T18" fmla="*/ 2147483646 w 80"/>
              <a:gd name="T19" fmla="*/ 2147483646 h 51"/>
              <a:gd name="T20" fmla="*/ 0 w 80"/>
              <a:gd name="T21" fmla="*/ 0 h 5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80" h="51">
                <a:moveTo>
                  <a:pt x="0" y="0"/>
                </a:moveTo>
                <a:lnTo>
                  <a:pt x="17" y="28"/>
                </a:lnTo>
                <a:lnTo>
                  <a:pt x="13" y="35"/>
                </a:lnTo>
                <a:lnTo>
                  <a:pt x="13" y="40"/>
                </a:lnTo>
                <a:lnTo>
                  <a:pt x="9" y="51"/>
                </a:lnTo>
                <a:lnTo>
                  <a:pt x="20" y="34"/>
                </a:lnTo>
                <a:lnTo>
                  <a:pt x="35" y="34"/>
                </a:lnTo>
                <a:lnTo>
                  <a:pt x="52" y="28"/>
                </a:lnTo>
                <a:lnTo>
                  <a:pt x="80" y="26"/>
                </a:lnTo>
                <a:lnTo>
                  <a:pt x="52" y="9"/>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793" name="Freeform 273"/>
          <p:cNvSpPr/>
          <p:nvPr/>
        </p:nvSpPr>
        <p:spPr bwMode="auto">
          <a:xfrm>
            <a:off x="9533813" y="4441825"/>
            <a:ext cx="37835" cy="12700"/>
          </a:xfrm>
          <a:custGeom>
            <a:avLst/>
            <a:gdLst>
              <a:gd name="T0" fmla="*/ 0 w 135"/>
              <a:gd name="T1" fmla="*/ 2147483646 h 48"/>
              <a:gd name="T2" fmla="*/ 2147483646 w 135"/>
              <a:gd name="T3" fmla="*/ 2147483646 h 48"/>
              <a:gd name="T4" fmla="*/ 2147483646 w 135"/>
              <a:gd name="T5" fmla="*/ 2147483646 h 48"/>
              <a:gd name="T6" fmla="*/ 2147483646 w 135"/>
              <a:gd name="T7" fmla="*/ 2147483646 h 48"/>
              <a:gd name="T8" fmla="*/ 2147483646 w 135"/>
              <a:gd name="T9" fmla="*/ 2147483646 h 48"/>
              <a:gd name="T10" fmla="*/ 2147483646 w 135"/>
              <a:gd name="T11" fmla="*/ 2147483646 h 48"/>
              <a:gd name="T12" fmla="*/ 2147483646 w 135"/>
              <a:gd name="T13" fmla="*/ 2147483646 h 48"/>
              <a:gd name="T14" fmla="*/ 2147483646 w 135"/>
              <a:gd name="T15" fmla="*/ 2147483646 h 48"/>
              <a:gd name="T16" fmla="*/ 2147483646 w 135"/>
              <a:gd name="T17" fmla="*/ 2147483646 h 48"/>
              <a:gd name="T18" fmla="*/ 2147483646 w 135"/>
              <a:gd name="T19" fmla="*/ 0 h 48"/>
              <a:gd name="T20" fmla="*/ 2147483646 w 135"/>
              <a:gd name="T21" fmla="*/ 2147483646 h 48"/>
              <a:gd name="T22" fmla="*/ 2147483646 w 135"/>
              <a:gd name="T23" fmla="*/ 2147483646 h 48"/>
              <a:gd name="T24" fmla="*/ 2147483646 w 135"/>
              <a:gd name="T25" fmla="*/ 2147483646 h 48"/>
              <a:gd name="T26" fmla="*/ 2147483646 w 135"/>
              <a:gd name="T27" fmla="*/ 2147483646 h 48"/>
              <a:gd name="T28" fmla="*/ 0 w 135"/>
              <a:gd name="T29" fmla="*/ 2147483646 h 4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35" h="48">
                <a:moveTo>
                  <a:pt x="0" y="25"/>
                </a:moveTo>
                <a:lnTo>
                  <a:pt x="6" y="42"/>
                </a:lnTo>
                <a:lnTo>
                  <a:pt x="20" y="48"/>
                </a:lnTo>
                <a:lnTo>
                  <a:pt x="42" y="34"/>
                </a:lnTo>
                <a:lnTo>
                  <a:pt x="69" y="25"/>
                </a:lnTo>
                <a:lnTo>
                  <a:pt x="113" y="24"/>
                </a:lnTo>
                <a:lnTo>
                  <a:pt x="135" y="27"/>
                </a:lnTo>
                <a:lnTo>
                  <a:pt x="101" y="12"/>
                </a:lnTo>
                <a:lnTo>
                  <a:pt x="77" y="6"/>
                </a:lnTo>
                <a:lnTo>
                  <a:pt x="80" y="0"/>
                </a:lnTo>
                <a:lnTo>
                  <a:pt x="57" y="9"/>
                </a:lnTo>
                <a:lnTo>
                  <a:pt x="59" y="3"/>
                </a:lnTo>
                <a:lnTo>
                  <a:pt x="40" y="12"/>
                </a:lnTo>
                <a:lnTo>
                  <a:pt x="23" y="12"/>
                </a:lnTo>
                <a:lnTo>
                  <a:pt x="0" y="25"/>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794" name="Freeform 274"/>
          <p:cNvSpPr/>
          <p:nvPr/>
        </p:nvSpPr>
        <p:spPr bwMode="auto">
          <a:xfrm>
            <a:off x="9619801" y="4459289"/>
            <a:ext cx="22358" cy="41275"/>
          </a:xfrm>
          <a:custGeom>
            <a:avLst/>
            <a:gdLst>
              <a:gd name="T0" fmla="*/ 0 w 78"/>
              <a:gd name="T1" fmla="*/ 2147483646 h 159"/>
              <a:gd name="T2" fmla="*/ 2147483646 w 78"/>
              <a:gd name="T3" fmla="*/ 2147483646 h 159"/>
              <a:gd name="T4" fmla="*/ 2147483646 w 78"/>
              <a:gd name="T5" fmla="*/ 2147483646 h 159"/>
              <a:gd name="T6" fmla="*/ 2147483646 w 78"/>
              <a:gd name="T7" fmla="*/ 2147483646 h 159"/>
              <a:gd name="T8" fmla="*/ 2147483646 w 78"/>
              <a:gd name="T9" fmla="*/ 2147483646 h 159"/>
              <a:gd name="T10" fmla="*/ 2147483646 w 78"/>
              <a:gd name="T11" fmla="*/ 2147483646 h 159"/>
              <a:gd name="T12" fmla="*/ 2147483646 w 78"/>
              <a:gd name="T13" fmla="*/ 2147483646 h 159"/>
              <a:gd name="T14" fmla="*/ 2147483646 w 78"/>
              <a:gd name="T15" fmla="*/ 2147483646 h 159"/>
              <a:gd name="T16" fmla="*/ 2147483646 w 78"/>
              <a:gd name="T17" fmla="*/ 2147483646 h 159"/>
              <a:gd name="T18" fmla="*/ 2147483646 w 78"/>
              <a:gd name="T19" fmla="*/ 2147483646 h 159"/>
              <a:gd name="T20" fmla="*/ 2147483646 w 78"/>
              <a:gd name="T21" fmla="*/ 2147483646 h 159"/>
              <a:gd name="T22" fmla="*/ 2147483646 w 78"/>
              <a:gd name="T23" fmla="*/ 2147483646 h 159"/>
              <a:gd name="T24" fmla="*/ 2147483646 w 78"/>
              <a:gd name="T25" fmla="*/ 2147483646 h 159"/>
              <a:gd name="T26" fmla="*/ 2147483646 w 78"/>
              <a:gd name="T27" fmla="*/ 2147483646 h 159"/>
              <a:gd name="T28" fmla="*/ 2147483646 w 78"/>
              <a:gd name="T29" fmla="*/ 2147483646 h 159"/>
              <a:gd name="T30" fmla="*/ 2147483646 w 78"/>
              <a:gd name="T31" fmla="*/ 2147483646 h 159"/>
              <a:gd name="T32" fmla="*/ 2147483646 w 78"/>
              <a:gd name="T33" fmla="*/ 2147483646 h 159"/>
              <a:gd name="T34" fmla="*/ 2147483646 w 78"/>
              <a:gd name="T35" fmla="*/ 2147483646 h 159"/>
              <a:gd name="T36" fmla="*/ 2147483646 w 78"/>
              <a:gd name="T37" fmla="*/ 2147483646 h 159"/>
              <a:gd name="T38" fmla="*/ 2147483646 w 78"/>
              <a:gd name="T39" fmla="*/ 2147483646 h 159"/>
              <a:gd name="T40" fmla="*/ 2147483646 w 78"/>
              <a:gd name="T41" fmla="*/ 0 h 159"/>
              <a:gd name="T42" fmla="*/ 2147483646 w 78"/>
              <a:gd name="T43" fmla="*/ 2147483646 h 159"/>
              <a:gd name="T44" fmla="*/ 0 w 78"/>
              <a:gd name="T45" fmla="*/ 2147483646 h 15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78" h="159">
                <a:moveTo>
                  <a:pt x="0" y="30"/>
                </a:moveTo>
                <a:lnTo>
                  <a:pt x="24" y="10"/>
                </a:lnTo>
                <a:lnTo>
                  <a:pt x="52" y="15"/>
                </a:lnTo>
                <a:lnTo>
                  <a:pt x="68" y="41"/>
                </a:lnTo>
                <a:lnTo>
                  <a:pt x="71" y="77"/>
                </a:lnTo>
                <a:lnTo>
                  <a:pt x="68" y="105"/>
                </a:lnTo>
                <a:lnTo>
                  <a:pt x="59" y="128"/>
                </a:lnTo>
                <a:lnTo>
                  <a:pt x="44" y="93"/>
                </a:lnTo>
                <a:lnTo>
                  <a:pt x="31" y="73"/>
                </a:lnTo>
                <a:lnTo>
                  <a:pt x="5" y="60"/>
                </a:lnTo>
                <a:lnTo>
                  <a:pt x="25" y="89"/>
                </a:lnTo>
                <a:lnTo>
                  <a:pt x="47" y="111"/>
                </a:lnTo>
                <a:lnTo>
                  <a:pt x="49" y="134"/>
                </a:lnTo>
                <a:lnTo>
                  <a:pt x="40" y="156"/>
                </a:lnTo>
                <a:lnTo>
                  <a:pt x="28" y="159"/>
                </a:lnTo>
                <a:lnTo>
                  <a:pt x="61" y="151"/>
                </a:lnTo>
                <a:lnTo>
                  <a:pt x="77" y="117"/>
                </a:lnTo>
                <a:lnTo>
                  <a:pt x="78" y="73"/>
                </a:lnTo>
                <a:lnTo>
                  <a:pt x="77" y="33"/>
                </a:lnTo>
                <a:lnTo>
                  <a:pt x="59" y="7"/>
                </a:lnTo>
                <a:lnTo>
                  <a:pt x="34" y="0"/>
                </a:lnTo>
                <a:lnTo>
                  <a:pt x="10" y="4"/>
                </a:lnTo>
                <a:lnTo>
                  <a:pt x="0" y="30"/>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795" name="Freeform 275"/>
          <p:cNvSpPr/>
          <p:nvPr/>
        </p:nvSpPr>
        <p:spPr bwMode="auto">
          <a:xfrm>
            <a:off x="9614643" y="4452938"/>
            <a:ext cx="36115" cy="55562"/>
          </a:xfrm>
          <a:custGeom>
            <a:avLst/>
            <a:gdLst>
              <a:gd name="T0" fmla="*/ 0 w 129"/>
              <a:gd name="T1" fmla="*/ 2147483646 h 215"/>
              <a:gd name="T2" fmla="*/ 2147483646 w 129"/>
              <a:gd name="T3" fmla="*/ 2147483646 h 215"/>
              <a:gd name="T4" fmla="*/ 2147483646 w 129"/>
              <a:gd name="T5" fmla="*/ 2147483646 h 215"/>
              <a:gd name="T6" fmla="*/ 2147483646 w 129"/>
              <a:gd name="T7" fmla="*/ 2147483646 h 215"/>
              <a:gd name="T8" fmla="*/ 2147483646 w 129"/>
              <a:gd name="T9" fmla="*/ 2147483646 h 215"/>
              <a:gd name="T10" fmla="*/ 2147483646 w 129"/>
              <a:gd name="T11" fmla="*/ 2147483646 h 215"/>
              <a:gd name="T12" fmla="*/ 2147483646 w 129"/>
              <a:gd name="T13" fmla="*/ 2147483646 h 215"/>
              <a:gd name="T14" fmla="*/ 2147483646 w 129"/>
              <a:gd name="T15" fmla="*/ 2147483646 h 215"/>
              <a:gd name="T16" fmla="*/ 2147483646 w 129"/>
              <a:gd name="T17" fmla="*/ 2147483646 h 215"/>
              <a:gd name="T18" fmla="*/ 2147483646 w 129"/>
              <a:gd name="T19" fmla="*/ 2147483646 h 215"/>
              <a:gd name="T20" fmla="*/ 2147483646 w 129"/>
              <a:gd name="T21" fmla="*/ 2147483646 h 215"/>
              <a:gd name="T22" fmla="*/ 2147483646 w 129"/>
              <a:gd name="T23" fmla="*/ 2147483646 h 215"/>
              <a:gd name="T24" fmla="*/ 2147483646 w 129"/>
              <a:gd name="T25" fmla="*/ 2147483646 h 215"/>
              <a:gd name="T26" fmla="*/ 2147483646 w 129"/>
              <a:gd name="T27" fmla="*/ 2147483646 h 215"/>
              <a:gd name="T28" fmla="*/ 2147483646 w 129"/>
              <a:gd name="T29" fmla="*/ 2147483646 h 215"/>
              <a:gd name="T30" fmla="*/ 2147483646 w 129"/>
              <a:gd name="T31" fmla="*/ 2147483646 h 215"/>
              <a:gd name="T32" fmla="*/ 2147483646 w 129"/>
              <a:gd name="T33" fmla="*/ 2147483646 h 215"/>
              <a:gd name="T34" fmla="*/ 2147483646 w 129"/>
              <a:gd name="T35" fmla="*/ 2147483646 h 215"/>
              <a:gd name="T36" fmla="*/ 2147483646 w 129"/>
              <a:gd name="T37" fmla="*/ 2147483646 h 215"/>
              <a:gd name="T38" fmla="*/ 2147483646 w 129"/>
              <a:gd name="T39" fmla="*/ 2147483646 h 215"/>
              <a:gd name="T40" fmla="*/ 2147483646 w 129"/>
              <a:gd name="T41" fmla="*/ 2147483646 h 215"/>
              <a:gd name="T42" fmla="*/ 2147483646 w 129"/>
              <a:gd name="T43" fmla="*/ 2147483646 h 215"/>
              <a:gd name="T44" fmla="*/ 2147483646 w 129"/>
              <a:gd name="T45" fmla="*/ 2147483646 h 215"/>
              <a:gd name="T46" fmla="*/ 2147483646 w 129"/>
              <a:gd name="T47" fmla="*/ 0 h 215"/>
              <a:gd name="T48" fmla="*/ 2147483646 w 129"/>
              <a:gd name="T49" fmla="*/ 2147483646 h 215"/>
              <a:gd name="T50" fmla="*/ 2147483646 w 129"/>
              <a:gd name="T51" fmla="*/ 2147483646 h 215"/>
              <a:gd name="T52" fmla="*/ 0 w 129"/>
              <a:gd name="T53" fmla="*/ 2147483646 h 215"/>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129" h="215">
                <a:moveTo>
                  <a:pt x="0" y="53"/>
                </a:moveTo>
                <a:lnTo>
                  <a:pt x="20" y="19"/>
                </a:lnTo>
                <a:lnTo>
                  <a:pt x="54" y="9"/>
                </a:lnTo>
                <a:lnTo>
                  <a:pt x="95" y="16"/>
                </a:lnTo>
                <a:lnTo>
                  <a:pt x="109" y="35"/>
                </a:lnTo>
                <a:lnTo>
                  <a:pt x="120" y="67"/>
                </a:lnTo>
                <a:lnTo>
                  <a:pt x="120" y="93"/>
                </a:lnTo>
                <a:lnTo>
                  <a:pt x="114" y="111"/>
                </a:lnTo>
                <a:lnTo>
                  <a:pt x="114" y="137"/>
                </a:lnTo>
                <a:lnTo>
                  <a:pt x="107" y="168"/>
                </a:lnTo>
                <a:lnTo>
                  <a:pt x="80" y="198"/>
                </a:lnTo>
                <a:lnTo>
                  <a:pt x="63" y="198"/>
                </a:lnTo>
                <a:lnTo>
                  <a:pt x="40" y="198"/>
                </a:lnTo>
                <a:lnTo>
                  <a:pt x="40" y="203"/>
                </a:lnTo>
                <a:lnTo>
                  <a:pt x="57" y="215"/>
                </a:lnTo>
                <a:lnTo>
                  <a:pt x="76" y="211"/>
                </a:lnTo>
                <a:lnTo>
                  <a:pt x="101" y="201"/>
                </a:lnTo>
                <a:lnTo>
                  <a:pt x="121" y="171"/>
                </a:lnTo>
                <a:lnTo>
                  <a:pt x="123" y="121"/>
                </a:lnTo>
                <a:lnTo>
                  <a:pt x="129" y="87"/>
                </a:lnTo>
                <a:lnTo>
                  <a:pt x="129" y="58"/>
                </a:lnTo>
                <a:lnTo>
                  <a:pt x="117" y="32"/>
                </a:lnTo>
                <a:lnTo>
                  <a:pt x="103" y="9"/>
                </a:lnTo>
                <a:lnTo>
                  <a:pt x="69" y="0"/>
                </a:lnTo>
                <a:lnTo>
                  <a:pt x="20" y="6"/>
                </a:lnTo>
                <a:lnTo>
                  <a:pt x="3" y="19"/>
                </a:lnTo>
                <a:lnTo>
                  <a:pt x="0" y="53"/>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796" name="Freeform 276"/>
          <p:cNvSpPr/>
          <p:nvPr/>
        </p:nvSpPr>
        <p:spPr bwMode="auto">
          <a:xfrm>
            <a:off x="9595725" y="4513264"/>
            <a:ext cx="32677" cy="47625"/>
          </a:xfrm>
          <a:custGeom>
            <a:avLst/>
            <a:gdLst>
              <a:gd name="T0" fmla="*/ 2147483646 w 118"/>
              <a:gd name="T1" fmla="*/ 0 h 179"/>
              <a:gd name="T2" fmla="*/ 2147483646 w 118"/>
              <a:gd name="T3" fmla="*/ 2147483646 h 179"/>
              <a:gd name="T4" fmla="*/ 2147483646 w 118"/>
              <a:gd name="T5" fmla="*/ 2147483646 h 179"/>
              <a:gd name="T6" fmla="*/ 2147483646 w 118"/>
              <a:gd name="T7" fmla="*/ 2147483646 h 179"/>
              <a:gd name="T8" fmla="*/ 2147483646 w 118"/>
              <a:gd name="T9" fmla="*/ 2147483646 h 179"/>
              <a:gd name="T10" fmla="*/ 0 w 118"/>
              <a:gd name="T11" fmla="*/ 2147483646 h 179"/>
              <a:gd name="T12" fmla="*/ 2147483646 w 118"/>
              <a:gd name="T13" fmla="*/ 2147483646 h 179"/>
              <a:gd name="T14" fmla="*/ 2147483646 w 118"/>
              <a:gd name="T15" fmla="*/ 2147483646 h 179"/>
              <a:gd name="T16" fmla="*/ 2147483646 w 118"/>
              <a:gd name="T17" fmla="*/ 2147483646 h 179"/>
              <a:gd name="T18" fmla="*/ 2147483646 w 118"/>
              <a:gd name="T19" fmla="*/ 0 h 17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18" h="179">
                <a:moveTo>
                  <a:pt x="118" y="0"/>
                </a:moveTo>
                <a:lnTo>
                  <a:pt x="102" y="39"/>
                </a:lnTo>
                <a:lnTo>
                  <a:pt x="77" y="80"/>
                </a:lnTo>
                <a:lnTo>
                  <a:pt x="52" y="116"/>
                </a:lnTo>
                <a:lnTo>
                  <a:pt x="17" y="164"/>
                </a:lnTo>
                <a:lnTo>
                  <a:pt x="0" y="179"/>
                </a:lnTo>
                <a:lnTo>
                  <a:pt x="39" y="159"/>
                </a:lnTo>
                <a:lnTo>
                  <a:pt x="70" y="115"/>
                </a:lnTo>
                <a:lnTo>
                  <a:pt x="99" y="67"/>
                </a:lnTo>
                <a:lnTo>
                  <a:pt x="118" y="0"/>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797" name="Freeform 277"/>
          <p:cNvSpPr/>
          <p:nvPr/>
        </p:nvSpPr>
        <p:spPr bwMode="auto">
          <a:xfrm>
            <a:off x="9538972" y="4352926"/>
            <a:ext cx="192617" cy="176213"/>
          </a:xfrm>
          <a:custGeom>
            <a:avLst/>
            <a:gdLst>
              <a:gd name="T0" fmla="*/ 2147483646 w 671"/>
              <a:gd name="T1" fmla="*/ 2147483646 h 670"/>
              <a:gd name="T2" fmla="*/ 2147483646 w 671"/>
              <a:gd name="T3" fmla="*/ 2147483646 h 670"/>
              <a:gd name="T4" fmla="*/ 2147483646 w 671"/>
              <a:gd name="T5" fmla="*/ 2147483646 h 670"/>
              <a:gd name="T6" fmla="*/ 2147483646 w 671"/>
              <a:gd name="T7" fmla="*/ 2147483646 h 670"/>
              <a:gd name="T8" fmla="*/ 2147483646 w 671"/>
              <a:gd name="T9" fmla="*/ 2147483646 h 670"/>
              <a:gd name="T10" fmla="*/ 2147483646 w 671"/>
              <a:gd name="T11" fmla="*/ 2147483646 h 670"/>
              <a:gd name="T12" fmla="*/ 2147483646 w 671"/>
              <a:gd name="T13" fmla="*/ 2147483646 h 670"/>
              <a:gd name="T14" fmla="*/ 2147483646 w 671"/>
              <a:gd name="T15" fmla="*/ 2147483646 h 670"/>
              <a:gd name="T16" fmla="*/ 2147483646 w 671"/>
              <a:gd name="T17" fmla="*/ 2147483646 h 670"/>
              <a:gd name="T18" fmla="*/ 2147483646 w 671"/>
              <a:gd name="T19" fmla="*/ 2147483646 h 670"/>
              <a:gd name="T20" fmla="*/ 2147483646 w 671"/>
              <a:gd name="T21" fmla="*/ 2147483646 h 670"/>
              <a:gd name="T22" fmla="*/ 2147483646 w 671"/>
              <a:gd name="T23" fmla="*/ 2147483646 h 670"/>
              <a:gd name="T24" fmla="*/ 2147483646 w 671"/>
              <a:gd name="T25" fmla="*/ 2147483646 h 670"/>
              <a:gd name="T26" fmla="*/ 2147483646 w 671"/>
              <a:gd name="T27" fmla="*/ 2147483646 h 670"/>
              <a:gd name="T28" fmla="*/ 2147483646 w 671"/>
              <a:gd name="T29" fmla="*/ 2147483646 h 670"/>
              <a:gd name="T30" fmla="*/ 2147483646 w 671"/>
              <a:gd name="T31" fmla="*/ 2147483646 h 670"/>
              <a:gd name="T32" fmla="*/ 2147483646 w 671"/>
              <a:gd name="T33" fmla="*/ 2147483646 h 670"/>
              <a:gd name="T34" fmla="*/ 2147483646 w 671"/>
              <a:gd name="T35" fmla="*/ 2147483646 h 670"/>
              <a:gd name="T36" fmla="*/ 2147483646 w 671"/>
              <a:gd name="T37" fmla="*/ 2147483646 h 670"/>
              <a:gd name="T38" fmla="*/ 2147483646 w 671"/>
              <a:gd name="T39" fmla="*/ 2147483646 h 670"/>
              <a:gd name="T40" fmla="*/ 2147483646 w 671"/>
              <a:gd name="T41" fmla="*/ 2147483646 h 670"/>
              <a:gd name="T42" fmla="*/ 2147483646 w 671"/>
              <a:gd name="T43" fmla="*/ 2147483646 h 670"/>
              <a:gd name="T44" fmla="*/ 2147483646 w 671"/>
              <a:gd name="T45" fmla="*/ 2147483646 h 670"/>
              <a:gd name="T46" fmla="*/ 2147483646 w 671"/>
              <a:gd name="T47" fmla="*/ 2147483646 h 670"/>
              <a:gd name="T48" fmla="*/ 2147483646 w 671"/>
              <a:gd name="T49" fmla="*/ 2147483646 h 670"/>
              <a:gd name="T50" fmla="*/ 2147483646 w 671"/>
              <a:gd name="T51" fmla="*/ 2147483646 h 670"/>
              <a:gd name="T52" fmla="*/ 2147483646 w 671"/>
              <a:gd name="T53" fmla="*/ 2147483646 h 670"/>
              <a:gd name="T54" fmla="*/ 2147483646 w 671"/>
              <a:gd name="T55" fmla="*/ 2147483646 h 670"/>
              <a:gd name="T56" fmla="*/ 2147483646 w 671"/>
              <a:gd name="T57" fmla="*/ 2147483646 h 670"/>
              <a:gd name="T58" fmla="*/ 2147483646 w 671"/>
              <a:gd name="T59" fmla="*/ 2147483646 h 670"/>
              <a:gd name="T60" fmla="*/ 2147483646 w 671"/>
              <a:gd name="T61" fmla="*/ 0 h 670"/>
              <a:gd name="T62" fmla="*/ 2147483646 w 671"/>
              <a:gd name="T63" fmla="*/ 2147483646 h 670"/>
              <a:gd name="T64" fmla="*/ 2147483646 w 671"/>
              <a:gd name="T65" fmla="*/ 2147483646 h 670"/>
              <a:gd name="T66" fmla="*/ 2147483646 w 671"/>
              <a:gd name="T67" fmla="*/ 2147483646 h 670"/>
              <a:gd name="T68" fmla="*/ 2147483646 w 671"/>
              <a:gd name="T69" fmla="*/ 2147483646 h 670"/>
              <a:gd name="T70" fmla="*/ 0 w 671"/>
              <a:gd name="T71" fmla="*/ 2147483646 h 670"/>
              <a:gd name="T72" fmla="*/ 2147483646 w 671"/>
              <a:gd name="T73" fmla="*/ 2147483646 h 670"/>
              <a:gd name="T74" fmla="*/ 2147483646 w 671"/>
              <a:gd name="T75" fmla="*/ 2147483646 h 67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671" h="670">
                <a:moveTo>
                  <a:pt x="54" y="193"/>
                </a:moveTo>
                <a:lnTo>
                  <a:pt x="155" y="177"/>
                </a:lnTo>
                <a:lnTo>
                  <a:pt x="223" y="187"/>
                </a:lnTo>
                <a:lnTo>
                  <a:pt x="264" y="234"/>
                </a:lnTo>
                <a:lnTo>
                  <a:pt x="238" y="290"/>
                </a:lnTo>
                <a:lnTo>
                  <a:pt x="206" y="311"/>
                </a:lnTo>
                <a:lnTo>
                  <a:pt x="197" y="366"/>
                </a:lnTo>
                <a:lnTo>
                  <a:pt x="217" y="401"/>
                </a:lnTo>
                <a:lnTo>
                  <a:pt x="200" y="453"/>
                </a:lnTo>
                <a:lnTo>
                  <a:pt x="242" y="453"/>
                </a:lnTo>
                <a:lnTo>
                  <a:pt x="254" y="394"/>
                </a:lnTo>
                <a:lnTo>
                  <a:pt x="280" y="366"/>
                </a:lnTo>
                <a:lnTo>
                  <a:pt x="329" y="366"/>
                </a:lnTo>
                <a:lnTo>
                  <a:pt x="378" y="378"/>
                </a:lnTo>
                <a:lnTo>
                  <a:pt x="393" y="419"/>
                </a:lnTo>
                <a:lnTo>
                  <a:pt x="399" y="475"/>
                </a:lnTo>
                <a:lnTo>
                  <a:pt x="393" y="516"/>
                </a:lnTo>
                <a:lnTo>
                  <a:pt x="393" y="547"/>
                </a:lnTo>
                <a:lnTo>
                  <a:pt x="396" y="581"/>
                </a:lnTo>
                <a:lnTo>
                  <a:pt x="428" y="613"/>
                </a:lnTo>
                <a:lnTo>
                  <a:pt x="451" y="632"/>
                </a:lnTo>
                <a:lnTo>
                  <a:pt x="510" y="670"/>
                </a:lnTo>
                <a:lnTo>
                  <a:pt x="620" y="558"/>
                </a:lnTo>
                <a:lnTo>
                  <a:pt x="652" y="466"/>
                </a:lnTo>
                <a:lnTo>
                  <a:pt x="665" y="318"/>
                </a:lnTo>
                <a:lnTo>
                  <a:pt x="671" y="215"/>
                </a:lnTo>
                <a:lnTo>
                  <a:pt x="658" y="114"/>
                </a:lnTo>
                <a:lnTo>
                  <a:pt x="629" y="59"/>
                </a:lnTo>
                <a:lnTo>
                  <a:pt x="562" y="21"/>
                </a:lnTo>
                <a:lnTo>
                  <a:pt x="502" y="8"/>
                </a:lnTo>
                <a:lnTo>
                  <a:pt x="384" y="0"/>
                </a:lnTo>
                <a:lnTo>
                  <a:pt x="270" y="5"/>
                </a:lnTo>
                <a:lnTo>
                  <a:pt x="129" y="30"/>
                </a:lnTo>
                <a:lnTo>
                  <a:pt x="64" y="62"/>
                </a:lnTo>
                <a:lnTo>
                  <a:pt x="32" y="94"/>
                </a:lnTo>
                <a:lnTo>
                  <a:pt x="0" y="140"/>
                </a:lnTo>
                <a:lnTo>
                  <a:pt x="6" y="166"/>
                </a:lnTo>
                <a:lnTo>
                  <a:pt x="54" y="193"/>
                </a:lnTo>
                <a:close/>
              </a:path>
            </a:pathLst>
          </a:custGeom>
          <a:solidFill>
            <a:srgbClr val="603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798" name="Freeform 278"/>
          <p:cNvSpPr/>
          <p:nvPr/>
        </p:nvSpPr>
        <p:spPr bwMode="auto">
          <a:xfrm>
            <a:off x="9544131" y="4354513"/>
            <a:ext cx="184018" cy="169862"/>
          </a:xfrm>
          <a:custGeom>
            <a:avLst/>
            <a:gdLst>
              <a:gd name="T0" fmla="*/ 2147483646 w 636"/>
              <a:gd name="T1" fmla="*/ 2147483646 h 643"/>
              <a:gd name="T2" fmla="*/ 2147483646 w 636"/>
              <a:gd name="T3" fmla="*/ 2147483646 h 643"/>
              <a:gd name="T4" fmla="*/ 2147483646 w 636"/>
              <a:gd name="T5" fmla="*/ 2147483646 h 643"/>
              <a:gd name="T6" fmla="*/ 2147483646 w 636"/>
              <a:gd name="T7" fmla="*/ 2147483646 h 643"/>
              <a:gd name="T8" fmla="*/ 2147483646 w 636"/>
              <a:gd name="T9" fmla="*/ 2147483646 h 643"/>
              <a:gd name="T10" fmla="*/ 2147483646 w 636"/>
              <a:gd name="T11" fmla="*/ 2147483646 h 643"/>
              <a:gd name="T12" fmla="*/ 2147483646 w 636"/>
              <a:gd name="T13" fmla="*/ 2147483646 h 643"/>
              <a:gd name="T14" fmla="*/ 2147483646 w 636"/>
              <a:gd name="T15" fmla="*/ 2147483646 h 643"/>
              <a:gd name="T16" fmla="*/ 2147483646 w 636"/>
              <a:gd name="T17" fmla="*/ 2147483646 h 643"/>
              <a:gd name="T18" fmla="*/ 2147483646 w 636"/>
              <a:gd name="T19" fmla="*/ 2147483646 h 643"/>
              <a:gd name="T20" fmla="*/ 2147483646 w 636"/>
              <a:gd name="T21" fmla="*/ 2147483646 h 643"/>
              <a:gd name="T22" fmla="*/ 2147483646 w 636"/>
              <a:gd name="T23" fmla="*/ 2147483646 h 643"/>
              <a:gd name="T24" fmla="*/ 2147483646 w 636"/>
              <a:gd name="T25" fmla="*/ 2147483646 h 643"/>
              <a:gd name="T26" fmla="*/ 2147483646 w 636"/>
              <a:gd name="T27" fmla="*/ 2147483646 h 643"/>
              <a:gd name="T28" fmla="*/ 2147483646 w 636"/>
              <a:gd name="T29" fmla="*/ 2147483646 h 643"/>
              <a:gd name="T30" fmla="*/ 2147483646 w 636"/>
              <a:gd name="T31" fmla="*/ 2147483646 h 643"/>
              <a:gd name="T32" fmla="*/ 2147483646 w 636"/>
              <a:gd name="T33" fmla="*/ 2147483646 h 643"/>
              <a:gd name="T34" fmla="*/ 2147483646 w 636"/>
              <a:gd name="T35" fmla="*/ 2147483646 h 643"/>
              <a:gd name="T36" fmla="*/ 2147483646 w 636"/>
              <a:gd name="T37" fmla="*/ 2147483646 h 643"/>
              <a:gd name="T38" fmla="*/ 2147483646 w 636"/>
              <a:gd name="T39" fmla="*/ 2147483646 h 643"/>
              <a:gd name="T40" fmla="*/ 2147483646 w 636"/>
              <a:gd name="T41" fmla="*/ 2147483646 h 643"/>
              <a:gd name="T42" fmla="*/ 2147483646 w 636"/>
              <a:gd name="T43" fmla="*/ 2147483646 h 643"/>
              <a:gd name="T44" fmla="*/ 2147483646 w 636"/>
              <a:gd name="T45" fmla="*/ 2147483646 h 643"/>
              <a:gd name="T46" fmla="*/ 2147483646 w 636"/>
              <a:gd name="T47" fmla="*/ 2147483646 h 643"/>
              <a:gd name="T48" fmla="*/ 2147483646 w 636"/>
              <a:gd name="T49" fmla="*/ 2147483646 h 643"/>
              <a:gd name="T50" fmla="*/ 2147483646 w 636"/>
              <a:gd name="T51" fmla="*/ 2147483646 h 643"/>
              <a:gd name="T52" fmla="*/ 2147483646 w 636"/>
              <a:gd name="T53" fmla="*/ 2147483646 h 643"/>
              <a:gd name="T54" fmla="*/ 2147483646 w 636"/>
              <a:gd name="T55" fmla="*/ 2147483646 h 643"/>
              <a:gd name="T56" fmla="*/ 2147483646 w 636"/>
              <a:gd name="T57" fmla="*/ 2147483646 h 643"/>
              <a:gd name="T58" fmla="*/ 2147483646 w 636"/>
              <a:gd name="T59" fmla="*/ 2147483646 h 643"/>
              <a:gd name="T60" fmla="*/ 2147483646 w 636"/>
              <a:gd name="T61" fmla="*/ 2147483646 h 643"/>
              <a:gd name="T62" fmla="*/ 2147483646 w 636"/>
              <a:gd name="T63" fmla="*/ 2147483646 h 643"/>
              <a:gd name="T64" fmla="*/ 2147483646 w 636"/>
              <a:gd name="T65" fmla="*/ 2147483646 h 643"/>
              <a:gd name="T66" fmla="*/ 2147483646 w 636"/>
              <a:gd name="T67" fmla="*/ 2147483646 h 643"/>
              <a:gd name="T68" fmla="*/ 2147483646 w 636"/>
              <a:gd name="T69" fmla="*/ 2147483646 h 643"/>
              <a:gd name="T70" fmla="*/ 2147483646 w 636"/>
              <a:gd name="T71" fmla="*/ 2147483646 h 643"/>
              <a:gd name="T72" fmla="*/ 2147483646 w 636"/>
              <a:gd name="T73" fmla="*/ 2147483646 h 643"/>
              <a:gd name="T74" fmla="*/ 2147483646 w 636"/>
              <a:gd name="T75" fmla="*/ 2147483646 h 643"/>
              <a:gd name="T76" fmla="*/ 2147483646 w 636"/>
              <a:gd name="T77" fmla="*/ 2147483646 h 643"/>
              <a:gd name="T78" fmla="*/ 2147483646 w 636"/>
              <a:gd name="T79" fmla="*/ 2147483646 h 643"/>
              <a:gd name="T80" fmla="*/ 2147483646 w 636"/>
              <a:gd name="T81" fmla="*/ 2147483646 h 643"/>
              <a:gd name="T82" fmla="*/ 2147483646 w 636"/>
              <a:gd name="T83" fmla="*/ 2147483646 h 643"/>
              <a:gd name="T84" fmla="*/ 2147483646 w 636"/>
              <a:gd name="T85" fmla="*/ 2147483646 h 643"/>
              <a:gd name="T86" fmla="*/ 2147483646 w 636"/>
              <a:gd name="T87" fmla="*/ 2147483646 h 643"/>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636" h="643">
                <a:moveTo>
                  <a:pt x="104" y="41"/>
                </a:moveTo>
                <a:lnTo>
                  <a:pt x="51" y="63"/>
                </a:lnTo>
                <a:lnTo>
                  <a:pt x="25" y="98"/>
                </a:lnTo>
                <a:lnTo>
                  <a:pt x="10" y="121"/>
                </a:lnTo>
                <a:lnTo>
                  <a:pt x="0" y="138"/>
                </a:lnTo>
                <a:lnTo>
                  <a:pt x="13" y="152"/>
                </a:lnTo>
                <a:lnTo>
                  <a:pt x="41" y="169"/>
                </a:lnTo>
                <a:lnTo>
                  <a:pt x="110" y="158"/>
                </a:lnTo>
                <a:lnTo>
                  <a:pt x="160" y="158"/>
                </a:lnTo>
                <a:lnTo>
                  <a:pt x="194" y="141"/>
                </a:lnTo>
                <a:lnTo>
                  <a:pt x="245" y="129"/>
                </a:lnTo>
                <a:lnTo>
                  <a:pt x="290" y="126"/>
                </a:lnTo>
                <a:lnTo>
                  <a:pt x="342" y="129"/>
                </a:lnTo>
                <a:lnTo>
                  <a:pt x="267" y="138"/>
                </a:lnTo>
                <a:lnTo>
                  <a:pt x="229" y="148"/>
                </a:lnTo>
                <a:lnTo>
                  <a:pt x="201" y="158"/>
                </a:lnTo>
                <a:lnTo>
                  <a:pt x="194" y="161"/>
                </a:lnTo>
                <a:lnTo>
                  <a:pt x="213" y="169"/>
                </a:lnTo>
                <a:lnTo>
                  <a:pt x="229" y="185"/>
                </a:lnTo>
                <a:lnTo>
                  <a:pt x="255" y="169"/>
                </a:lnTo>
                <a:lnTo>
                  <a:pt x="277" y="163"/>
                </a:lnTo>
                <a:lnTo>
                  <a:pt x="325" y="155"/>
                </a:lnTo>
                <a:lnTo>
                  <a:pt x="339" y="155"/>
                </a:lnTo>
                <a:lnTo>
                  <a:pt x="293" y="172"/>
                </a:lnTo>
                <a:lnTo>
                  <a:pt x="258" y="188"/>
                </a:lnTo>
                <a:lnTo>
                  <a:pt x="239" y="201"/>
                </a:lnTo>
                <a:lnTo>
                  <a:pt x="255" y="217"/>
                </a:lnTo>
                <a:lnTo>
                  <a:pt x="293" y="204"/>
                </a:lnTo>
                <a:lnTo>
                  <a:pt x="325" y="198"/>
                </a:lnTo>
                <a:lnTo>
                  <a:pt x="267" y="226"/>
                </a:lnTo>
                <a:lnTo>
                  <a:pt x="248" y="239"/>
                </a:lnTo>
                <a:lnTo>
                  <a:pt x="242" y="266"/>
                </a:lnTo>
                <a:lnTo>
                  <a:pt x="232" y="280"/>
                </a:lnTo>
                <a:lnTo>
                  <a:pt x="267" y="263"/>
                </a:lnTo>
                <a:lnTo>
                  <a:pt x="298" y="257"/>
                </a:lnTo>
                <a:lnTo>
                  <a:pt x="348" y="255"/>
                </a:lnTo>
                <a:lnTo>
                  <a:pt x="272" y="276"/>
                </a:lnTo>
                <a:lnTo>
                  <a:pt x="226" y="294"/>
                </a:lnTo>
                <a:lnTo>
                  <a:pt x="194" y="310"/>
                </a:lnTo>
                <a:lnTo>
                  <a:pt x="191" y="335"/>
                </a:lnTo>
                <a:lnTo>
                  <a:pt x="229" y="317"/>
                </a:lnTo>
                <a:lnTo>
                  <a:pt x="280" y="300"/>
                </a:lnTo>
                <a:lnTo>
                  <a:pt x="304" y="300"/>
                </a:lnTo>
                <a:lnTo>
                  <a:pt x="248" y="320"/>
                </a:lnTo>
                <a:lnTo>
                  <a:pt x="204" y="338"/>
                </a:lnTo>
                <a:lnTo>
                  <a:pt x="187" y="355"/>
                </a:lnTo>
                <a:lnTo>
                  <a:pt x="194" y="370"/>
                </a:lnTo>
                <a:lnTo>
                  <a:pt x="229" y="358"/>
                </a:lnTo>
                <a:lnTo>
                  <a:pt x="261" y="344"/>
                </a:lnTo>
                <a:lnTo>
                  <a:pt x="327" y="341"/>
                </a:lnTo>
                <a:lnTo>
                  <a:pt x="354" y="344"/>
                </a:lnTo>
                <a:lnTo>
                  <a:pt x="415" y="348"/>
                </a:lnTo>
                <a:lnTo>
                  <a:pt x="488" y="338"/>
                </a:lnTo>
                <a:lnTo>
                  <a:pt x="444" y="355"/>
                </a:lnTo>
                <a:lnTo>
                  <a:pt x="368" y="367"/>
                </a:lnTo>
                <a:lnTo>
                  <a:pt x="384" y="393"/>
                </a:lnTo>
                <a:lnTo>
                  <a:pt x="438" y="379"/>
                </a:lnTo>
                <a:lnTo>
                  <a:pt x="491" y="361"/>
                </a:lnTo>
                <a:lnTo>
                  <a:pt x="525" y="344"/>
                </a:lnTo>
                <a:lnTo>
                  <a:pt x="460" y="393"/>
                </a:lnTo>
                <a:lnTo>
                  <a:pt x="419" y="405"/>
                </a:lnTo>
                <a:lnTo>
                  <a:pt x="384" y="417"/>
                </a:lnTo>
                <a:lnTo>
                  <a:pt x="387" y="442"/>
                </a:lnTo>
                <a:lnTo>
                  <a:pt x="438" y="434"/>
                </a:lnTo>
                <a:lnTo>
                  <a:pt x="478" y="423"/>
                </a:lnTo>
                <a:lnTo>
                  <a:pt x="454" y="440"/>
                </a:lnTo>
                <a:lnTo>
                  <a:pt x="409" y="452"/>
                </a:lnTo>
                <a:lnTo>
                  <a:pt x="387" y="455"/>
                </a:lnTo>
                <a:lnTo>
                  <a:pt x="387" y="511"/>
                </a:lnTo>
                <a:lnTo>
                  <a:pt x="435" y="492"/>
                </a:lnTo>
                <a:lnTo>
                  <a:pt x="473" y="477"/>
                </a:lnTo>
                <a:lnTo>
                  <a:pt x="432" y="508"/>
                </a:lnTo>
                <a:lnTo>
                  <a:pt x="380" y="530"/>
                </a:lnTo>
                <a:lnTo>
                  <a:pt x="384" y="556"/>
                </a:lnTo>
                <a:lnTo>
                  <a:pt x="412" y="586"/>
                </a:lnTo>
                <a:lnTo>
                  <a:pt x="438" y="553"/>
                </a:lnTo>
                <a:lnTo>
                  <a:pt x="473" y="511"/>
                </a:lnTo>
                <a:lnTo>
                  <a:pt x="496" y="471"/>
                </a:lnTo>
                <a:lnTo>
                  <a:pt x="473" y="533"/>
                </a:lnTo>
                <a:lnTo>
                  <a:pt x="454" y="556"/>
                </a:lnTo>
                <a:lnTo>
                  <a:pt x="419" y="599"/>
                </a:lnTo>
                <a:lnTo>
                  <a:pt x="444" y="628"/>
                </a:lnTo>
                <a:lnTo>
                  <a:pt x="485" y="594"/>
                </a:lnTo>
                <a:lnTo>
                  <a:pt x="514" y="553"/>
                </a:lnTo>
                <a:lnTo>
                  <a:pt x="540" y="508"/>
                </a:lnTo>
                <a:lnTo>
                  <a:pt x="517" y="573"/>
                </a:lnTo>
                <a:lnTo>
                  <a:pt x="491" y="602"/>
                </a:lnTo>
                <a:lnTo>
                  <a:pt x="465" y="631"/>
                </a:lnTo>
                <a:lnTo>
                  <a:pt x="488" y="643"/>
                </a:lnTo>
                <a:lnTo>
                  <a:pt x="540" y="599"/>
                </a:lnTo>
                <a:lnTo>
                  <a:pt x="589" y="530"/>
                </a:lnTo>
                <a:lnTo>
                  <a:pt x="607" y="477"/>
                </a:lnTo>
                <a:lnTo>
                  <a:pt x="620" y="386"/>
                </a:lnTo>
                <a:lnTo>
                  <a:pt x="627" y="317"/>
                </a:lnTo>
                <a:lnTo>
                  <a:pt x="636" y="239"/>
                </a:lnTo>
                <a:lnTo>
                  <a:pt x="582" y="255"/>
                </a:lnTo>
                <a:lnTo>
                  <a:pt x="522" y="276"/>
                </a:lnTo>
                <a:lnTo>
                  <a:pt x="432" y="297"/>
                </a:lnTo>
                <a:lnTo>
                  <a:pt x="514" y="266"/>
                </a:lnTo>
                <a:lnTo>
                  <a:pt x="543" y="249"/>
                </a:lnTo>
                <a:lnTo>
                  <a:pt x="601" y="229"/>
                </a:lnTo>
                <a:lnTo>
                  <a:pt x="630" y="223"/>
                </a:lnTo>
                <a:lnTo>
                  <a:pt x="630" y="182"/>
                </a:lnTo>
                <a:lnTo>
                  <a:pt x="623" y="129"/>
                </a:lnTo>
                <a:lnTo>
                  <a:pt x="551" y="141"/>
                </a:lnTo>
                <a:lnTo>
                  <a:pt x="505" y="155"/>
                </a:lnTo>
                <a:lnTo>
                  <a:pt x="447" y="182"/>
                </a:lnTo>
                <a:lnTo>
                  <a:pt x="499" y="141"/>
                </a:lnTo>
                <a:lnTo>
                  <a:pt x="560" y="124"/>
                </a:lnTo>
                <a:lnTo>
                  <a:pt x="620" y="109"/>
                </a:lnTo>
                <a:lnTo>
                  <a:pt x="607" y="69"/>
                </a:lnTo>
                <a:lnTo>
                  <a:pt x="589" y="45"/>
                </a:lnTo>
                <a:lnTo>
                  <a:pt x="534" y="28"/>
                </a:lnTo>
                <a:lnTo>
                  <a:pt x="482" y="41"/>
                </a:lnTo>
                <a:lnTo>
                  <a:pt x="432" y="76"/>
                </a:lnTo>
                <a:lnTo>
                  <a:pt x="465" y="35"/>
                </a:lnTo>
                <a:lnTo>
                  <a:pt x="517" y="16"/>
                </a:lnTo>
                <a:lnTo>
                  <a:pt x="460" y="6"/>
                </a:lnTo>
                <a:lnTo>
                  <a:pt x="419" y="3"/>
                </a:lnTo>
                <a:lnTo>
                  <a:pt x="359" y="13"/>
                </a:lnTo>
                <a:lnTo>
                  <a:pt x="318" y="38"/>
                </a:lnTo>
                <a:lnTo>
                  <a:pt x="255" y="51"/>
                </a:lnTo>
                <a:lnTo>
                  <a:pt x="298" y="32"/>
                </a:lnTo>
                <a:lnTo>
                  <a:pt x="330" y="13"/>
                </a:lnTo>
                <a:lnTo>
                  <a:pt x="348" y="0"/>
                </a:lnTo>
                <a:lnTo>
                  <a:pt x="287" y="3"/>
                </a:lnTo>
                <a:lnTo>
                  <a:pt x="232" y="6"/>
                </a:lnTo>
                <a:lnTo>
                  <a:pt x="198" y="22"/>
                </a:lnTo>
                <a:lnTo>
                  <a:pt x="163" y="54"/>
                </a:lnTo>
                <a:lnTo>
                  <a:pt x="136" y="95"/>
                </a:lnTo>
                <a:lnTo>
                  <a:pt x="151" y="48"/>
                </a:lnTo>
                <a:lnTo>
                  <a:pt x="184" y="16"/>
                </a:lnTo>
                <a:lnTo>
                  <a:pt x="104" y="41"/>
                </a:lnTo>
                <a:close/>
              </a:path>
            </a:pathLst>
          </a:cu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grpSp>
        <p:nvGrpSpPr>
          <p:cNvPr id="244799" name="Group 279"/>
          <p:cNvGrpSpPr/>
          <p:nvPr/>
        </p:nvGrpSpPr>
        <p:grpSpPr bwMode="auto">
          <a:xfrm>
            <a:off x="9158897" y="4784726"/>
            <a:ext cx="199496" cy="112713"/>
            <a:chOff x="5264" y="1904"/>
            <a:chExt cx="116" cy="71"/>
          </a:xfrm>
        </p:grpSpPr>
        <p:sp>
          <p:nvSpPr>
            <p:cNvPr id="244899" name="Freeform 280"/>
            <p:cNvSpPr/>
            <p:nvPr/>
          </p:nvSpPr>
          <p:spPr bwMode="auto">
            <a:xfrm>
              <a:off x="5264" y="1904"/>
              <a:ext cx="116" cy="71"/>
            </a:xfrm>
            <a:custGeom>
              <a:avLst/>
              <a:gdLst>
                <a:gd name="T0" fmla="*/ 0 w 698"/>
                <a:gd name="T1" fmla="*/ 0 h 425"/>
                <a:gd name="T2" fmla="*/ 0 w 698"/>
                <a:gd name="T3" fmla="*/ 0 h 425"/>
                <a:gd name="T4" fmla="*/ 0 w 698"/>
                <a:gd name="T5" fmla="*/ 0 h 425"/>
                <a:gd name="T6" fmla="*/ 0 w 698"/>
                <a:gd name="T7" fmla="*/ 0 h 425"/>
                <a:gd name="T8" fmla="*/ 0 w 698"/>
                <a:gd name="T9" fmla="*/ 0 h 425"/>
                <a:gd name="T10" fmla="*/ 0 w 698"/>
                <a:gd name="T11" fmla="*/ 0 h 425"/>
                <a:gd name="T12" fmla="*/ 0 w 698"/>
                <a:gd name="T13" fmla="*/ 0 h 425"/>
                <a:gd name="T14" fmla="*/ 0 w 698"/>
                <a:gd name="T15" fmla="*/ 0 h 425"/>
                <a:gd name="T16" fmla="*/ 0 w 698"/>
                <a:gd name="T17" fmla="*/ 0 h 425"/>
                <a:gd name="T18" fmla="*/ 0 w 698"/>
                <a:gd name="T19" fmla="*/ 0 h 425"/>
                <a:gd name="T20" fmla="*/ 0 w 698"/>
                <a:gd name="T21" fmla="*/ 0 h 425"/>
                <a:gd name="T22" fmla="*/ 0 w 698"/>
                <a:gd name="T23" fmla="*/ 0 h 425"/>
                <a:gd name="T24" fmla="*/ 0 w 698"/>
                <a:gd name="T25" fmla="*/ 0 h 425"/>
                <a:gd name="T26" fmla="*/ 0 w 698"/>
                <a:gd name="T27" fmla="*/ 0 h 425"/>
                <a:gd name="T28" fmla="*/ 0 w 698"/>
                <a:gd name="T29" fmla="*/ 0 h 425"/>
                <a:gd name="T30" fmla="*/ 0 w 698"/>
                <a:gd name="T31" fmla="*/ 0 h 425"/>
                <a:gd name="T32" fmla="*/ 0 w 698"/>
                <a:gd name="T33" fmla="*/ 0 h 425"/>
                <a:gd name="T34" fmla="*/ 0 w 698"/>
                <a:gd name="T35" fmla="*/ 0 h 425"/>
                <a:gd name="T36" fmla="*/ 0 w 698"/>
                <a:gd name="T37" fmla="*/ 0 h 425"/>
                <a:gd name="T38" fmla="*/ 0 w 698"/>
                <a:gd name="T39" fmla="*/ 0 h 425"/>
                <a:gd name="T40" fmla="*/ 0 w 698"/>
                <a:gd name="T41" fmla="*/ 0 h 425"/>
                <a:gd name="T42" fmla="*/ 0 w 698"/>
                <a:gd name="T43" fmla="*/ 0 h 425"/>
                <a:gd name="T44" fmla="*/ 0 w 698"/>
                <a:gd name="T45" fmla="*/ 0 h 425"/>
                <a:gd name="T46" fmla="*/ 0 w 698"/>
                <a:gd name="T47" fmla="*/ 0 h 425"/>
                <a:gd name="T48" fmla="*/ 0 w 698"/>
                <a:gd name="T49" fmla="*/ 0 h 425"/>
                <a:gd name="T50" fmla="*/ 0 w 698"/>
                <a:gd name="T51" fmla="*/ 0 h 425"/>
                <a:gd name="T52" fmla="*/ 0 w 698"/>
                <a:gd name="T53" fmla="*/ 0 h 425"/>
                <a:gd name="T54" fmla="*/ 0 w 698"/>
                <a:gd name="T55" fmla="*/ 0 h 425"/>
                <a:gd name="T56" fmla="*/ 0 w 698"/>
                <a:gd name="T57" fmla="*/ 0 h 425"/>
                <a:gd name="T58" fmla="*/ 0 w 698"/>
                <a:gd name="T59" fmla="*/ 0 h 425"/>
                <a:gd name="T60" fmla="*/ 0 w 698"/>
                <a:gd name="T61" fmla="*/ 0 h 425"/>
                <a:gd name="T62" fmla="*/ 0 w 698"/>
                <a:gd name="T63" fmla="*/ 0 h 425"/>
                <a:gd name="T64" fmla="*/ 0 w 698"/>
                <a:gd name="T65" fmla="*/ 0 h 425"/>
                <a:gd name="T66" fmla="*/ 0 w 698"/>
                <a:gd name="T67" fmla="*/ 0 h 425"/>
                <a:gd name="T68" fmla="*/ 0 w 698"/>
                <a:gd name="T69" fmla="*/ 0 h 425"/>
                <a:gd name="T70" fmla="*/ 0 w 698"/>
                <a:gd name="T71" fmla="*/ 0 h 425"/>
                <a:gd name="T72" fmla="*/ 0 w 698"/>
                <a:gd name="T73" fmla="*/ 0 h 425"/>
                <a:gd name="T74" fmla="*/ 0 w 698"/>
                <a:gd name="T75" fmla="*/ 0 h 425"/>
                <a:gd name="T76" fmla="*/ 0 w 698"/>
                <a:gd name="T77" fmla="*/ 0 h 425"/>
                <a:gd name="T78" fmla="*/ 0 w 698"/>
                <a:gd name="T79" fmla="*/ 0 h 425"/>
                <a:gd name="T80" fmla="*/ 0 w 698"/>
                <a:gd name="T81" fmla="*/ 0 h 425"/>
                <a:gd name="T82" fmla="*/ 0 w 698"/>
                <a:gd name="T83" fmla="*/ 0 h 425"/>
                <a:gd name="T84" fmla="*/ 0 w 698"/>
                <a:gd name="T85" fmla="*/ 0 h 425"/>
                <a:gd name="T86" fmla="*/ 0 w 698"/>
                <a:gd name="T87" fmla="*/ 0 h 425"/>
                <a:gd name="T88" fmla="*/ 0 w 698"/>
                <a:gd name="T89" fmla="*/ 0 h 425"/>
                <a:gd name="T90" fmla="*/ 0 w 698"/>
                <a:gd name="T91" fmla="*/ 0 h 425"/>
                <a:gd name="T92" fmla="*/ 0 w 698"/>
                <a:gd name="T93" fmla="*/ 0 h 425"/>
                <a:gd name="T94" fmla="*/ 0 w 698"/>
                <a:gd name="T95" fmla="*/ 0 h 425"/>
                <a:gd name="T96" fmla="*/ 0 w 698"/>
                <a:gd name="T97" fmla="*/ 0 h 425"/>
                <a:gd name="T98" fmla="*/ 0 w 698"/>
                <a:gd name="T99" fmla="*/ 0 h 425"/>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698" h="425">
                  <a:moveTo>
                    <a:pt x="698" y="253"/>
                  </a:moveTo>
                  <a:lnTo>
                    <a:pt x="611" y="233"/>
                  </a:lnTo>
                  <a:lnTo>
                    <a:pt x="579" y="227"/>
                  </a:lnTo>
                  <a:lnTo>
                    <a:pt x="558" y="210"/>
                  </a:lnTo>
                  <a:lnTo>
                    <a:pt x="538" y="182"/>
                  </a:lnTo>
                  <a:lnTo>
                    <a:pt x="496" y="143"/>
                  </a:lnTo>
                  <a:lnTo>
                    <a:pt x="420" y="79"/>
                  </a:lnTo>
                  <a:lnTo>
                    <a:pt x="407" y="58"/>
                  </a:lnTo>
                  <a:lnTo>
                    <a:pt x="387" y="38"/>
                  </a:lnTo>
                  <a:lnTo>
                    <a:pt x="347" y="32"/>
                  </a:lnTo>
                  <a:lnTo>
                    <a:pt x="225" y="11"/>
                  </a:lnTo>
                  <a:lnTo>
                    <a:pt x="192" y="0"/>
                  </a:lnTo>
                  <a:lnTo>
                    <a:pt x="162" y="14"/>
                  </a:lnTo>
                  <a:lnTo>
                    <a:pt x="147" y="27"/>
                  </a:lnTo>
                  <a:lnTo>
                    <a:pt x="75" y="52"/>
                  </a:lnTo>
                  <a:lnTo>
                    <a:pt x="48" y="62"/>
                  </a:lnTo>
                  <a:lnTo>
                    <a:pt x="37" y="73"/>
                  </a:lnTo>
                  <a:lnTo>
                    <a:pt x="24" y="114"/>
                  </a:lnTo>
                  <a:lnTo>
                    <a:pt x="16" y="133"/>
                  </a:lnTo>
                  <a:lnTo>
                    <a:pt x="9" y="146"/>
                  </a:lnTo>
                  <a:lnTo>
                    <a:pt x="0" y="165"/>
                  </a:lnTo>
                  <a:lnTo>
                    <a:pt x="0" y="181"/>
                  </a:lnTo>
                  <a:lnTo>
                    <a:pt x="15" y="191"/>
                  </a:lnTo>
                  <a:lnTo>
                    <a:pt x="43" y="190"/>
                  </a:lnTo>
                  <a:lnTo>
                    <a:pt x="89" y="168"/>
                  </a:lnTo>
                  <a:lnTo>
                    <a:pt x="147" y="158"/>
                  </a:lnTo>
                  <a:lnTo>
                    <a:pt x="198" y="165"/>
                  </a:lnTo>
                  <a:lnTo>
                    <a:pt x="144" y="179"/>
                  </a:lnTo>
                  <a:lnTo>
                    <a:pt x="105" y="191"/>
                  </a:lnTo>
                  <a:lnTo>
                    <a:pt x="61" y="210"/>
                  </a:lnTo>
                  <a:lnTo>
                    <a:pt x="51" y="224"/>
                  </a:lnTo>
                  <a:lnTo>
                    <a:pt x="51" y="242"/>
                  </a:lnTo>
                  <a:lnTo>
                    <a:pt x="67" y="253"/>
                  </a:lnTo>
                  <a:lnTo>
                    <a:pt x="87" y="250"/>
                  </a:lnTo>
                  <a:lnTo>
                    <a:pt x="150" y="233"/>
                  </a:lnTo>
                  <a:lnTo>
                    <a:pt x="205" y="230"/>
                  </a:lnTo>
                  <a:lnTo>
                    <a:pt x="249" y="233"/>
                  </a:lnTo>
                  <a:lnTo>
                    <a:pt x="273" y="250"/>
                  </a:lnTo>
                  <a:lnTo>
                    <a:pt x="301" y="279"/>
                  </a:lnTo>
                  <a:lnTo>
                    <a:pt x="323" y="310"/>
                  </a:lnTo>
                  <a:lnTo>
                    <a:pt x="346" y="342"/>
                  </a:lnTo>
                  <a:lnTo>
                    <a:pt x="364" y="366"/>
                  </a:lnTo>
                  <a:lnTo>
                    <a:pt x="397" y="389"/>
                  </a:lnTo>
                  <a:lnTo>
                    <a:pt x="429" y="396"/>
                  </a:lnTo>
                  <a:lnTo>
                    <a:pt x="464" y="399"/>
                  </a:lnTo>
                  <a:lnTo>
                    <a:pt x="507" y="396"/>
                  </a:lnTo>
                  <a:lnTo>
                    <a:pt x="539" y="393"/>
                  </a:lnTo>
                  <a:lnTo>
                    <a:pt x="582" y="404"/>
                  </a:lnTo>
                  <a:lnTo>
                    <a:pt x="698" y="425"/>
                  </a:lnTo>
                  <a:lnTo>
                    <a:pt x="698" y="253"/>
                  </a:lnTo>
                  <a:close/>
                </a:path>
              </a:pathLst>
            </a:custGeom>
            <a:solidFill>
              <a:srgbClr val="FFC080"/>
            </a:solidFill>
            <a:ln w="1588">
              <a:solidFill>
                <a:srgbClr val="402000"/>
              </a:solidFill>
              <a:prstDash val="solid"/>
              <a:round/>
            </a:ln>
          </p:spPr>
          <p:txBody>
            <a:bodyPr/>
            <a:lstStyle/>
            <a:p>
              <a:endParaRPr lang="zh-CN" altLang="en-US" b="1">
                <a:solidFill>
                  <a:srgbClr val="000099"/>
                </a:solidFill>
              </a:endParaRPr>
            </a:p>
          </p:txBody>
        </p:sp>
        <p:sp>
          <p:nvSpPr>
            <p:cNvPr id="244900" name="Freeform 281"/>
            <p:cNvSpPr/>
            <p:nvPr/>
          </p:nvSpPr>
          <p:spPr bwMode="auto">
            <a:xfrm>
              <a:off x="5269" y="1916"/>
              <a:ext cx="37" cy="9"/>
            </a:xfrm>
            <a:custGeom>
              <a:avLst/>
              <a:gdLst>
                <a:gd name="T0" fmla="*/ 0 w 223"/>
                <a:gd name="T1" fmla="*/ 0 h 52"/>
                <a:gd name="T2" fmla="*/ 0 w 223"/>
                <a:gd name="T3" fmla="*/ 0 h 52"/>
                <a:gd name="T4" fmla="*/ 0 w 223"/>
                <a:gd name="T5" fmla="*/ 0 h 52"/>
                <a:gd name="T6" fmla="*/ 0 w 223"/>
                <a:gd name="T7" fmla="*/ 0 h 52"/>
                <a:gd name="T8" fmla="*/ 0 w 223"/>
                <a:gd name="T9" fmla="*/ 0 h 52"/>
                <a:gd name="T10" fmla="*/ 0 w 223"/>
                <a:gd name="T11" fmla="*/ 0 h 52"/>
                <a:gd name="T12" fmla="*/ 0 w 223"/>
                <a:gd name="T13" fmla="*/ 0 h 52"/>
                <a:gd name="T14" fmla="*/ 0 w 223"/>
                <a:gd name="T15" fmla="*/ 0 h 52"/>
                <a:gd name="T16" fmla="*/ 0 w 223"/>
                <a:gd name="T17" fmla="*/ 0 h 52"/>
                <a:gd name="T18" fmla="*/ 0 w 223"/>
                <a:gd name="T19" fmla="*/ 0 h 52"/>
                <a:gd name="T20" fmla="*/ 0 w 223"/>
                <a:gd name="T21" fmla="*/ 0 h 52"/>
                <a:gd name="T22" fmla="*/ 0 w 223"/>
                <a:gd name="T23" fmla="*/ 0 h 52"/>
                <a:gd name="T24" fmla="*/ 0 w 223"/>
                <a:gd name="T25" fmla="*/ 0 h 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23" h="52">
                  <a:moveTo>
                    <a:pt x="0" y="52"/>
                  </a:moveTo>
                  <a:lnTo>
                    <a:pt x="38" y="36"/>
                  </a:lnTo>
                  <a:lnTo>
                    <a:pt x="69" y="30"/>
                  </a:lnTo>
                  <a:lnTo>
                    <a:pt x="107" y="18"/>
                  </a:lnTo>
                  <a:lnTo>
                    <a:pt x="139" y="11"/>
                  </a:lnTo>
                  <a:lnTo>
                    <a:pt x="189" y="15"/>
                  </a:lnTo>
                  <a:lnTo>
                    <a:pt x="223" y="18"/>
                  </a:lnTo>
                  <a:lnTo>
                    <a:pt x="171" y="8"/>
                  </a:lnTo>
                  <a:lnTo>
                    <a:pt x="127" y="0"/>
                  </a:lnTo>
                  <a:lnTo>
                    <a:pt x="69" y="24"/>
                  </a:lnTo>
                  <a:lnTo>
                    <a:pt x="38" y="28"/>
                  </a:lnTo>
                  <a:lnTo>
                    <a:pt x="3" y="45"/>
                  </a:lnTo>
                  <a:lnTo>
                    <a:pt x="0" y="52"/>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901" name="Freeform 282"/>
            <p:cNvSpPr/>
            <p:nvPr/>
          </p:nvSpPr>
          <p:spPr bwMode="auto">
            <a:xfrm>
              <a:off x="5289" y="1907"/>
              <a:ext cx="31" cy="6"/>
            </a:xfrm>
            <a:custGeom>
              <a:avLst/>
              <a:gdLst>
                <a:gd name="T0" fmla="*/ 0 w 188"/>
                <a:gd name="T1" fmla="*/ 0 h 36"/>
                <a:gd name="T2" fmla="*/ 0 w 188"/>
                <a:gd name="T3" fmla="*/ 0 h 36"/>
                <a:gd name="T4" fmla="*/ 0 w 188"/>
                <a:gd name="T5" fmla="*/ 0 h 36"/>
                <a:gd name="T6" fmla="*/ 0 w 188"/>
                <a:gd name="T7" fmla="*/ 0 h 36"/>
                <a:gd name="T8" fmla="*/ 0 w 188"/>
                <a:gd name="T9" fmla="*/ 0 h 36"/>
                <a:gd name="T10" fmla="*/ 0 w 188"/>
                <a:gd name="T11" fmla="*/ 0 h 36"/>
                <a:gd name="T12" fmla="*/ 0 w 188"/>
                <a:gd name="T13" fmla="*/ 0 h 36"/>
                <a:gd name="T14" fmla="*/ 0 w 188"/>
                <a:gd name="T15" fmla="*/ 0 h 36"/>
                <a:gd name="T16" fmla="*/ 0 w 188"/>
                <a:gd name="T17" fmla="*/ 0 h 36"/>
                <a:gd name="T18" fmla="*/ 0 w 188"/>
                <a:gd name="T19" fmla="*/ 0 h 36"/>
                <a:gd name="T20" fmla="*/ 0 w 188"/>
                <a:gd name="T21" fmla="*/ 0 h 36"/>
                <a:gd name="T22" fmla="*/ 0 w 188"/>
                <a:gd name="T23" fmla="*/ 0 h 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88" h="36">
                  <a:moveTo>
                    <a:pt x="51" y="0"/>
                  </a:moveTo>
                  <a:lnTo>
                    <a:pt x="29" y="1"/>
                  </a:lnTo>
                  <a:lnTo>
                    <a:pt x="0" y="11"/>
                  </a:lnTo>
                  <a:lnTo>
                    <a:pt x="19" y="9"/>
                  </a:lnTo>
                  <a:lnTo>
                    <a:pt x="48" y="4"/>
                  </a:lnTo>
                  <a:lnTo>
                    <a:pt x="109" y="20"/>
                  </a:lnTo>
                  <a:lnTo>
                    <a:pt x="143" y="30"/>
                  </a:lnTo>
                  <a:lnTo>
                    <a:pt x="181" y="36"/>
                  </a:lnTo>
                  <a:lnTo>
                    <a:pt x="188" y="30"/>
                  </a:lnTo>
                  <a:lnTo>
                    <a:pt x="146" y="22"/>
                  </a:lnTo>
                  <a:lnTo>
                    <a:pt x="97" y="11"/>
                  </a:lnTo>
                  <a:lnTo>
                    <a:pt x="51" y="0"/>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902" name="Freeform 283"/>
            <p:cNvSpPr/>
            <p:nvPr/>
          </p:nvSpPr>
          <p:spPr bwMode="auto">
            <a:xfrm>
              <a:off x="5295" y="1929"/>
              <a:ext cx="13" cy="3"/>
            </a:xfrm>
            <a:custGeom>
              <a:avLst/>
              <a:gdLst>
                <a:gd name="T0" fmla="*/ 0 w 76"/>
                <a:gd name="T1" fmla="*/ 0 h 17"/>
                <a:gd name="T2" fmla="*/ 0 w 76"/>
                <a:gd name="T3" fmla="*/ 0 h 17"/>
                <a:gd name="T4" fmla="*/ 0 w 76"/>
                <a:gd name="T5" fmla="*/ 0 h 17"/>
                <a:gd name="T6" fmla="*/ 0 w 76"/>
                <a:gd name="T7" fmla="*/ 0 h 17"/>
                <a:gd name="T8" fmla="*/ 0 w 76"/>
                <a:gd name="T9" fmla="*/ 0 h 17"/>
                <a:gd name="T10" fmla="*/ 0 w 76"/>
                <a:gd name="T11" fmla="*/ 0 h 17"/>
                <a:gd name="T12" fmla="*/ 0 w 76"/>
                <a:gd name="T13" fmla="*/ 0 h 1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76" h="17">
                  <a:moveTo>
                    <a:pt x="0" y="8"/>
                  </a:moveTo>
                  <a:lnTo>
                    <a:pt x="8" y="17"/>
                  </a:lnTo>
                  <a:lnTo>
                    <a:pt x="36" y="12"/>
                  </a:lnTo>
                  <a:lnTo>
                    <a:pt x="67" y="12"/>
                  </a:lnTo>
                  <a:lnTo>
                    <a:pt x="76" y="0"/>
                  </a:lnTo>
                  <a:lnTo>
                    <a:pt x="55" y="4"/>
                  </a:lnTo>
                  <a:lnTo>
                    <a:pt x="0" y="8"/>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903" name="Freeform 284"/>
            <p:cNvSpPr/>
            <p:nvPr/>
          </p:nvSpPr>
          <p:spPr bwMode="auto">
            <a:xfrm>
              <a:off x="5268" y="1926"/>
              <a:ext cx="3" cy="6"/>
            </a:xfrm>
            <a:custGeom>
              <a:avLst/>
              <a:gdLst>
                <a:gd name="T0" fmla="*/ 0 w 19"/>
                <a:gd name="T1" fmla="*/ 0 h 32"/>
                <a:gd name="T2" fmla="*/ 0 w 19"/>
                <a:gd name="T3" fmla="*/ 0 h 32"/>
                <a:gd name="T4" fmla="*/ 0 w 19"/>
                <a:gd name="T5" fmla="*/ 0 h 32"/>
                <a:gd name="T6" fmla="*/ 0 w 19"/>
                <a:gd name="T7" fmla="*/ 0 h 32"/>
                <a:gd name="T8" fmla="*/ 0 w 19"/>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32">
                  <a:moveTo>
                    <a:pt x="19" y="0"/>
                  </a:moveTo>
                  <a:lnTo>
                    <a:pt x="19" y="9"/>
                  </a:lnTo>
                  <a:lnTo>
                    <a:pt x="14" y="24"/>
                  </a:lnTo>
                  <a:lnTo>
                    <a:pt x="0" y="32"/>
                  </a:lnTo>
                  <a:lnTo>
                    <a:pt x="19" y="0"/>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904" name="Freeform 285"/>
            <p:cNvSpPr/>
            <p:nvPr/>
          </p:nvSpPr>
          <p:spPr bwMode="auto">
            <a:xfrm>
              <a:off x="5277" y="1940"/>
              <a:ext cx="3" cy="3"/>
            </a:xfrm>
            <a:custGeom>
              <a:avLst/>
              <a:gdLst>
                <a:gd name="T0" fmla="*/ 0 w 14"/>
                <a:gd name="T1" fmla="*/ 0 h 18"/>
                <a:gd name="T2" fmla="*/ 0 w 14"/>
                <a:gd name="T3" fmla="*/ 0 h 18"/>
                <a:gd name="T4" fmla="*/ 0 w 14"/>
                <a:gd name="T5" fmla="*/ 0 h 18"/>
                <a:gd name="T6" fmla="*/ 0 w 14"/>
                <a:gd name="T7" fmla="*/ 0 h 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18">
                  <a:moveTo>
                    <a:pt x="14" y="0"/>
                  </a:moveTo>
                  <a:lnTo>
                    <a:pt x="11" y="9"/>
                  </a:lnTo>
                  <a:lnTo>
                    <a:pt x="0" y="18"/>
                  </a:lnTo>
                  <a:lnTo>
                    <a:pt x="14" y="0"/>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905" name="Freeform 286"/>
            <p:cNvSpPr/>
            <p:nvPr/>
          </p:nvSpPr>
          <p:spPr bwMode="auto">
            <a:xfrm>
              <a:off x="5319" y="1921"/>
              <a:ext cx="6" cy="7"/>
            </a:xfrm>
            <a:custGeom>
              <a:avLst/>
              <a:gdLst>
                <a:gd name="T0" fmla="*/ 0 w 35"/>
                <a:gd name="T1" fmla="*/ 0 h 43"/>
                <a:gd name="T2" fmla="*/ 0 w 35"/>
                <a:gd name="T3" fmla="*/ 0 h 43"/>
                <a:gd name="T4" fmla="*/ 0 w 35"/>
                <a:gd name="T5" fmla="*/ 0 h 43"/>
                <a:gd name="T6" fmla="*/ 0 w 35"/>
                <a:gd name="T7" fmla="*/ 0 h 43"/>
                <a:gd name="T8" fmla="*/ 0 w 35"/>
                <a:gd name="T9" fmla="*/ 0 h 4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43">
                  <a:moveTo>
                    <a:pt x="0" y="0"/>
                  </a:moveTo>
                  <a:lnTo>
                    <a:pt x="7" y="14"/>
                  </a:lnTo>
                  <a:lnTo>
                    <a:pt x="7" y="24"/>
                  </a:lnTo>
                  <a:lnTo>
                    <a:pt x="35" y="43"/>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906" name="Freeform 287"/>
            <p:cNvSpPr/>
            <p:nvPr/>
          </p:nvSpPr>
          <p:spPr bwMode="auto">
            <a:xfrm>
              <a:off x="5330" y="1921"/>
              <a:ext cx="19" cy="19"/>
            </a:xfrm>
            <a:custGeom>
              <a:avLst/>
              <a:gdLst>
                <a:gd name="T0" fmla="*/ 0 w 114"/>
                <a:gd name="T1" fmla="*/ 0 h 114"/>
                <a:gd name="T2" fmla="*/ 0 w 114"/>
                <a:gd name="T3" fmla="*/ 0 h 114"/>
                <a:gd name="T4" fmla="*/ 0 w 114"/>
                <a:gd name="T5" fmla="*/ 0 h 114"/>
                <a:gd name="T6" fmla="*/ 0 w 114"/>
                <a:gd name="T7" fmla="*/ 0 h 114"/>
                <a:gd name="T8" fmla="*/ 0 w 114"/>
                <a:gd name="T9" fmla="*/ 0 h 114"/>
                <a:gd name="T10" fmla="*/ 0 w 114"/>
                <a:gd name="T11" fmla="*/ 0 h 11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4" h="114">
                  <a:moveTo>
                    <a:pt x="0" y="0"/>
                  </a:moveTo>
                  <a:lnTo>
                    <a:pt x="21" y="35"/>
                  </a:lnTo>
                  <a:lnTo>
                    <a:pt x="43" y="63"/>
                  </a:lnTo>
                  <a:lnTo>
                    <a:pt x="114" y="114"/>
                  </a:lnTo>
                  <a:lnTo>
                    <a:pt x="47" y="53"/>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907" name="Freeform 288"/>
            <p:cNvSpPr/>
            <p:nvPr/>
          </p:nvSpPr>
          <p:spPr bwMode="auto">
            <a:xfrm>
              <a:off x="5354" y="1948"/>
              <a:ext cx="4" cy="13"/>
            </a:xfrm>
            <a:custGeom>
              <a:avLst/>
              <a:gdLst>
                <a:gd name="T0" fmla="*/ 0 w 27"/>
                <a:gd name="T1" fmla="*/ 0 h 82"/>
                <a:gd name="T2" fmla="*/ 0 w 27"/>
                <a:gd name="T3" fmla="*/ 0 h 82"/>
                <a:gd name="T4" fmla="*/ 0 w 27"/>
                <a:gd name="T5" fmla="*/ 0 h 82"/>
                <a:gd name="T6" fmla="*/ 0 w 27"/>
                <a:gd name="T7" fmla="*/ 0 h 82"/>
                <a:gd name="T8" fmla="*/ 0 w 27"/>
                <a:gd name="T9" fmla="*/ 0 h 82"/>
                <a:gd name="T10" fmla="*/ 0 w 27"/>
                <a:gd name="T11" fmla="*/ 0 h 82"/>
                <a:gd name="T12" fmla="*/ 0 w 27"/>
                <a:gd name="T13" fmla="*/ 0 h 8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7" h="82">
                  <a:moveTo>
                    <a:pt x="27" y="0"/>
                  </a:moveTo>
                  <a:lnTo>
                    <a:pt x="9" y="29"/>
                  </a:lnTo>
                  <a:lnTo>
                    <a:pt x="4" y="57"/>
                  </a:lnTo>
                  <a:lnTo>
                    <a:pt x="3" y="82"/>
                  </a:lnTo>
                  <a:lnTo>
                    <a:pt x="0" y="47"/>
                  </a:lnTo>
                  <a:lnTo>
                    <a:pt x="3" y="21"/>
                  </a:lnTo>
                  <a:lnTo>
                    <a:pt x="27" y="0"/>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908" name="Freeform 289"/>
            <p:cNvSpPr/>
            <p:nvPr/>
          </p:nvSpPr>
          <p:spPr bwMode="auto">
            <a:xfrm>
              <a:off x="5312" y="1934"/>
              <a:ext cx="2" cy="5"/>
            </a:xfrm>
            <a:custGeom>
              <a:avLst/>
              <a:gdLst>
                <a:gd name="T0" fmla="*/ 0 w 15"/>
                <a:gd name="T1" fmla="*/ 0 h 30"/>
                <a:gd name="T2" fmla="*/ 0 w 15"/>
                <a:gd name="T3" fmla="*/ 0 h 30"/>
                <a:gd name="T4" fmla="*/ 0 w 15"/>
                <a:gd name="T5" fmla="*/ 0 h 30"/>
                <a:gd name="T6" fmla="*/ 0 w 15"/>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5" h="30">
                  <a:moveTo>
                    <a:pt x="11" y="0"/>
                  </a:moveTo>
                  <a:lnTo>
                    <a:pt x="15" y="12"/>
                  </a:lnTo>
                  <a:lnTo>
                    <a:pt x="0" y="30"/>
                  </a:lnTo>
                  <a:lnTo>
                    <a:pt x="11" y="0"/>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grpSp>
      <p:grpSp>
        <p:nvGrpSpPr>
          <p:cNvPr id="244800" name="Group 290"/>
          <p:cNvGrpSpPr/>
          <p:nvPr/>
        </p:nvGrpSpPr>
        <p:grpSpPr bwMode="auto">
          <a:xfrm>
            <a:off x="9327437" y="4537075"/>
            <a:ext cx="460904" cy="484188"/>
            <a:chOff x="5362" y="1748"/>
            <a:chExt cx="268" cy="305"/>
          </a:xfrm>
        </p:grpSpPr>
        <p:sp>
          <p:nvSpPr>
            <p:cNvPr id="244885" name="Freeform 291"/>
            <p:cNvSpPr/>
            <p:nvPr/>
          </p:nvSpPr>
          <p:spPr bwMode="auto">
            <a:xfrm>
              <a:off x="5477" y="1748"/>
              <a:ext cx="8" cy="6"/>
            </a:xfrm>
            <a:custGeom>
              <a:avLst/>
              <a:gdLst>
                <a:gd name="T0" fmla="*/ 0 w 51"/>
                <a:gd name="T1" fmla="*/ 0 h 36"/>
                <a:gd name="T2" fmla="*/ 0 w 51"/>
                <a:gd name="T3" fmla="*/ 0 h 36"/>
                <a:gd name="T4" fmla="*/ 0 w 51"/>
                <a:gd name="T5" fmla="*/ 0 h 36"/>
                <a:gd name="T6" fmla="*/ 0 w 51"/>
                <a:gd name="T7" fmla="*/ 0 h 36"/>
                <a:gd name="T8" fmla="*/ 0 w 51"/>
                <a:gd name="T9" fmla="*/ 0 h 36"/>
                <a:gd name="T10" fmla="*/ 0 w 51"/>
                <a:gd name="T11" fmla="*/ 0 h 36"/>
                <a:gd name="T12" fmla="*/ 0 w 51"/>
                <a:gd name="T13" fmla="*/ 0 h 36"/>
                <a:gd name="T14" fmla="*/ 0 w 51"/>
                <a:gd name="T15" fmla="*/ 0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51" h="36">
                  <a:moveTo>
                    <a:pt x="0" y="0"/>
                  </a:moveTo>
                  <a:lnTo>
                    <a:pt x="14" y="10"/>
                  </a:lnTo>
                  <a:lnTo>
                    <a:pt x="29" y="15"/>
                  </a:lnTo>
                  <a:lnTo>
                    <a:pt x="43" y="23"/>
                  </a:lnTo>
                  <a:lnTo>
                    <a:pt x="51" y="36"/>
                  </a:lnTo>
                  <a:lnTo>
                    <a:pt x="39" y="32"/>
                  </a:lnTo>
                  <a:lnTo>
                    <a:pt x="14" y="24"/>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886" name="Freeform 292"/>
            <p:cNvSpPr/>
            <p:nvPr/>
          </p:nvSpPr>
          <p:spPr bwMode="auto">
            <a:xfrm>
              <a:off x="5479" y="1758"/>
              <a:ext cx="2" cy="4"/>
            </a:xfrm>
            <a:custGeom>
              <a:avLst/>
              <a:gdLst>
                <a:gd name="T0" fmla="*/ 0 w 14"/>
                <a:gd name="T1" fmla="*/ 0 h 24"/>
                <a:gd name="T2" fmla="*/ 0 w 14"/>
                <a:gd name="T3" fmla="*/ 0 h 24"/>
                <a:gd name="T4" fmla="*/ 0 w 14"/>
                <a:gd name="T5" fmla="*/ 0 h 24"/>
                <a:gd name="T6" fmla="*/ 0 w 14"/>
                <a:gd name="T7" fmla="*/ 0 h 2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4">
                  <a:moveTo>
                    <a:pt x="0" y="0"/>
                  </a:moveTo>
                  <a:lnTo>
                    <a:pt x="14" y="0"/>
                  </a:lnTo>
                  <a:lnTo>
                    <a:pt x="14" y="24"/>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887" name="Freeform 293"/>
            <p:cNvSpPr/>
            <p:nvPr/>
          </p:nvSpPr>
          <p:spPr bwMode="auto">
            <a:xfrm>
              <a:off x="5444" y="1788"/>
              <a:ext cx="71" cy="180"/>
            </a:xfrm>
            <a:custGeom>
              <a:avLst/>
              <a:gdLst>
                <a:gd name="T0" fmla="*/ 0 w 431"/>
                <a:gd name="T1" fmla="*/ 0 h 1076"/>
                <a:gd name="T2" fmla="*/ 0 w 431"/>
                <a:gd name="T3" fmla="*/ 0 h 1076"/>
                <a:gd name="T4" fmla="*/ 0 w 431"/>
                <a:gd name="T5" fmla="*/ 0 h 1076"/>
                <a:gd name="T6" fmla="*/ 0 w 431"/>
                <a:gd name="T7" fmla="*/ 0 h 1076"/>
                <a:gd name="T8" fmla="*/ 0 w 431"/>
                <a:gd name="T9" fmla="*/ 0 h 1076"/>
                <a:gd name="T10" fmla="*/ 0 w 431"/>
                <a:gd name="T11" fmla="*/ 0 h 1076"/>
                <a:gd name="T12" fmla="*/ 0 w 431"/>
                <a:gd name="T13" fmla="*/ 0 h 1076"/>
                <a:gd name="T14" fmla="*/ 0 w 431"/>
                <a:gd name="T15" fmla="*/ 0 h 1076"/>
                <a:gd name="T16" fmla="*/ 0 w 431"/>
                <a:gd name="T17" fmla="*/ 0 h 1076"/>
                <a:gd name="T18" fmla="*/ 0 w 431"/>
                <a:gd name="T19" fmla="*/ 0 h 107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31" h="1076">
                  <a:moveTo>
                    <a:pt x="369" y="0"/>
                  </a:moveTo>
                  <a:lnTo>
                    <a:pt x="328" y="44"/>
                  </a:lnTo>
                  <a:lnTo>
                    <a:pt x="317" y="108"/>
                  </a:lnTo>
                  <a:lnTo>
                    <a:pt x="254" y="170"/>
                  </a:lnTo>
                  <a:lnTo>
                    <a:pt x="126" y="461"/>
                  </a:lnTo>
                  <a:lnTo>
                    <a:pt x="57" y="724"/>
                  </a:lnTo>
                  <a:lnTo>
                    <a:pt x="0" y="1076"/>
                  </a:lnTo>
                  <a:lnTo>
                    <a:pt x="178" y="919"/>
                  </a:lnTo>
                  <a:lnTo>
                    <a:pt x="431" y="140"/>
                  </a:lnTo>
                  <a:lnTo>
                    <a:pt x="369" y="0"/>
                  </a:lnTo>
                  <a:close/>
                </a:path>
              </a:pathLst>
            </a:custGeom>
            <a:solidFill>
              <a:srgbClr val="400000"/>
            </a:solidFill>
            <a:ln w="1588">
              <a:solidFill>
                <a:srgbClr val="000000"/>
              </a:solidFill>
              <a:prstDash val="solid"/>
              <a:round/>
            </a:ln>
          </p:spPr>
          <p:txBody>
            <a:bodyPr/>
            <a:lstStyle/>
            <a:p>
              <a:endParaRPr lang="zh-CN" altLang="en-US" b="1">
                <a:solidFill>
                  <a:srgbClr val="000099"/>
                </a:solidFill>
              </a:endParaRPr>
            </a:p>
          </p:txBody>
        </p:sp>
        <p:sp>
          <p:nvSpPr>
            <p:cNvPr id="244888" name="Freeform 294"/>
            <p:cNvSpPr/>
            <p:nvPr/>
          </p:nvSpPr>
          <p:spPr bwMode="auto">
            <a:xfrm>
              <a:off x="5362" y="1754"/>
              <a:ext cx="268" cy="299"/>
            </a:xfrm>
            <a:custGeom>
              <a:avLst/>
              <a:gdLst>
                <a:gd name="T0" fmla="*/ 0 w 1606"/>
                <a:gd name="T1" fmla="*/ 0 h 1792"/>
                <a:gd name="T2" fmla="*/ 0 w 1606"/>
                <a:gd name="T3" fmla="*/ 0 h 1792"/>
                <a:gd name="T4" fmla="*/ 0 w 1606"/>
                <a:gd name="T5" fmla="*/ 0 h 1792"/>
                <a:gd name="T6" fmla="*/ 0 w 1606"/>
                <a:gd name="T7" fmla="*/ 0 h 1792"/>
                <a:gd name="T8" fmla="*/ 0 w 1606"/>
                <a:gd name="T9" fmla="*/ 0 h 1792"/>
                <a:gd name="T10" fmla="*/ 0 w 1606"/>
                <a:gd name="T11" fmla="*/ 0 h 1792"/>
                <a:gd name="T12" fmla="*/ 0 w 1606"/>
                <a:gd name="T13" fmla="*/ 0 h 1792"/>
                <a:gd name="T14" fmla="*/ 0 w 1606"/>
                <a:gd name="T15" fmla="*/ 0 h 1792"/>
                <a:gd name="T16" fmla="*/ 0 w 1606"/>
                <a:gd name="T17" fmla="*/ 0 h 1792"/>
                <a:gd name="T18" fmla="*/ 0 w 1606"/>
                <a:gd name="T19" fmla="*/ 0 h 1792"/>
                <a:gd name="T20" fmla="*/ 0 w 1606"/>
                <a:gd name="T21" fmla="*/ 0 h 1792"/>
                <a:gd name="T22" fmla="*/ 0 w 1606"/>
                <a:gd name="T23" fmla="*/ 0 h 1792"/>
                <a:gd name="T24" fmla="*/ 0 w 1606"/>
                <a:gd name="T25" fmla="*/ 0 h 1792"/>
                <a:gd name="T26" fmla="*/ 0 w 1606"/>
                <a:gd name="T27" fmla="*/ 0 h 1792"/>
                <a:gd name="T28" fmla="*/ 0 w 1606"/>
                <a:gd name="T29" fmla="*/ 0 h 1792"/>
                <a:gd name="T30" fmla="*/ 0 w 1606"/>
                <a:gd name="T31" fmla="*/ 0 h 1792"/>
                <a:gd name="T32" fmla="*/ 0 w 1606"/>
                <a:gd name="T33" fmla="*/ 0 h 1792"/>
                <a:gd name="T34" fmla="*/ 0 w 1606"/>
                <a:gd name="T35" fmla="*/ 0 h 1792"/>
                <a:gd name="T36" fmla="*/ 0 w 1606"/>
                <a:gd name="T37" fmla="*/ 0 h 1792"/>
                <a:gd name="T38" fmla="*/ 0 w 1606"/>
                <a:gd name="T39" fmla="*/ 0 h 1792"/>
                <a:gd name="T40" fmla="*/ 0 w 1606"/>
                <a:gd name="T41" fmla="*/ 0 h 1792"/>
                <a:gd name="T42" fmla="*/ 0 w 1606"/>
                <a:gd name="T43" fmla="*/ 0 h 1792"/>
                <a:gd name="T44" fmla="*/ 0 w 1606"/>
                <a:gd name="T45" fmla="*/ 0 h 1792"/>
                <a:gd name="T46" fmla="*/ 0 w 1606"/>
                <a:gd name="T47" fmla="*/ 0 h 1792"/>
                <a:gd name="T48" fmla="*/ 0 w 1606"/>
                <a:gd name="T49" fmla="*/ 0 h 1792"/>
                <a:gd name="T50" fmla="*/ 0 w 1606"/>
                <a:gd name="T51" fmla="*/ 0 h 1792"/>
                <a:gd name="T52" fmla="*/ 0 w 1606"/>
                <a:gd name="T53" fmla="*/ 0 h 1792"/>
                <a:gd name="T54" fmla="*/ 0 w 1606"/>
                <a:gd name="T55" fmla="*/ 0 h 1792"/>
                <a:gd name="T56" fmla="*/ 0 w 1606"/>
                <a:gd name="T57" fmla="*/ 0 h 1792"/>
                <a:gd name="T58" fmla="*/ 0 w 1606"/>
                <a:gd name="T59" fmla="*/ 0 h 1792"/>
                <a:gd name="T60" fmla="*/ 0 w 1606"/>
                <a:gd name="T61" fmla="*/ 0 h 1792"/>
                <a:gd name="T62" fmla="*/ 0 w 1606"/>
                <a:gd name="T63" fmla="*/ 0 h 1792"/>
                <a:gd name="T64" fmla="*/ 0 w 1606"/>
                <a:gd name="T65" fmla="*/ 0 h 1792"/>
                <a:gd name="T66" fmla="*/ 0 w 1606"/>
                <a:gd name="T67" fmla="*/ 0 h 1792"/>
                <a:gd name="T68" fmla="*/ 0 w 1606"/>
                <a:gd name="T69" fmla="*/ 0 h 1792"/>
                <a:gd name="T70" fmla="*/ 0 w 1606"/>
                <a:gd name="T71" fmla="*/ 0 h 1792"/>
                <a:gd name="T72" fmla="*/ 0 w 1606"/>
                <a:gd name="T73" fmla="*/ 0 h 1792"/>
                <a:gd name="T74" fmla="*/ 0 w 1606"/>
                <a:gd name="T75" fmla="*/ 0 h 1792"/>
                <a:gd name="T76" fmla="*/ 0 w 1606"/>
                <a:gd name="T77" fmla="*/ 0 h 1792"/>
                <a:gd name="T78" fmla="*/ 0 w 1606"/>
                <a:gd name="T79" fmla="*/ 0 h 1792"/>
                <a:gd name="T80" fmla="*/ 0 w 1606"/>
                <a:gd name="T81" fmla="*/ 0 h 1792"/>
                <a:gd name="T82" fmla="*/ 0 w 1606"/>
                <a:gd name="T83" fmla="*/ 0 h 1792"/>
                <a:gd name="T84" fmla="*/ 0 w 1606"/>
                <a:gd name="T85" fmla="*/ 0 h 1792"/>
                <a:gd name="T86" fmla="*/ 0 w 1606"/>
                <a:gd name="T87" fmla="*/ 0 h 1792"/>
                <a:gd name="T88" fmla="*/ 0 w 1606"/>
                <a:gd name="T89" fmla="*/ 0 h 1792"/>
                <a:gd name="T90" fmla="*/ 0 w 1606"/>
                <a:gd name="T91" fmla="*/ 0 h 1792"/>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1606" h="1792">
                  <a:moveTo>
                    <a:pt x="1309" y="94"/>
                  </a:moveTo>
                  <a:lnTo>
                    <a:pt x="1258" y="0"/>
                  </a:lnTo>
                  <a:lnTo>
                    <a:pt x="867" y="163"/>
                  </a:lnTo>
                  <a:lnTo>
                    <a:pt x="850" y="288"/>
                  </a:lnTo>
                  <a:lnTo>
                    <a:pt x="818" y="332"/>
                  </a:lnTo>
                  <a:lnTo>
                    <a:pt x="773" y="382"/>
                  </a:lnTo>
                  <a:lnTo>
                    <a:pt x="747" y="472"/>
                  </a:lnTo>
                  <a:lnTo>
                    <a:pt x="660" y="678"/>
                  </a:lnTo>
                  <a:lnTo>
                    <a:pt x="590" y="924"/>
                  </a:lnTo>
                  <a:lnTo>
                    <a:pt x="558" y="1088"/>
                  </a:lnTo>
                  <a:lnTo>
                    <a:pt x="243" y="1094"/>
                  </a:lnTo>
                  <a:lnTo>
                    <a:pt x="192" y="1125"/>
                  </a:lnTo>
                  <a:lnTo>
                    <a:pt x="47" y="1125"/>
                  </a:lnTo>
                  <a:lnTo>
                    <a:pt x="7" y="1189"/>
                  </a:lnTo>
                  <a:lnTo>
                    <a:pt x="0" y="1264"/>
                  </a:lnTo>
                  <a:lnTo>
                    <a:pt x="15" y="1332"/>
                  </a:lnTo>
                  <a:lnTo>
                    <a:pt x="148" y="1358"/>
                  </a:lnTo>
                  <a:lnTo>
                    <a:pt x="211" y="1452"/>
                  </a:lnTo>
                  <a:lnTo>
                    <a:pt x="337" y="1484"/>
                  </a:lnTo>
                  <a:lnTo>
                    <a:pt x="430" y="1484"/>
                  </a:lnTo>
                  <a:lnTo>
                    <a:pt x="538" y="1503"/>
                  </a:lnTo>
                  <a:lnTo>
                    <a:pt x="544" y="1548"/>
                  </a:lnTo>
                  <a:lnTo>
                    <a:pt x="538" y="1642"/>
                  </a:lnTo>
                  <a:lnTo>
                    <a:pt x="550" y="1705"/>
                  </a:lnTo>
                  <a:lnTo>
                    <a:pt x="608" y="1712"/>
                  </a:lnTo>
                  <a:lnTo>
                    <a:pt x="677" y="1724"/>
                  </a:lnTo>
                  <a:lnTo>
                    <a:pt x="747" y="1786"/>
                  </a:lnTo>
                  <a:lnTo>
                    <a:pt x="830" y="1786"/>
                  </a:lnTo>
                  <a:lnTo>
                    <a:pt x="905" y="1779"/>
                  </a:lnTo>
                  <a:lnTo>
                    <a:pt x="1019" y="1744"/>
                  </a:lnTo>
                  <a:lnTo>
                    <a:pt x="1145" y="1756"/>
                  </a:lnTo>
                  <a:lnTo>
                    <a:pt x="1273" y="1792"/>
                  </a:lnTo>
                  <a:lnTo>
                    <a:pt x="1392" y="1766"/>
                  </a:lnTo>
                  <a:lnTo>
                    <a:pt x="1473" y="1674"/>
                  </a:lnTo>
                  <a:lnTo>
                    <a:pt x="1467" y="1571"/>
                  </a:lnTo>
                  <a:lnTo>
                    <a:pt x="1497" y="1446"/>
                  </a:lnTo>
                  <a:lnTo>
                    <a:pt x="1516" y="1282"/>
                  </a:lnTo>
                  <a:lnTo>
                    <a:pt x="1554" y="1131"/>
                  </a:lnTo>
                  <a:lnTo>
                    <a:pt x="1606" y="906"/>
                  </a:lnTo>
                  <a:lnTo>
                    <a:pt x="1598" y="678"/>
                  </a:lnTo>
                  <a:lnTo>
                    <a:pt x="1598" y="478"/>
                  </a:lnTo>
                  <a:lnTo>
                    <a:pt x="1586" y="338"/>
                  </a:lnTo>
                  <a:lnTo>
                    <a:pt x="1554" y="276"/>
                  </a:lnTo>
                  <a:lnTo>
                    <a:pt x="1484" y="225"/>
                  </a:lnTo>
                  <a:lnTo>
                    <a:pt x="1403" y="142"/>
                  </a:lnTo>
                  <a:lnTo>
                    <a:pt x="1309" y="94"/>
                  </a:lnTo>
                  <a:close/>
                </a:path>
              </a:pathLst>
            </a:custGeom>
            <a:solidFill>
              <a:srgbClr val="C0C0C0"/>
            </a:solidFill>
            <a:ln w="1588">
              <a:solidFill>
                <a:srgbClr val="000000"/>
              </a:solidFill>
              <a:prstDash val="solid"/>
              <a:round/>
            </a:ln>
          </p:spPr>
          <p:txBody>
            <a:bodyPr/>
            <a:lstStyle/>
            <a:p>
              <a:endParaRPr lang="zh-CN" altLang="en-US" b="1">
                <a:solidFill>
                  <a:srgbClr val="000099"/>
                </a:solidFill>
              </a:endParaRPr>
            </a:p>
          </p:txBody>
        </p:sp>
        <p:sp>
          <p:nvSpPr>
            <p:cNvPr id="244889" name="Freeform 295"/>
            <p:cNvSpPr/>
            <p:nvPr/>
          </p:nvSpPr>
          <p:spPr bwMode="auto">
            <a:xfrm>
              <a:off x="5456" y="1772"/>
              <a:ext cx="169" cy="278"/>
            </a:xfrm>
            <a:custGeom>
              <a:avLst/>
              <a:gdLst>
                <a:gd name="T0" fmla="*/ 0 w 1014"/>
                <a:gd name="T1" fmla="*/ 0 h 1671"/>
                <a:gd name="T2" fmla="*/ 0 w 1014"/>
                <a:gd name="T3" fmla="*/ 0 h 1671"/>
                <a:gd name="T4" fmla="*/ 0 w 1014"/>
                <a:gd name="T5" fmla="*/ 0 h 1671"/>
                <a:gd name="T6" fmla="*/ 0 w 1014"/>
                <a:gd name="T7" fmla="*/ 0 h 1671"/>
                <a:gd name="T8" fmla="*/ 0 w 1014"/>
                <a:gd name="T9" fmla="*/ 0 h 1671"/>
                <a:gd name="T10" fmla="*/ 0 w 1014"/>
                <a:gd name="T11" fmla="*/ 0 h 1671"/>
                <a:gd name="T12" fmla="*/ 0 w 1014"/>
                <a:gd name="T13" fmla="*/ 0 h 1671"/>
                <a:gd name="T14" fmla="*/ 0 w 1014"/>
                <a:gd name="T15" fmla="*/ 0 h 1671"/>
                <a:gd name="T16" fmla="*/ 0 w 1014"/>
                <a:gd name="T17" fmla="*/ 0 h 1671"/>
                <a:gd name="T18" fmla="*/ 0 w 1014"/>
                <a:gd name="T19" fmla="*/ 0 h 1671"/>
                <a:gd name="T20" fmla="*/ 0 w 1014"/>
                <a:gd name="T21" fmla="*/ 0 h 1671"/>
                <a:gd name="T22" fmla="*/ 0 w 1014"/>
                <a:gd name="T23" fmla="*/ 0 h 1671"/>
                <a:gd name="T24" fmla="*/ 0 w 1014"/>
                <a:gd name="T25" fmla="*/ 0 h 1671"/>
                <a:gd name="T26" fmla="*/ 0 w 1014"/>
                <a:gd name="T27" fmla="*/ 0 h 1671"/>
                <a:gd name="T28" fmla="*/ 0 w 1014"/>
                <a:gd name="T29" fmla="*/ 0 h 1671"/>
                <a:gd name="T30" fmla="*/ 0 w 1014"/>
                <a:gd name="T31" fmla="*/ 0 h 1671"/>
                <a:gd name="T32" fmla="*/ 0 w 1014"/>
                <a:gd name="T33" fmla="*/ 0 h 1671"/>
                <a:gd name="T34" fmla="*/ 0 w 1014"/>
                <a:gd name="T35" fmla="*/ 0 h 1671"/>
                <a:gd name="T36" fmla="*/ 0 w 1014"/>
                <a:gd name="T37" fmla="*/ 0 h 1671"/>
                <a:gd name="T38" fmla="*/ 0 w 1014"/>
                <a:gd name="T39" fmla="*/ 0 h 1671"/>
                <a:gd name="T40" fmla="*/ 0 w 1014"/>
                <a:gd name="T41" fmla="*/ 0 h 1671"/>
                <a:gd name="T42" fmla="*/ 0 w 1014"/>
                <a:gd name="T43" fmla="*/ 0 h 1671"/>
                <a:gd name="T44" fmla="*/ 0 w 1014"/>
                <a:gd name="T45" fmla="*/ 0 h 1671"/>
                <a:gd name="T46" fmla="*/ 0 w 1014"/>
                <a:gd name="T47" fmla="*/ 0 h 1671"/>
                <a:gd name="T48" fmla="*/ 0 w 1014"/>
                <a:gd name="T49" fmla="*/ 0 h 1671"/>
                <a:gd name="T50" fmla="*/ 0 w 1014"/>
                <a:gd name="T51" fmla="*/ 0 h 1671"/>
                <a:gd name="T52" fmla="*/ 0 w 1014"/>
                <a:gd name="T53" fmla="*/ 0 h 1671"/>
                <a:gd name="T54" fmla="*/ 0 w 1014"/>
                <a:gd name="T55" fmla="*/ 0 h 1671"/>
                <a:gd name="T56" fmla="*/ 0 w 1014"/>
                <a:gd name="T57" fmla="*/ 0 h 1671"/>
                <a:gd name="T58" fmla="*/ 0 w 1014"/>
                <a:gd name="T59" fmla="*/ 0 h 1671"/>
                <a:gd name="T60" fmla="*/ 0 w 1014"/>
                <a:gd name="T61" fmla="*/ 0 h 1671"/>
                <a:gd name="T62" fmla="*/ 0 w 1014"/>
                <a:gd name="T63" fmla="*/ 0 h 1671"/>
                <a:gd name="T64" fmla="*/ 0 w 1014"/>
                <a:gd name="T65" fmla="*/ 0 h 1671"/>
                <a:gd name="T66" fmla="*/ 0 w 1014"/>
                <a:gd name="T67" fmla="*/ 0 h 1671"/>
                <a:gd name="T68" fmla="*/ 0 w 1014"/>
                <a:gd name="T69" fmla="*/ 0 h 1671"/>
                <a:gd name="T70" fmla="*/ 0 w 1014"/>
                <a:gd name="T71" fmla="*/ 0 h 1671"/>
                <a:gd name="T72" fmla="*/ 0 w 1014"/>
                <a:gd name="T73" fmla="*/ 0 h 1671"/>
                <a:gd name="T74" fmla="*/ 0 w 1014"/>
                <a:gd name="T75" fmla="*/ 0 h 1671"/>
                <a:gd name="T76" fmla="*/ 0 w 1014"/>
                <a:gd name="T77" fmla="*/ 0 h 1671"/>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1014" h="1671">
                  <a:moveTo>
                    <a:pt x="0" y="1402"/>
                  </a:moveTo>
                  <a:lnTo>
                    <a:pt x="132" y="1382"/>
                  </a:lnTo>
                  <a:lnTo>
                    <a:pt x="245" y="1376"/>
                  </a:lnTo>
                  <a:lnTo>
                    <a:pt x="370" y="1363"/>
                  </a:lnTo>
                  <a:lnTo>
                    <a:pt x="509" y="1344"/>
                  </a:lnTo>
                  <a:lnTo>
                    <a:pt x="573" y="1301"/>
                  </a:lnTo>
                  <a:lnTo>
                    <a:pt x="744" y="1088"/>
                  </a:lnTo>
                  <a:lnTo>
                    <a:pt x="656" y="1149"/>
                  </a:lnTo>
                  <a:lnTo>
                    <a:pt x="598" y="1201"/>
                  </a:lnTo>
                  <a:lnTo>
                    <a:pt x="630" y="1050"/>
                  </a:lnTo>
                  <a:lnTo>
                    <a:pt x="693" y="992"/>
                  </a:lnTo>
                  <a:lnTo>
                    <a:pt x="787" y="837"/>
                  </a:lnTo>
                  <a:lnTo>
                    <a:pt x="699" y="911"/>
                  </a:lnTo>
                  <a:lnTo>
                    <a:pt x="642" y="931"/>
                  </a:lnTo>
                  <a:lnTo>
                    <a:pt x="656" y="823"/>
                  </a:lnTo>
                  <a:lnTo>
                    <a:pt x="718" y="741"/>
                  </a:lnTo>
                  <a:lnTo>
                    <a:pt x="781" y="679"/>
                  </a:lnTo>
                  <a:lnTo>
                    <a:pt x="845" y="497"/>
                  </a:lnTo>
                  <a:lnTo>
                    <a:pt x="724" y="647"/>
                  </a:lnTo>
                  <a:lnTo>
                    <a:pt x="656" y="703"/>
                  </a:lnTo>
                  <a:lnTo>
                    <a:pt x="648" y="471"/>
                  </a:lnTo>
                  <a:lnTo>
                    <a:pt x="630" y="378"/>
                  </a:lnTo>
                  <a:lnTo>
                    <a:pt x="592" y="334"/>
                  </a:lnTo>
                  <a:lnTo>
                    <a:pt x="535" y="264"/>
                  </a:lnTo>
                  <a:lnTo>
                    <a:pt x="445" y="232"/>
                  </a:lnTo>
                  <a:lnTo>
                    <a:pt x="402" y="214"/>
                  </a:lnTo>
                  <a:lnTo>
                    <a:pt x="528" y="94"/>
                  </a:lnTo>
                  <a:lnTo>
                    <a:pt x="661" y="126"/>
                  </a:lnTo>
                  <a:lnTo>
                    <a:pt x="750" y="176"/>
                  </a:lnTo>
                  <a:lnTo>
                    <a:pt x="781" y="226"/>
                  </a:lnTo>
                  <a:lnTo>
                    <a:pt x="756" y="150"/>
                  </a:lnTo>
                  <a:lnTo>
                    <a:pt x="705" y="126"/>
                  </a:lnTo>
                  <a:lnTo>
                    <a:pt x="624" y="94"/>
                  </a:lnTo>
                  <a:lnTo>
                    <a:pt x="560" y="82"/>
                  </a:lnTo>
                  <a:lnTo>
                    <a:pt x="598" y="62"/>
                  </a:lnTo>
                  <a:lnTo>
                    <a:pt x="661" y="44"/>
                  </a:lnTo>
                  <a:lnTo>
                    <a:pt x="718" y="25"/>
                  </a:lnTo>
                  <a:lnTo>
                    <a:pt x="750" y="0"/>
                  </a:lnTo>
                  <a:lnTo>
                    <a:pt x="825" y="50"/>
                  </a:lnTo>
                  <a:lnTo>
                    <a:pt x="868" y="94"/>
                  </a:lnTo>
                  <a:lnTo>
                    <a:pt x="913" y="150"/>
                  </a:lnTo>
                  <a:lnTo>
                    <a:pt x="976" y="182"/>
                  </a:lnTo>
                  <a:lnTo>
                    <a:pt x="988" y="240"/>
                  </a:lnTo>
                  <a:lnTo>
                    <a:pt x="1014" y="334"/>
                  </a:lnTo>
                  <a:lnTo>
                    <a:pt x="1014" y="478"/>
                  </a:lnTo>
                  <a:lnTo>
                    <a:pt x="1008" y="628"/>
                  </a:lnTo>
                  <a:lnTo>
                    <a:pt x="1002" y="799"/>
                  </a:lnTo>
                  <a:lnTo>
                    <a:pt x="970" y="975"/>
                  </a:lnTo>
                  <a:lnTo>
                    <a:pt x="931" y="1157"/>
                  </a:lnTo>
                  <a:lnTo>
                    <a:pt x="913" y="1314"/>
                  </a:lnTo>
                  <a:lnTo>
                    <a:pt x="882" y="1426"/>
                  </a:lnTo>
                  <a:lnTo>
                    <a:pt x="888" y="1527"/>
                  </a:lnTo>
                  <a:lnTo>
                    <a:pt x="875" y="1584"/>
                  </a:lnTo>
                  <a:lnTo>
                    <a:pt x="830" y="1627"/>
                  </a:lnTo>
                  <a:lnTo>
                    <a:pt x="775" y="1664"/>
                  </a:lnTo>
                  <a:lnTo>
                    <a:pt x="699" y="1671"/>
                  </a:lnTo>
                  <a:lnTo>
                    <a:pt x="661" y="1652"/>
                  </a:lnTo>
                  <a:lnTo>
                    <a:pt x="612" y="1648"/>
                  </a:lnTo>
                  <a:lnTo>
                    <a:pt x="490" y="1622"/>
                  </a:lnTo>
                  <a:lnTo>
                    <a:pt x="541" y="1559"/>
                  </a:lnTo>
                  <a:lnTo>
                    <a:pt x="598" y="1470"/>
                  </a:lnTo>
                  <a:lnTo>
                    <a:pt x="516" y="1534"/>
                  </a:lnTo>
                  <a:lnTo>
                    <a:pt x="452" y="1590"/>
                  </a:lnTo>
                  <a:lnTo>
                    <a:pt x="407" y="1622"/>
                  </a:lnTo>
                  <a:lnTo>
                    <a:pt x="345" y="1652"/>
                  </a:lnTo>
                  <a:lnTo>
                    <a:pt x="276" y="1652"/>
                  </a:lnTo>
                  <a:lnTo>
                    <a:pt x="208" y="1652"/>
                  </a:lnTo>
                  <a:lnTo>
                    <a:pt x="170" y="1636"/>
                  </a:lnTo>
                  <a:lnTo>
                    <a:pt x="151" y="1616"/>
                  </a:lnTo>
                  <a:lnTo>
                    <a:pt x="240" y="1565"/>
                  </a:lnTo>
                  <a:lnTo>
                    <a:pt x="327" y="1484"/>
                  </a:lnTo>
                  <a:lnTo>
                    <a:pt x="352" y="1446"/>
                  </a:lnTo>
                  <a:lnTo>
                    <a:pt x="282" y="1463"/>
                  </a:lnTo>
                  <a:lnTo>
                    <a:pt x="176" y="1546"/>
                  </a:lnTo>
                  <a:lnTo>
                    <a:pt x="132" y="1584"/>
                  </a:lnTo>
                  <a:lnTo>
                    <a:pt x="32" y="1590"/>
                  </a:lnTo>
                  <a:lnTo>
                    <a:pt x="0" y="1572"/>
                  </a:lnTo>
                  <a:lnTo>
                    <a:pt x="0" y="1527"/>
                  </a:lnTo>
                  <a:lnTo>
                    <a:pt x="0" y="1402"/>
                  </a:lnTo>
                  <a:close/>
                </a:path>
              </a:pathLst>
            </a:custGeom>
            <a:solidFill>
              <a:srgbClr val="E0E0E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890" name="Freeform 296"/>
            <p:cNvSpPr/>
            <p:nvPr/>
          </p:nvSpPr>
          <p:spPr bwMode="auto">
            <a:xfrm>
              <a:off x="5563" y="1910"/>
              <a:ext cx="50" cy="129"/>
            </a:xfrm>
            <a:custGeom>
              <a:avLst/>
              <a:gdLst>
                <a:gd name="T0" fmla="*/ 0 w 295"/>
                <a:gd name="T1" fmla="*/ 0 h 774"/>
                <a:gd name="T2" fmla="*/ 0 w 295"/>
                <a:gd name="T3" fmla="*/ 0 h 774"/>
                <a:gd name="T4" fmla="*/ 0 w 295"/>
                <a:gd name="T5" fmla="*/ 0 h 774"/>
                <a:gd name="T6" fmla="*/ 0 w 295"/>
                <a:gd name="T7" fmla="*/ 0 h 774"/>
                <a:gd name="T8" fmla="*/ 0 w 295"/>
                <a:gd name="T9" fmla="*/ 0 h 774"/>
                <a:gd name="T10" fmla="*/ 0 w 295"/>
                <a:gd name="T11" fmla="*/ 0 h 774"/>
                <a:gd name="T12" fmla="*/ 0 w 295"/>
                <a:gd name="T13" fmla="*/ 0 h 774"/>
                <a:gd name="T14" fmla="*/ 0 w 295"/>
                <a:gd name="T15" fmla="*/ 0 h 774"/>
                <a:gd name="T16" fmla="*/ 0 w 295"/>
                <a:gd name="T17" fmla="*/ 0 h 774"/>
                <a:gd name="T18" fmla="*/ 0 w 295"/>
                <a:gd name="T19" fmla="*/ 0 h 774"/>
                <a:gd name="T20" fmla="*/ 0 w 295"/>
                <a:gd name="T21" fmla="*/ 0 h 774"/>
                <a:gd name="T22" fmla="*/ 0 w 295"/>
                <a:gd name="T23" fmla="*/ 0 h 774"/>
                <a:gd name="T24" fmla="*/ 0 w 295"/>
                <a:gd name="T25" fmla="*/ 0 h 774"/>
                <a:gd name="T26" fmla="*/ 0 w 295"/>
                <a:gd name="T27" fmla="*/ 0 h 77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95" h="774">
                  <a:moveTo>
                    <a:pt x="0" y="774"/>
                  </a:moveTo>
                  <a:lnTo>
                    <a:pt x="51" y="748"/>
                  </a:lnTo>
                  <a:lnTo>
                    <a:pt x="107" y="686"/>
                  </a:lnTo>
                  <a:lnTo>
                    <a:pt x="156" y="573"/>
                  </a:lnTo>
                  <a:lnTo>
                    <a:pt x="183" y="477"/>
                  </a:lnTo>
                  <a:lnTo>
                    <a:pt x="220" y="371"/>
                  </a:lnTo>
                  <a:lnTo>
                    <a:pt x="239" y="270"/>
                  </a:lnTo>
                  <a:lnTo>
                    <a:pt x="270" y="114"/>
                  </a:lnTo>
                  <a:lnTo>
                    <a:pt x="295" y="0"/>
                  </a:lnTo>
                  <a:lnTo>
                    <a:pt x="232" y="226"/>
                  </a:lnTo>
                  <a:lnTo>
                    <a:pt x="183" y="402"/>
                  </a:lnTo>
                  <a:lnTo>
                    <a:pt x="126" y="521"/>
                  </a:lnTo>
                  <a:lnTo>
                    <a:pt x="38" y="648"/>
                  </a:lnTo>
                  <a:lnTo>
                    <a:pt x="0" y="774"/>
                  </a:lnTo>
                  <a:close/>
                </a:path>
              </a:pathLst>
            </a:custGeom>
            <a:solidFill>
              <a:srgbClr val="C0C0C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891" name="Freeform 297"/>
            <p:cNvSpPr/>
            <p:nvPr/>
          </p:nvSpPr>
          <p:spPr bwMode="auto">
            <a:xfrm>
              <a:off x="5367" y="1806"/>
              <a:ext cx="195" cy="194"/>
            </a:xfrm>
            <a:custGeom>
              <a:avLst/>
              <a:gdLst>
                <a:gd name="T0" fmla="*/ 0 w 1172"/>
                <a:gd name="T1" fmla="*/ 0 h 1162"/>
                <a:gd name="T2" fmla="*/ 0 w 1172"/>
                <a:gd name="T3" fmla="*/ 0 h 1162"/>
                <a:gd name="T4" fmla="*/ 0 w 1172"/>
                <a:gd name="T5" fmla="*/ 0 h 1162"/>
                <a:gd name="T6" fmla="*/ 0 w 1172"/>
                <a:gd name="T7" fmla="*/ 0 h 1162"/>
                <a:gd name="T8" fmla="*/ 0 w 1172"/>
                <a:gd name="T9" fmla="*/ 0 h 1162"/>
                <a:gd name="T10" fmla="*/ 0 w 1172"/>
                <a:gd name="T11" fmla="*/ 0 h 1162"/>
                <a:gd name="T12" fmla="*/ 0 w 1172"/>
                <a:gd name="T13" fmla="*/ 0 h 1162"/>
                <a:gd name="T14" fmla="*/ 0 w 1172"/>
                <a:gd name="T15" fmla="*/ 0 h 1162"/>
                <a:gd name="T16" fmla="*/ 0 w 1172"/>
                <a:gd name="T17" fmla="*/ 0 h 1162"/>
                <a:gd name="T18" fmla="*/ 0 w 1172"/>
                <a:gd name="T19" fmla="*/ 0 h 1162"/>
                <a:gd name="T20" fmla="*/ 0 w 1172"/>
                <a:gd name="T21" fmla="*/ 0 h 1162"/>
                <a:gd name="T22" fmla="*/ 0 w 1172"/>
                <a:gd name="T23" fmla="*/ 0 h 1162"/>
                <a:gd name="T24" fmla="*/ 0 w 1172"/>
                <a:gd name="T25" fmla="*/ 0 h 1162"/>
                <a:gd name="T26" fmla="*/ 0 w 1172"/>
                <a:gd name="T27" fmla="*/ 0 h 1162"/>
                <a:gd name="T28" fmla="*/ 0 w 1172"/>
                <a:gd name="T29" fmla="*/ 0 h 1162"/>
                <a:gd name="T30" fmla="*/ 0 w 1172"/>
                <a:gd name="T31" fmla="*/ 0 h 1162"/>
                <a:gd name="T32" fmla="*/ 0 w 1172"/>
                <a:gd name="T33" fmla="*/ 0 h 1162"/>
                <a:gd name="T34" fmla="*/ 0 w 1172"/>
                <a:gd name="T35" fmla="*/ 0 h 1162"/>
                <a:gd name="T36" fmla="*/ 0 w 1172"/>
                <a:gd name="T37" fmla="*/ 0 h 1162"/>
                <a:gd name="T38" fmla="*/ 0 w 1172"/>
                <a:gd name="T39" fmla="*/ 0 h 1162"/>
                <a:gd name="T40" fmla="*/ 0 w 1172"/>
                <a:gd name="T41" fmla="*/ 0 h 1162"/>
                <a:gd name="T42" fmla="*/ 0 w 1172"/>
                <a:gd name="T43" fmla="*/ 0 h 1162"/>
                <a:gd name="T44" fmla="*/ 0 w 1172"/>
                <a:gd name="T45" fmla="*/ 0 h 1162"/>
                <a:gd name="T46" fmla="*/ 0 w 1172"/>
                <a:gd name="T47" fmla="*/ 0 h 1162"/>
                <a:gd name="T48" fmla="*/ 0 w 1172"/>
                <a:gd name="T49" fmla="*/ 0 h 1162"/>
                <a:gd name="T50" fmla="*/ 0 w 1172"/>
                <a:gd name="T51" fmla="*/ 0 h 1162"/>
                <a:gd name="T52" fmla="*/ 0 w 1172"/>
                <a:gd name="T53" fmla="*/ 0 h 1162"/>
                <a:gd name="T54" fmla="*/ 0 w 1172"/>
                <a:gd name="T55" fmla="*/ 0 h 1162"/>
                <a:gd name="T56" fmla="*/ 0 w 1172"/>
                <a:gd name="T57" fmla="*/ 0 h 1162"/>
                <a:gd name="T58" fmla="*/ 0 w 1172"/>
                <a:gd name="T59" fmla="*/ 0 h 1162"/>
                <a:gd name="T60" fmla="*/ 0 w 1172"/>
                <a:gd name="T61" fmla="*/ 0 h 1162"/>
                <a:gd name="T62" fmla="*/ 0 w 1172"/>
                <a:gd name="T63" fmla="*/ 0 h 1162"/>
                <a:gd name="T64" fmla="*/ 0 w 1172"/>
                <a:gd name="T65" fmla="*/ 0 h 1162"/>
                <a:gd name="T66" fmla="*/ 0 w 1172"/>
                <a:gd name="T67" fmla="*/ 0 h 1162"/>
                <a:gd name="T68" fmla="*/ 0 w 1172"/>
                <a:gd name="T69" fmla="*/ 0 h 1162"/>
                <a:gd name="T70" fmla="*/ 0 w 1172"/>
                <a:gd name="T71" fmla="*/ 0 h 1162"/>
                <a:gd name="T72" fmla="*/ 0 w 1172"/>
                <a:gd name="T73" fmla="*/ 0 h 1162"/>
                <a:gd name="T74" fmla="*/ 0 w 1172"/>
                <a:gd name="T75" fmla="*/ 0 h 1162"/>
                <a:gd name="T76" fmla="*/ 0 w 1172"/>
                <a:gd name="T77" fmla="*/ 0 h 1162"/>
                <a:gd name="T78" fmla="*/ 0 w 1172"/>
                <a:gd name="T79" fmla="*/ 0 h 1162"/>
                <a:gd name="T80" fmla="*/ 0 w 1172"/>
                <a:gd name="T81" fmla="*/ 0 h 1162"/>
                <a:gd name="T82" fmla="*/ 0 w 1172"/>
                <a:gd name="T83" fmla="*/ 0 h 1162"/>
                <a:gd name="T84" fmla="*/ 0 w 1172"/>
                <a:gd name="T85" fmla="*/ 0 h 1162"/>
                <a:gd name="T86" fmla="*/ 0 w 1172"/>
                <a:gd name="T87" fmla="*/ 0 h 1162"/>
                <a:gd name="T88" fmla="*/ 0 w 1172"/>
                <a:gd name="T89" fmla="*/ 0 h 1162"/>
                <a:gd name="T90" fmla="*/ 0 w 1172"/>
                <a:gd name="T91" fmla="*/ 0 h 1162"/>
                <a:gd name="T92" fmla="*/ 0 w 1172"/>
                <a:gd name="T93" fmla="*/ 0 h 1162"/>
                <a:gd name="T94" fmla="*/ 0 w 1172"/>
                <a:gd name="T95" fmla="*/ 0 h 1162"/>
                <a:gd name="T96" fmla="*/ 0 w 1172"/>
                <a:gd name="T97" fmla="*/ 0 h 1162"/>
                <a:gd name="T98" fmla="*/ 0 w 1172"/>
                <a:gd name="T99" fmla="*/ 0 h 1162"/>
                <a:gd name="T100" fmla="*/ 0 w 1172"/>
                <a:gd name="T101" fmla="*/ 0 h 1162"/>
                <a:gd name="T102" fmla="*/ 0 w 1172"/>
                <a:gd name="T103" fmla="*/ 0 h 1162"/>
                <a:gd name="T104" fmla="*/ 0 w 1172"/>
                <a:gd name="T105" fmla="*/ 0 h 1162"/>
                <a:gd name="T106" fmla="*/ 0 w 1172"/>
                <a:gd name="T107" fmla="*/ 0 h 1162"/>
                <a:gd name="T108" fmla="*/ 0 w 1172"/>
                <a:gd name="T109" fmla="*/ 0 h 1162"/>
                <a:gd name="T110" fmla="*/ 0 w 1172"/>
                <a:gd name="T111" fmla="*/ 0 h 1162"/>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1172" h="1162">
                  <a:moveTo>
                    <a:pt x="959" y="0"/>
                  </a:moveTo>
                  <a:lnTo>
                    <a:pt x="820" y="43"/>
                  </a:lnTo>
                  <a:lnTo>
                    <a:pt x="756" y="100"/>
                  </a:lnTo>
                  <a:lnTo>
                    <a:pt x="719" y="213"/>
                  </a:lnTo>
                  <a:lnTo>
                    <a:pt x="719" y="321"/>
                  </a:lnTo>
                  <a:lnTo>
                    <a:pt x="739" y="381"/>
                  </a:lnTo>
                  <a:lnTo>
                    <a:pt x="727" y="489"/>
                  </a:lnTo>
                  <a:lnTo>
                    <a:pt x="727" y="571"/>
                  </a:lnTo>
                  <a:lnTo>
                    <a:pt x="745" y="591"/>
                  </a:lnTo>
                  <a:lnTo>
                    <a:pt x="727" y="621"/>
                  </a:lnTo>
                  <a:lnTo>
                    <a:pt x="713" y="652"/>
                  </a:lnTo>
                  <a:lnTo>
                    <a:pt x="739" y="684"/>
                  </a:lnTo>
                  <a:lnTo>
                    <a:pt x="739" y="716"/>
                  </a:lnTo>
                  <a:lnTo>
                    <a:pt x="688" y="729"/>
                  </a:lnTo>
                  <a:lnTo>
                    <a:pt x="695" y="761"/>
                  </a:lnTo>
                  <a:lnTo>
                    <a:pt x="644" y="779"/>
                  </a:lnTo>
                  <a:lnTo>
                    <a:pt x="599" y="767"/>
                  </a:lnTo>
                  <a:lnTo>
                    <a:pt x="569" y="779"/>
                  </a:lnTo>
                  <a:lnTo>
                    <a:pt x="428" y="799"/>
                  </a:lnTo>
                  <a:lnTo>
                    <a:pt x="304" y="793"/>
                  </a:lnTo>
                  <a:lnTo>
                    <a:pt x="222" y="799"/>
                  </a:lnTo>
                  <a:lnTo>
                    <a:pt x="170" y="831"/>
                  </a:lnTo>
                  <a:lnTo>
                    <a:pt x="45" y="831"/>
                  </a:lnTo>
                  <a:lnTo>
                    <a:pt x="0" y="873"/>
                  </a:lnTo>
                  <a:lnTo>
                    <a:pt x="0" y="923"/>
                  </a:lnTo>
                  <a:lnTo>
                    <a:pt x="6" y="1004"/>
                  </a:lnTo>
                  <a:lnTo>
                    <a:pt x="109" y="1030"/>
                  </a:lnTo>
                  <a:lnTo>
                    <a:pt x="109" y="978"/>
                  </a:lnTo>
                  <a:lnTo>
                    <a:pt x="115" y="935"/>
                  </a:lnTo>
                  <a:lnTo>
                    <a:pt x="133" y="916"/>
                  </a:lnTo>
                  <a:lnTo>
                    <a:pt x="141" y="966"/>
                  </a:lnTo>
                  <a:lnTo>
                    <a:pt x="147" y="1030"/>
                  </a:lnTo>
                  <a:lnTo>
                    <a:pt x="170" y="1068"/>
                  </a:lnTo>
                  <a:lnTo>
                    <a:pt x="215" y="1118"/>
                  </a:lnTo>
                  <a:lnTo>
                    <a:pt x="321" y="1142"/>
                  </a:lnTo>
                  <a:lnTo>
                    <a:pt x="403" y="1155"/>
                  </a:lnTo>
                  <a:lnTo>
                    <a:pt x="499" y="1162"/>
                  </a:lnTo>
                  <a:lnTo>
                    <a:pt x="379" y="1093"/>
                  </a:lnTo>
                  <a:lnTo>
                    <a:pt x="297" y="1030"/>
                  </a:lnTo>
                  <a:lnTo>
                    <a:pt x="279" y="978"/>
                  </a:lnTo>
                  <a:lnTo>
                    <a:pt x="291" y="935"/>
                  </a:lnTo>
                  <a:lnTo>
                    <a:pt x="358" y="929"/>
                  </a:lnTo>
                  <a:lnTo>
                    <a:pt x="385" y="978"/>
                  </a:lnTo>
                  <a:lnTo>
                    <a:pt x="403" y="1036"/>
                  </a:lnTo>
                  <a:lnTo>
                    <a:pt x="467" y="1098"/>
                  </a:lnTo>
                  <a:lnTo>
                    <a:pt x="537" y="1149"/>
                  </a:lnTo>
                  <a:lnTo>
                    <a:pt x="607" y="1155"/>
                  </a:lnTo>
                  <a:lnTo>
                    <a:pt x="713" y="1149"/>
                  </a:lnTo>
                  <a:lnTo>
                    <a:pt x="599" y="1061"/>
                  </a:lnTo>
                  <a:lnTo>
                    <a:pt x="517" y="1016"/>
                  </a:lnTo>
                  <a:lnTo>
                    <a:pt x="454" y="966"/>
                  </a:lnTo>
                  <a:lnTo>
                    <a:pt x="435" y="929"/>
                  </a:lnTo>
                  <a:lnTo>
                    <a:pt x="441" y="891"/>
                  </a:lnTo>
                  <a:lnTo>
                    <a:pt x="479" y="885"/>
                  </a:lnTo>
                  <a:lnTo>
                    <a:pt x="523" y="923"/>
                  </a:lnTo>
                  <a:lnTo>
                    <a:pt x="549" y="972"/>
                  </a:lnTo>
                  <a:lnTo>
                    <a:pt x="607" y="1036"/>
                  </a:lnTo>
                  <a:lnTo>
                    <a:pt x="675" y="1068"/>
                  </a:lnTo>
                  <a:lnTo>
                    <a:pt x="727" y="1098"/>
                  </a:lnTo>
                  <a:lnTo>
                    <a:pt x="782" y="1123"/>
                  </a:lnTo>
                  <a:lnTo>
                    <a:pt x="846" y="1136"/>
                  </a:lnTo>
                  <a:lnTo>
                    <a:pt x="921" y="1136"/>
                  </a:lnTo>
                  <a:lnTo>
                    <a:pt x="994" y="1122"/>
                  </a:lnTo>
                  <a:lnTo>
                    <a:pt x="833" y="1068"/>
                  </a:lnTo>
                  <a:lnTo>
                    <a:pt x="771" y="1036"/>
                  </a:lnTo>
                  <a:lnTo>
                    <a:pt x="727" y="978"/>
                  </a:lnTo>
                  <a:lnTo>
                    <a:pt x="719" y="929"/>
                  </a:lnTo>
                  <a:lnTo>
                    <a:pt x="756" y="929"/>
                  </a:lnTo>
                  <a:lnTo>
                    <a:pt x="777" y="972"/>
                  </a:lnTo>
                  <a:lnTo>
                    <a:pt x="808" y="1010"/>
                  </a:lnTo>
                  <a:lnTo>
                    <a:pt x="859" y="1049"/>
                  </a:lnTo>
                  <a:lnTo>
                    <a:pt x="914" y="1087"/>
                  </a:lnTo>
                  <a:lnTo>
                    <a:pt x="989" y="1119"/>
                  </a:lnTo>
                  <a:lnTo>
                    <a:pt x="1046" y="1098"/>
                  </a:lnTo>
                  <a:lnTo>
                    <a:pt x="1072" y="1068"/>
                  </a:lnTo>
                  <a:lnTo>
                    <a:pt x="1117" y="991"/>
                  </a:lnTo>
                  <a:lnTo>
                    <a:pt x="1034" y="972"/>
                  </a:lnTo>
                  <a:lnTo>
                    <a:pt x="878" y="954"/>
                  </a:lnTo>
                  <a:lnTo>
                    <a:pt x="782" y="910"/>
                  </a:lnTo>
                  <a:lnTo>
                    <a:pt x="733" y="868"/>
                  </a:lnTo>
                  <a:lnTo>
                    <a:pt x="713" y="816"/>
                  </a:lnTo>
                  <a:lnTo>
                    <a:pt x="707" y="793"/>
                  </a:lnTo>
                  <a:lnTo>
                    <a:pt x="733" y="793"/>
                  </a:lnTo>
                  <a:lnTo>
                    <a:pt x="765" y="831"/>
                  </a:lnTo>
                  <a:lnTo>
                    <a:pt x="814" y="897"/>
                  </a:lnTo>
                  <a:lnTo>
                    <a:pt x="927" y="935"/>
                  </a:lnTo>
                  <a:lnTo>
                    <a:pt x="1034" y="968"/>
                  </a:lnTo>
                  <a:lnTo>
                    <a:pt x="1117" y="991"/>
                  </a:lnTo>
                  <a:lnTo>
                    <a:pt x="1149" y="861"/>
                  </a:lnTo>
                  <a:lnTo>
                    <a:pt x="1155" y="767"/>
                  </a:lnTo>
                  <a:lnTo>
                    <a:pt x="1155" y="683"/>
                  </a:lnTo>
                  <a:lnTo>
                    <a:pt x="1046" y="741"/>
                  </a:lnTo>
                  <a:lnTo>
                    <a:pt x="921" y="767"/>
                  </a:lnTo>
                  <a:lnTo>
                    <a:pt x="820" y="761"/>
                  </a:lnTo>
                  <a:lnTo>
                    <a:pt x="795" y="748"/>
                  </a:lnTo>
                  <a:lnTo>
                    <a:pt x="782" y="716"/>
                  </a:lnTo>
                  <a:lnTo>
                    <a:pt x="840" y="716"/>
                  </a:lnTo>
                  <a:lnTo>
                    <a:pt x="901" y="735"/>
                  </a:lnTo>
                  <a:lnTo>
                    <a:pt x="1049" y="741"/>
                  </a:lnTo>
                  <a:lnTo>
                    <a:pt x="1155" y="684"/>
                  </a:lnTo>
                  <a:lnTo>
                    <a:pt x="1161" y="565"/>
                  </a:lnTo>
                  <a:lnTo>
                    <a:pt x="1167" y="483"/>
                  </a:lnTo>
                  <a:lnTo>
                    <a:pt x="1172" y="401"/>
                  </a:lnTo>
                  <a:lnTo>
                    <a:pt x="1161" y="264"/>
                  </a:lnTo>
                  <a:lnTo>
                    <a:pt x="1129" y="213"/>
                  </a:lnTo>
                  <a:lnTo>
                    <a:pt x="1034" y="152"/>
                  </a:lnTo>
                  <a:lnTo>
                    <a:pt x="1065" y="158"/>
                  </a:lnTo>
                  <a:lnTo>
                    <a:pt x="1161" y="201"/>
                  </a:lnTo>
                  <a:lnTo>
                    <a:pt x="1123" y="113"/>
                  </a:lnTo>
                  <a:lnTo>
                    <a:pt x="1091" y="68"/>
                  </a:lnTo>
                  <a:lnTo>
                    <a:pt x="1065" y="38"/>
                  </a:lnTo>
                  <a:lnTo>
                    <a:pt x="959" y="0"/>
                  </a:lnTo>
                  <a:close/>
                </a:path>
              </a:pathLst>
            </a:custGeom>
            <a:solidFill>
              <a:srgbClr val="E0E0E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892" name="Freeform 298"/>
            <p:cNvSpPr/>
            <p:nvPr/>
          </p:nvSpPr>
          <p:spPr bwMode="auto">
            <a:xfrm>
              <a:off x="5500" y="1878"/>
              <a:ext cx="49" cy="44"/>
            </a:xfrm>
            <a:custGeom>
              <a:avLst/>
              <a:gdLst>
                <a:gd name="T0" fmla="*/ 0 w 295"/>
                <a:gd name="T1" fmla="*/ 0 h 263"/>
                <a:gd name="T2" fmla="*/ 0 w 295"/>
                <a:gd name="T3" fmla="*/ 0 h 263"/>
                <a:gd name="T4" fmla="*/ 0 w 295"/>
                <a:gd name="T5" fmla="*/ 0 h 263"/>
                <a:gd name="T6" fmla="*/ 0 w 295"/>
                <a:gd name="T7" fmla="*/ 0 h 263"/>
                <a:gd name="T8" fmla="*/ 0 w 295"/>
                <a:gd name="T9" fmla="*/ 0 h 263"/>
                <a:gd name="T10" fmla="*/ 0 w 295"/>
                <a:gd name="T11" fmla="*/ 0 h 263"/>
                <a:gd name="T12" fmla="*/ 0 w 295"/>
                <a:gd name="T13" fmla="*/ 0 h 263"/>
                <a:gd name="T14" fmla="*/ 0 w 295"/>
                <a:gd name="T15" fmla="*/ 0 h 263"/>
                <a:gd name="T16" fmla="*/ 0 w 295"/>
                <a:gd name="T17" fmla="*/ 0 h 263"/>
                <a:gd name="T18" fmla="*/ 0 w 295"/>
                <a:gd name="T19" fmla="*/ 0 h 263"/>
                <a:gd name="T20" fmla="*/ 0 w 295"/>
                <a:gd name="T21" fmla="*/ 0 h 263"/>
                <a:gd name="T22" fmla="*/ 0 w 295"/>
                <a:gd name="T23" fmla="*/ 0 h 263"/>
                <a:gd name="T24" fmla="*/ 0 w 295"/>
                <a:gd name="T25" fmla="*/ 0 h 263"/>
                <a:gd name="T26" fmla="*/ 0 w 295"/>
                <a:gd name="T27" fmla="*/ 0 h 263"/>
                <a:gd name="T28" fmla="*/ 0 w 295"/>
                <a:gd name="T29" fmla="*/ 0 h 263"/>
                <a:gd name="T30" fmla="*/ 0 w 295"/>
                <a:gd name="T31" fmla="*/ 0 h 263"/>
                <a:gd name="T32" fmla="*/ 0 w 295"/>
                <a:gd name="T33" fmla="*/ 0 h 263"/>
                <a:gd name="T34" fmla="*/ 0 w 295"/>
                <a:gd name="T35" fmla="*/ 0 h 263"/>
                <a:gd name="T36" fmla="*/ 0 w 295"/>
                <a:gd name="T37" fmla="*/ 0 h 263"/>
                <a:gd name="T38" fmla="*/ 0 w 295"/>
                <a:gd name="T39" fmla="*/ 0 h 263"/>
                <a:gd name="T40" fmla="*/ 0 w 295"/>
                <a:gd name="T41" fmla="*/ 0 h 263"/>
                <a:gd name="T42" fmla="*/ 0 w 295"/>
                <a:gd name="T43" fmla="*/ 0 h 263"/>
                <a:gd name="T44" fmla="*/ 0 w 295"/>
                <a:gd name="T45" fmla="*/ 0 h 263"/>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295" h="263">
                  <a:moveTo>
                    <a:pt x="0" y="0"/>
                  </a:moveTo>
                  <a:lnTo>
                    <a:pt x="0" y="21"/>
                  </a:lnTo>
                  <a:lnTo>
                    <a:pt x="38" y="71"/>
                  </a:lnTo>
                  <a:lnTo>
                    <a:pt x="75" y="99"/>
                  </a:lnTo>
                  <a:lnTo>
                    <a:pt x="152" y="158"/>
                  </a:lnTo>
                  <a:lnTo>
                    <a:pt x="184" y="182"/>
                  </a:lnTo>
                  <a:lnTo>
                    <a:pt x="260" y="239"/>
                  </a:lnTo>
                  <a:lnTo>
                    <a:pt x="178" y="213"/>
                  </a:lnTo>
                  <a:lnTo>
                    <a:pt x="97" y="188"/>
                  </a:lnTo>
                  <a:lnTo>
                    <a:pt x="16" y="182"/>
                  </a:lnTo>
                  <a:lnTo>
                    <a:pt x="22" y="207"/>
                  </a:lnTo>
                  <a:lnTo>
                    <a:pt x="152" y="231"/>
                  </a:lnTo>
                  <a:lnTo>
                    <a:pt x="222" y="257"/>
                  </a:lnTo>
                  <a:lnTo>
                    <a:pt x="260" y="263"/>
                  </a:lnTo>
                  <a:lnTo>
                    <a:pt x="292" y="252"/>
                  </a:lnTo>
                  <a:lnTo>
                    <a:pt x="295" y="222"/>
                  </a:lnTo>
                  <a:lnTo>
                    <a:pt x="269" y="199"/>
                  </a:lnTo>
                  <a:lnTo>
                    <a:pt x="232" y="162"/>
                  </a:lnTo>
                  <a:lnTo>
                    <a:pt x="188" y="112"/>
                  </a:lnTo>
                  <a:lnTo>
                    <a:pt x="144" y="56"/>
                  </a:lnTo>
                  <a:lnTo>
                    <a:pt x="91" y="17"/>
                  </a:lnTo>
                  <a:lnTo>
                    <a:pt x="35" y="3"/>
                  </a:lnTo>
                  <a:lnTo>
                    <a:pt x="0" y="0"/>
                  </a:lnTo>
                  <a:close/>
                </a:path>
              </a:pathLst>
            </a:custGeom>
            <a:solidFill>
              <a:srgbClr val="C0C0C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893" name="Freeform 299"/>
            <p:cNvSpPr/>
            <p:nvPr/>
          </p:nvSpPr>
          <p:spPr bwMode="auto">
            <a:xfrm>
              <a:off x="5503" y="1842"/>
              <a:ext cx="44" cy="57"/>
            </a:xfrm>
            <a:custGeom>
              <a:avLst/>
              <a:gdLst>
                <a:gd name="T0" fmla="*/ 0 w 270"/>
                <a:gd name="T1" fmla="*/ 0 h 345"/>
                <a:gd name="T2" fmla="*/ 0 w 270"/>
                <a:gd name="T3" fmla="*/ 0 h 345"/>
                <a:gd name="T4" fmla="*/ 0 w 270"/>
                <a:gd name="T5" fmla="*/ 0 h 345"/>
                <a:gd name="T6" fmla="*/ 0 w 270"/>
                <a:gd name="T7" fmla="*/ 0 h 345"/>
                <a:gd name="T8" fmla="*/ 0 w 270"/>
                <a:gd name="T9" fmla="*/ 0 h 345"/>
                <a:gd name="T10" fmla="*/ 0 w 270"/>
                <a:gd name="T11" fmla="*/ 0 h 345"/>
                <a:gd name="T12" fmla="*/ 0 w 270"/>
                <a:gd name="T13" fmla="*/ 0 h 345"/>
                <a:gd name="T14" fmla="*/ 0 w 270"/>
                <a:gd name="T15" fmla="*/ 0 h 345"/>
                <a:gd name="T16" fmla="*/ 0 w 270"/>
                <a:gd name="T17" fmla="*/ 0 h 345"/>
                <a:gd name="T18" fmla="*/ 0 w 270"/>
                <a:gd name="T19" fmla="*/ 0 h 345"/>
                <a:gd name="T20" fmla="*/ 0 w 270"/>
                <a:gd name="T21" fmla="*/ 0 h 345"/>
                <a:gd name="T22" fmla="*/ 0 w 270"/>
                <a:gd name="T23" fmla="*/ 0 h 345"/>
                <a:gd name="T24" fmla="*/ 0 w 270"/>
                <a:gd name="T25" fmla="*/ 0 h 345"/>
                <a:gd name="T26" fmla="*/ 0 w 270"/>
                <a:gd name="T27" fmla="*/ 0 h 345"/>
                <a:gd name="T28" fmla="*/ 0 w 270"/>
                <a:gd name="T29" fmla="*/ 0 h 345"/>
                <a:gd name="T30" fmla="*/ 0 w 270"/>
                <a:gd name="T31" fmla="*/ 0 h 345"/>
                <a:gd name="T32" fmla="*/ 0 w 270"/>
                <a:gd name="T33" fmla="*/ 0 h 34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70" h="345">
                  <a:moveTo>
                    <a:pt x="51" y="0"/>
                  </a:moveTo>
                  <a:lnTo>
                    <a:pt x="13" y="7"/>
                  </a:lnTo>
                  <a:lnTo>
                    <a:pt x="0" y="39"/>
                  </a:lnTo>
                  <a:lnTo>
                    <a:pt x="3" y="65"/>
                  </a:lnTo>
                  <a:lnTo>
                    <a:pt x="26" y="101"/>
                  </a:lnTo>
                  <a:lnTo>
                    <a:pt x="57" y="112"/>
                  </a:lnTo>
                  <a:lnTo>
                    <a:pt x="116" y="149"/>
                  </a:lnTo>
                  <a:lnTo>
                    <a:pt x="172" y="195"/>
                  </a:lnTo>
                  <a:lnTo>
                    <a:pt x="212" y="259"/>
                  </a:lnTo>
                  <a:lnTo>
                    <a:pt x="257" y="325"/>
                  </a:lnTo>
                  <a:lnTo>
                    <a:pt x="270" y="345"/>
                  </a:lnTo>
                  <a:lnTo>
                    <a:pt x="257" y="267"/>
                  </a:lnTo>
                  <a:lnTo>
                    <a:pt x="247" y="198"/>
                  </a:lnTo>
                  <a:lnTo>
                    <a:pt x="225" y="140"/>
                  </a:lnTo>
                  <a:lnTo>
                    <a:pt x="188" y="86"/>
                  </a:lnTo>
                  <a:lnTo>
                    <a:pt x="90" y="10"/>
                  </a:lnTo>
                  <a:lnTo>
                    <a:pt x="51" y="0"/>
                  </a:lnTo>
                  <a:close/>
                </a:path>
              </a:pathLst>
            </a:custGeom>
            <a:solidFill>
              <a:srgbClr val="C0C0C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894" name="Freeform 300"/>
            <p:cNvSpPr/>
            <p:nvPr/>
          </p:nvSpPr>
          <p:spPr bwMode="auto">
            <a:xfrm>
              <a:off x="5494" y="1785"/>
              <a:ext cx="48" cy="34"/>
            </a:xfrm>
            <a:custGeom>
              <a:avLst/>
              <a:gdLst>
                <a:gd name="T0" fmla="*/ 0 w 287"/>
                <a:gd name="T1" fmla="*/ 0 h 199"/>
                <a:gd name="T2" fmla="*/ 0 w 287"/>
                <a:gd name="T3" fmla="*/ 0 h 199"/>
                <a:gd name="T4" fmla="*/ 0 w 287"/>
                <a:gd name="T5" fmla="*/ 0 h 199"/>
                <a:gd name="T6" fmla="*/ 0 w 287"/>
                <a:gd name="T7" fmla="*/ 0 h 199"/>
                <a:gd name="T8" fmla="*/ 0 w 287"/>
                <a:gd name="T9" fmla="*/ 0 h 199"/>
                <a:gd name="T10" fmla="*/ 0 w 287"/>
                <a:gd name="T11" fmla="*/ 0 h 199"/>
                <a:gd name="T12" fmla="*/ 0 w 287"/>
                <a:gd name="T13" fmla="*/ 0 h 199"/>
                <a:gd name="T14" fmla="*/ 0 w 287"/>
                <a:gd name="T15" fmla="*/ 0 h 199"/>
                <a:gd name="T16" fmla="*/ 0 w 287"/>
                <a:gd name="T17" fmla="*/ 0 h 199"/>
                <a:gd name="T18" fmla="*/ 0 w 287"/>
                <a:gd name="T19" fmla="*/ 0 h 19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87" h="199">
                  <a:moveTo>
                    <a:pt x="0" y="199"/>
                  </a:moveTo>
                  <a:lnTo>
                    <a:pt x="49" y="156"/>
                  </a:lnTo>
                  <a:lnTo>
                    <a:pt x="130" y="125"/>
                  </a:lnTo>
                  <a:lnTo>
                    <a:pt x="185" y="111"/>
                  </a:lnTo>
                  <a:lnTo>
                    <a:pt x="287" y="0"/>
                  </a:lnTo>
                  <a:lnTo>
                    <a:pt x="211" y="44"/>
                  </a:lnTo>
                  <a:lnTo>
                    <a:pt x="142" y="74"/>
                  </a:lnTo>
                  <a:lnTo>
                    <a:pt x="93" y="99"/>
                  </a:lnTo>
                  <a:lnTo>
                    <a:pt x="68" y="125"/>
                  </a:lnTo>
                  <a:lnTo>
                    <a:pt x="0" y="199"/>
                  </a:lnTo>
                  <a:close/>
                </a:path>
              </a:pathLst>
            </a:custGeom>
            <a:solidFill>
              <a:srgbClr val="E0E0E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895" name="Freeform 301"/>
            <p:cNvSpPr/>
            <p:nvPr/>
          </p:nvSpPr>
          <p:spPr bwMode="auto">
            <a:xfrm>
              <a:off x="5458" y="1846"/>
              <a:ext cx="27" cy="86"/>
            </a:xfrm>
            <a:custGeom>
              <a:avLst/>
              <a:gdLst>
                <a:gd name="T0" fmla="*/ 0 w 162"/>
                <a:gd name="T1" fmla="*/ 0 h 514"/>
                <a:gd name="T2" fmla="*/ 0 w 162"/>
                <a:gd name="T3" fmla="*/ 0 h 514"/>
                <a:gd name="T4" fmla="*/ 0 w 162"/>
                <a:gd name="T5" fmla="*/ 0 h 514"/>
                <a:gd name="T6" fmla="*/ 0 w 162"/>
                <a:gd name="T7" fmla="*/ 0 h 514"/>
                <a:gd name="T8" fmla="*/ 0 w 162"/>
                <a:gd name="T9" fmla="*/ 0 h 514"/>
                <a:gd name="T10" fmla="*/ 0 w 162"/>
                <a:gd name="T11" fmla="*/ 0 h 514"/>
                <a:gd name="T12" fmla="*/ 0 w 162"/>
                <a:gd name="T13" fmla="*/ 0 h 514"/>
                <a:gd name="T14" fmla="*/ 0 w 162"/>
                <a:gd name="T15" fmla="*/ 0 h 514"/>
                <a:gd name="T16" fmla="*/ 0 w 162"/>
                <a:gd name="T17" fmla="*/ 0 h 514"/>
                <a:gd name="T18" fmla="*/ 0 w 162"/>
                <a:gd name="T19" fmla="*/ 0 h 514"/>
                <a:gd name="T20" fmla="*/ 0 w 162"/>
                <a:gd name="T21" fmla="*/ 0 h 514"/>
                <a:gd name="T22" fmla="*/ 0 w 162"/>
                <a:gd name="T23" fmla="*/ 0 h 514"/>
                <a:gd name="T24" fmla="*/ 0 w 162"/>
                <a:gd name="T25" fmla="*/ 0 h 514"/>
                <a:gd name="T26" fmla="*/ 0 w 162"/>
                <a:gd name="T27" fmla="*/ 0 h 514"/>
                <a:gd name="T28" fmla="*/ 0 w 162"/>
                <a:gd name="T29" fmla="*/ 0 h 514"/>
                <a:gd name="T30" fmla="*/ 0 w 162"/>
                <a:gd name="T31" fmla="*/ 0 h 514"/>
                <a:gd name="T32" fmla="*/ 0 w 162"/>
                <a:gd name="T33" fmla="*/ 0 h 514"/>
                <a:gd name="T34" fmla="*/ 0 w 162"/>
                <a:gd name="T35" fmla="*/ 0 h 514"/>
                <a:gd name="T36" fmla="*/ 0 w 162"/>
                <a:gd name="T37" fmla="*/ 0 h 51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62" h="514">
                  <a:moveTo>
                    <a:pt x="0" y="514"/>
                  </a:moveTo>
                  <a:lnTo>
                    <a:pt x="81" y="514"/>
                  </a:lnTo>
                  <a:lnTo>
                    <a:pt x="106" y="508"/>
                  </a:lnTo>
                  <a:lnTo>
                    <a:pt x="106" y="489"/>
                  </a:lnTo>
                  <a:lnTo>
                    <a:pt x="124" y="470"/>
                  </a:lnTo>
                  <a:lnTo>
                    <a:pt x="150" y="451"/>
                  </a:lnTo>
                  <a:lnTo>
                    <a:pt x="137" y="433"/>
                  </a:lnTo>
                  <a:lnTo>
                    <a:pt x="137" y="407"/>
                  </a:lnTo>
                  <a:lnTo>
                    <a:pt x="156" y="376"/>
                  </a:lnTo>
                  <a:lnTo>
                    <a:pt x="156" y="344"/>
                  </a:lnTo>
                  <a:lnTo>
                    <a:pt x="144" y="306"/>
                  </a:lnTo>
                  <a:lnTo>
                    <a:pt x="144" y="224"/>
                  </a:lnTo>
                  <a:lnTo>
                    <a:pt x="162" y="150"/>
                  </a:lnTo>
                  <a:lnTo>
                    <a:pt x="156" y="94"/>
                  </a:lnTo>
                  <a:lnTo>
                    <a:pt x="156" y="0"/>
                  </a:lnTo>
                  <a:lnTo>
                    <a:pt x="106" y="142"/>
                  </a:lnTo>
                  <a:lnTo>
                    <a:pt x="62" y="275"/>
                  </a:lnTo>
                  <a:lnTo>
                    <a:pt x="32" y="419"/>
                  </a:lnTo>
                  <a:lnTo>
                    <a:pt x="0" y="514"/>
                  </a:lnTo>
                  <a:close/>
                </a:path>
              </a:pathLst>
            </a:custGeom>
            <a:solidFill>
              <a:srgbClr val="E0E0E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896" name="Freeform 302"/>
            <p:cNvSpPr/>
            <p:nvPr/>
          </p:nvSpPr>
          <p:spPr bwMode="auto">
            <a:xfrm>
              <a:off x="5498" y="1939"/>
              <a:ext cx="48" cy="16"/>
            </a:xfrm>
            <a:custGeom>
              <a:avLst/>
              <a:gdLst>
                <a:gd name="T0" fmla="*/ 0 w 289"/>
                <a:gd name="T1" fmla="*/ 0 h 97"/>
                <a:gd name="T2" fmla="*/ 0 w 289"/>
                <a:gd name="T3" fmla="*/ 0 h 97"/>
                <a:gd name="T4" fmla="*/ 0 w 289"/>
                <a:gd name="T5" fmla="*/ 0 h 97"/>
                <a:gd name="T6" fmla="*/ 0 w 289"/>
                <a:gd name="T7" fmla="*/ 0 h 97"/>
                <a:gd name="T8" fmla="*/ 0 w 289"/>
                <a:gd name="T9" fmla="*/ 0 h 97"/>
                <a:gd name="T10" fmla="*/ 0 w 289"/>
                <a:gd name="T11" fmla="*/ 0 h 97"/>
                <a:gd name="T12" fmla="*/ 0 w 289"/>
                <a:gd name="T13" fmla="*/ 0 h 97"/>
                <a:gd name="T14" fmla="*/ 0 w 289"/>
                <a:gd name="T15" fmla="*/ 0 h 97"/>
                <a:gd name="T16" fmla="*/ 0 w 289"/>
                <a:gd name="T17" fmla="*/ 0 h 97"/>
                <a:gd name="T18" fmla="*/ 0 w 289"/>
                <a:gd name="T19" fmla="*/ 0 h 97"/>
                <a:gd name="T20" fmla="*/ 0 w 289"/>
                <a:gd name="T21" fmla="*/ 0 h 9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89" h="97">
                  <a:moveTo>
                    <a:pt x="232" y="47"/>
                  </a:moveTo>
                  <a:lnTo>
                    <a:pt x="168" y="19"/>
                  </a:lnTo>
                  <a:lnTo>
                    <a:pt x="110" y="4"/>
                  </a:lnTo>
                  <a:lnTo>
                    <a:pt x="32" y="0"/>
                  </a:lnTo>
                  <a:lnTo>
                    <a:pt x="0" y="6"/>
                  </a:lnTo>
                  <a:lnTo>
                    <a:pt x="15" y="37"/>
                  </a:lnTo>
                  <a:lnTo>
                    <a:pt x="45" y="61"/>
                  </a:lnTo>
                  <a:lnTo>
                    <a:pt x="113" y="79"/>
                  </a:lnTo>
                  <a:lnTo>
                    <a:pt x="219" y="97"/>
                  </a:lnTo>
                  <a:lnTo>
                    <a:pt x="289" y="91"/>
                  </a:lnTo>
                  <a:lnTo>
                    <a:pt x="232" y="47"/>
                  </a:lnTo>
                  <a:close/>
                </a:path>
              </a:pathLst>
            </a:custGeom>
            <a:solidFill>
              <a:srgbClr val="C0C0C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897" name="Freeform 303"/>
            <p:cNvSpPr/>
            <p:nvPr/>
          </p:nvSpPr>
          <p:spPr bwMode="auto">
            <a:xfrm>
              <a:off x="5458" y="1947"/>
              <a:ext cx="30" cy="36"/>
            </a:xfrm>
            <a:custGeom>
              <a:avLst/>
              <a:gdLst>
                <a:gd name="T0" fmla="*/ 0 w 176"/>
                <a:gd name="T1" fmla="*/ 0 h 216"/>
                <a:gd name="T2" fmla="*/ 0 w 176"/>
                <a:gd name="T3" fmla="*/ 0 h 216"/>
                <a:gd name="T4" fmla="*/ 0 w 176"/>
                <a:gd name="T5" fmla="*/ 0 h 216"/>
                <a:gd name="T6" fmla="*/ 0 w 176"/>
                <a:gd name="T7" fmla="*/ 0 h 216"/>
                <a:gd name="T8" fmla="*/ 0 w 176"/>
                <a:gd name="T9" fmla="*/ 0 h 216"/>
                <a:gd name="T10" fmla="*/ 0 w 176"/>
                <a:gd name="T11" fmla="*/ 0 h 216"/>
                <a:gd name="T12" fmla="*/ 0 w 176"/>
                <a:gd name="T13" fmla="*/ 0 h 216"/>
                <a:gd name="T14" fmla="*/ 0 w 176"/>
                <a:gd name="T15" fmla="*/ 0 h 216"/>
                <a:gd name="T16" fmla="*/ 0 w 176"/>
                <a:gd name="T17" fmla="*/ 0 h 216"/>
                <a:gd name="T18" fmla="*/ 0 w 176"/>
                <a:gd name="T19" fmla="*/ 0 h 216"/>
                <a:gd name="T20" fmla="*/ 0 w 176"/>
                <a:gd name="T21" fmla="*/ 0 h 216"/>
                <a:gd name="T22" fmla="*/ 0 w 176"/>
                <a:gd name="T23" fmla="*/ 0 h 216"/>
                <a:gd name="T24" fmla="*/ 0 w 176"/>
                <a:gd name="T25" fmla="*/ 0 h 21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6" h="216">
                  <a:moveTo>
                    <a:pt x="81" y="59"/>
                  </a:moveTo>
                  <a:lnTo>
                    <a:pt x="59" y="14"/>
                  </a:lnTo>
                  <a:lnTo>
                    <a:pt x="26" y="0"/>
                  </a:lnTo>
                  <a:lnTo>
                    <a:pt x="3" y="11"/>
                  </a:lnTo>
                  <a:lnTo>
                    <a:pt x="0" y="35"/>
                  </a:lnTo>
                  <a:lnTo>
                    <a:pt x="15" y="76"/>
                  </a:lnTo>
                  <a:lnTo>
                    <a:pt x="40" y="115"/>
                  </a:lnTo>
                  <a:lnTo>
                    <a:pt x="71" y="150"/>
                  </a:lnTo>
                  <a:lnTo>
                    <a:pt x="113" y="185"/>
                  </a:lnTo>
                  <a:lnTo>
                    <a:pt x="176" y="216"/>
                  </a:lnTo>
                  <a:lnTo>
                    <a:pt x="119" y="153"/>
                  </a:lnTo>
                  <a:lnTo>
                    <a:pt x="100" y="108"/>
                  </a:lnTo>
                  <a:lnTo>
                    <a:pt x="81" y="59"/>
                  </a:lnTo>
                  <a:close/>
                </a:path>
              </a:pathLst>
            </a:custGeom>
            <a:solidFill>
              <a:srgbClr val="C0C0C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244898" name="Freeform 304"/>
            <p:cNvSpPr/>
            <p:nvPr/>
          </p:nvSpPr>
          <p:spPr bwMode="auto">
            <a:xfrm>
              <a:off x="5506" y="1757"/>
              <a:ext cx="70" cy="44"/>
            </a:xfrm>
            <a:custGeom>
              <a:avLst/>
              <a:gdLst>
                <a:gd name="T0" fmla="*/ 0 w 418"/>
                <a:gd name="T1" fmla="*/ 0 h 260"/>
                <a:gd name="T2" fmla="*/ 0 w 418"/>
                <a:gd name="T3" fmla="*/ 0 h 260"/>
                <a:gd name="T4" fmla="*/ 0 w 418"/>
                <a:gd name="T5" fmla="*/ 0 h 260"/>
                <a:gd name="T6" fmla="*/ 0 w 418"/>
                <a:gd name="T7" fmla="*/ 0 h 260"/>
                <a:gd name="T8" fmla="*/ 0 w 418"/>
                <a:gd name="T9" fmla="*/ 0 h 260"/>
                <a:gd name="T10" fmla="*/ 0 w 418"/>
                <a:gd name="T11" fmla="*/ 0 h 260"/>
                <a:gd name="T12" fmla="*/ 0 w 418"/>
                <a:gd name="T13" fmla="*/ 0 h 260"/>
                <a:gd name="T14" fmla="*/ 0 w 418"/>
                <a:gd name="T15" fmla="*/ 0 h 260"/>
                <a:gd name="T16" fmla="*/ 0 w 418"/>
                <a:gd name="T17" fmla="*/ 0 h 260"/>
                <a:gd name="T18" fmla="*/ 0 w 418"/>
                <a:gd name="T19" fmla="*/ 0 h 260"/>
                <a:gd name="T20" fmla="*/ 0 w 418"/>
                <a:gd name="T21" fmla="*/ 0 h 260"/>
                <a:gd name="T22" fmla="*/ 0 w 418"/>
                <a:gd name="T23" fmla="*/ 0 h 26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418" h="260">
                  <a:moveTo>
                    <a:pt x="0" y="260"/>
                  </a:moveTo>
                  <a:lnTo>
                    <a:pt x="13" y="153"/>
                  </a:lnTo>
                  <a:lnTo>
                    <a:pt x="101" y="116"/>
                  </a:lnTo>
                  <a:lnTo>
                    <a:pt x="220" y="69"/>
                  </a:lnTo>
                  <a:lnTo>
                    <a:pt x="304" y="35"/>
                  </a:lnTo>
                  <a:lnTo>
                    <a:pt x="386" y="0"/>
                  </a:lnTo>
                  <a:lnTo>
                    <a:pt x="418" y="76"/>
                  </a:lnTo>
                  <a:lnTo>
                    <a:pt x="341" y="119"/>
                  </a:lnTo>
                  <a:lnTo>
                    <a:pt x="252" y="150"/>
                  </a:lnTo>
                  <a:lnTo>
                    <a:pt x="182" y="170"/>
                  </a:lnTo>
                  <a:lnTo>
                    <a:pt x="98" y="216"/>
                  </a:lnTo>
                  <a:lnTo>
                    <a:pt x="0" y="260"/>
                  </a:lnTo>
                  <a:close/>
                </a:path>
              </a:pathLst>
            </a:custGeom>
            <a:solidFill>
              <a:srgbClr val="E0E0E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grpSp>
      <p:grpSp>
        <p:nvGrpSpPr>
          <p:cNvPr id="244801" name="Group 305"/>
          <p:cNvGrpSpPr/>
          <p:nvPr/>
        </p:nvGrpSpPr>
        <p:grpSpPr bwMode="auto">
          <a:xfrm>
            <a:off x="9583686" y="4873626"/>
            <a:ext cx="247650" cy="307975"/>
            <a:chOff x="5511" y="1960"/>
            <a:chExt cx="144" cy="194"/>
          </a:xfrm>
        </p:grpSpPr>
        <p:sp>
          <p:nvSpPr>
            <p:cNvPr id="244883" name="Freeform 306"/>
            <p:cNvSpPr/>
            <p:nvPr/>
          </p:nvSpPr>
          <p:spPr bwMode="auto">
            <a:xfrm>
              <a:off x="5511" y="1960"/>
              <a:ext cx="144" cy="194"/>
            </a:xfrm>
            <a:custGeom>
              <a:avLst/>
              <a:gdLst>
                <a:gd name="T0" fmla="*/ 0 w 863"/>
                <a:gd name="T1" fmla="*/ 0 h 1164"/>
                <a:gd name="T2" fmla="*/ 0 w 863"/>
                <a:gd name="T3" fmla="*/ 0 h 1164"/>
                <a:gd name="T4" fmla="*/ 0 w 863"/>
                <a:gd name="T5" fmla="*/ 0 h 1164"/>
                <a:gd name="T6" fmla="*/ 0 w 863"/>
                <a:gd name="T7" fmla="*/ 0 h 1164"/>
                <a:gd name="T8" fmla="*/ 0 w 863"/>
                <a:gd name="T9" fmla="*/ 0 h 1164"/>
                <a:gd name="T10" fmla="*/ 0 w 863"/>
                <a:gd name="T11" fmla="*/ 0 h 1164"/>
                <a:gd name="T12" fmla="*/ 0 w 863"/>
                <a:gd name="T13" fmla="*/ 0 h 1164"/>
                <a:gd name="T14" fmla="*/ 0 w 863"/>
                <a:gd name="T15" fmla="*/ 0 h 1164"/>
                <a:gd name="T16" fmla="*/ 0 w 863"/>
                <a:gd name="T17" fmla="*/ 0 h 1164"/>
                <a:gd name="T18" fmla="*/ 0 w 863"/>
                <a:gd name="T19" fmla="*/ 0 h 1164"/>
                <a:gd name="T20" fmla="*/ 0 w 863"/>
                <a:gd name="T21" fmla="*/ 0 h 1164"/>
                <a:gd name="T22" fmla="*/ 0 w 863"/>
                <a:gd name="T23" fmla="*/ 0 h 1164"/>
                <a:gd name="T24" fmla="*/ 0 w 863"/>
                <a:gd name="T25" fmla="*/ 0 h 1164"/>
                <a:gd name="T26" fmla="*/ 0 w 863"/>
                <a:gd name="T27" fmla="*/ 0 h 1164"/>
                <a:gd name="T28" fmla="*/ 0 w 863"/>
                <a:gd name="T29" fmla="*/ 0 h 1164"/>
                <a:gd name="T30" fmla="*/ 0 w 863"/>
                <a:gd name="T31" fmla="*/ 0 h 1164"/>
                <a:gd name="T32" fmla="*/ 0 w 863"/>
                <a:gd name="T33" fmla="*/ 0 h 1164"/>
                <a:gd name="T34" fmla="*/ 0 w 863"/>
                <a:gd name="T35" fmla="*/ 0 h 1164"/>
                <a:gd name="T36" fmla="*/ 0 w 863"/>
                <a:gd name="T37" fmla="*/ 0 h 1164"/>
                <a:gd name="T38" fmla="*/ 0 w 863"/>
                <a:gd name="T39" fmla="*/ 0 h 1164"/>
                <a:gd name="T40" fmla="*/ 0 w 863"/>
                <a:gd name="T41" fmla="*/ 0 h 1164"/>
                <a:gd name="T42" fmla="*/ 0 w 863"/>
                <a:gd name="T43" fmla="*/ 0 h 1164"/>
                <a:gd name="T44" fmla="*/ 0 w 863"/>
                <a:gd name="T45" fmla="*/ 0 h 1164"/>
                <a:gd name="T46" fmla="*/ 0 w 863"/>
                <a:gd name="T47" fmla="*/ 0 h 1164"/>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863" h="1164">
                  <a:moveTo>
                    <a:pt x="385" y="172"/>
                  </a:moveTo>
                  <a:lnTo>
                    <a:pt x="543" y="158"/>
                  </a:lnTo>
                  <a:lnTo>
                    <a:pt x="637" y="133"/>
                  </a:lnTo>
                  <a:lnTo>
                    <a:pt x="667" y="90"/>
                  </a:lnTo>
                  <a:lnTo>
                    <a:pt x="667" y="52"/>
                  </a:lnTo>
                  <a:lnTo>
                    <a:pt x="694" y="20"/>
                  </a:lnTo>
                  <a:lnTo>
                    <a:pt x="782" y="0"/>
                  </a:lnTo>
                  <a:lnTo>
                    <a:pt x="863" y="7"/>
                  </a:lnTo>
                  <a:lnTo>
                    <a:pt x="763" y="907"/>
                  </a:lnTo>
                  <a:lnTo>
                    <a:pt x="694" y="990"/>
                  </a:lnTo>
                  <a:lnTo>
                    <a:pt x="605" y="1071"/>
                  </a:lnTo>
                  <a:lnTo>
                    <a:pt x="481" y="1134"/>
                  </a:lnTo>
                  <a:lnTo>
                    <a:pt x="334" y="1153"/>
                  </a:lnTo>
                  <a:lnTo>
                    <a:pt x="138" y="1164"/>
                  </a:lnTo>
                  <a:lnTo>
                    <a:pt x="25" y="1147"/>
                  </a:lnTo>
                  <a:lnTo>
                    <a:pt x="0" y="1083"/>
                  </a:lnTo>
                  <a:lnTo>
                    <a:pt x="13" y="1001"/>
                  </a:lnTo>
                  <a:lnTo>
                    <a:pt x="95" y="750"/>
                  </a:lnTo>
                  <a:lnTo>
                    <a:pt x="163" y="499"/>
                  </a:lnTo>
                  <a:lnTo>
                    <a:pt x="195" y="310"/>
                  </a:lnTo>
                  <a:lnTo>
                    <a:pt x="195" y="259"/>
                  </a:lnTo>
                  <a:lnTo>
                    <a:pt x="239" y="190"/>
                  </a:lnTo>
                  <a:lnTo>
                    <a:pt x="291" y="172"/>
                  </a:lnTo>
                  <a:lnTo>
                    <a:pt x="385" y="172"/>
                  </a:lnTo>
                  <a:close/>
                </a:path>
              </a:pathLst>
            </a:custGeom>
            <a:solidFill>
              <a:srgbClr val="404040"/>
            </a:solidFill>
            <a:ln w="1588">
              <a:solidFill>
                <a:srgbClr val="000000"/>
              </a:solidFill>
              <a:prstDash val="solid"/>
              <a:round/>
            </a:ln>
          </p:spPr>
          <p:txBody>
            <a:bodyPr/>
            <a:lstStyle/>
            <a:p>
              <a:endParaRPr lang="zh-CN" altLang="en-US" b="1">
                <a:solidFill>
                  <a:srgbClr val="000099"/>
                </a:solidFill>
              </a:endParaRPr>
            </a:p>
          </p:txBody>
        </p:sp>
        <p:sp>
          <p:nvSpPr>
            <p:cNvPr id="244884" name="Freeform 307"/>
            <p:cNvSpPr/>
            <p:nvPr/>
          </p:nvSpPr>
          <p:spPr bwMode="auto">
            <a:xfrm>
              <a:off x="5528" y="1970"/>
              <a:ext cx="124" cy="177"/>
            </a:xfrm>
            <a:custGeom>
              <a:avLst/>
              <a:gdLst>
                <a:gd name="T0" fmla="*/ 0 w 743"/>
                <a:gd name="T1" fmla="*/ 0 h 1068"/>
                <a:gd name="T2" fmla="*/ 0 w 743"/>
                <a:gd name="T3" fmla="*/ 0 h 1068"/>
                <a:gd name="T4" fmla="*/ 0 w 743"/>
                <a:gd name="T5" fmla="*/ 0 h 1068"/>
                <a:gd name="T6" fmla="*/ 0 w 743"/>
                <a:gd name="T7" fmla="*/ 0 h 1068"/>
                <a:gd name="T8" fmla="*/ 0 w 743"/>
                <a:gd name="T9" fmla="*/ 0 h 1068"/>
                <a:gd name="T10" fmla="*/ 0 w 743"/>
                <a:gd name="T11" fmla="*/ 0 h 1068"/>
                <a:gd name="T12" fmla="*/ 0 w 743"/>
                <a:gd name="T13" fmla="*/ 0 h 1068"/>
                <a:gd name="T14" fmla="*/ 0 w 743"/>
                <a:gd name="T15" fmla="*/ 0 h 1068"/>
                <a:gd name="T16" fmla="*/ 0 w 743"/>
                <a:gd name="T17" fmla="*/ 0 h 1068"/>
                <a:gd name="T18" fmla="*/ 0 w 743"/>
                <a:gd name="T19" fmla="*/ 0 h 1068"/>
                <a:gd name="T20" fmla="*/ 0 w 743"/>
                <a:gd name="T21" fmla="*/ 0 h 1068"/>
                <a:gd name="T22" fmla="*/ 0 w 743"/>
                <a:gd name="T23" fmla="*/ 0 h 1068"/>
                <a:gd name="T24" fmla="*/ 0 w 743"/>
                <a:gd name="T25" fmla="*/ 0 h 1068"/>
                <a:gd name="T26" fmla="*/ 0 w 743"/>
                <a:gd name="T27" fmla="*/ 0 h 1068"/>
                <a:gd name="T28" fmla="*/ 0 w 743"/>
                <a:gd name="T29" fmla="*/ 0 h 1068"/>
                <a:gd name="T30" fmla="*/ 0 w 743"/>
                <a:gd name="T31" fmla="*/ 0 h 1068"/>
                <a:gd name="T32" fmla="*/ 0 w 743"/>
                <a:gd name="T33" fmla="*/ 0 h 1068"/>
                <a:gd name="T34" fmla="*/ 0 w 743"/>
                <a:gd name="T35" fmla="*/ 0 h 1068"/>
                <a:gd name="T36" fmla="*/ 0 w 743"/>
                <a:gd name="T37" fmla="*/ 0 h 1068"/>
                <a:gd name="T38" fmla="*/ 0 w 743"/>
                <a:gd name="T39" fmla="*/ 0 h 1068"/>
                <a:gd name="T40" fmla="*/ 0 w 743"/>
                <a:gd name="T41" fmla="*/ 0 h 106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743" h="1068">
                  <a:moveTo>
                    <a:pt x="257" y="214"/>
                  </a:moveTo>
                  <a:lnTo>
                    <a:pt x="397" y="207"/>
                  </a:lnTo>
                  <a:lnTo>
                    <a:pt x="542" y="182"/>
                  </a:lnTo>
                  <a:lnTo>
                    <a:pt x="628" y="138"/>
                  </a:lnTo>
                  <a:lnTo>
                    <a:pt x="679" y="100"/>
                  </a:lnTo>
                  <a:lnTo>
                    <a:pt x="743" y="0"/>
                  </a:lnTo>
                  <a:lnTo>
                    <a:pt x="648" y="822"/>
                  </a:lnTo>
                  <a:lnTo>
                    <a:pt x="585" y="898"/>
                  </a:lnTo>
                  <a:lnTo>
                    <a:pt x="516" y="967"/>
                  </a:lnTo>
                  <a:lnTo>
                    <a:pt x="428" y="1016"/>
                  </a:lnTo>
                  <a:lnTo>
                    <a:pt x="353" y="1042"/>
                  </a:lnTo>
                  <a:lnTo>
                    <a:pt x="257" y="1055"/>
                  </a:lnTo>
                  <a:lnTo>
                    <a:pt x="170" y="1068"/>
                  </a:lnTo>
                  <a:lnTo>
                    <a:pt x="69" y="1068"/>
                  </a:lnTo>
                  <a:lnTo>
                    <a:pt x="24" y="1055"/>
                  </a:lnTo>
                  <a:lnTo>
                    <a:pt x="0" y="1016"/>
                  </a:lnTo>
                  <a:lnTo>
                    <a:pt x="11" y="956"/>
                  </a:lnTo>
                  <a:lnTo>
                    <a:pt x="75" y="809"/>
                  </a:lnTo>
                  <a:lnTo>
                    <a:pt x="184" y="321"/>
                  </a:lnTo>
                  <a:lnTo>
                    <a:pt x="201" y="252"/>
                  </a:lnTo>
                  <a:lnTo>
                    <a:pt x="257" y="214"/>
                  </a:lnTo>
                  <a:close/>
                </a:path>
              </a:pathLst>
            </a:custGeom>
            <a:solidFill>
              <a:srgbClr val="60606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grpSp>
      <p:sp>
        <p:nvSpPr>
          <p:cNvPr id="244802" name="Oval 308"/>
          <p:cNvSpPr>
            <a:spLocks noChangeArrowheads="1"/>
          </p:cNvSpPr>
          <p:nvPr/>
        </p:nvSpPr>
        <p:spPr bwMode="auto">
          <a:xfrm>
            <a:off x="8780543" y="4624389"/>
            <a:ext cx="323321" cy="161925"/>
          </a:xfrm>
          <a:prstGeom prst="ellipse">
            <a:avLst/>
          </a:prstGeom>
          <a:solidFill>
            <a:schemeClr val="bg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solidFill>
                <a:srgbClr val="000099"/>
              </a:solidFill>
            </a:endParaRPr>
          </a:p>
        </p:txBody>
      </p:sp>
      <p:sp>
        <p:nvSpPr>
          <p:cNvPr id="244803" name="Oval 309"/>
          <p:cNvSpPr>
            <a:spLocks noChangeArrowheads="1"/>
          </p:cNvSpPr>
          <p:nvPr/>
        </p:nvSpPr>
        <p:spPr bwMode="auto">
          <a:xfrm>
            <a:off x="2004564" y="4352925"/>
            <a:ext cx="1405070" cy="1296988"/>
          </a:xfrm>
          <a:prstGeom prst="ellipse">
            <a:avLst/>
          </a:prstGeom>
          <a:solidFill>
            <a:srgbClr val="66FF66"/>
          </a:solidFill>
          <a:ln w="19050">
            <a:solidFill>
              <a:schemeClr val="folHlink"/>
            </a:solidFill>
            <a:round/>
          </a:ln>
          <a:effectLst>
            <a:outerShdw dist="35921" dir="2700000" algn="ctr" rotWithShape="0">
              <a:schemeClr val="bg2"/>
            </a:outerShdw>
          </a:effectLst>
        </p:spPr>
        <p:txBody>
          <a:bodyPr wrap="none" anchor="ctr"/>
          <a:lstStyle/>
          <a:p>
            <a:pPr eaLnBrk="1" hangingPunct="1"/>
            <a:endParaRPr lang="zh-CN" altLang="en-US" b="1">
              <a:solidFill>
                <a:srgbClr val="000099"/>
              </a:solidFill>
            </a:endParaRPr>
          </a:p>
        </p:txBody>
      </p:sp>
      <p:grpSp>
        <p:nvGrpSpPr>
          <p:cNvPr id="244804" name="Group 310"/>
          <p:cNvGrpSpPr/>
          <p:nvPr/>
        </p:nvGrpSpPr>
        <p:grpSpPr bwMode="auto">
          <a:xfrm>
            <a:off x="2419034" y="4462463"/>
            <a:ext cx="495300" cy="457200"/>
            <a:chOff x="2351" y="2975"/>
            <a:chExt cx="481" cy="433"/>
          </a:xfrm>
        </p:grpSpPr>
        <p:sp>
          <p:nvSpPr>
            <p:cNvPr id="244874" name="Rectangle 311"/>
            <p:cNvSpPr>
              <a:spLocks noChangeArrowheads="1"/>
            </p:cNvSpPr>
            <p:nvPr/>
          </p:nvSpPr>
          <p:spPr bwMode="auto">
            <a:xfrm rot="-5400000">
              <a:off x="2376" y="2952"/>
              <a:ext cx="432" cy="480"/>
            </a:xfrm>
            <a:prstGeom prst="rect">
              <a:avLst/>
            </a:prstGeom>
            <a:solidFill>
              <a:srgbClr val="CCECFF"/>
            </a:solidFill>
            <a:ln w="19050">
              <a:solidFill>
                <a:schemeClr val="tx1"/>
              </a:solidFill>
              <a:miter lim="800000"/>
            </a:ln>
            <a:effectLst>
              <a:outerShdw dist="35921" dir="2700000" algn="ctr" rotWithShape="0">
                <a:schemeClr val="bg2"/>
              </a:outerShdw>
            </a:effectLst>
          </p:spPr>
          <p:txBody>
            <a:bodyPr wrap="none" anchor="ctr"/>
            <a:lstStyle/>
            <a:p>
              <a:pPr eaLnBrk="1" hangingPunct="1"/>
              <a:endParaRPr lang="zh-CN" altLang="en-US" b="1">
                <a:solidFill>
                  <a:srgbClr val="000099"/>
                </a:solidFill>
              </a:endParaRPr>
            </a:p>
          </p:txBody>
        </p:sp>
        <p:sp>
          <p:nvSpPr>
            <p:cNvPr id="244875" name="Line 312"/>
            <p:cNvSpPr>
              <a:spLocks noChangeShapeType="1"/>
            </p:cNvSpPr>
            <p:nvPr/>
          </p:nvSpPr>
          <p:spPr bwMode="auto">
            <a:xfrm rot="10800000">
              <a:off x="2351" y="3321"/>
              <a:ext cx="48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44876" name="Line 313"/>
            <p:cNvSpPr>
              <a:spLocks noChangeShapeType="1"/>
            </p:cNvSpPr>
            <p:nvPr/>
          </p:nvSpPr>
          <p:spPr bwMode="auto">
            <a:xfrm rot="10800000">
              <a:off x="2351" y="3234"/>
              <a:ext cx="48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44877" name="Line 314"/>
            <p:cNvSpPr>
              <a:spLocks noChangeShapeType="1"/>
            </p:cNvSpPr>
            <p:nvPr/>
          </p:nvSpPr>
          <p:spPr bwMode="auto">
            <a:xfrm rot="10800000">
              <a:off x="2351" y="3148"/>
              <a:ext cx="48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44878" name="Line 315"/>
            <p:cNvSpPr>
              <a:spLocks noChangeShapeType="1"/>
            </p:cNvSpPr>
            <p:nvPr/>
          </p:nvSpPr>
          <p:spPr bwMode="auto">
            <a:xfrm rot="10800000">
              <a:off x="2351" y="3061"/>
              <a:ext cx="48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44879" name="Line 316"/>
            <p:cNvSpPr>
              <a:spLocks noChangeShapeType="1"/>
            </p:cNvSpPr>
            <p:nvPr/>
          </p:nvSpPr>
          <p:spPr bwMode="auto">
            <a:xfrm rot="5400000">
              <a:off x="2519" y="3191"/>
              <a:ext cx="432"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44880" name="Line 317"/>
            <p:cNvSpPr>
              <a:spLocks noChangeShapeType="1"/>
            </p:cNvSpPr>
            <p:nvPr/>
          </p:nvSpPr>
          <p:spPr bwMode="auto">
            <a:xfrm rot="5400000">
              <a:off x="2423" y="3191"/>
              <a:ext cx="432"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44881" name="Line 318"/>
            <p:cNvSpPr>
              <a:spLocks noChangeShapeType="1"/>
            </p:cNvSpPr>
            <p:nvPr/>
          </p:nvSpPr>
          <p:spPr bwMode="auto">
            <a:xfrm rot="5400000">
              <a:off x="2327" y="3191"/>
              <a:ext cx="432"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44882" name="Line 319"/>
            <p:cNvSpPr>
              <a:spLocks noChangeShapeType="1"/>
            </p:cNvSpPr>
            <p:nvPr/>
          </p:nvSpPr>
          <p:spPr bwMode="auto">
            <a:xfrm rot="5400000">
              <a:off x="2231" y="3191"/>
              <a:ext cx="432"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grpSp>
      <p:grpSp>
        <p:nvGrpSpPr>
          <p:cNvPr id="244805" name="Group 320"/>
          <p:cNvGrpSpPr/>
          <p:nvPr/>
        </p:nvGrpSpPr>
        <p:grpSpPr bwMode="auto">
          <a:xfrm>
            <a:off x="2305528" y="5014913"/>
            <a:ext cx="791104" cy="457200"/>
            <a:chOff x="1296" y="768"/>
            <a:chExt cx="556" cy="336"/>
          </a:xfrm>
        </p:grpSpPr>
        <p:sp>
          <p:nvSpPr>
            <p:cNvPr id="244851" name="Rectangle 321"/>
            <p:cNvSpPr>
              <a:spLocks noChangeArrowheads="1"/>
            </p:cNvSpPr>
            <p:nvPr/>
          </p:nvSpPr>
          <p:spPr bwMode="auto">
            <a:xfrm>
              <a:off x="1296" y="768"/>
              <a:ext cx="556" cy="336"/>
            </a:xfrm>
            <a:prstGeom prst="rect">
              <a:avLst/>
            </a:prstGeom>
            <a:solidFill>
              <a:srgbClr val="FFFF99"/>
            </a:solidFill>
            <a:ln w="12700">
              <a:solidFill>
                <a:schemeClr val="tx1"/>
              </a:solidFill>
              <a:miter lim="800000"/>
            </a:ln>
            <a:effectLst>
              <a:outerShdw dist="35921" dir="2700000" algn="ctr" rotWithShape="0">
                <a:schemeClr val="bg2"/>
              </a:outerShdw>
            </a:effectLst>
          </p:spPr>
          <p:txBody>
            <a:bodyPr wrap="none" anchor="ctr"/>
            <a:lstStyle/>
            <a:p>
              <a:pPr algn="ctr" eaLnBrk="1" hangingPunct="1"/>
              <a:endParaRPr kumimoji="1" lang="zh-CN" altLang="zh-CN" sz="1800" b="1">
                <a:solidFill>
                  <a:srgbClr val="000099"/>
                </a:solidFill>
                <a:latin typeface="Arial" panose="020B0604020202020204" pitchFamily="34" charset="0"/>
                <a:ea typeface="黑体" panose="02010609060101010101" pitchFamily="2" charset="-122"/>
              </a:endParaRPr>
            </a:p>
          </p:txBody>
        </p:sp>
        <p:grpSp>
          <p:nvGrpSpPr>
            <p:cNvPr id="244852" name="Group 322"/>
            <p:cNvGrpSpPr/>
            <p:nvPr/>
          </p:nvGrpSpPr>
          <p:grpSpPr bwMode="auto">
            <a:xfrm>
              <a:off x="1367" y="829"/>
              <a:ext cx="393" cy="214"/>
              <a:chOff x="2928" y="3744"/>
              <a:chExt cx="528" cy="336"/>
            </a:xfrm>
          </p:grpSpPr>
          <p:grpSp>
            <p:nvGrpSpPr>
              <p:cNvPr id="244853" name="Group 323"/>
              <p:cNvGrpSpPr/>
              <p:nvPr/>
            </p:nvGrpSpPr>
            <p:grpSpPr bwMode="auto">
              <a:xfrm>
                <a:off x="3024" y="3744"/>
                <a:ext cx="432" cy="240"/>
                <a:chOff x="2736" y="3648"/>
                <a:chExt cx="432" cy="240"/>
              </a:xfrm>
            </p:grpSpPr>
            <p:grpSp>
              <p:nvGrpSpPr>
                <p:cNvPr id="244868" name="Group 324"/>
                <p:cNvGrpSpPr/>
                <p:nvPr/>
              </p:nvGrpSpPr>
              <p:grpSpPr bwMode="auto">
                <a:xfrm>
                  <a:off x="2736" y="3648"/>
                  <a:ext cx="432" cy="240"/>
                  <a:chOff x="2592" y="3504"/>
                  <a:chExt cx="576" cy="384"/>
                </a:xfrm>
              </p:grpSpPr>
              <p:sp>
                <p:nvSpPr>
                  <p:cNvPr id="244870" name="Rectangle 325"/>
                  <p:cNvSpPr>
                    <a:spLocks noChangeArrowheads="1"/>
                  </p:cNvSpPr>
                  <p:nvPr/>
                </p:nvSpPr>
                <p:spPr bwMode="auto">
                  <a:xfrm>
                    <a:off x="2592" y="3504"/>
                    <a:ext cx="576" cy="384"/>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solidFill>
                        <a:srgbClr val="000099"/>
                      </a:solidFill>
                    </a:endParaRPr>
                  </a:p>
                </p:txBody>
              </p:sp>
              <p:sp>
                <p:nvSpPr>
                  <p:cNvPr id="244871" name="Freeform 326"/>
                  <p:cNvSpPr/>
                  <p:nvPr/>
                </p:nvSpPr>
                <p:spPr bwMode="auto">
                  <a:xfrm>
                    <a:off x="2592" y="3504"/>
                    <a:ext cx="576" cy="240"/>
                  </a:xfrm>
                  <a:custGeom>
                    <a:avLst/>
                    <a:gdLst>
                      <a:gd name="T0" fmla="*/ 0 w 576"/>
                      <a:gd name="T1" fmla="*/ 0 h 240"/>
                      <a:gd name="T2" fmla="*/ 288 w 576"/>
                      <a:gd name="T3" fmla="*/ 240 h 240"/>
                      <a:gd name="T4" fmla="*/ 576 w 576"/>
                      <a:gd name="T5" fmla="*/ 0 h 240"/>
                      <a:gd name="T6" fmla="*/ 0 60000 65536"/>
                      <a:gd name="T7" fmla="*/ 0 60000 65536"/>
                      <a:gd name="T8" fmla="*/ 0 60000 65536"/>
                    </a:gdLst>
                    <a:ahLst/>
                    <a:cxnLst>
                      <a:cxn ang="T6">
                        <a:pos x="T0" y="T1"/>
                      </a:cxn>
                      <a:cxn ang="T7">
                        <a:pos x="T2" y="T3"/>
                      </a:cxn>
                      <a:cxn ang="T8">
                        <a:pos x="T4" y="T5"/>
                      </a:cxn>
                    </a:cxnLst>
                    <a:rect l="0" t="0" r="r" b="b"/>
                    <a:pathLst>
                      <a:path w="576" h="240">
                        <a:moveTo>
                          <a:pt x="0" y="0"/>
                        </a:moveTo>
                        <a:lnTo>
                          <a:pt x="288" y="240"/>
                        </a:lnTo>
                        <a:lnTo>
                          <a:pt x="576" y="0"/>
                        </a:lnTo>
                      </a:path>
                    </a:pathLst>
                  </a:custGeom>
                  <a:solidFill>
                    <a:srgbClr val="FFFF99"/>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44872" name="Line 327"/>
                  <p:cNvSpPr>
                    <a:spLocks noChangeShapeType="1"/>
                  </p:cNvSpPr>
                  <p:nvPr/>
                </p:nvSpPr>
                <p:spPr bwMode="auto">
                  <a:xfrm flipV="1">
                    <a:off x="2592" y="3704"/>
                    <a:ext cx="232" cy="18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44873" name="Line 328"/>
                  <p:cNvSpPr>
                    <a:spLocks noChangeShapeType="1"/>
                  </p:cNvSpPr>
                  <p:nvPr/>
                </p:nvSpPr>
                <p:spPr bwMode="auto">
                  <a:xfrm flipH="1" flipV="1">
                    <a:off x="2936" y="3704"/>
                    <a:ext cx="232" cy="18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grpSp>
            <p:sp>
              <p:nvSpPr>
                <p:cNvPr id="244869" name="Line 329"/>
                <p:cNvSpPr>
                  <a:spLocks noChangeShapeType="1"/>
                </p:cNvSpPr>
                <p:nvPr/>
              </p:nvSpPr>
              <p:spPr bwMode="auto">
                <a:xfrm>
                  <a:off x="2736" y="3648"/>
                  <a:ext cx="424"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grpSp>
          <p:grpSp>
            <p:nvGrpSpPr>
              <p:cNvPr id="244854" name="Group 330"/>
              <p:cNvGrpSpPr/>
              <p:nvPr/>
            </p:nvGrpSpPr>
            <p:grpSpPr bwMode="auto">
              <a:xfrm>
                <a:off x="2976" y="3792"/>
                <a:ext cx="432" cy="240"/>
                <a:chOff x="2736" y="3648"/>
                <a:chExt cx="432" cy="240"/>
              </a:xfrm>
            </p:grpSpPr>
            <p:grpSp>
              <p:nvGrpSpPr>
                <p:cNvPr id="244862" name="Group 331"/>
                <p:cNvGrpSpPr/>
                <p:nvPr/>
              </p:nvGrpSpPr>
              <p:grpSpPr bwMode="auto">
                <a:xfrm>
                  <a:off x="2736" y="3648"/>
                  <a:ext cx="432" cy="240"/>
                  <a:chOff x="2592" y="3504"/>
                  <a:chExt cx="576" cy="384"/>
                </a:xfrm>
              </p:grpSpPr>
              <p:sp>
                <p:nvSpPr>
                  <p:cNvPr id="244864" name="Rectangle 332"/>
                  <p:cNvSpPr>
                    <a:spLocks noChangeArrowheads="1"/>
                  </p:cNvSpPr>
                  <p:nvPr/>
                </p:nvSpPr>
                <p:spPr bwMode="auto">
                  <a:xfrm>
                    <a:off x="2592" y="3504"/>
                    <a:ext cx="576" cy="384"/>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solidFill>
                        <a:srgbClr val="000099"/>
                      </a:solidFill>
                    </a:endParaRPr>
                  </a:p>
                </p:txBody>
              </p:sp>
              <p:sp>
                <p:nvSpPr>
                  <p:cNvPr id="244865" name="Freeform 333"/>
                  <p:cNvSpPr/>
                  <p:nvPr/>
                </p:nvSpPr>
                <p:spPr bwMode="auto">
                  <a:xfrm>
                    <a:off x="2592" y="3504"/>
                    <a:ext cx="576" cy="240"/>
                  </a:xfrm>
                  <a:custGeom>
                    <a:avLst/>
                    <a:gdLst>
                      <a:gd name="T0" fmla="*/ 0 w 576"/>
                      <a:gd name="T1" fmla="*/ 0 h 240"/>
                      <a:gd name="T2" fmla="*/ 288 w 576"/>
                      <a:gd name="T3" fmla="*/ 240 h 240"/>
                      <a:gd name="T4" fmla="*/ 576 w 576"/>
                      <a:gd name="T5" fmla="*/ 0 h 240"/>
                      <a:gd name="T6" fmla="*/ 0 60000 65536"/>
                      <a:gd name="T7" fmla="*/ 0 60000 65536"/>
                      <a:gd name="T8" fmla="*/ 0 60000 65536"/>
                    </a:gdLst>
                    <a:ahLst/>
                    <a:cxnLst>
                      <a:cxn ang="T6">
                        <a:pos x="T0" y="T1"/>
                      </a:cxn>
                      <a:cxn ang="T7">
                        <a:pos x="T2" y="T3"/>
                      </a:cxn>
                      <a:cxn ang="T8">
                        <a:pos x="T4" y="T5"/>
                      </a:cxn>
                    </a:cxnLst>
                    <a:rect l="0" t="0" r="r" b="b"/>
                    <a:pathLst>
                      <a:path w="576" h="240">
                        <a:moveTo>
                          <a:pt x="0" y="0"/>
                        </a:moveTo>
                        <a:lnTo>
                          <a:pt x="288" y="240"/>
                        </a:lnTo>
                        <a:lnTo>
                          <a:pt x="576" y="0"/>
                        </a:lnTo>
                      </a:path>
                    </a:pathLst>
                  </a:custGeom>
                  <a:solidFill>
                    <a:srgbClr val="FFFF99"/>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44866" name="Line 334"/>
                  <p:cNvSpPr>
                    <a:spLocks noChangeShapeType="1"/>
                  </p:cNvSpPr>
                  <p:nvPr/>
                </p:nvSpPr>
                <p:spPr bwMode="auto">
                  <a:xfrm flipV="1">
                    <a:off x="2592" y="3704"/>
                    <a:ext cx="232" cy="18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44867" name="Line 335"/>
                  <p:cNvSpPr>
                    <a:spLocks noChangeShapeType="1"/>
                  </p:cNvSpPr>
                  <p:nvPr/>
                </p:nvSpPr>
                <p:spPr bwMode="auto">
                  <a:xfrm flipH="1" flipV="1">
                    <a:off x="2936" y="3704"/>
                    <a:ext cx="232" cy="18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grpSp>
            <p:sp>
              <p:nvSpPr>
                <p:cNvPr id="244863" name="Line 336"/>
                <p:cNvSpPr>
                  <a:spLocks noChangeShapeType="1"/>
                </p:cNvSpPr>
                <p:nvPr/>
              </p:nvSpPr>
              <p:spPr bwMode="auto">
                <a:xfrm>
                  <a:off x="2736" y="3648"/>
                  <a:ext cx="424"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grpSp>
          <p:grpSp>
            <p:nvGrpSpPr>
              <p:cNvPr id="244855" name="Group 337"/>
              <p:cNvGrpSpPr/>
              <p:nvPr/>
            </p:nvGrpSpPr>
            <p:grpSpPr bwMode="auto">
              <a:xfrm>
                <a:off x="2928" y="3840"/>
                <a:ext cx="432" cy="240"/>
                <a:chOff x="2736" y="3648"/>
                <a:chExt cx="432" cy="240"/>
              </a:xfrm>
            </p:grpSpPr>
            <p:grpSp>
              <p:nvGrpSpPr>
                <p:cNvPr id="244856" name="Group 338"/>
                <p:cNvGrpSpPr/>
                <p:nvPr/>
              </p:nvGrpSpPr>
              <p:grpSpPr bwMode="auto">
                <a:xfrm>
                  <a:off x="2736" y="3648"/>
                  <a:ext cx="432" cy="240"/>
                  <a:chOff x="2592" y="3504"/>
                  <a:chExt cx="576" cy="384"/>
                </a:xfrm>
              </p:grpSpPr>
              <p:sp>
                <p:nvSpPr>
                  <p:cNvPr id="244858" name="Rectangle 339"/>
                  <p:cNvSpPr>
                    <a:spLocks noChangeArrowheads="1"/>
                  </p:cNvSpPr>
                  <p:nvPr/>
                </p:nvSpPr>
                <p:spPr bwMode="auto">
                  <a:xfrm>
                    <a:off x="2592" y="3504"/>
                    <a:ext cx="576" cy="384"/>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solidFill>
                        <a:srgbClr val="000099"/>
                      </a:solidFill>
                    </a:endParaRPr>
                  </a:p>
                </p:txBody>
              </p:sp>
              <p:sp>
                <p:nvSpPr>
                  <p:cNvPr id="244859" name="Freeform 340"/>
                  <p:cNvSpPr/>
                  <p:nvPr/>
                </p:nvSpPr>
                <p:spPr bwMode="auto">
                  <a:xfrm>
                    <a:off x="2592" y="3504"/>
                    <a:ext cx="576" cy="240"/>
                  </a:xfrm>
                  <a:custGeom>
                    <a:avLst/>
                    <a:gdLst>
                      <a:gd name="T0" fmla="*/ 0 w 576"/>
                      <a:gd name="T1" fmla="*/ 0 h 240"/>
                      <a:gd name="T2" fmla="*/ 288 w 576"/>
                      <a:gd name="T3" fmla="*/ 240 h 240"/>
                      <a:gd name="T4" fmla="*/ 576 w 576"/>
                      <a:gd name="T5" fmla="*/ 0 h 240"/>
                      <a:gd name="T6" fmla="*/ 0 60000 65536"/>
                      <a:gd name="T7" fmla="*/ 0 60000 65536"/>
                      <a:gd name="T8" fmla="*/ 0 60000 65536"/>
                    </a:gdLst>
                    <a:ahLst/>
                    <a:cxnLst>
                      <a:cxn ang="T6">
                        <a:pos x="T0" y="T1"/>
                      </a:cxn>
                      <a:cxn ang="T7">
                        <a:pos x="T2" y="T3"/>
                      </a:cxn>
                      <a:cxn ang="T8">
                        <a:pos x="T4" y="T5"/>
                      </a:cxn>
                    </a:cxnLst>
                    <a:rect l="0" t="0" r="r" b="b"/>
                    <a:pathLst>
                      <a:path w="576" h="240">
                        <a:moveTo>
                          <a:pt x="0" y="0"/>
                        </a:moveTo>
                        <a:lnTo>
                          <a:pt x="288" y="240"/>
                        </a:lnTo>
                        <a:lnTo>
                          <a:pt x="576" y="0"/>
                        </a:lnTo>
                      </a:path>
                    </a:pathLst>
                  </a:custGeom>
                  <a:solidFill>
                    <a:srgbClr val="FFFF99"/>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44860" name="Line 341"/>
                  <p:cNvSpPr>
                    <a:spLocks noChangeShapeType="1"/>
                  </p:cNvSpPr>
                  <p:nvPr/>
                </p:nvSpPr>
                <p:spPr bwMode="auto">
                  <a:xfrm flipV="1">
                    <a:off x="2592" y="3704"/>
                    <a:ext cx="232" cy="18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44861" name="Line 342"/>
                  <p:cNvSpPr>
                    <a:spLocks noChangeShapeType="1"/>
                  </p:cNvSpPr>
                  <p:nvPr/>
                </p:nvSpPr>
                <p:spPr bwMode="auto">
                  <a:xfrm flipH="1" flipV="1">
                    <a:off x="2936" y="3704"/>
                    <a:ext cx="232" cy="18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grpSp>
            <p:sp>
              <p:nvSpPr>
                <p:cNvPr id="244857" name="Line 343"/>
                <p:cNvSpPr>
                  <a:spLocks noChangeShapeType="1"/>
                </p:cNvSpPr>
                <p:nvPr/>
              </p:nvSpPr>
              <p:spPr bwMode="auto">
                <a:xfrm>
                  <a:off x="2736" y="3648"/>
                  <a:ext cx="424"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grpSp>
        </p:grpSp>
      </p:grpSp>
      <p:sp>
        <p:nvSpPr>
          <p:cNvPr id="244806" name="Freeform 344"/>
          <p:cNvSpPr/>
          <p:nvPr/>
        </p:nvSpPr>
        <p:spPr bwMode="auto">
          <a:xfrm>
            <a:off x="1075876" y="4694239"/>
            <a:ext cx="1341438" cy="496887"/>
          </a:xfrm>
          <a:custGeom>
            <a:avLst/>
            <a:gdLst>
              <a:gd name="T0" fmla="*/ 0 w 780"/>
              <a:gd name="T1" fmla="*/ 2147483646 h 313"/>
              <a:gd name="T2" fmla="*/ 2147483646 w 780"/>
              <a:gd name="T3" fmla="*/ 2147483646 h 313"/>
              <a:gd name="T4" fmla="*/ 2147483646 w 780"/>
              <a:gd name="T5" fmla="*/ 2147483646 h 313"/>
              <a:gd name="T6" fmla="*/ 2147483646 w 780"/>
              <a:gd name="T7" fmla="*/ 2147483646 h 313"/>
              <a:gd name="T8" fmla="*/ 2147483646 w 780"/>
              <a:gd name="T9" fmla="*/ 2147483646 h 313"/>
              <a:gd name="T10" fmla="*/ 2147483646 w 780"/>
              <a:gd name="T11" fmla="*/ 2147483646 h 31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80" h="313">
                <a:moveTo>
                  <a:pt x="0" y="99"/>
                </a:moveTo>
                <a:cubicBezTo>
                  <a:pt x="38" y="85"/>
                  <a:pt x="154" y="26"/>
                  <a:pt x="228" y="13"/>
                </a:cubicBezTo>
                <a:cubicBezTo>
                  <a:pt x="302" y="0"/>
                  <a:pt x="385" y="10"/>
                  <a:pt x="444" y="19"/>
                </a:cubicBezTo>
                <a:cubicBezTo>
                  <a:pt x="503" y="28"/>
                  <a:pt x="534" y="34"/>
                  <a:pt x="582" y="67"/>
                </a:cubicBezTo>
                <a:cubicBezTo>
                  <a:pt x="630" y="100"/>
                  <a:pt x="699" y="176"/>
                  <a:pt x="732" y="217"/>
                </a:cubicBezTo>
                <a:cubicBezTo>
                  <a:pt x="765" y="258"/>
                  <a:pt x="768" y="289"/>
                  <a:pt x="780" y="313"/>
                </a:cubicBezTo>
              </a:path>
            </a:pathLst>
          </a:custGeom>
          <a:noFill/>
          <a:ln w="76200" cap="flat" cmpd="sng">
            <a:solidFill>
              <a:schemeClr val="hlink"/>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44807" name="Freeform 345"/>
          <p:cNvSpPr/>
          <p:nvPr/>
        </p:nvSpPr>
        <p:spPr bwMode="auto">
          <a:xfrm>
            <a:off x="2747514" y="4092575"/>
            <a:ext cx="4834335" cy="1022350"/>
          </a:xfrm>
          <a:custGeom>
            <a:avLst/>
            <a:gdLst>
              <a:gd name="T0" fmla="*/ 0 w 2811"/>
              <a:gd name="T1" fmla="*/ 2147483646 h 644"/>
              <a:gd name="T2" fmla="*/ 2147483646 w 2811"/>
              <a:gd name="T3" fmla="*/ 2147483646 h 644"/>
              <a:gd name="T4" fmla="*/ 2147483646 w 2811"/>
              <a:gd name="T5" fmla="*/ 2147483646 h 644"/>
              <a:gd name="T6" fmla="*/ 2147483646 w 2811"/>
              <a:gd name="T7" fmla="*/ 2147483646 h 644"/>
              <a:gd name="T8" fmla="*/ 2147483646 w 2811"/>
              <a:gd name="T9" fmla="*/ 2147483646 h 644"/>
              <a:gd name="T10" fmla="*/ 2147483646 w 2811"/>
              <a:gd name="T11" fmla="*/ 2147483646 h 644"/>
              <a:gd name="T12" fmla="*/ 2147483646 w 2811"/>
              <a:gd name="T13" fmla="*/ 2147483646 h 64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811" h="644">
                <a:moveTo>
                  <a:pt x="0" y="644"/>
                </a:moveTo>
                <a:cubicBezTo>
                  <a:pt x="81" y="585"/>
                  <a:pt x="354" y="376"/>
                  <a:pt x="488" y="292"/>
                </a:cubicBezTo>
                <a:cubicBezTo>
                  <a:pt x="622" y="208"/>
                  <a:pt x="688" y="181"/>
                  <a:pt x="807" y="137"/>
                </a:cubicBezTo>
                <a:cubicBezTo>
                  <a:pt x="926" y="93"/>
                  <a:pt x="1051" y="49"/>
                  <a:pt x="1200" y="28"/>
                </a:cubicBezTo>
                <a:cubicBezTo>
                  <a:pt x="1349" y="7"/>
                  <a:pt x="1533" y="0"/>
                  <a:pt x="1704" y="12"/>
                </a:cubicBezTo>
                <a:cubicBezTo>
                  <a:pt x="1875" y="24"/>
                  <a:pt x="2042" y="45"/>
                  <a:pt x="2226" y="98"/>
                </a:cubicBezTo>
                <a:cubicBezTo>
                  <a:pt x="2410" y="151"/>
                  <a:pt x="2689" y="281"/>
                  <a:pt x="2811" y="329"/>
                </a:cubicBezTo>
              </a:path>
            </a:pathLst>
          </a:custGeom>
          <a:noFill/>
          <a:ln w="76200" cap="flat" cmpd="sng">
            <a:solidFill>
              <a:schemeClr val="hlink"/>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44808" name="Freeform 346"/>
          <p:cNvSpPr/>
          <p:nvPr/>
        </p:nvSpPr>
        <p:spPr bwMode="auto">
          <a:xfrm>
            <a:off x="7688476" y="4386263"/>
            <a:ext cx="1250288" cy="347662"/>
          </a:xfrm>
          <a:custGeom>
            <a:avLst/>
            <a:gdLst>
              <a:gd name="T0" fmla="*/ 0 w 727"/>
              <a:gd name="T1" fmla="*/ 2147483646 h 219"/>
              <a:gd name="T2" fmla="*/ 2147483646 w 727"/>
              <a:gd name="T3" fmla="*/ 2147483646 h 219"/>
              <a:gd name="T4" fmla="*/ 2147483646 w 727"/>
              <a:gd name="T5" fmla="*/ 2147483646 h 219"/>
              <a:gd name="T6" fmla="*/ 2147483646 w 727"/>
              <a:gd name="T7" fmla="*/ 2147483646 h 219"/>
              <a:gd name="T8" fmla="*/ 2147483646 w 727"/>
              <a:gd name="T9" fmla="*/ 2147483646 h 219"/>
              <a:gd name="T10" fmla="*/ 2147483646 w 727"/>
              <a:gd name="T11" fmla="*/ 2147483646 h 219"/>
              <a:gd name="T12" fmla="*/ 2147483646 w 727"/>
              <a:gd name="T13" fmla="*/ 2147483646 h 21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727" h="219">
                <a:moveTo>
                  <a:pt x="0" y="129"/>
                </a:moveTo>
                <a:cubicBezTo>
                  <a:pt x="24" y="114"/>
                  <a:pt x="107" y="58"/>
                  <a:pt x="145" y="38"/>
                </a:cubicBezTo>
                <a:cubicBezTo>
                  <a:pt x="183" y="18"/>
                  <a:pt x="202" y="15"/>
                  <a:pt x="229" y="9"/>
                </a:cubicBezTo>
                <a:cubicBezTo>
                  <a:pt x="256" y="3"/>
                  <a:pt x="282" y="3"/>
                  <a:pt x="307" y="3"/>
                </a:cubicBezTo>
                <a:cubicBezTo>
                  <a:pt x="332" y="3"/>
                  <a:pt x="353" y="0"/>
                  <a:pt x="382" y="6"/>
                </a:cubicBezTo>
                <a:cubicBezTo>
                  <a:pt x="411" y="12"/>
                  <a:pt x="423" y="3"/>
                  <a:pt x="481" y="39"/>
                </a:cubicBezTo>
                <a:cubicBezTo>
                  <a:pt x="539" y="75"/>
                  <a:pt x="676" y="182"/>
                  <a:pt x="727" y="219"/>
                </a:cubicBezTo>
              </a:path>
            </a:pathLst>
          </a:custGeom>
          <a:noFill/>
          <a:ln w="76200" cap="flat" cmpd="sng">
            <a:solidFill>
              <a:schemeClr val="hlink"/>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44809" name="Text Box 347"/>
          <p:cNvSpPr txBox="1">
            <a:spLocks noChangeArrowheads="1"/>
          </p:cNvSpPr>
          <p:nvPr/>
        </p:nvSpPr>
        <p:spPr bwMode="auto">
          <a:xfrm>
            <a:off x="4907572" y="3771901"/>
            <a:ext cx="82586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1800" b="1">
                <a:solidFill>
                  <a:srgbClr val="000099"/>
                </a:solidFill>
                <a:latin typeface="Arial" panose="020B0604020202020204" pitchFamily="34" charset="0"/>
                <a:ea typeface="黑体" panose="02010609060101010101" pitchFamily="2" charset="-122"/>
              </a:rPr>
              <a:t>SMTP</a:t>
            </a:r>
          </a:p>
        </p:txBody>
      </p:sp>
      <p:sp>
        <p:nvSpPr>
          <p:cNvPr id="244810" name="Text Box 348"/>
          <p:cNvSpPr txBox="1">
            <a:spLocks noChangeArrowheads="1"/>
          </p:cNvSpPr>
          <p:nvPr/>
        </p:nvSpPr>
        <p:spPr bwMode="auto">
          <a:xfrm>
            <a:off x="1289130" y="4340226"/>
            <a:ext cx="82586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1800" b="1">
                <a:solidFill>
                  <a:srgbClr val="000099"/>
                </a:solidFill>
                <a:latin typeface="Arial" panose="020B0604020202020204" pitchFamily="34" charset="0"/>
                <a:ea typeface="黑体" panose="02010609060101010101" pitchFamily="2" charset="-122"/>
              </a:rPr>
              <a:t>SMTP</a:t>
            </a:r>
          </a:p>
        </p:txBody>
      </p:sp>
      <p:sp>
        <p:nvSpPr>
          <p:cNvPr id="244811" name="Text Box 349"/>
          <p:cNvSpPr txBox="1">
            <a:spLocks noChangeArrowheads="1"/>
          </p:cNvSpPr>
          <p:nvPr/>
        </p:nvSpPr>
        <p:spPr bwMode="auto">
          <a:xfrm>
            <a:off x="7870774" y="4057651"/>
            <a:ext cx="80021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1800" b="1">
                <a:solidFill>
                  <a:srgbClr val="000099"/>
                </a:solidFill>
                <a:latin typeface="Arial" panose="020B0604020202020204" pitchFamily="34" charset="0"/>
                <a:ea typeface="黑体" panose="02010609060101010101" pitchFamily="2" charset="-122"/>
              </a:rPr>
              <a:t>POP3</a:t>
            </a:r>
          </a:p>
        </p:txBody>
      </p:sp>
      <p:sp>
        <p:nvSpPr>
          <p:cNvPr id="244812" name="Text Box 350"/>
          <p:cNvSpPr txBox="1">
            <a:spLocks noChangeArrowheads="1"/>
          </p:cNvSpPr>
          <p:nvPr/>
        </p:nvSpPr>
        <p:spPr bwMode="auto">
          <a:xfrm>
            <a:off x="2830064" y="5956300"/>
            <a:ext cx="133882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1800" b="1">
                <a:solidFill>
                  <a:srgbClr val="000099"/>
                </a:solidFill>
                <a:latin typeface="Arial" panose="020B0604020202020204" pitchFamily="34" charset="0"/>
                <a:ea typeface="黑体" panose="02010609060101010101" pitchFamily="2" charset="-122"/>
              </a:rPr>
              <a:t>   </a:t>
            </a:r>
            <a:r>
              <a:rPr kumimoji="1" lang="zh-CN" altLang="en-US" sz="1800" b="1">
                <a:solidFill>
                  <a:srgbClr val="000099"/>
                </a:solidFill>
                <a:latin typeface="Arial" panose="020B0604020202020204" pitchFamily="34" charset="0"/>
                <a:ea typeface="黑体" panose="02010609060101010101" pitchFamily="2" charset="-122"/>
              </a:rPr>
              <a:t>发送方</a:t>
            </a:r>
          </a:p>
          <a:p>
            <a:pPr eaLnBrk="1" hangingPunct="1"/>
            <a:r>
              <a:rPr kumimoji="1" lang="zh-CN" altLang="en-US" sz="1800" b="1">
                <a:solidFill>
                  <a:srgbClr val="000099"/>
                </a:solidFill>
                <a:latin typeface="Arial" panose="020B0604020202020204" pitchFamily="34" charset="0"/>
                <a:ea typeface="黑体" panose="02010609060101010101" pitchFamily="2" charset="-122"/>
              </a:rPr>
              <a:t>邮件服务器</a:t>
            </a:r>
          </a:p>
        </p:txBody>
      </p:sp>
      <p:sp>
        <p:nvSpPr>
          <p:cNvPr id="244813" name="Line 351"/>
          <p:cNvSpPr>
            <a:spLocks noChangeShapeType="1"/>
          </p:cNvSpPr>
          <p:nvPr/>
        </p:nvSpPr>
        <p:spPr bwMode="auto">
          <a:xfrm flipV="1">
            <a:off x="8856214" y="4678363"/>
            <a:ext cx="128985" cy="741362"/>
          </a:xfrm>
          <a:prstGeom prst="line">
            <a:avLst/>
          </a:prstGeom>
          <a:noFill/>
          <a:ln w="28575">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44814" name="Line 352"/>
          <p:cNvSpPr>
            <a:spLocks noChangeShapeType="1"/>
          </p:cNvSpPr>
          <p:nvPr/>
        </p:nvSpPr>
        <p:spPr bwMode="auto">
          <a:xfrm flipV="1">
            <a:off x="1922014" y="5343525"/>
            <a:ext cx="660400" cy="609600"/>
          </a:xfrm>
          <a:prstGeom prst="line">
            <a:avLst/>
          </a:prstGeom>
          <a:noFill/>
          <a:ln w="12700">
            <a:solidFill>
              <a:schemeClr val="tx1"/>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44815" name="Line 353"/>
          <p:cNvSpPr>
            <a:spLocks noChangeShapeType="1"/>
          </p:cNvSpPr>
          <p:nvPr/>
        </p:nvSpPr>
        <p:spPr bwMode="auto">
          <a:xfrm flipV="1">
            <a:off x="903897" y="4868863"/>
            <a:ext cx="187458" cy="876300"/>
          </a:xfrm>
          <a:prstGeom prst="line">
            <a:avLst/>
          </a:prstGeom>
          <a:noFill/>
          <a:ln w="28575">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44816" name="Text Box 354"/>
          <p:cNvSpPr txBox="1">
            <a:spLocks noChangeArrowheads="1"/>
          </p:cNvSpPr>
          <p:nvPr/>
        </p:nvSpPr>
        <p:spPr bwMode="auto">
          <a:xfrm>
            <a:off x="353564" y="5688013"/>
            <a:ext cx="110799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1800" b="1">
                <a:solidFill>
                  <a:srgbClr val="000099"/>
                </a:solidFill>
                <a:latin typeface="Arial" panose="020B0604020202020204" pitchFamily="34" charset="0"/>
                <a:ea typeface="黑体" panose="02010609060101010101" pitchFamily="2" charset="-122"/>
              </a:rPr>
              <a:t>用户代理</a:t>
            </a:r>
          </a:p>
        </p:txBody>
      </p:sp>
      <p:sp>
        <p:nvSpPr>
          <p:cNvPr id="244817" name="Text Box 355"/>
          <p:cNvSpPr txBox="1">
            <a:spLocks noChangeArrowheads="1"/>
          </p:cNvSpPr>
          <p:nvPr/>
        </p:nvSpPr>
        <p:spPr bwMode="auto">
          <a:xfrm>
            <a:off x="6544814" y="3640138"/>
            <a:ext cx="1107996"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1800" b="1">
                <a:solidFill>
                  <a:srgbClr val="000099"/>
                </a:solidFill>
                <a:latin typeface="Arial" panose="020B0604020202020204" pitchFamily="34" charset="0"/>
                <a:ea typeface="黑体" panose="02010609060101010101" pitchFamily="2" charset="-122"/>
              </a:rPr>
              <a:t>用户邮箱</a:t>
            </a:r>
          </a:p>
        </p:txBody>
      </p:sp>
      <p:sp>
        <p:nvSpPr>
          <p:cNvPr id="244818" name="Line 356"/>
          <p:cNvSpPr>
            <a:spLocks noChangeShapeType="1"/>
          </p:cNvSpPr>
          <p:nvPr/>
        </p:nvSpPr>
        <p:spPr bwMode="auto">
          <a:xfrm rot="10800000" flipH="1" flipV="1">
            <a:off x="7122664" y="3971925"/>
            <a:ext cx="476383" cy="444500"/>
          </a:xfrm>
          <a:prstGeom prst="line">
            <a:avLst/>
          </a:prstGeom>
          <a:noFill/>
          <a:ln w="28575">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44819" name="Text Box 357"/>
          <p:cNvSpPr txBox="1">
            <a:spLocks noChangeArrowheads="1"/>
          </p:cNvSpPr>
          <p:nvPr/>
        </p:nvSpPr>
        <p:spPr bwMode="auto">
          <a:xfrm>
            <a:off x="9069468" y="3944938"/>
            <a:ext cx="87716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1800" b="1">
                <a:solidFill>
                  <a:srgbClr val="000099"/>
                </a:solidFill>
                <a:latin typeface="Arial" panose="020B0604020202020204" pitchFamily="34" charset="0"/>
                <a:ea typeface="黑体" panose="02010609060101010101" pitchFamily="2" charset="-122"/>
              </a:rPr>
              <a:t>接收方</a:t>
            </a:r>
          </a:p>
        </p:txBody>
      </p:sp>
      <p:sp>
        <p:nvSpPr>
          <p:cNvPr id="244820" name="Line 358"/>
          <p:cNvSpPr>
            <a:spLocks noChangeShapeType="1"/>
          </p:cNvSpPr>
          <p:nvPr/>
        </p:nvSpPr>
        <p:spPr bwMode="auto">
          <a:xfrm flipV="1">
            <a:off x="6709915" y="5605464"/>
            <a:ext cx="644922" cy="403225"/>
          </a:xfrm>
          <a:prstGeom prst="line">
            <a:avLst/>
          </a:prstGeom>
          <a:noFill/>
          <a:ln w="28575">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44821" name="Line 359"/>
          <p:cNvSpPr>
            <a:spLocks noChangeShapeType="1"/>
          </p:cNvSpPr>
          <p:nvPr/>
        </p:nvSpPr>
        <p:spPr bwMode="auto">
          <a:xfrm flipH="1" flipV="1">
            <a:off x="2912614" y="5648326"/>
            <a:ext cx="474663" cy="371475"/>
          </a:xfrm>
          <a:prstGeom prst="line">
            <a:avLst/>
          </a:prstGeom>
          <a:noFill/>
          <a:ln w="28575">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44822" name="Text Box 375"/>
          <p:cNvSpPr txBox="1">
            <a:spLocks noChangeArrowheads="1"/>
          </p:cNvSpPr>
          <p:nvPr/>
        </p:nvSpPr>
        <p:spPr bwMode="auto">
          <a:xfrm>
            <a:off x="1106833" y="4071938"/>
            <a:ext cx="126188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1800" b="1">
                <a:solidFill>
                  <a:srgbClr val="000099"/>
                </a:solidFill>
                <a:latin typeface="Arial" panose="020B0604020202020204" pitchFamily="34" charset="0"/>
                <a:ea typeface="黑体" panose="02010609060101010101" pitchFamily="2" charset="-122"/>
              </a:rPr>
              <a:t>(</a:t>
            </a:r>
            <a:r>
              <a:rPr kumimoji="1" lang="zh-CN" altLang="en-US" sz="1800" b="1">
                <a:solidFill>
                  <a:srgbClr val="000099"/>
                </a:solidFill>
                <a:latin typeface="Arial" panose="020B0604020202020204" pitchFamily="34" charset="0"/>
                <a:ea typeface="黑体" panose="02010609060101010101" pitchFamily="2" charset="-122"/>
              </a:rPr>
              <a:t>发送邮件</a:t>
            </a:r>
            <a:r>
              <a:rPr kumimoji="1" lang="en-US" altLang="zh-CN" sz="1800" b="1">
                <a:solidFill>
                  <a:srgbClr val="000099"/>
                </a:solidFill>
                <a:latin typeface="Arial" panose="020B0604020202020204" pitchFamily="34" charset="0"/>
                <a:ea typeface="黑体" panose="02010609060101010101" pitchFamily="2" charset="-122"/>
              </a:rPr>
              <a:t>)</a:t>
            </a:r>
          </a:p>
        </p:txBody>
      </p:sp>
      <p:sp>
        <p:nvSpPr>
          <p:cNvPr id="244823" name="Text Box 376"/>
          <p:cNvSpPr txBox="1">
            <a:spLocks noChangeArrowheads="1"/>
          </p:cNvSpPr>
          <p:nvPr/>
        </p:nvSpPr>
        <p:spPr bwMode="auto">
          <a:xfrm>
            <a:off x="4529218" y="3455988"/>
            <a:ext cx="156966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1800" b="1">
                <a:solidFill>
                  <a:srgbClr val="000099"/>
                </a:solidFill>
                <a:latin typeface="Arial" panose="020B0604020202020204" pitchFamily="34" charset="0"/>
                <a:ea typeface="黑体" panose="02010609060101010101" pitchFamily="2" charset="-122"/>
              </a:rPr>
              <a:t>（发送邮件）</a:t>
            </a:r>
          </a:p>
        </p:txBody>
      </p:sp>
      <p:sp>
        <p:nvSpPr>
          <p:cNvPr id="244824" name="Text Box 379"/>
          <p:cNvSpPr txBox="1">
            <a:spLocks noChangeArrowheads="1"/>
          </p:cNvSpPr>
          <p:nvPr/>
        </p:nvSpPr>
        <p:spPr bwMode="auto">
          <a:xfrm>
            <a:off x="7676437" y="3748088"/>
            <a:ext cx="126188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1800" b="1">
                <a:solidFill>
                  <a:srgbClr val="000099"/>
                </a:solidFill>
                <a:latin typeface="Arial" panose="020B0604020202020204" pitchFamily="34" charset="0"/>
                <a:ea typeface="黑体" panose="02010609060101010101" pitchFamily="2" charset="-122"/>
              </a:rPr>
              <a:t>(</a:t>
            </a:r>
            <a:r>
              <a:rPr kumimoji="1" lang="zh-CN" altLang="en-US" sz="1800" b="1">
                <a:solidFill>
                  <a:srgbClr val="000099"/>
                </a:solidFill>
                <a:latin typeface="Arial" panose="020B0604020202020204" pitchFamily="34" charset="0"/>
                <a:ea typeface="黑体" panose="02010609060101010101" pitchFamily="2" charset="-122"/>
              </a:rPr>
              <a:t>读取邮件</a:t>
            </a:r>
            <a:r>
              <a:rPr kumimoji="1" lang="en-US" altLang="zh-CN" sz="1800" b="1">
                <a:solidFill>
                  <a:srgbClr val="000099"/>
                </a:solidFill>
                <a:latin typeface="Arial" panose="020B0604020202020204" pitchFamily="34" charset="0"/>
                <a:ea typeface="黑体" panose="02010609060101010101" pitchFamily="2" charset="-122"/>
              </a:rPr>
              <a:t>)</a:t>
            </a:r>
          </a:p>
        </p:txBody>
      </p:sp>
      <p:sp>
        <p:nvSpPr>
          <p:cNvPr id="244825" name="Text Box 384"/>
          <p:cNvSpPr txBox="1">
            <a:spLocks noChangeArrowheads="1"/>
          </p:cNvSpPr>
          <p:nvPr/>
        </p:nvSpPr>
        <p:spPr bwMode="auto">
          <a:xfrm>
            <a:off x="4788907" y="4806951"/>
            <a:ext cx="87716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1800" b="1">
                <a:solidFill>
                  <a:srgbClr val="000099"/>
                </a:solidFill>
                <a:latin typeface="Arial" panose="020B0604020202020204" pitchFamily="34" charset="0"/>
                <a:ea typeface="黑体" panose="02010609060101010101" pitchFamily="2" charset="-122"/>
              </a:rPr>
              <a:t>互联网</a:t>
            </a:r>
          </a:p>
        </p:txBody>
      </p:sp>
      <p:sp>
        <p:nvSpPr>
          <p:cNvPr id="244826" name="Rectangle 385"/>
          <p:cNvSpPr>
            <a:spLocks noChangeArrowheads="1"/>
          </p:cNvSpPr>
          <p:nvPr/>
        </p:nvSpPr>
        <p:spPr bwMode="auto">
          <a:xfrm>
            <a:off x="8925005" y="1484314"/>
            <a:ext cx="935567" cy="1728787"/>
          </a:xfrm>
          <a:prstGeom prst="rect">
            <a:avLst/>
          </a:prstGeom>
          <a:solidFill>
            <a:srgbClr val="CCECFF"/>
          </a:solidFill>
          <a:ln w="9525" algn="ctr">
            <a:solidFill>
              <a:schemeClr val="folHlink"/>
            </a:solidFill>
            <a:miter lim="800000"/>
          </a:ln>
          <a:effectLst>
            <a:outerShdw dist="35921" dir="2700000" algn="ctr" rotWithShape="0">
              <a:schemeClr val="bg2"/>
            </a:outerShdw>
          </a:effectLst>
        </p:spPr>
        <p:txBody>
          <a:bodyPr wrap="none" anchor="ctr"/>
          <a:lstStyle/>
          <a:p>
            <a:pPr eaLnBrk="1" hangingPunct="1"/>
            <a:endParaRPr lang="zh-CN" altLang="en-US" b="1">
              <a:solidFill>
                <a:srgbClr val="000099"/>
              </a:solidFill>
            </a:endParaRPr>
          </a:p>
        </p:txBody>
      </p:sp>
      <p:sp>
        <p:nvSpPr>
          <p:cNvPr id="244827" name="Rectangle 386"/>
          <p:cNvSpPr>
            <a:spLocks noChangeArrowheads="1"/>
          </p:cNvSpPr>
          <p:nvPr/>
        </p:nvSpPr>
        <p:spPr bwMode="auto">
          <a:xfrm>
            <a:off x="2138707" y="1473200"/>
            <a:ext cx="935567" cy="1739900"/>
          </a:xfrm>
          <a:prstGeom prst="rect">
            <a:avLst/>
          </a:prstGeom>
          <a:solidFill>
            <a:srgbClr val="66FF66"/>
          </a:solidFill>
          <a:ln w="19050" algn="ctr">
            <a:solidFill>
              <a:schemeClr val="folHlink"/>
            </a:solidFill>
            <a:miter lim="800000"/>
          </a:ln>
          <a:effectLst>
            <a:outerShdw dist="35921" dir="2700000" algn="ctr" rotWithShape="0">
              <a:schemeClr val="bg2"/>
            </a:outerShdw>
          </a:effectLst>
        </p:spPr>
        <p:txBody>
          <a:bodyPr wrap="none" anchor="ctr"/>
          <a:lstStyle/>
          <a:p>
            <a:pPr eaLnBrk="1" hangingPunct="1"/>
            <a:endParaRPr lang="zh-CN" altLang="en-US" b="1">
              <a:solidFill>
                <a:srgbClr val="000099"/>
              </a:solidFill>
            </a:endParaRPr>
          </a:p>
        </p:txBody>
      </p:sp>
      <p:sp>
        <p:nvSpPr>
          <p:cNvPr id="244828" name="Rectangle 387"/>
          <p:cNvSpPr>
            <a:spLocks noChangeArrowheads="1"/>
          </p:cNvSpPr>
          <p:nvPr/>
        </p:nvSpPr>
        <p:spPr bwMode="auto">
          <a:xfrm>
            <a:off x="265855" y="1473200"/>
            <a:ext cx="935567" cy="1739900"/>
          </a:xfrm>
          <a:prstGeom prst="rect">
            <a:avLst/>
          </a:prstGeom>
          <a:solidFill>
            <a:srgbClr val="CCECFF"/>
          </a:solidFill>
          <a:ln w="9525">
            <a:solidFill>
              <a:schemeClr val="folHlink"/>
            </a:solidFill>
            <a:miter lim="800000"/>
          </a:ln>
          <a:effectLst>
            <a:outerShdw dist="35921" dir="2700000" algn="ctr" rotWithShape="0">
              <a:schemeClr val="bg2"/>
            </a:outerShdw>
          </a:effectLst>
        </p:spPr>
        <p:txBody>
          <a:bodyPr wrap="none" anchor="ctr"/>
          <a:lstStyle/>
          <a:p>
            <a:pPr eaLnBrk="1" hangingPunct="1"/>
            <a:endParaRPr lang="zh-CN" altLang="en-US" b="1">
              <a:solidFill>
                <a:srgbClr val="000099"/>
              </a:solidFill>
            </a:endParaRPr>
          </a:p>
        </p:txBody>
      </p:sp>
      <p:sp>
        <p:nvSpPr>
          <p:cNvPr id="244829" name="Line 388"/>
          <p:cNvSpPr>
            <a:spLocks noChangeShapeType="1"/>
          </p:cNvSpPr>
          <p:nvPr/>
        </p:nvSpPr>
        <p:spPr bwMode="auto">
          <a:xfrm>
            <a:off x="921095" y="1916113"/>
            <a:ext cx="1295004" cy="0"/>
          </a:xfrm>
          <a:prstGeom prst="line">
            <a:avLst/>
          </a:prstGeom>
          <a:noFill/>
          <a:ln w="76200">
            <a:solidFill>
              <a:schemeClr val="hlink"/>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44830" name="Text Box 389"/>
          <p:cNvSpPr txBox="1">
            <a:spLocks noChangeArrowheads="1"/>
          </p:cNvSpPr>
          <p:nvPr/>
        </p:nvSpPr>
        <p:spPr bwMode="auto">
          <a:xfrm>
            <a:off x="1185944" y="1592263"/>
            <a:ext cx="75373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1600" b="1">
                <a:solidFill>
                  <a:srgbClr val="000099"/>
                </a:solidFill>
                <a:latin typeface="Arial" panose="020B0604020202020204" pitchFamily="34" charset="0"/>
                <a:ea typeface="黑体" panose="02010609060101010101" pitchFamily="2" charset="-122"/>
              </a:rPr>
              <a:t>SMTP</a:t>
            </a:r>
          </a:p>
        </p:txBody>
      </p:sp>
      <p:sp>
        <p:nvSpPr>
          <p:cNvPr id="244831" name="Text Box 390"/>
          <p:cNvSpPr txBox="1">
            <a:spLocks noChangeArrowheads="1"/>
          </p:cNvSpPr>
          <p:nvPr/>
        </p:nvSpPr>
        <p:spPr bwMode="auto">
          <a:xfrm>
            <a:off x="8135622" y="1577975"/>
            <a:ext cx="73129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1600" b="1">
                <a:solidFill>
                  <a:srgbClr val="000099"/>
                </a:solidFill>
                <a:latin typeface="Arial" panose="020B0604020202020204" pitchFamily="34" charset="0"/>
                <a:ea typeface="黑体" panose="02010609060101010101" pitchFamily="2" charset="-122"/>
              </a:rPr>
              <a:t>POP3</a:t>
            </a:r>
          </a:p>
        </p:txBody>
      </p:sp>
      <p:sp>
        <p:nvSpPr>
          <p:cNvPr id="244832" name="Text Box 391"/>
          <p:cNvSpPr txBox="1">
            <a:spLocks noChangeArrowheads="1"/>
          </p:cNvSpPr>
          <p:nvPr/>
        </p:nvSpPr>
        <p:spPr bwMode="auto">
          <a:xfrm>
            <a:off x="1302896" y="1123951"/>
            <a:ext cx="59503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algn="ctr" eaLnBrk="1" hangingPunct="1"/>
            <a:r>
              <a:rPr kumimoji="1" lang="zh-CN" altLang="en-US" sz="1600" b="1">
                <a:solidFill>
                  <a:srgbClr val="000099"/>
                </a:solidFill>
                <a:latin typeface="Arial" panose="020B0604020202020204" pitchFamily="34" charset="0"/>
                <a:ea typeface="黑体" panose="02010609060101010101" pitchFamily="2" charset="-122"/>
              </a:rPr>
              <a:t>发送</a:t>
            </a:r>
          </a:p>
          <a:p>
            <a:pPr algn="ctr" eaLnBrk="1" hangingPunct="1"/>
            <a:r>
              <a:rPr kumimoji="1" lang="zh-CN" altLang="en-US" sz="1600" b="1">
                <a:solidFill>
                  <a:srgbClr val="000099"/>
                </a:solidFill>
                <a:latin typeface="Arial" panose="020B0604020202020204" pitchFamily="34" charset="0"/>
                <a:ea typeface="黑体" panose="02010609060101010101" pitchFamily="2" charset="-122"/>
              </a:rPr>
              <a:t>邮件</a:t>
            </a:r>
          </a:p>
        </p:txBody>
      </p:sp>
      <p:sp>
        <p:nvSpPr>
          <p:cNvPr id="244833" name="Text Box 392"/>
          <p:cNvSpPr txBox="1">
            <a:spLocks noChangeArrowheads="1"/>
          </p:cNvSpPr>
          <p:nvPr/>
        </p:nvSpPr>
        <p:spPr bwMode="auto">
          <a:xfrm>
            <a:off x="4166343" y="2346325"/>
            <a:ext cx="1632178"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1600" b="1">
                <a:solidFill>
                  <a:srgbClr val="000099"/>
                </a:solidFill>
                <a:latin typeface="Arial" panose="020B0604020202020204" pitchFamily="34" charset="0"/>
                <a:ea typeface="黑体" panose="02010609060101010101" pitchFamily="2" charset="-122"/>
              </a:rPr>
              <a:t>发送邮件 </a:t>
            </a:r>
            <a:r>
              <a:rPr kumimoji="1" lang="en-US" altLang="zh-CN" sz="1600" b="1">
                <a:solidFill>
                  <a:srgbClr val="000099"/>
                </a:solidFill>
                <a:latin typeface="Arial" panose="020B0604020202020204" pitchFamily="34" charset="0"/>
                <a:ea typeface="黑体" panose="02010609060101010101" pitchFamily="2" charset="-122"/>
              </a:rPr>
              <a:t>SMTP</a:t>
            </a:r>
          </a:p>
        </p:txBody>
      </p:sp>
      <p:sp>
        <p:nvSpPr>
          <p:cNvPr id="244834" name="Text Box 393"/>
          <p:cNvSpPr txBox="1">
            <a:spLocks noChangeArrowheads="1"/>
          </p:cNvSpPr>
          <p:nvPr/>
        </p:nvSpPr>
        <p:spPr bwMode="auto">
          <a:xfrm>
            <a:off x="8144220" y="1052514"/>
            <a:ext cx="59503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1600" b="1">
                <a:solidFill>
                  <a:srgbClr val="000099"/>
                </a:solidFill>
                <a:latin typeface="Arial" panose="020B0604020202020204" pitchFamily="34" charset="0"/>
                <a:ea typeface="黑体" panose="02010609060101010101" pitchFamily="2" charset="-122"/>
              </a:rPr>
              <a:t>读取</a:t>
            </a:r>
          </a:p>
          <a:p>
            <a:pPr eaLnBrk="1" hangingPunct="1"/>
            <a:r>
              <a:rPr kumimoji="1" lang="zh-CN" altLang="en-US" sz="1600" b="1">
                <a:solidFill>
                  <a:srgbClr val="000099"/>
                </a:solidFill>
                <a:latin typeface="Arial" panose="020B0604020202020204" pitchFamily="34" charset="0"/>
                <a:ea typeface="黑体" panose="02010609060101010101" pitchFamily="2" charset="-122"/>
              </a:rPr>
              <a:t>邮件</a:t>
            </a:r>
          </a:p>
        </p:txBody>
      </p:sp>
      <p:sp>
        <p:nvSpPr>
          <p:cNvPr id="244835" name="Text Box 394"/>
          <p:cNvSpPr txBox="1">
            <a:spLocks noChangeArrowheads="1"/>
          </p:cNvSpPr>
          <p:nvPr/>
        </p:nvSpPr>
        <p:spPr bwMode="auto">
          <a:xfrm>
            <a:off x="1280532" y="1914526"/>
            <a:ext cx="59503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1600" b="1" dirty="0">
                <a:solidFill>
                  <a:srgbClr val="FF0000"/>
                </a:solidFill>
                <a:latin typeface="Arial" panose="020B0604020202020204" pitchFamily="34" charset="0"/>
                <a:ea typeface="黑体" panose="02010609060101010101" pitchFamily="2" charset="-122"/>
              </a:rPr>
              <a:t>TCP</a:t>
            </a:r>
          </a:p>
          <a:p>
            <a:pPr eaLnBrk="1" hangingPunct="1"/>
            <a:r>
              <a:rPr kumimoji="1" lang="zh-CN" altLang="en-US" sz="1600" b="1" dirty="0">
                <a:solidFill>
                  <a:srgbClr val="FF0000"/>
                </a:solidFill>
                <a:latin typeface="Arial" panose="020B0604020202020204" pitchFamily="34" charset="0"/>
                <a:ea typeface="黑体" panose="02010609060101010101" pitchFamily="2" charset="-122"/>
              </a:rPr>
              <a:t>连接</a:t>
            </a:r>
          </a:p>
        </p:txBody>
      </p:sp>
      <p:sp>
        <p:nvSpPr>
          <p:cNvPr id="244836" name="Text Box 395"/>
          <p:cNvSpPr txBox="1">
            <a:spLocks noChangeArrowheads="1"/>
          </p:cNvSpPr>
          <p:nvPr/>
        </p:nvSpPr>
        <p:spPr bwMode="auto">
          <a:xfrm>
            <a:off x="8128742" y="1984376"/>
            <a:ext cx="59503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1600" b="1" dirty="0">
                <a:solidFill>
                  <a:srgbClr val="FF0000"/>
                </a:solidFill>
                <a:latin typeface="Arial" panose="020B0604020202020204" pitchFamily="34" charset="0"/>
                <a:ea typeface="黑体" panose="02010609060101010101" pitchFamily="2" charset="-122"/>
              </a:rPr>
              <a:t>TCP</a:t>
            </a:r>
          </a:p>
          <a:p>
            <a:pPr eaLnBrk="1" hangingPunct="1"/>
            <a:r>
              <a:rPr kumimoji="1" lang="zh-CN" altLang="en-US" sz="1600" b="1" dirty="0">
                <a:solidFill>
                  <a:srgbClr val="FF0000"/>
                </a:solidFill>
                <a:latin typeface="Arial" panose="020B0604020202020204" pitchFamily="34" charset="0"/>
                <a:ea typeface="黑体" panose="02010609060101010101" pitchFamily="2" charset="-122"/>
              </a:rPr>
              <a:t>连接</a:t>
            </a:r>
          </a:p>
        </p:txBody>
      </p:sp>
      <p:sp>
        <p:nvSpPr>
          <p:cNvPr id="244837" name="Text Box 396"/>
          <p:cNvSpPr txBox="1">
            <a:spLocks noChangeArrowheads="1"/>
          </p:cNvSpPr>
          <p:nvPr/>
        </p:nvSpPr>
        <p:spPr bwMode="auto">
          <a:xfrm>
            <a:off x="1959921" y="863601"/>
            <a:ext cx="121058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algn="ctr" eaLnBrk="1" hangingPunct="1"/>
            <a:r>
              <a:rPr kumimoji="1" lang="zh-CN" altLang="en-US" sz="1600" b="1" dirty="0">
                <a:solidFill>
                  <a:srgbClr val="000099"/>
                </a:solidFill>
                <a:latin typeface="Arial" panose="020B0604020202020204" pitchFamily="34" charset="0"/>
                <a:ea typeface="黑体" panose="02010609060101010101" pitchFamily="2" charset="-122"/>
              </a:rPr>
              <a:t>发送方</a:t>
            </a:r>
          </a:p>
          <a:p>
            <a:pPr algn="ctr" eaLnBrk="1" hangingPunct="1"/>
            <a:r>
              <a:rPr kumimoji="1" lang="zh-CN" altLang="en-US" sz="1600" b="1" dirty="0">
                <a:solidFill>
                  <a:srgbClr val="FF0000"/>
                </a:solidFill>
                <a:latin typeface="Arial" panose="020B0604020202020204" pitchFamily="34" charset="0"/>
                <a:ea typeface="黑体" panose="02010609060101010101" pitchFamily="2" charset="-122"/>
              </a:rPr>
              <a:t>邮件服务器</a:t>
            </a:r>
          </a:p>
        </p:txBody>
      </p:sp>
      <p:sp>
        <p:nvSpPr>
          <p:cNvPr id="244838" name="Oval 397"/>
          <p:cNvSpPr>
            <a:spLocks noChangeArrowheads="1"/>
          </p:cNvSpPr>
          <p:nvPr/>
        </p:nvSpPr>
        <p:spPr bwMode="auto">
          <a:xfrm>
            <a:off x="343245" y="1555750"/>
            <a:ext cx="779066" cy="719138"/>
          </a:xfrm>
          <a:prstGeom prst="ellipse">
            <a:avLst/>
          </a:prstGeom>
          <a:solidFill>
            <a:srgbClr val="FFFF99"/>
          </a:solidFill>
          <a:ln w="9525">
            <a:solidFill>
              <a:schemeClr val="folHlink"/>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1600" b="1">
                <a:solidFill>
                  <a:srgbClr val="000099"/>
                </a:solidFill>
                <a:latin typeface="Arial" panose="020B0604020202020204" pitchFamily="34" charset="0"/>
                <a:ea typeface="黑体" panose="02010609060101010101" pitchFamily="2" charset="-122"/>
              </a:rPr>
              <a:t>SMTP</a:t>
            </a:r>
          </a:p>
          <a:p>
            <a:pPr algn="ctr" eaLnBrk="1" hangingPunct="1"/>
            <a:r>
              <a:rPr kumimoji="1" lang="zh-CN" altLang="en-US" sz="1600" b="1">
                <a:solidFill>
                  <a:srgbClr val="000099"/>
                </a:solidFill>
                <a:latin typeface="Arial" panose="020B0604020202020204" pitchFamily="34" charset="0"/>
                <a:ea typeface="黑体" panose="02010609060101010101" pitchFamily="2" charset="-122"/>
              </a:rPr>
              <a:t>客户</a:t>
            </a:r>
          </a:p>
        </p:txBody>
      </p:sp>
      <p:sp>
        <p:nvSpPr>
          <p:cNvPr id="244839" name="Oval 398"/>
          <p:cNvSpPr>
            <a:spLocks noChangeArrowheads="1"/>
          </p:cNvSpPr>
          <p:nvPr/>
        </p:nvSpPr>
        <p:spPr bwMode="auto">
          <a:xfrm>
            <a:off x="9002397" y="1555750"/>
            <a:ext cx="779065" cy="719138"/>
          </a:xfrm>
          <a:prstGeom prst="ellipse">
            <a:avLst/>
          </a:prstGeom>
          <a:solidFill>
            <a:srgbClr val="CCCC0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1600" b="1">
                <a:solidFill>
                  <a:srgbClr val="000099"/>
                </a:solidFill>
                <a:latin typeface="Arial" panose="020B0604020202020204" pitchFamily="34" charset="0"/>
                <a:ea typeface="黑体" panose="02010609060101010101" pitchFamily="2" charset="-122"/>
              </a:rPr>
              <a:t>POP3</a:t>
            </a:r>
          </a:p>
          <a:p>
            <a:pPr algn="ctr" eaLnBrk="1" hangingPunct="1"/>
            <a:r>
              <a:rPr kumimoji="1" lang="zh-CN" altLang="en-US" sz="1600" b="1">
                <a:solidFill>
                  <a:srgbClr val="000099"/>
                </a:solidFill>
                <a:latin typeface="Arial" panose="020B0604020202020204" pitchFamily="34" charset="0"/>
                <a:ea typeface="黑体" panose="02010609060101010101" pitchFamily="2" charset="-122"/>
              </a:rPr>
              <a:t>客户</a:t>
            </a:r>
          </a:p>
        </p:txBody>
      </p:sp>
      <p:sp>
        <p:nvSpPr>
          <p:cNvPr id="244840" name="Text Box 399"/>
          <p:cNvSpPr txBox="1">
            <a:spLocks noChangeArrowheads="1"/>
          </p:cNvSpPr>
          <p:nvPr/>
        </p:nvSpPr>
        <p:spPr bwMode="auto">
          <a:xfrm>
            <a:off x="193101" y="863601"/>
            <a:ext cx="100540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algn="ctr" eaLnBrk="1" hangingPunct="1"/>
            <a:r>
              <a:rPr kumimoji="1" lang="zh-CN" altLang="en-US" sz="1600" b="1" dirty="0">
                <a:solidFill>
                  <a:srgbClr val="000099"/>
                </a:solidFill>
                <a:latin typeface="Arial" panose="020B0604020202020204" pitchFamily="34" charset="0"/>
                <a:ea typeface="黑体" panose="02010609060101010101" pitchFamily="2" charset="-122"/>
              </a:rPr>
              <a:t>发件人</a:t>
            </a:r>
          </a:p>
          <a:p>
            <a:pPr algn="ctr" eaLnBrk="1" hangingPunct="1"/>
            <a:r>
              <a:rPr kumimoji="1" lang="zh-CN" altLang="en-US" sz="1600" b="1" dirty="0">
                <a:solidFill>
                  <a:srgbClr val="FF0000"/>
                </a:solidFill>
                <a:latin typeface="Arial" panose="020B0604020202020204" pitchFamily="34" charset="0"/>
                <a:ea typeface="黑体" panose="02010609060101010101" pitchFamily="2" charset="-122"/>
              </a:rPr>
              <a:t>用户代理</a:t>
            </a:r>
          </a:p>
        </p:txBody>
      </p:sp>
      <p:sp>
        <p:nvSpPr>
          <p:cNvPr id="244841" name="Text Box 400"/>
          <p:cNvSpPr txBox="1">
            <a:spLocks noChangeArrowheads="1"/>
          </p:cNvSpPr>
          <p:nvPr/>
        </p:nvSpPr>
        <p:spPr bwMode="auto">
          <a:xfrm>
            <a:off x="6888844" y="863601"/>
            <a:ext cx="121058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algn="ctr" eaLnBrk="1" hangingPunct="1"/>
            <a:r>
              <a:rPr kumimoji="1" lang="zh-CN" altLang="en-US" sz="1600" b="1" dirty="0">
                <a:solidFill>
                  <a:srgbClr val="000099"/>
                </a:solidFill>
                <a:latin typeface="Arial" panose="020B0604020202020204" pitchFamily="34" charset="0"/>
                <a:ea typeface="黑体" panose="02010609060101010101" pitchFamily="2" charset="-122"/>
              </a:rPr>
              <a:t>接收方</a:t>
            </a:r>
          </a:p>
          <a:p>
            <a:pPr algn="ctr" eaLnBrk="1" hangingPunct="1"/>
            <a:r>
              <a:rPr kumimoji="1" lang="zh-CN" altLang="en-US" sz="1600" b="1" dirty="0">
                <a:solidFill>
                  <a:srgbClr val="FF0000"/>
                </a:solidFill>
                <a:latin typeface="Arial" panose="020B0604020202020204" pitchFamily="34" charset="0"/>
                <a:ea typeface="黑体" panose="02010609060101010101" pitchFamily="2" charset="-122"/>
              </a:rPr>
              <a:t>邮件服务器</a:t>
            </a:r>
          </a:p>
        </p:txBody>
      </p:sp>
      <p:sp>
        <p:nvSpPr>
          <p:cNvPr id="244842" name="Rectangle 401"/>
          <p:cNvSpPr>
            <a:spLocks noChangeArrowheads="1"/>
          </p:cNvSpPr>
          <p:nvPr/>
        </p:nvSpPr>
        <p:spPr bwMode="auto">
          <a:xfrm>
            <a:off x="7053872" y="1484314"/>
            <a:ext cx="935567" cy="1728787"/>
          </a:xfrm>
          <a:prstGeom prst="rect">
            <a:avLst/>
          </a:prstGeom>
          <a:solidFill>
            <a:srgbClr val="66FF66"/>
          </a:solidFill>
          <a:ln w="19050" algn="ctr">
            <a:solidFill>
              <a:schemeClr val="folHlink"/>
            </a:solidFill>
            <a:miter lim="800000"/>
          </a:ln>
          <a:effectLst>
            <a:outerShdw dist="35921" dir="2700000" algn="ctr" rotWithShape="0">
              <a:schemeClr val="bg2"/>
            </a:outerShdw>
          </a:effectLst>
        </p:spPr>
        <p:txBody>
          <a:bodyPr wrap="none" anchor="ctr"/>
          <a:lstStyle/>
          <a:p>
            <a:pPr eaLnBrk="1" hangingPunct="1"/>
            <a:endParaRPr lang="zh-CN" altLang="en-US" b="1">
              <a:solidFill>
                <a:srgbClr val="000099"/>
              </a:solidFill>
            </a:endParaRPr>
          </a:p>
        </p:txBody>
      </p:sp>
      <p:sp>
        <p:nvSpPr>
          <p:cNvPr id="244843" name="Oval 402"/>
          <p:cNvSpPr>
            <a:spLocks noChangeArrowheads="1"/>
          </p:cNvSpPr>
          <p:nvPr/>
        </p:nvSpPr>
        <p:spPr bwMode="auto">
          <a:xfrm>
            <a:off x="7131264" y="2347914"/>
            <a:ext cx="779065" cy="719137"/>
          </a:xfrm>
          <a:prstGeom prst="ellipse">
            <a:avLst/>
          </a:prstGeom>
          <a:solidFill>
            <a:srgbClr val="FFCCFF"/>
          </a:solidFill>
          <a:ln w="9525" algn="ctr">
            <a:solidFill>
              <a:schemeClr val="folHlink"/>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1600" b="1">
                <a:solidFill>
                  <a:srgbClr val="000099"/>
                </a:solidFill>
                <a:latin typeface="Arial" panose="020B0604020202020204" pitchFamily="34" charset="0"/>
                <a:ea typeface="黑体" panose="02010609060101010101" pitchFamily="2" charset="-122"/>
              </a:rPr>
              <a:t>SMTP</a:t>
            </a:r>
          </a:p>
          <a:p>
            <a:pPr algn="ctr" eaLnBrk="1" hangingPunct="1"/>
            <a:r>
              <a:rPr kumimoji="1" lang="zh-CN" altLang="en-US" sz="1600" b="1">
                <a:solidFill>
                  <a:srgbClr val="000099"/>
                </a:solidFill>
                <a:latin typeface="Arial" panose="020B0604020202020204" pitchFamily="34" charset="0"/>
                <a:ea typeface="黑体" panose="02010609060101010101" pitchFamily="2" charset="-122"/>
              </a:rPr>
              <a:t>服务器</a:t>
            </a:r>
          </a:p>
        </p:txBody>
      </p:sp>
      <p:sp>
        <p:nvSpPr>
          <p:cNvPr id="244844" name="Oval 403"/>
          <p:cNvSpPr>
            <a:spLocks noChangeArrowheads="1"/>
          </p:cNvSpPr>
          <p:nvPr/>
        </p:nvSpPr>
        <p:spPr bwMode="auto">
          <a:xfrm>
            <a:off x="7131264" y="1555750"/>
            <a:ext cx="779065" cy="719138"/>
          </a:xfrm>
          <a:prstGeom prst="ellipse">
            <a:avLst/>
          </a:prstGeom>
          <a:solidFill>
            <a:srgbClr val="FF99FF"/>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1600" b="1">
                <a:solidFill>
                  <a:srgbClr val="000099"/>
                </a:solidFill>
                <a:latin typeface="Arial" panose="020B0604020202020204" pitchFamily="34" charset="0"/>
                <a:ea typeface="黑体" panose="02010609060101010101" pitchFamily="2" charset="-122"/>
              </a:rPr>
              <a:t>POP3</a:t>
            </a:r>
          </a:p>
          <a:p>
            <a:pPr algn="ctr" eaLnBrk="1" hangingPunct="1"/>
            <a:r>
              <a:rPr kumimoji="1" lang="zh-CN" altLang="en-US" sz="1600" b="1">
                <a:solidFill>
                  <a:srgbClr val="000099"/>
                </a:solidFill>
                <a:latin typeface="Arial" panose="020B0604020202020204" pitchFamily="34" charset="0"/>
                <a:ea typeface="黑体" panose="02010609060101010101" pitchFamily="2" charset="-122"/>
              </a:rPr>
              <a:t>服务器</a:t>
            </a:r>
          </a:p>
        </p:txBody>
      </p:sp>
      <p:sp>
        <p:nvSpPr>
          <p:cNvPr id="244845" name="Line 404"/>
          <p:cNvSpPr>
            <a:spLocks noChangeShapeType="1"/>
          </p:cNvSpPr>
          <p:nvPr/>
        </p:nvSpPr>
        <p:spPr bwMode="auto">
          <a:xfrm flipV="1">
            <a:off x="2917774" y="2708275"/>
            <a:ext cx="4211769" cy="0"/>
          </a:xfrm>
          <a:prstGeom prst="line">
            <a:avLst/>
          </a:prstGeom>
          <a:noFill/>
          <a:ln w="76200">
            <a:solidFill>
              <a:schemeClr val="hlink"/>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44846" name="Oval 405"/>
          <p:cNvSpPr>
            <a:spLocks noChangeArrowheads="1"/>
          </p:cNvSpPr>
          <p:nvPr/>
        </p:nvSpPr>
        <p:spPr bwMode="auto">
          <a:xfrm>
            <a:off x="2217818" y="1555750"/>
            <a:ext cx="779066" cy="719138"/>
          </a:xfrm>
          <a:prstGeom prst="ellipse">
            <a:avLst/>
          </a:prstGeom>
          <a:solidFill>
            <a:srgbClr val="FFCCFF"/>
          </a:solidFill>
          <a:ln w="9525">
            <a:solidFill>
              <a:schemeClr val="folHlink"/>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1600" b="1">
                <a:solidFill>
                  <a:srgbClr val="000099"/>
                </a:solidFill>
                <a:latin typeface="Arial" panose="020B0604020202020204" pitchFamily="34" charset="0"/>
                <a:ea typeface="黑体" panose="02010609060101010101" pitchFamily="2" charset="-122"/>
              </a:rPr>
              <a:t>SMTP</a:t>
            </a:r>
          </a:p>
          <a:p>
            <a:pPr algn="ctr" eaLnBrk="1" hangingPunct="1"/>
            <a:r>
              <a:rPr kumimoji="1" lang="zh-CN" altLang="en-US" sz="1600" b="1">
                <a:solidFill>
                  <a:srgbClr val="000099"/>
                </a:solidFill>
                <a:latin typeface="Arial" panose="020B0604020202020204" pitchFamily="34" charset="0"/>
                <a:ea typeface="黑体" panose="02010609060101010101" pitchFamily="2" charset="-122"/>
              </a:rPr>
              <a:t>服务器</a:t>
            </a:r>
          </a:p>
        </p:txBody>
      </p:sp>
      <p:sp>
        <p:nvSpPr>
          <p:cNvPr id="244847" name="Oval 406"/>
          <p:cNvSpPr>
            <a:spLocks noChangeArrowheads="1"/>
          </p:cNvSpPr>
          <p:nvPr/>
        </p:nvSpPr>
        <p:spPr bwMode="auto">
          <a:xfrm>
            <a:off x="2217818" y="2347914"/>
            <a:ext cx="779066" cy="719137"/>
          </a:xfrm>
          <a:prstGeom prst="ellipse">
            <a:avLst/>
          </a:prstGeom>
          <a:solidFill>
            <a:srgbClr val="FFFF99"/>
          </a:solidFill>
          <a:ln w="9525" algn="ctr">
            <a:solidFill>
              <a:schemeClr val="folHlink"/>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1600" b="1">
                <a:solidFill>
                  <a:srgbClr val="000099"/>
                </a:solidFill>
                <a:latin typeface="Arial" panose="020B0604020202020204" pitchFamily="34" charset="0"/>
                <a:ea typeface="黑体" panose="02010609060101010101" pitchFamily="2" charset="-122"/>
              </a:rPr>
              <a:t>SMTP</a:t>
            </a:r>
          </a:p>
          <a:p>
            <a:pPr algn="ctr" eaLnBrk="1" hangingPunct="1"/>
            <a:r>
              <a:rPr kumimoji="1" lang="zh-CN" altLang="en-US" sz="1600" b="1">
                <a:solidFill>
                  <a:srgbClr val="000099"/>
                </a:solidFill>
                <a:latin typeface="Arial" panose="020B0604020202020204" pitchFamily="34" charset="0"/>
                <a:ea typeface="黑体" panose="02010609060101010101" pitchFamily="2" charset="-122"/>
              </a:rPr>
              <a:t>客户</a:t>
            </a:r>
          </a:p>
        </p:txBody>
      </p:sp>
      <p:sp>
        <p:nvSpPr>
          <p:cNvPr id="244848" name="Text Box 407"/>
          <p:cNvSpPr txBox="1">
            <a:spLocks noChangeArrowheads="1"/>
          </p:cNvSpPr>
          <p:nvPr/>
        </p:nvSpPr>
        <p:spPr bwMode="auto">
          <a:xfrm>
            <a:off x="8934802" y="863601"/>
            <a:ext cx="100540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algn="ctr" eaLnBrk="1" hangingPunct="1"/>
            <a:r>
              <a:rPr kumimoji="1" lang="zh-CN" altLang="en-US" sz="1600" b="1" dirty="0">
                <a:solidFill>
                  <a:srgbClr val="000099"/>
                </a:solidFill>
                <a:latin typeface="Arial" panose="020B0604020202020204" pitchFamily="34" charset="0"/>
                <a:ea typeface="黑体" panose="02010609060101010101" pitchFamily="2" charset="-122"/>
              </a:rPr>
              <a:t>收件人</a:t>
            </a:r>
          </a:p>
          <a:p>
            <a:pPr algn="ctr" eaLnBrk="1" hangingPunct="1"/>
            <a:r>
              <a:rPr kumimoji="1" lang="zh-CN" altLang="en-US" sz="1600" b="1" dirty="0">
                <a:solidFill>
                  <a:srgbClr val="FF0000"/>
                </a:solidFill>
                <a:latin typeface="Arial" panose="020B0604020202020204" pitchFamily="34" charset="0"/>
                <a:ea typeface="黑体" panose="02010609060101010101" pitchFamily="2" charset="-122"/>
              </a:rPr>
              <a:t>用户代理</a:t>
            </a:r>
          </a:p>
        </p:txBody>
      </p:sp>
      <p:sp>
        <p:nvSpPr>
          <p:cNvPr id="244849" name="Line 408"/>
          <p:cNvSpPr>
            <a:spLocks noChangeShapeType="1"/>
          </p:cNvSpPr>
          <p:nvPr/>
        </p:nvSpPr>
        <p:spPr bwMode="auto">
          <a:xfrm flipV="1">
            <a:off x="7910329" y="1916113"/>
            <a:ext cx="1092068" cy="0"/>
          </a:xfrm>
          <a:prstGeom prst="line">
            <a:avLst/>
          </a:prstGeom>
          <a:noFill/>
          <a:ln w="76200">
            <a:solidFill>
              <a:schemeClr val="hlink"/>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44850" name="Text Box 409"/>
          <p:cNvSpPr txBox="1">
            <a:spLocks noChangeArrowheads="1"/>
          </p:cNvSpPr>
          <p:nvPr/>
        </p:nvSpPr>
        <p:spPr bwMode="auto">
          <a:xfrm>
            <a:off x="4477625" y="2730500"/>
            <a:ext cx="105779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1600" b="1" dirty="0">
                <a:solidFill>
                  <a:srgbClr val="FF0000"/>
                </a:solidFill>
                <a:latin typeface="Arial" panose="020B0604020202020204" pitchFamily="34" charset="0"/>
                <a:ea typeface="黑体" panose="02010609060101010101" pitchFamily="2" charset="-122"/>
              </a:rPr>
              <a:t>TCP </a:t>
            </a:r>
            <a:r>
              <a:rPr kumimoji="1" lang="zh-CN" altLang="en-US" sz="1600" b="1" dirty="0">
                <a:solidFill>
                  <a:srgbClr val="FF0000"/>
                </a:solidFill>
                <a:latin typeface="Arial" panose="020B0604020202020204" pitchFamily="34" charset="0"/>
                <a:ea typeface="黑体" panose="02010609060101010101" pitchFamily="2" charset="-122"/>
              </a:rPr>
              <a:t>连接</a:t>
            </a:r>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86" name="Rectangle 2"/>
          <p:cNvSpPr>
            <a:spLocks noGrp="1" noChangeArrowheads="1"/>
          </p:cNvSpPr>
          <p:nvPr>
            <p:ph type="title"/>
          </p:nvPr>
        </p:nvSpPr>
        <p:spPr/>
        <p:txBody>
          <a:bodyPr/>
          <a:lstStyle/>
          <a:p>
            <a:pPr algn="ctr" eaLnBrk="1" hangingPunct="1"/>
            <a:r>
              <a:rPr lang="zh-CN" altLang="en-US">
                <a:ea typeface="黑体" panose="02010609060101010101" pitchFamily="2" charset="-122"/>
              </a:rPr>
              <a:t>用户代理 </a:t>
            </a:r>
            <a:r>
              <a:rPr lang="en-US" altLang="zh-CN">
                <a:ea typeface="黑体" panose="02010609060101010101" pitchFamily="2" charset="-122"/>
              </a:rPr>
              <a:t>UA (User Agent)</a:t>
            </a:r>
          </a:p>
        </p:txBody>
      </p:sp>
      <p:sp>
        <p:nvSpPr>
          <p:cNvPr id="1138691" name="Rectangle 3"/>
          <p:cNvSpPr>
            <a:spLocks noGrp="1" noChangeArrowheads="1"/>
          </p:cNvSpPr>
          <p:nvPr>
            <p:ph idx="1"/>
          </p:nvPr>
        </p:nvSpPr>
        <p:spPr>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r>
              <a:rPr lang="zh-CN" altLang="en-US" dirty="0">
                <a:solidFill>
                  <a:srgbClr val="0000FF"/>
                </a:solidFill>
              </a:rPr>
              <a:t>用户代理 </a:t>
            </a:r>
            <a:r>
              <a:rPr lang="en-US" altLang="zh-CN" dirty="0"/>
              <a:t>UA </a:t>
            </a:r>
            <a:r>
              <a:rPr lang="zh-CN" altLang="en-US" dirty="0"/>
              <a:t>就是用户与电子邮件系统的</a:t>
            </a:r>
            <a:r>
              <a:rPr lang="zh-CN" altLang="en-US" dirty="0">
                <a:solidFill>
                  <a:srgbClr val="FF0000"/>
                </a:solidFill>
              </a:rPr>
              <a:t>接口</a:t>
            </a:r>
            <a:r>
              <a:rPr lang="zh-CN" altLang="en-US" dirty="0"/>
              <a:t>，是电子邮件</a:t>
            </a:r>
            <a:r>
              <a:rPr lang="zh-CN" altLang="en-US" dirty="0">
                <a:solidFill>
                  <a:srgbClr val="FF0000"/>
                </a:solidFill>
              </a:rPr>
              <a:t>客户端软件</a:t>
            </a:r>
            <a:r>
              <a:rPr lang="zh-CN" altLang="en-US" dirty="0"/>
              <a:t>。</a:t>
            </a:r>
          </a:p>
          <a:p>
            <a:r>
              <a:rPr lang="zh-CN" altLang="en-US" dirty="0">
                <a:solidFill>
                  <a:srgbClr val="0000FF"/>
                </a:solidFill>
              </a:rPr>
              <a:t>用户代理</a:t>
            </a:r>
            <a:r>
              <a:rPr lang="zh-CN" altLang="en-US" dirty="0"/>
              <a:t>的</a:t>
            </a:r>
            <a:r>
              <a:rPr lang="zh-CN" altLang="en-US" dirty="0">
                <a:solidFill>
                  <a:srgbClr val="FF0000"/>
                </a:solidFill>
              </a:rPr>
              <a:t>功能：</a:t>
            </a:r>
            <a:r>
              <a:rPr lang="zh-CN" altLang="en-US" dirty="0"/>
              <a:t>撰写、显示、处理和通信。</a:t>
            </a:r>
          </a:p>
          <a:p>
            <a:r>
              <a:rPr lang="zh-CN" altLang="en-US" dirty="0">
                <a:solidFill>
                  <a:srgbClr val="0000FF"/>
                </a:solidFill>
              </a:rPr>
              <a:t>邮件服务器</a:t>
            </a:r>
            <a:r>
              <a:rPr lang="zh-CN" altLang="en-US" dirty="0"/>
              <a:t>的功能是</a:t>
            </a:r>
            <a:r>
              <a:rPr lang="zh-CN" altLang="en-US" dirty="0">
                <a:solidFill>
                  <a:srgbClr val="FF0000"/>
                </a:solidFill>
              </a:rPr>
              <a:t>发送</a:t>
            </a:r>
            <a:r>
              <a:rPr lang="zh-CN" altLang="en-US" dirty="0"/>
              <a:t>和</a:t>
            </a:r>
            <a:r>
              <a:rPr lang="zh-CN" altLang="en-US" dirty="0">
                <a:solidFill>
                  <a:srgbClr val="FF0000"/>
                </a:solidFill>
              </a:rPr>
              <a:t>接收邮件</a:t>
            </a:r>
            <a:r>
              <a:rPr lang="zh-CN" altLang="en-US" dirty="0"/>
              <a:t>，同时还要向发信人报告邮件传送的情况（已交付、被拒绝、丢失等）。</a:t>
            </a:r>
          </a:p>
          <a:p>
            <a:r>
              <a:rPr lang="zh-CN" altLang="en-US" dirty="0"/>
              <a:t>邮件服务器按照</a:t>
            </a:r>
            <a:r>
              <a:rPr lang="zh-CN" altLang="en-US" dirty="0">
                <a:solidFill>
                  <a:srgbClr val="FF0000"/>
                </a:solidFill>
              </a:rPr>
              <a:t>客户</a:t>
            </a:r>
            <a:r>
              <a:rPr lang="zh-CN" altLang="en-US" dirty="0">
                <a:solidFill>
                  <a:srgbClr val="FF0000"/>
                </a:solidFill>
                <a:sym typeface="Symbol" panose="05050102010706020507" pitchFamily="18" charset="2"/>
              </a:rPr>
              <a:t></a:t>
            </a:r>
            <a:r>
              <a:rPr lang="zh-CN" altLang="en-US" dirty="0">
                <a:solidFill>
                  <a:srgbClr val="FF0000"/>
                </a:solidFill>
              </a:rPr>
              <a:t>服务器</a:t>
            </a:r>
            <a:r>
              <a:rPr lang="zh-CN" altLang="en-US" dirty="0"/>
              <a:t>方式工作。邮件服务器需要使用</a:t>
            </a:r>
            <a:r>
              <a:rPr lang="zh-CN" altLang="en-US" dirty="0">
                <a:solidFill>
                  <a:srgbClr val="FF0000"/>
                </a:solidFill>
              </a:rPr>
              <a:t>发送</a:t>
            </a:r>
            <a:r>
              <a:rPr lang="zh-CN" altLang="en-US" dirty="0"/>
              <a:t>和</a:t>
            </a:r>
            <a:r>
              <a:rPr lang="zh-CN" altLang="en-US" dirty="0">
                <a:solidFill>
                  <a:srgbClr val="FF0000"/>
                </a:solidFill>
              </a:rPr>
              <a:t>读取</a:t>
            </a:r>
            <a:r>
              <a:rPr lang="zh-CN" altLang="en-US" dirty="0"/>
              <a:t>两个</a:t>
            </a:r>
            <a:r>
              <a:rPr lang="zh-CN" altLang="en-US" dirty="0">
                <a:solidFill>
                  <a:srgbClr val="FF0000"/>
                </a:solidFill>
              </a:rPr>
              <a:t>不同的协议</a:t>
            </a:r>
            <a:r>
              <a:rPr lang="zh-CN" altLang="en-US" dirty="0"/>
              <a:t>。</a:t>
            </a:r>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4" name="Rectangle 2"/>
          <p:cNvSpPr>
            <a:spLocks noGrp="1" noChangeArrowheads="1"/>
          </p:cNvSpPr>
          <p:nvPr>
            <p:ph type="title"/>
          </p:nvPr>
        </p:nvSpPr>
        <p:spPr/>
        <p:txBody>
          <a:bodyPr/>
          <a:lstStyle/>
          <a:p>
            <a:pPr algn="ctr" eaLnBrk="1" hangingPunct="1"/>
            <a:r>
              <a:rPr lang="zh-CN" altLang="en-US">
                <a:ea typeface="黑体" panose="02010609060101010101" pitchFamily="2" charset="-122"/>
              </a:rPr>
              <a:t>应当注意</a:t>
            </a:r>
          </a:p>
        </p:txBody>
      </p:sp>
      <p:sp>
        <p:nvSpPr>
          <p:cNvPr id="248835" name="Rectangle 3"/>
          <p:cNvSpPr>
            <a:spLocks noGrp="1" noChangeArrowheads="1"/>
          </p:cNvSpPr>
          <p:nvPr>
            <p:ph idx="1"/>
          </p:nvPr>
        </p:nvSpPr>
        <p:spPr>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r>
              <a:rPr lang="zh-CN" altLang="en-US" sz="2800" dirty="0"/>
              <a:t>一个邮件</a:t>
            </a:r>
            <a:r>
              <a:rPr lang="zh-CN" altLang="en-US" sz="2800" dirty="0">
                <a:solidFill>
                  <a:srgbClr val="FF0000"/>
                </a:solidFill>
              </a:rPr>
              <a:t>服务器</a:t>
            </a:r>
            <a:r>
              <a:rPr lang="zh-CN" altLang="en-US" sz="2800" dirty="0"/>
              <a:t>既可以作为</a:t>
            </a:r>
            <a:r>
              <a:rPr lang="zh-CN" altLang="en-US" sz="2800" dirty="0">
                <a:solidFill>
                  <a:srgbClr val="FF0000"/>
                </a:solidFill>
              </a:rPr>
              <a:t>客户</a:t>
            </a:r>
            <a:r>
              <a:rPr lang="zh-CN" altLang="en-US" sz="2800" dirty="0"/>
              <a:t>，也可以作为</a:t>
            </a:r>
            <a:r>
              <a:rPr lang="zh-CN" altLang="en-US" sz="2800" dirty="0">
                <a:solidFill>
                  <a:srgbClr val="FF0000"/>
                </a:solidFill>
              </a:rPr>
              <a:t>服务器</a:t>
            </a:r>
            <a:r>
              <a:rPr lang="zh-CN" altLang="en-US" sz="2800" dirty="0"/>
              <a:t>。</a:t>
            </a:r>
          </a:p>
          <a:p>
            <a:r>
              <a:rPr lang="zh-CN" altLang="en-US" sz="2800" dirty="0"/>
              <a:t>例如，当邮件服务器 </a:t>
            </a:r>
            <a:r>
              <a:rPr lang="en-US" altLang="zh-CN" sz="2800" dirty="0"/>
              <a:t>A </a:t>
            </a:r>
            <a:r>
              <a:rPr lang="zh-CN" altLang="en-US" sz="2800" dirty="0"/>
              <a:t>向另一个邮件服务器 </a:t>
            </a:r>
            <a:r>
              <a:rPr lang="en-US" altLang="zh-CN" sz="2800" dirty="0"/>
              <a:t>B </a:t>
            </a:r>
            <a:r>
              <a:rPr lang="zh-CN" altLang="en-US" sz="2800" dirty="0">
                <a:solidFill>
                  <a:srgbClr val="0000FF"/>
                </a:solidFill>
              </a:rPr>
              <a:t>发送邮件</a:t>
            </a:r>
            <a:r>
              <a:rPr lang="zh-CN" altLang="en-US" sz="2800" dirty="0"/>
              <a:t>时，邮件服务器 </a:t>
            </a:r>
            <a:r>
              <a:rPr lang="en-US" altLang="zh-CN" sz="2800" dirty="0"/>
              <a:t>A </a:t>
            </a:r>
            <a:r>
              <a:rPr lang="zh-CN" altLang="en-US" sz="2800" dirty="0"/>
              <a:t>就作为 </a:t>
            </a:r>
            <a:r>
              <a:rPr lang="en-US" altLang="zh-CN" sz="2800" dirty="0">
                <a:solidFill>
                  <a:srgbClr val="0000FF"/>
                </a:solidFill>
              </a:rPr>
              <a:t>SMTP </a:t>
            </a:r>
            <a:r>
              <a:rPr lang="zh-CN" altLang="en-US" sz="2800" dirty="0">
                <a:solidFill>
                  <a:srgbClr val="0000FF"/>
                </a:solidFill>
              </a:rPr>
              <a:t>客户</a:t>
            </a:r>
            <a:r>
              <a:rPr lang="zh-CN" altLang="en-US" sz="2800" dirty="0"/>
              <a:t>，而 </a:t>
            </a:r>
            <a:r>
              <a:rPr lang="en-US" altLang="zh-CN" sz="2800" dirty="0"/>
              <a:t>B </a:t>
            </a:r>
            <a:r>
              <a:rPr lang="zh-CN" altLang="en-US" sz="2800" dirty="0"/>
              <a:t>是 </a:t>
            </a:r>
            <a:r>
              <a:rPr lang="en-US" altLang="zh-CN" sz="2800" dirty="0"/>
              <a:t>SMTP </a:t>
            </a:r>
            <a:r>
              <a:rPr lang="zh-CN" altLang="en-US" sz="2800" dirty="0"/>
              <a:t>服务器。</a:t>
            </a:r>
          </a:p>
          <a:p>
            <a:r>
              <a:rPr lang="zh-CN" altLang="en-US" sz="2800" dirty="0"/>
              <a:t>当邮件服务器 </a:t>
            </a:r>
            <a:r>
              <a:rPr lang="en-US" altLang="zh-CN" sz="2800" dirty="0"/>
              <a:t>A </a:t>
            </a:r>
            <a:r>
              <a:rPr lang="zh-CN" altLang="en-US" sz="2800" dirty="0"/>
              <a:t>从另一个邮件服务器 </a:t>
            </a:r>
            <a:r>
              <a:rPr lang="en-US" altLang="zh-CN" sz="2800" dirty="0"/>
              <a:t>B </a:t>
            </a:r>
            <a:r>
              <a:rPr lang="zh-CN" altLang="en-US" sz="2800" dirty="0">
                <a:solidFill>
                  <a:srgbClr val="0000FF"/>
                </a:solidFill>
              </a:rPr>
              <a:t>接收邮件</a:t>
            </a:r>
            <a:r>
              <a:rPr lang="zh-CN" altLang="en-US" sz="2800" dirty="0"/>
              <a:t>时，邮件服务器 </a:t>
            </a:r>
            <a:r>
              <a:rPr lang="en-US" altLang="zh-CN" sz="2800" dirty="0"/>
              <a:t>A </a:t>
            </a:r>
            <a:r>
              <a:rPr lang="zh-CN" altLang="en-US" sz="2800" dirty="0"/>
              <a:t>就作为 </a:t>
            </a:r>
            <a:r>
              <a:rPr lang="en-US" altLang="zh-CN" sz="2800" dirty="0">
                <a:solidFill>
                  <a:srgbClr val="0000FF"/>
                </a:solidFill>
              </a:rPr>
              <a:t>SMTP </a:t>
            </a:r>
            <a:r>
              <a:rPr lang="zh-CN" altLang="en-US" sz="2800" dirty="0">
                <a:solidFill>
                  <a:srgbClr val="0000FF"/>
                </a:solidFill>
              </a:rPr>
              <a:t>服务器</a:t>
            </a:r>
            <a:r>
              <a:rPr lang="zh-CN" altLang="en-US" sz="2800" dirty="0"/>
              <a:t>，而 </a:t>
            </a:r>
            <a:r>
              <a:rPr lang="en-US" altLang="zh-CN" sz="2800" dirty="0"/>
              <a:t>B </a:t>
            </a:r>
            <a:r>
              <a:rPr lang="zh-CN" altLang="en-US" sz="2800" dirty="0"/>
              <a:t>是 </a:t>
            </a:r>
            <a:r>
              <a:rPr lang="en-US" altLang="zh-CN" sz="2800" dirty="0"/>
              <a:t>SMTP </a:t>
            </a:r>
            <a:r>
              <a:rPr lang="zh-CN" altLang="en-US" sz="2800" dirty="0"/>
              <a:t>客户。</a:t>
            </a:r>
          </a:p>
        </p:txBody>
      </p:sp>
      <p:pic>
        <p:nvPicPr>
          <p:cNvPr id="2" name="图片 1"/>
          <p:cNvPicPr>
            <a:picLocks noChangeAspect="1"/>
          </p:cNvPicPr>
          <p:nvPr/>
        </p:nvPicPr>
        <p:blipFill>
          <a:blip r:embed="rId3"/>
          <a:stretch>
            <a:fillRect/>
          </a:stretch>
        </p:blipFill>
        <p:spPr>
          <a:xfrm>
            <a:off x="924744" y="4725144"/>
            <a:ext cx="8208912" cy="2020342"/>
          </a:xfrm>
          <a:prstGeom prst="rect">
            <a:avLst/>
          </a:prstGeom>
        </p:spPr>
      </p:pic>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2" name="Rectangle 2"/>
          <p:cNvSpPr>
            <a:spLocks noGrp="1" noChangeArrowheads="1"/>
          </p:cNvSpPr>
          <p:nvPr>
            <p:ph type="title"/>
          </p:nvPr>
        </p:nvSpPr>
        <p:spPr>
          <a:xfrm>
            <a:off x="496800" y="188640"/>
            <a:ext cx="8560656" cy="792000"/>
          </a:xfrm>
        </p:spPr>
        <p:txBody>
          <a:bodyPr/>
          <a:lstStyle/>
          <a:p>
            <a:pPr algn="ctr" eaLnBrk="1" hangingPunct="1"/>
            <a:r>
              <a:rPr lang="zh-CN" altLang="en-US" sz="4000" dirty="0">
                <a:ea typeface="黑体" panose="02010609060101010101" pitchFamily="2" charset="-122"/>
              </a:rPr>
              <a:t>发送和接收电子邮件的几个重要步骤</a:t>
            </a:r>
          </a:p>
        </p:txBody>
      </p:sp>
      <p:sp>
        <p:nvSpPr>
          <p:cNvPr id="250883" name="Rectangle 3"/>
          <p:cNvSpPr>
            <a:spLocks noGrp="1" noChangeArrowheads="1"/>
          </p:cNvSpPr>
          <p:nvPr>
            <p:ph idx="1"/>
          </p:nvPr>
        </p:nvSpPr>
        <p:spPr/>
        <p:txBody>
          <a:bodyPr/>
          <a:lstStyle/>
          <a:p>
            <a:pPr eaLnBrk="1" hangingPunct="1">
              <a:buFont typeface="Wingdings" panose="05000000000000000000" pitchFamily="2" charset="2"/>
              <a:buNone/>
            </a:pPr>
            <a:r>
              <a:rPr lang="en-US" altLang="zh-CN" dirty="0">
                <a:ea typeface="黑体" panose="02010609060101010101" pitchFamily="2" charset="-122"/>
                <a:sym typeface="Wingdings" panose="05000000000000000000" pitchFamily="2" charset="2"/>
              </a:rPr>
              <a:t></a:t>
            </a:r>
            <a:r>
              <a:rPr lang="en-US" altLang="zh-CN" dirty="0">
                <a:ea typeface="黑体" panose="02010609060101010101" pitchFamily="2" charset="-122"/>
              </a:rPr>
              <a:t> </a:t>
            </a:r>
            <a:r>
              <a:rPr lang="zh-CN" altLang="en-US" dirty="0">
                <a:ea typeface="黑体" panose="02010609060101010101" pitchFamily="2" charset="-122"/>
              </a:rPr>
              <a:t>发件人调用 </a:t>
            </a:r>
            <a:r>
              <a:rPr lang="en-US" altLang="zh-CN" dirty="0">
                <a:ea typeface="黑体" panose="02010609060101010101" pitchFamily="2" charset="-122"/>
              </a:rPr>
              <a:t>PC </a:t>
            </a:r>
            <a:r>
              <a:rPr lang="zh-CN" altLang="en-US" dirty="0">
                <a:ea typeface="黑体" panose="02010609060101010101" pitchFamily="2" charset="-122"/>
              </a:rPr>
              <a:t>中的</a:t>
            </a:r>
            <a:r>
              <a:rPr lang="zh-CN" altLang="en-US" dirty="0">
                <a:solidFill>
                  <a:srgbClr val="FF0000"/>
                </a:solidFill>
                <a:ea typeface="黑体" panose="02010609060101010101" pitchFamily="2" charset="-122"/>
              </a:rPr>
              <a:t>用户代理</a:t>
            </a:r>
            <a:r>
              <a:rPr lang="zh-CN" altLang="en-US" dirty="0">
                <a:ea typeface="黑体" panose="02010609060101010101" pitchFamily="2" charset="-122"/>
              </a:rPr>
              <a:t>撰写和编辑要发送的邮件。</a:t>
            </a:r>
          </a:p>
          <a:p>
            <a:pPr eaLnBrk="1" hangingPunct="1">
              <a:buFont typeface="Wingdings" panose="05000000000000000000" pitchFamily="2" charset="2"/>
              <a:buNone/>
            </a:pPr>
            <a:r>
              <a:rPr lang="zh-CN" altLang="en-US" dirty="0">
                <a:ea typeface="黑体" panose="02010609060101010101" pitchFamily="2" charset="-122"/>
                <a:sym typeface="Wingdings" panose="05000000000000000000" pitchFamily="2" charset="2"/>
              </a:rPr>
              <a:t></a:t>
            </a:r>
            <a:r>
              <a:rPr lang="zh-CN" altLang="en-US" dirty="0">
                <a:ea typeface="黑体" panose="02010609060101010101" pitchFamily="2" charset="-122"/>
              </a:rPr>
              <a:t> 发件人的用户代理把邮件用 </a:t>
            </a:r>
            <a:r>
              <a:rPr lang="en-US" altLang="zh-CN" dirty="0">
                <a:ea typeface="黑体" panose="02010609060101010101" pitchFamily="2" charset="-122"/>
              </a:rPr>
              <a:t>SMTP </a:t>
            </a:r>
            <a:r>
              <a:rPr lang="zh-CN" altLang="en-US" dirty="0">
                <a:ea typeface="黑体" panose="02010609060101010101" pitchFamily="2" charset="-122"/>
              </a:rPr>
              <a:t>协议发给发送方</a:t>
            </a:r>
            <a:r>
              <a:rPr lang="zh-CN" altLang="en-US" dirty="0">
                <a:solidFill>
                  <a:srgbClr val="FF0000"/>
                </a:solidFill>
                <a:ea typeface="黑体" panose="02010609060101010101" pitchFamily="2" charset="-122"/>
              </a:rPr>
              <a:t>邮件服务器</a:t>
            </a:r>
            <a:r>
              <a:rPr lang="zh-CN" altLang="en-US" dirty="0">
                <a:ea typeface="黑体" panose="02010609060101010101" pitchFamily="2" charset="-122"/>
              </a:rPr>
              <a:t>。</a:t>
            </a:r>
          </a:p>
          <a:p>
            <a:pPr eaLnBrk="1" hangingPunct="1">
              <a:buFont typeface="Wingdings" panose="05000000000000000000" pitchFamily="2" charset="2"/>
              <a:buNone/>
            </a:pPr>
            <a:r>
              <a:rPr lang="zh-CN" altLang="en-US" dirty="0">
                <a:ea typeface="黑体" panose="02010609060101010101" pitchFamily="2" charset="-122"/>
                <a:sym typeface="Wingdings" panose="05000000000000000000" pitchFamily="2" charset="2"/>
              </a:rPr>
              <a:t></a:t>
            </a:r>
            <a:r>
              <a:rPr lang="zh-CN" altLang="en-US" dirty="0">
                <a:ea typeface="黑体" panose="02010609060101010101" pitchFamily="2" charset="-122"/>
              </a:rPr>
              <a:t> </a:t>
            </a:r>
            <a:r>
              <a:rPr lang="en-US" altLang="zh-CN" dirty="0">
                <a:ea typeface="黑体" panose="02010609060101010101" pitchFamily="2" charset="-122"/>
              </a:rPr>
              <a:t>SMTP </a:t>
            </a:r>
            <a:r>
              <a:rPr lang="zh-CN" altLang="en-US" dirty="0">
                <a:ea typeface="黑体" panose="02010609060101010101" pitchFamily="2" charset="-122"/>
              </a:rPr>
              <a:t>服务器把邮件临时</a:t>
            </a:r>
            <a:r>
              <a:rPr lang="zh-CN" altLang="en-US" dirty="0">
                <a:solidFill>
                  <a:srgbClr val="FF0000"/>
                </a:solidFill>
                <a:ea typeface="黑体" panose="02010609060101010101" pitchFamily="2" charset="-122"/>
              </a:rPr>
              <a:t>存放在邮件缓存队列</a:t>
            </a:r>
            <a:r>
              <a:rPr lang="zh-CN" altLang="en-US" dirty="0">
                <a:ea typeface="黑体" panose="02010609060101010101" pitchFamily="2" charset="-122"/>
              </a:rPr>
              <a:t>中，等待发送。</a:t>
            </a:r>
          </a:p>
          <a:p>
            <a:pPr eaLnBrk="1" hangingPunct="1">
              <a:buFont typeface="Wingdings" panose="05000000000000000000" pitchFamily="2" charset="2"/>
              <a:buNone/>
            </a:pPr>
            <a:r>
              <a:rPr lang="zh-CN" altLang="en-US" dirty="0">
                <a:ea typeface="黑体" panose="02010609060101010101" pitchFamily="2" charset="-122"/>
                <a:sym typeface="Wingdings" panose="05000000000000000000" pitchFamily="2" charset="2"/>
              </a:rPr>
              <a:t></a:t>
            </a:r>
            <a:r>
              <a:rPr lang="zh-CN" altLang="en-US" dirty="0">
                <a:ea typeface="黑体" panose="02010609060101010101" pitchFamily="2" charset="-122"/>
              </a:rPr>
              <a:t> 发送方邮件服务器的 </a:t>
            </a:r>
            <a:r>
              <a:rPr lang="en-US" altLang="zh-CN" dirty="0">
                <a:ea typeface="黑体" panose="02010609060101010101" pitchFamily="2" charset="-122"/>
              </a:rPr>
              <a:t>SMTP </a:t>
            </a:r>
            <a:r>
              <a:rPr lang="zh-CN" altLang="en-US" dirty="0">
                <a:ea typeface="黑体" panose="02010609060101010101" pitchFamily="2" charset="-122"/>
              </a:rPr>
              <a:t>客户与接收方邮件服务器的 </a:t>
            </a:r>
            <a:r>
              <a:rPr lang="en-US" altLang="zh-CN" dirty="0">
                <a:ea typeface="黑体" panose="02010609060101010101" pitchFamily="2" charset="-122"/>
              </a:rPr>
              <a:t>SMTP </a:t>
            </a:r>
            <a:r>
              <a:rPr lang="zh-CN" altLang="en-US" dirty="0">
                <a:ea typeface="黑体" panose="02010609060101010101" pitchFamily="2" charset="-122"/>
              </a:rPr>
              <a:t>服务器</a:t>
            </a:r>
            <a:r>
              <a:rPr lang="zh-CN" altLang="en-US" dirty="0">
                <a:solidFill>
                  <a:srgbClr val="FF0000"/>
                </a:solidFill>
                <a:ea typeface="黑体" panose="02010609060101010101" pitchFamily="2" charset="-122"/>
              </a:rPr>
              <a:t>建立 </a:t>
            </a:r>
            <a:r>
              <a:rPr lang="en-US" altLang="zh-CN" dirty="0">
                <a:solidFill>
                  <a:srgbClr val="FF0000"/>
                </a:solidFill>
                <a:ea typeface="黑体" panose="02010609060101010101" pitchFamily="2" charset="-122"/>
              </a:rPr>
              <a:t>TCP </a:t>
            </a:r>
            <a:r>
              <a:rPr lang="zh-CN" altLang="en-US" dirty="0">
                <a:solidFill>
                  <a:srgbClr val="FF0000"/>
                </a:solidFill>
                <a:ea typeface="黑体" panose="02010609060101010101" pitchFamily="2" charset="-122"/>
              </a:rPr>
              <a:t>连接</a:t>
            </a:r>
            <a:r>
              <a:rPr lang="zh-CN" altLang="en-US" dirty="0">
                <a:ea typeface="黑体" panose="02010609060101010101" pitchFamily="2" charset="-122"/>
              </a:rPr>
              <a:t>，然后就把邮件缓存队列中的邮件依次发送出去。   </a:t>
            </a:r>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6" name="Rectangle 2"/>
          <p:cNvSpPr>
            <a:spLocks noGrp="1" noChangeArrowheads="1"/>
          </p:cNvSpPr>
          <p:nvPr>
            <p:ph type="title"/>
          </p:nvPr>
        </p:nvSpPr>
        <p:spPr>
          <a:xfrm>
            <a:off x="496800" y="188640"/>
            <a:ext cx="8560656" cy="792000"/>
          </a:xfrm>
        </p:spPr>
        <p:txBody>
          <a:bodyPr/>
          <a:lstStyle/>
          <a:p>
            <a:pPr algn="ctr"/>
            <a:r>
              <a:rPr lang="zh-CN" altLang="en-US" sz="4000" dirty="0">
                <a:ea typeface="黑体" panose="02010609060101010101" pitchFamily="2" charset="-122"/>
              </a:rPr>
              <a:t>发送和接收电子邮件的几个重要步骤</a:t>
            </a:r>
          </a:p>
        </p:txBody>
      </p:sp>
      <p:sp>
        <p:nvSpPr>
          <p:cNvPr id="241668" name="Rectangle 3"/>
          <p:cNvSpPr>
            <a:spLocks noGrp="1" noChangeArrowheads="1"/>
          </p:cNvSpPr>
          <p:nvPr>
            <p:ph idx="1"/>
          </p:nvPr>
        </p:nvSpPr>
        <p:spPr/>
        <p:txBody>
          <a:bodyPr/>
          <a:lstStyle/>
          <a:p>
            <a:pPr eaLnBrk="1" hangingPunct="1">
              <a:buFont typeface="Wingdings" panose="05000000000000000000" pitchFamily="2" charset="2"/>
              <a:buNone/>
              <a:defRPr/>
            </a:pPr>
            <a:r>
              <a:rPr lang="en-US" altLang="zh-CN" dirty="0">
                <a:sym typeface="Wingdings" panose="05000000000000000000" pitchFamily="2" charset="2"/>
              </a:rPr>
              <a:t> </a:t>
            </a:r>
            <a:r>
              <a:rPr lang="zh-CN" altLang="en-US" dirty="0"/>
              <a:t>运行在</a:t>
            </a:r>
            <a:r>
              <a:rPr lang="zh-CN" altLang="en-US" dirty="0">
                <a:solidFill>
                  <a:srgbClr val="FF0000"/>
                </a:solidFill>
              </a:rPr>
              <a:t>接收方</a:t>
            </a:r>
            <a:r>
              <a:rPr lang="zh-CN" altLang="en-US" dirty="0"/>
              <a:t>邮件</a:t>
            </a:r>
            <a:r>
              <a:rPr lang="zh-CN" altLang="en-US" dirty="0">
                <a:solidFill>
                  <a:srgbClr val="FF0000"/>
                </a:solidFill>
              </a:rPr>
              <a:t>服务器</a:t>
            </a:r>
            <a:r>
              <a:rPr lang="zh-CN" altLang="en-US" dirty="0"/>
              <a:t>中的</a:t>
            </a:r>
            <a:r>
              <a:rPr lang="en-US" altLang="zh-CN" dirty="0"/>
              <a:t>SMTP</a:t>
            </a:r>
            <a:r>
              <a:rPr lang="zh-CN" altLang="en-US" dirty="0"/>
              <a:t>服务器进 程收到邮件后，把邮件放入收件人的</a:t>
            </a:r>
            <a:r>
              <a:rPr lang="zh-CN" altLang="en-US" dirty="0">
                <a:solidFill>
                  <a:srgbClr val="FF0000"/>
                </a:solidFill>
              </a:rPr>
              <a:t>用户邮箱</a:t>
            </a:r>
            <a:r>
              <a:rPr lang="zh-CN" altLang="en-US" dirty="0"/>
              <a:t>中，等待收件人进行读取。 </a:t>
            </a:r>
          </a:p>
          <a:p>
            <a:pPr eaLnBrk="1" hangingPunct="1">
              <a:buFont typeface="Wingdings" panose="05000000000000000000" pitchFamily="2" charset="2"/>
              <a:buNone/>
              <a:defRPr/>
            </a:pPr>
            <a:r>
              <a:rPr lang="zh-CN" altLang="en-US" dirty="0">
                <a:sym typeface="Wingdings" panose="05000000000000000000" pitchFamily="2" charset="2"/>
              </a:rPr>
              <a:t> </a:t>
            </a:r>
            <a:r>
              <a:rPr lang="zh-CN" altLang="en-US" dirty="0"/>
              <a:t>收件人在打算收信时，就运行 </a:t>
            </a:r>
            <a:r>
              <a:rPr lang="en-US" altLang="zh-CN" dirty="0"/>
              <a:t>PC </a:t>
            </a:r>
            <a:r>
              <a:rPr lang="zh-CN" altLang="en-US" dirty="0"/>
              <a:t>机中的</a:t>
            </a:r>
            <a:r>
              <a:rPr lang="zh-CN" altLang="en-US" dirty="0">
                <a:solidFill>
                  <a:srgbClr val="FF0000"/>
                </a:solidFill>
              </a:rPr>
              <a:t>用户代理</a:t>
            </a:r>
            <a:r>
              <a:rPr lang="zh-CN" altLang="en-US" dirty="0"/>
              <a:t>，使用 </a:t>
            </a:r>
            <a:r>
              <a:rPr lang="en-US" altLang="zh-CN" dirty="0">
                <a:solidFill>
                  <a:srgbClr val="FF0000"/>
                </a:solidFill>
              </a:rPr>
              <a:t>POP3</a:t>
            </a:r>
            <a:r>
              <a:rPr lang="zh-CN" altLang="en-US" dirty="0"/>
              <a:t>（或 </a:t>
            </a:r>
            <a:r>
              <a:rPr lang="en-US" altLang="zh-CN" dirty="0"/>
              <a:t>IMAP</a:t>
            </a:r>
            <a:r>
              <a:rPr lang="zh-CN" altLang="en-US" dirty="0"/>
              <a:t>）协议读取发送给自己的邮件。 </a:t>
            </a:r>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930" name="Rectangle 2"/>
          <p:cNvSpPr>
            <a:spLocks noGrp="1" noChangeArrowheads="1"/>
          </p:cNvSpPr>
          <p:nvPr>
            <p:ph type="title"/>
          </p:nvPr>
        </p:nvSpPr>
        <p:spPr/>
        <p:txBody>
          <a:bodyPr/>
          <a:lstStyle/>
          <a:p>
            <a:pPr algn="ctr" eaLnBrk="1" hangingPunct="1"/>
            <a:r>
              <a:rPr lang="zh-CN" altLang="en-US" dirty="0">
                <a:ea typeface="黑体" panose="02010609060101010101" pitchFamily="2" charset="-122"/>
              </a:rPr>
              <a:t>电子邮件的组成</a:t>
            </a:r>
          </a:p>
        </p:txBody>
      </p:sp>
      <p:sp>
        <p:nvSpPr>
          <p:cNvPr id="1155075" name="Rectangle 3"/>
          <p:cNvSpPr>
            <a:spLocks noGrp="1" noChangeArrowheads="1"/>
          </p:cNvSpPr>
          <p:nvPr>
            <p:ph idx="1"/>
          </p:nvPr>
        </p:nvSpPr>
        <p:spPr/>
        <p:txBody>
          <a:bodyPr/>
          <a:lstStyle/>
          <a:p>
            <a:pPr eaLnBrk="1" hangingPunct="1">
              <a:defRPr/>
            </a:pPr>
            <a:r>
              <a:rPr lang="zh-CN" altLang="en-US" dirty="0">
                <a:solidFill>
                  <a:srgbClr val="0000FF"/>
                </a:solidFill>
              </a:rPr>
              <a:t>电子邮件</a:t>
            </a:r>
            <a:r>
              <a:rPr lang="zh-CN" altLang="en-US" dirty="0"/>
              <a:t>由</a:t>
            </a:r>
            <a:r>
              <a:rPr lang="zh-CN" altLang="en-US" dirty="0">
                <a:solidFill>
                  <a:srgbClr val="FF0000"/>
                </a:solidFill>
              </a:rPr>
              <a:t>信封 </a:t>
            </a:r>
            <a:r>
              <a:rPr lang="en-US" altLang="zh-CN" dirty="0"/>
              <a:t>(envelope) </a:t>
            </a:r>
            <a:r>
              <a:rPr lang="zh-CN" altLang="en-US" dirty="0"/>
              <a:t>和</a:t>
            </a:r>
            <a:r>
              <a:rPr lang="zh-CN" altLang="en-US" dirty="0">
                <a:solidFill>
                  <a:srgbClr val="FF0000"/>
                </a:solidFill>
              </a:rPr>
              <a:t>内容 </a:t>
            </a:r>
            <a:r>
              <a:rPr lang="en-US" altLang="zh-CN" dirty="0"/>
              <a:t>(content) </a:t>
            </a:r>
            <a:r>
              <a:rPr lang="zh-CN" altLang="en-US" dirty="0"/>
              <a:t>两部分组成。</a:t>
            </a:r>
          </a:p>
          <a:p>
            <a:pPr eaLnBrk="1" hangingPunct="1">
              <a:defRPr/>
            </a:pPr>
            <a:r>
              <a:rPr lang="zh-CN" altLang="en-US" dirty="0"/>
              <a:t>电子邮件的传输程序根据邮件</a:t>
            </a:r>
            <a:r>
              <a:rPr lang="zh-CN" altLang="en-US" dirty="0">
                <a:solidFill>
                  <a:srgbClr val="FF0000"/>
                </a:solidFill>
              </a:rPr>
              <a:t>信封</a:t>
            </a:r>
            <a:r>
              <a:rPr lang="zh-CN" altLang="en-US" dirty="0"/>
              <a:t>上的</a:t>
            </a:r>
            <a:r>
              <a:rPr lang="zh-CN" altLang="en-US" dirty="0">
                <a:solidFill>
                  <a:srgbClr val="FF0000"/>
                </a:solidFill>
              </a:rPr>
              <a:t>信息来传送邮件</a:t>
            </a:r>
            <a:r>
              <a:rPr lang="zh-CN" altLang="en-US" dirty="0"/>
              <a:t>。用户在从自己的邮箱中读取邮件时才能见到邮件的内容。</a:t>
            </a:r>
          </a:p>
          <a:p>
            <a:pPr eaLnBrk="1" hangingPunct="1">
              <a:defRPr/>
            </a:pPr>
            <a:r>
              <a:rPr lang="zh-CN" altLang="en-US" dirty="0"/>
              <a:t>在邮件的</a:t>
            </a:r>
            <a:r>
              <a:rPr lang="zh-CN" altLang="en-US" dirty="0">
                <a:solidFill>
                  <a:srgbClr val="FF0000"/>
                </a:solidFill>
              </a:rPr>
              <a:t>信封</a:t>
            </a:r>
            <a:r>
              <a:rPr lang="zh-CN" altLang="en-US" dirty="0"/>
              <a:t>上，最重要的就是</a:t>
            </a:r>
            <a:r>
              <a:rPr lang="zh-CN" altLang="en-US" dirty="0">
                <a:solidFill>
                  <a:srgbClr val="FF0000"/>
                </a:solidFill>
              </a:rPr>
              <a:t>收件人的地址</a:t>
            </a:r>
            <a:r>
              <a:rPr lang="zh-CN" altLang="en-US" dirty="0"/>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5507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5507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5075" grpId="0" build="p"/>
    </p:bld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978" name="Rectangle 2"/>
          <p:cNvSpPr>
            <a:spLocks noChangeArrowheads="1"/>
          </p:cNvSpPr>
          <p:nvPr/>
        </p:nvSpPr>
        <p:spPr bwMode="auto">
          <a:xfrm>
            <a:off x="776536" y="2371477"/>
            <a:ext cx="8725314" cy="769491"/>
          </a:xfrm>
          <a:prstGeom prst="rect">
            <a:avLst/>
          </a:prstGeom>
          <a:solidFill>
            <a:srgbClr val="FFFF66"/>
          </a:solidFill>
          <a:ln w="9525">
            <a:solidFill>
              <a:schemeClr val="tx1"/>
            </a:solidFill>
            <a:miter lim="800000"/>
          </a:ln>
          <a:effectLst/>
        </p:spPr>
        <p:txBody>
          <a:bodyPr wrap="none" anchor="ctr"/>
          <a:lstStyle/>
          <a:p>
            <a:pPr eaLnBrk="1" hangingPunct="1"/>
            <a:endParaRPr lang="zh-CN" altLang="en-US"/>
          </a:p>
        </p:txBody>
      </p:sp>
      <p:sp>
        <p:nvSpPr>
          <p:cNvPr id="242691" name="Rectangle 3"/>
          <p:cNvSpPr>
            <a:spLocks noGrp="1" noChangeArrowheads="1"/>
          </p:cNvSpPr>
          <p:nvPr>
            <p:ph type="title"/>
          </p:nvPr>
        </p:nvSpPr>
        <p:spPr/>
        <p:txBody>
          <a:bodyPr/>
          <a:lstStyle/>
          <a:p>
            <a:pPr algn="ctr" eaLnBrk="1" hangingPunct="1">
              <a:defRPr/>
            </a:pPr>
            <a:r>
              <a:rPr dirty="0"/>
              <a:t>电子邮件地址的格式</a:t>
            </a:r>
          </a:p>
        </p:txBody>
      </p:sp>
      <p:sp>
        <p:nvSpPr>
          <p:cNvPr id="1157124" name="Rectangle 4"/>
          <p:cNvSpPr>
            <a:spLocks noGrp="1" noChangeArrowheads="1"/>
          </p:cNvSpPr>
          <p:nvPr>
            <p:ph idx="1"/>
          </p:nvPr>
        </p:nvSpPr>
        <p:spPr/>
        <p:txBody>
          <a:bodyPr/>
          <a:lstStyle/>
          <a:p>
            <a:pPr marL="316230" indent="-316230" eaLnBrk="1" hangingPunct="1">
              <a:spcBef>
                <a:spcPts val="555"/>
              </a:spcBef>
              <a:defRPr/>
            </a:pPr>
            <a:r>
              <a:rPr lang="en-US" altLang="zh-CN" dirty="0"/>
              <a:t>TCP/IP </a:t>
            </a:r>
            <a:r>
              <a:rPr lang="zh-CN" altLang="en-US" dirty="0"/>
              <a:t>体系的电子邮件系统规定电子邮件地址的格式如下：</a:t>
            </a:r>
          </a:p>
          <a:p>
            <a:pPr marL="316230" indent="-316230" eaLnBrk="1" hangingPunct="1">
              <a:spcBef>
                <a:spcPct val="45000"/>
              </a:spcBef>
              <a:spcAft>
                <a:spcPct val="45000"/>
              </a:spcAft>
              <a:buFont typeface="Wingdings" panose="05000000000000000000" pitchFamily="2" charset="2"/>
              <a:buNone/>
              <a:defRPr/>
            </a:pPr>
            <a:r>
              <a:rPr lang="zh-CN" altLang="en-US" dirty="0"/>
              <a:t> </a:t>
            </a:r>
            <a:r>
              <a:rPr lang="en-US" altLang="zh-CN" dirty="0"/>
              <a:t>	 </a:t>
            </a:r>
            <a:r>
              <a:rPr lang="zh-CN" altLang="en-US" dirty="0"/>
              <a:t>收件人邮箱名</a:t>
            </a:r>
            <a:r>
              <a:rPr lang="en-US" altLang="zh-CN" dirty="0">
                <a:solidFill>
                  <a:srgbClr val="0000FF"/>
                </a:solidFill>
              </a:rPr>
              <a:t>@</a:t>
            </a:r>
            <a:r>
              <a:rPr lang="zh-CN" altLang="en-US" dirty="0"/>
              <a:t>邮箱所在主机的域名      </a:t>
            </a:r>
            <a:r>
              <a:rPr lang="en-US" altLang="zh-CN" dirty="0"/>
              <a:t>(6-1)</a:t>
            </a:r>
          </a:p>
          <a:p>
            <a:pPr marL="316230" indent="-316230" eaLnBrk="1" hangingPunct="1">
              <a:spcBef>
                <a:spcPct val="0"/>
              </a:spcBef>
              <a:spcAft>
                <a:spcPct val="25000"/>
              </a:spcAft>
              <a:defRPr/>
            </a:pPr>
            <a:r>
              <a:rPr lang="zh-CN" altLang="en-US" dirty="0"/>
              <a:t>符号“</a:t>
            </a:r>
            <a:r>
              <a:rPr lang="en-US" altLang="zh-CN" dirty="0">
                <a:solidFill>
                  <a:srgbClr val="0000FF"/>
                </a:solidFill>
              </a:rPr>
              <a:t>@</a:t>
            </a:r>
            <a:r>
              <a:rPr lang="en-US" altLang="zh-CN" dirty="0"/>
              <a:t>”</a:t>
            </a:r>
            <a:r>
              <a:rPr lang="zh-CN" altLang="en-US" dirty="0"/>
              <a:t>读作“</a:t>
            </a:r>
            <a:r>
              <a:rPr lang="en-US" altLang="zh-CN" dirty="0"/>
              <a:t>at”</a:t>
            </a:r>
            <a:r>
              <a:rPr lang="zh-CN" altLang="en-US" dirty="0"/>
              <a:t>，表示“在”的意思。 </a:t>
            </a:r>
          </a:p>
          <a:p>
            <a:pPr marL="316230" indent="-316230" eaLnBrk="1" hangingPunct="1">
              <a:spcBef>
                <a:spcPct val="0"/>
              </a:spcBef>
              <a:spcAft>
                <a:spcPct val="45000"/>
              </a:spcAft>
              <a:defRPr/>
            </a:pPr>
            <a:r>
              <a:rPr lang="zh-CN" altLang="en-US" dirty="0"/>
              <a:t>例如电子邮件地址 </a:t>
            </a:r>
            <a:r>
              <a:rPr lang="en-US" altLang="zh-CN" dirty="0"/>
              <a:t>xiexiren@tsinghua.org.cn</a:t>
            </a:r>
          </a:p>
        </p:txBody>
      </p:sp>
      <p:grpSp>
        <p:nvGrpSpPr>
          <p:cNvPr id="1157125" name="Group 5"/>
          <p:cNvGrpSpPr/>
          <p:nvPr/>
        </p:nvGrpSpPr>
        <p:grpSpPr bwMode="auto">
          <a:xfrm>
            <a:off x="5267134" y="4437112"/>
            <a:ext cx="4134380" cy="1728787"/>
            <a:chOff x="3152" y="2931"/>
            <a:chExt cx="2404" cy="1089"/>
          </a:xfrm>
        </p:grpSpPr>
        <p:sp>
          <p:nvSpPr>
            <p:cNvPr id="254987" name="Line 6"/>
            <p:cNvSpPr>
              <a:spLocks noChangeShapeType="1"/>
            </p:cNvSpPr>
            <p:nvPr/>
          </p:nvSpPr>
          <p:spPr bwMode="auto">
            <a:xfrm>
              <a:off x="3696" y="2931"/>
              <a:ext cx="1702" cy="0"/>
            </a:xfrm>
            <a:prstGeom prst="line">
              <a:avLst/>
            </a:prstGeom>
            <a:noFill/>
            <a:ln w="38100">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grpSp>
          <p:nvGrpSpPr>
            <p:cNvPr id="254988" name="Group 7"/>
            <p:cNvGrpSpPr/>
            <p:nvPr/>
          </p:nvGrpSpPr>
          <p:grpSpPr bwMode="auto">
            <a:xfrm>
              <a:off x="3152" y="3339"/>
              <a:ext cx="2404" cy="681"/>
              <a:chOff x="3152" y="3339"/>
              <a:chExt cx="2404" cy="681"/>
            </a:xfrm>
          </p:grpSpPr>
          <p:sp>
            <p:nvSpPr>
              <p:cNvPr id="254989" name="AutoShape 8"/>
              <p:cNvSpPr>
                <a:spLocks noChangeArrowheads="1"/>
              </p:cNvSpPr>
              <p:nvPr/>
            </p:nvSpPr>
            <p:spPr bwMode="auto">
              <a:xfrm>
                <a:off x="3152" y="3339"/>
                <a:ext cx="2404" cy="681"/>
              </a:xfrm>
              <a:prstGeom prst="wedgeRoundRectCallout">
                <a:avLst>
                  <a:gd name="adj1" fmla="val 167"/>
                  <a:gd name="adj2" fmla="val -108148"/>
                  <a:gd name="adj3" fmla="val 16667"/>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endParaRPr lang="zh-CN" altLang="zh-CN" sz="2800" b="1">
                  <a:solidFill>
                    <a:srgbClr val="000099"/>
                  </a:solidFill>
                </a:endParaRPr>
              </a:p>
            </p:txBody>
          </p:sp>
          <p:sp>
            <p:nvSpPr>
              <p:cNvPr id="254990" name="Text Box 9"/>
              <p:cNvSpPr txBox="1">
                <a:spLocks noChangeArrowheads="1"/>
              </p:cNvSpPr>
              <p:nvPr/>
            </p:nvSpPr>
            <p:spPr bwMode="auto">
              <a:xfrm>
                <a:off x="3179" y="3386"/>
                <a:ext cx="2300" cy="6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lang="zh-CN" altLang="en-US" sz="2800" b="1">
                    <a:solidFill>
                      <a:srgbClr val="000099"/>
                    </a:solidFill>
                    <a:latin typeface="黑体" panose="02010609060101010101" pitchFamily="2" charset="-122"/>
                    <a:ea typeface="黑体" panose="02010609060101010101" pitchFamily="2" charset="-122"/>
                  </a:rPr>
                  <a:t>邮箱所在的主机的域名</a:t>
                </a:r>
              </a:p>
              <a:p>
                <a:pPr eaLnBrk="1" hangingPunct="1"/>
                <a:r>
                  <a:rPr lang="zh-CN" altLang="en-US" sz="2800" b="1">
                    <a:solidFill>
                      <a:srgbClr val="000099"/>
                    </a:solidFill>
                    <a:latin typeface="黑体" panose="02010609060101010101" pitchFamily="2" charset="-122"/>
                    <a:ea typeface="黑体" panose="02010609060101010101" pitchFamily="2" charset="-122"/>
                  </a:rPr>
                  <a:t>在全世界必须是唯一的 </a:t>
                </a:r>
              </a:p>
            </p:txBody>
          </p:sp>
        </p:grpSp>
      </p:grpSp>
      <p:grpSp>
        <p:nvGrpSpPr>
          <p:cNvPr id="1157130" name="Group 10"/>
          <p:cNvGrpSpPr/>
          <p:nvPr/>
        </p:nvGrpSpPr>
        <p:grpSpPr bwMode="auto">
          <a:xfrm>
            <a:off x="704528" y="4437112"/>
            <a:ext cx="5030390" cy="1728787"/>
            <a:chOff x="545" y="2931"/>
            <a:chExt cx="2925" cy="1089"/>
          </a:xfrm>
        </p:grpSpPr>
        <p:sp>
          <p:nvSpPr>
            <p:cNvPr id="254983" name="Line 11"/>
            <p:cNvSpPr>
              <a:spLocks noChangeShapeType="1"/>
            </p:cNvSpPr>
            <p:nvPr/>
          </p:nvSpPr>
          <p:spPr bwMode="auto">
            <a:xfrm>
              <a:off x="2597" y="2931"/>
              <a:ext cx="873" cy="0"/>
            </a:xfrm>
            <a:prstGeom prst="line">
              <a:avLst/>
            </a:prstGeom>
            <a:noFill/>
            <a:ln w="38100">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grpSp>
          <p:nvGrpSpPr>
            <p:cNvPr id="254984" name="Group 12"/>
            <p:cNvGrpSpPr/>
            <p:nvPr/>
          </p:nvGrpSpPr>
          <p:grpSpPr bwMode="auto">
            <a:xfrm>
              <a:off x="545" y="3339"/>
              <a:ext cx="2223" cy="681"/>
              <a:chOff x="545" y="3339"/>
              <a:chExt cx="2223" cy="681"/>
            </a:xfrm>
          </p:grpSpPr>
          <p:sp>
            <p:nvSpPr>
              <p:cNvPr id="254985" name="AutoShape 13"/>
              <p:cNvSpPr>
                <a:spLocks noChangeArrowheads="1"/>
              </p:cNvSpPr>
              <p:nvPr/>
            </p:nvSpPr>
            <p:spPr bwMode="auto">
              <a:xfrm>
                <a:off x="545" y="3339"/>
                <a:ext cx="2223" cy="681"/>
              </a:xfrm>
              <a:prstGeom prst="wedgeRoundRectCallout">
                <a:avLst>
                  <a:gd name="adj1" fmla="val 63764"/>
                  <a:gd name="adj2" fmla="val -108148"/>
                  <a:gd name="adj3" fmla="val 16667"/>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endParaRPr lang="zh-CN" altLang="zh-CN" sz="2800" b="1">
                  <a:solidFill>
                    <a:srgbClr val="000099"/>
                  </a:solidFill>
                </a:endParaRPr>
              </a:p>
            </p:txBody>
          </p:sp>
          <p:sp>
            <p:nvSpPr>
              <p:cNvPr id="254986" name="Text Box 14"/>
              <p:cNvSpPr txBox="1">
                <a:spLocks noChangeArrowheads="1"/>
              </p:cNvSpPr>
              <p:nvPr/>
            </p:nvSpPr>
            <p:spPr bwMode="auto">
              <a:xfrm>
                <a:off x="591" y="3385"/>
                <a:ext cx="2091" cy="6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lang="zh-CN" altLang="en-US" sz="2800" b="1">
                    <a:solidFill>
                      <a:srgbClr val="000099"/>
                    </a:solidFill>
                    <a:latin typeface="黑体" panose="02010609060101010101" pitchFamily="2" charset="-122"/>
                    <a:ea typeface="黑体" panose="02010609060101010101" pitchFamily="2" charset="-122"/>
                  </a:rPr>
                  <a:t>这个用户名在该域名</a:t>
                </a:r>
              </a:p>
              <a:p>
                <a:pPr eaLnBrk="1" hangingPunct="1"/>
                <a:r>
                  <a:rPr lang="zh-CN" altLang="en-US" sz="2800" b="1">
                    <a:solidFill>
                      <a:srgbClr val="000099"/>
                    </a:solidFill>
                    <a:latin typeface="黑体" panose="02010609060101010101" pitchFamily="2" charset="-122"/>
                    <a:ea typeface="黑体" panose="02010609060101010101" pitchFamily="2" charset="-122"/>
                  </a:rPr>
                  <a:t>的范围内是唯一的。 </a:t>
                </a: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57124">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5712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571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026" name="Rectangle 2"/>
          <p:cNvSpPr>
            <a:spLocks noGrp="1" noChangeArrowheads="1"/>
          </p:cNvSpPr>
          <p:nvPr>
            <p:ph type="title"/>
          </p:nvPr>
        </p:nvSpPr>
        <p:spPr/>
        <p:txBody>
          <a:bodyPr/>
          <a:lstStyle/>
          <a:p>
            <a:pPr eaLnBrk="1" hangingPunct="1"/>
            <a:r>
              <a:rPr lang="en-US" altLang="zh-CN" dirty="0">
                <a:ea typeface="黑体" panose="02010609060101010101" pitchFamily="2" charset="-122"/>
              </a:rPr>
              <a:t>6.5.2  </a:t>
            </a:r>
            <a:r>
              <a:rPr lang="zh-CN" altLang="en-US" dirty="0">
                <a:ea typeface="黑体" panose="02010609060101010101" pitchFamily="2" charset="-122"/>
              </a:rPr>
              <a:t>简单邮件传送协议</a:t>
            </a:r>
            <a:r>
              <a:rPr lang="zh-CN" altLang="en-US" dirty="0">
                <a:solidFill>
                  <a:srgbClr val="FF0000"/>
                </a:solidFill>
                <a:ea typeface="黑体" panose="02010609060101010101" pitchFamily="2" charset="-122"/>
              </a:rPr>
              <a:t> </a:t>
            </a:r>
            <a:r>
              <a:rPr lang="en-US" altLang="zh-CN" dirty="0">
                <a:solidFill>
                  <a:srgbClr val="FF0000"/>
                </a:solidFill>
                <a:ea typeface="黑体" panose="02010609060101010101" pitchFamily="2" charset="-122"/>
              </a:rPr>
              <a:t>SMTP</a:t>
            </a:r>
            <a:r>
              <a:rPr lang="en-US" altLang="zh-CN" dirty="0">
                <a:ea typeface="黑体" panose="02010609060101010101" pitchFamily="2" charset="-122"/>
              </a:rPr>
              <a:t> </a:t>
            </a:r>
          </a:p>
        </p:txBody>
      </p:sp>
      <p:sp>
        <p:nvSpPr>
          <p:cNvPr id="1159171" name="Rectangle 3"/>
          <p:cNvSpPr>
            <a:spLocks noGrp="1" noChangeArrowheads="1"/>
          </p:cNvSpPr>
          <p:nvPr>
            <p:ph idx="1"/>
          </p:nvPr>
        </p:nvSpPr>
        <p:spPr/>
        <p:txBody>
          <a:bodyPr/>
          <a:lstStyle/>
          <a:p>
            <a:pPr eaLnBrk="1" hangingPunct="1">
              <a:defRPr/>
            </a:pPr>
            <a:r>
              <a:rPr lang="en-US" altLang="zh-CN" dirty="0"/>
              <a:t>SMTP </a:t>
            </a:r>
            <a:r>
              <a:rPr lang="zh-CN" altLang="en-US" dirty="0"/>
              <a:t>所规定的就是在两个相互通信的 </a:t>
            </a:r>
            <a:r>
              <a:rPr lang="en-US" altLang="zh-CN" dirty="0">
                <a:solidFill>
                  <a:srgbClr val="FF0000"/>
                </a:solidFill>
              </a:rPr>
              <a:t>SMTP</a:t>
            </a:r>
            <a:r>
              <a:rPr lang="en-US" altLang="zh-CN" dirty="0"/>
              <a:t> </a:t>
            </a:r>
            <a:r>
              <a:rPr lang="zh-CN" altLang="en-US" dirty="0">
                <a:solidFill>
                  <a:srgbClr val="FF0000"/>
                </a:solidFill>
              </a:rPr>
              <a:t>进程之间</a:t>
            </a:r>
            <a:r>
              <a:rPr lang="zh-CN" altLang="en-US" dirty="0"/>
              <a:t>应如何</a:t>
            </a:r>
            <a:r>
              <a:rPr lang="zh-CN" altLang="en-US" dirty="0">
                <a:solidFill>
                  <a:srgbClr val="FF0000"/>
                </a:solidFill>
              </a:rPr>
              <a:t>交换信息</a:t>
            </a:r>
            <a:r>
              <a:rPr lang="zh-CN" altLang="en-US" dirty="0"/>
              <a:t>。</a:t>
            </a:r>
          </a:p>
          <a:p>
            <a:pPr eaLnBrk="1" hangingPunct="1">
              <a:defRPr/>
            </a:pPr>
            <a:r>
              <a:rPr lang="zh-CN" altLang="en-US" dirty="0"/>
              <a:t>由于 </a:t>
            </a:r>
            <a:r>
              <a:rPr lang="en-US" altLang="zh-CN" dirty="0"/>
              <a:t>SMTP </a:t>
            </a:r>
            <a:r>
              <a:rPr lang="zh-CN" altLang="en-US" dirty="0"/>
              <a:t>使用</a:t>
            </a:r>
            <a:r>
              <a:rPr lang="zh-CN" altLang="en-US" dirty="0">
                <a:solidFill>
                  <a:srgbClr val="FF0000"/>
                </a:solidFill>
              </a:rPr>
              <a:t>客户服务器</a:t>
            </a:r>
            <a:r>
              <a:rPr lang="zh-CN" altLang="en-US" dirty="0"/>
              <a:t>方式，因此负责发送邮件的 </a:t>
            </a:r>
            <a:r>
              <a:rPr lang="en-US" altLang="zh-CN" dirty="0"/>
              <a:t>SMTP </a:t>
            </a:r>
            <a:r>
              <a:rPr lang="zh-CN" altLang="en-US" dirty="0"/>
              <a:t>进程就是 </a:t>
            </a:r>
            <a:r>
              <a:rPr lang="en-US" altLang="zh-CN" dirty="0"/>
              <a:t>SMTP </a:t>
            </a:r>
            <a:r>
              <a:rPr lang="zh-CN" altLang="en-US" dirty="0"/>
              <a:t>客户，而负责接收邮件的 </a:t>
            </a:r>
            <a:r>
              <a:rPr lang="en-US" altLang="zh-CN" dirty="0"/>
              <a:t>SMTP </a:t>
            </a:r>
            <a:r>
              <a:rPr lang="zh-CN" altLang="en-US" dirty="0"/>
              <a:t>进程就是 </a:t>
            </a:r>
            <a:r>
              <a:rPr lang="en-US" altLang="zh-CN" dirty="0"/>
              <a:t>SMTP </a:t>
            </a:r>
            <a:r>
              <a:rPr lang="zh-CN" altLang="en-US" dirty="0"/>
              <a:t>服务器。</a:t>
            </a:r>
          </a:p>
          <a:p>
            <a:pPr marL="0" indent="0" eaLnBrk="1" hangingPunct="1">
              <a:buNone/>
              <a:defRPr/>
            </a:pP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5917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074" name="Rectangle 2"/>
          <p:cNvSpPr>
            <a:spLocks noGrp="1" noChangeArrowheads="1"/>
          </p:cNvSpPr>
          <p:nvPr>
            <p:ph type="title"/>
          </p:nvPr>
        </p:nvSpPr>
        <p:spPr/>
        <p:txBody>
          <a:bodyPr/>
          <a:lstStyle/>
          <a:p>
            <a:pPr algn="ctr" eaLnBrk="1" hangingPunct="1"/>
            <a:r>
              <a:rPr lang="en-US" altLang="zh-CN">
                <a:ea typeface="黑体" panose="02010609060101010101" pitchFamily="2" charset="-122"/>
              </a:rPr>
              <a:t>SMTP </a:t>
            </a:r>
            <a:r>
              <a:rPr lang="zh-CN" altLang="en-US">
                <a:ea typeface="黑体" panose="02010609060101010101" pitchFamily="2" charset="-122"/>
              </a:rPr>
              <a:t>通信的三个阶段 </a:t>
            </a:r>
          </a:p>
        </p:txBody>
      </p:sp>
      <p:sp>
        <p:nvSpPr>
          <p:cNvPr id="248836" name="Rectangle 3"/>
          <p:cNvSpPr>
            <a:spLocks noGrp="1" noChangeArrowheads="1"/>
          </p:cNvSpPr>
          <p:nvPr>
            <p:ph idx="1"/>
          </p:nvPr>
        </p:nvSpPr>
        <p:spPr/>
        <p:txBody>
          <a:bodyPr/>
          <a:lstStyle/>
          <a:p>
            <a:pPr eaLnBrk="1" hangingPunct="1">
              <a:buFont typeface="Wingdings" panose="05000000000000000000" pitchFamily="2" charset="2"/>
              <a:buNone/>
              <a:defRPr/>
            </a:pPr>
            <a:r>
              <a:rPr lang="en-US" altLang="zh-CN" dirty="0">
                <a:solidFill>
                  <a:srgbClr val="FF0000"/>
                </a:solidFill>
              </a:rPr>
              <a:t>1. </a:t>
            </a:r>
            <a:r>
              <a:rPr lang="zh-CN" altLang="en-US" dirty="0">
                <a:solidFill>
                  <a:srgbClr val="FF0000"/>
                </a:solidFill>
              </a:rPr>
              <a:t>连接建立：</a:t>
            </a:r>
            <a:r>
              <a:rPr lang="zh-CN" altLang="en-US" dirty="0"/>
              <a:t>连接是在发送主机的 </a:t>
            </a:r>
            <a:r>
              <a:rPr lang="en-US" altLang="zh-CN" dirty="0"/>
              <a:t>SMTP </a:t>
            </a:r>
            <a:r>
              <a:rPr lang="zh-CN" altLang="en-US" dirty="0"/>
              <a:t>客户和接收主机的 </a:t>
            </a:r>
            <a:r>
              <a:rPr lang="en-US" altLang="zh-CN" dirty="0"/>
              <a:t>SMTP </a:t>
            </a:r>
            <a:r>
              <a:rPr lang="zh-CN" altLang="en-US" dirty="0"/>
              <a:t>服务器之间建立的。</a:t>
            </a:r>
            <a:r>
              <a:rPr lang="en-US" altLang="zh-CN" dirty="0">
                <a:solidFill>
                  <a:srgbClr val="0000FF"/>
                </a:solidFill>
              </a:rPr>
              <a:t>SMTP</a:t>
            </a:r>
            <a:r>
              <a:rPr lang="zh-CN" altLang="en-US" dirty="0">
                <a:solidFill>
                  <a:srgbClr val="0000FF"/>
                </a:solidFill>
              </a:rPr>
              <a:t>不使用中间的邮件服务器。</a:t>
            </a:r>
            <a:r>
              <a:rPr lang="zh-CN" altLang="en-US" sz="3600" dirty="0"/>
              <a:t> </a:t>
            </a:r>
            <a:r>
              <a:rPr lang="zh-CN" altLang="en-US" dirty="0"/>
              <a:t>  </a:t>
            </a:r>
          </a:p>
          <a:p>
            <a:pPr eaLnBrk="1" hangingPunct="1">
              <a:buFont typeface="Wingdings" panose="05000000000000000000" pitchFamily="2" charset="2"/>
              <a:buNone/>
              <a:defRPr/>
            </a:pPr>
            <a:r>
              <a:rPr lang="en-US" altLang="zh-CN" dirty="0">
                <a:solidFill>
                  <a:srgbClr val="FF0000"/>
                </a:solidFill>
              </a:rPr>
              <a:t>2. </a:t>
            </a:r>
            <a:r>
              <a:rPr lang="zh-CN" altLang="en-US" dirty="0">
                <a:solidFill>
                  <a:srgbClr val="FF0000"/>
                </a:solidFill>
              </a:rPr>
              <a:t>邮件传送</a:t>
            </a:r>
          </a:p>
          <a:p>
            <a:pPr eaLnBrk="1" hangingPunct="1">
              <a:buFont typeface="Wingdings" panose="05000000000000000000" pitchFamily="2" charset="2"/>
              <a:buNone/>
              <a:defRPr/>
            </a:pPr>
            <a:r>
              <a:rPr lang="en-US" altLang="zh-CN" dirty="0">
                <a:solidFill>
                  <a:srgbClr val="FF0000"/>
                </a:solidFill>
              </a:rPr>
              <a:t>3. </a:t>
            </a:r>
            <a:r>
              <a:rPr lang="zh-CN" altLang="en-US" dirty="0">
                <a:solidFill>
                  <a:srgbClr val="FF0000"/>
                </a:solidFill>
              </a:rPr>
              <a:t>连接释放：</a:t>
            </a:r>
            <a:r>
              <a:rPr lang="zh-CN" altLang="en-US" dirty="0"/>
              <a:t>邮件发送完毕后，</a:t>
            </a:r>
            <a:r>
              <a:rPr lang="en-US" altLang="zh-CN" dirty="0"/>
              <a:t>SMTP </a:t>
            </a:r>
            <a:r>
              <a:rPr lang="zh-CN" altLang="en-US" dirty="0"/>
              <a:t>应释放 </a:t>
            </a:r>
            <a:r>
              <a:rPr lang="en-US" altLang="zh-CN" dirty="0">
                <a:solidFill>
                  <a:srgbClr val="0000FF"/>
                </a:solidFill>
              </a:rPr>
              <a:t>TCP </a:t>
            </a:r>
            <a:r>
              <a:rPr lang="zh-CN" altLang="en-US" dirty="0">
                <a:solidFill>
                  <a:srgbClr val="0000FF"/>
                </a:solidFill>
              </a:rPr>
              <a:t>连接</a:t>
            </a:r>
            <a:r>
              <a:rPr lang="zh-CN" altLang="en-US" dirty="0"/>
              <a:t>。 </a:t>
            </a:r>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122" name="Rectangle 2"/>
          <p:cNvSpPr>
            <a:spLocks noGrp="1" noChangeArrowheads="1"/>
          </p:cNvSpPr>
          <p:nvPr>
            <p:ph type="title"/>
          </p:nvPr>
        </p:nvSpPr>
        <p:spPr/>
        <p:txBody>
          <a:bodyPr/>
          <a:lstStyle/>
          <a:p>
            <a:pPr marL="838200" indent="-838200" eaLnBrk="1" hangingPunct="1"/>
            <a:r>
              <a:rPr lang="en-US" altLang="zh-CN" dirty="0">
                <a:ea typeface="黑体" panose="02010609060101010101" pitchFamily="2" charset="-122"/>
              </a:rPr>
              <a:t>6.5.3  </a:t>
            </a:r>
            <a:r>
              <a:rPr lang="zh-CN" altLang="en-US" dirty="0">
                <a:ea typeface="黑体" panose="02010609060101010101" pitchFamily="2" charset="-122"/>
              </a:rPr>
              <a:t>电子邮件的信息格式 </a:t>
            </a:r>
          </a:p>
        </p:txBody>
      </p:sp>
      <p:sp>
        <p:nvSpPr>
          <p:cNvPr id="1163267" name="Rectangle 3"/>
          <p:cNvSpPr>
            <a:spLocks noGrp="1" noChangeArrowheads="1"/>
          </p:cNvSpPr>
          <p:nvPr>
            <p:ph idx="1"/>
          </p:nvPr>
        </p:nvSpPr>
        <p:spPr>
          <a:xfrm>
            <a:off x="496800" y="1196470"/>
            <a:ext cx="9064800" cy="4935600"/>
          </a:xfrm>
        </p:spPr>
        <p:txBody>
          <a:bodyPr/>
          <a:lstStyle/>
          <a:p>
            <a:pPr eaLnBrk="1" hangingPunct="1">
              <a:defRPr/>
            </a:pPr>
            <a:r>
              <a:rPr lang="zh-CN" altLang="en-US" dirty="0"/>
              <a:t>一个电子邮件分为</a:t>
            </a:r>
            <a:r>
              <a:rPr lang="zh-CN" altLang="en-US" dirty="0">
                <a:solidFill>
                  <a:srgbClr val="FF0000"/>
                </a:solidFill>
              </a:rPr>
              <a:t>信封</a:t>
            </a:r>
            <a:r>
              <a:rPr lang="zh-CN" altLang="en-US" dirty="0"/>
              <a:t>和</a:t>
            </a:r>
            <a:r>
              <a:rPr lang="zh-CN" altLang="en-US" dirty="0">
                <a:solidFill>
                  <a:srgbClr val="FF0000"/>
                </a:solidFill>
              </a:rPr>
              <a:t>内容</a:t>
            </a:r>
            <a:r>
              <a:rPr lang="zh-CN" altLang="en-US" dirty="0"/>
              <a:t>两大部分。</a:t>
            </a:r>
          </a:p>
          <a:p>
            <a:pPr eaLnBrk="1" hangingPunct="1">
              <a:defRPr/>
            </a:pPr>
            <a:r>
              <a:rPr lang="en-US" altLang="zh-CN" dirty="0"/>
              <a:t>RFC 822 </a:t>
            </a:r>
            <a:r>
              <a:rPr lang="zh-CN" altLang="en-US" dirty="0"/>
              <a:t>只规定了邮件</a:t>
            </a:r>
            <a:r>
              <a:rPr lang="zh-CN" altLang="en-US" dirty="0">
                <a:solidFill>
                  <a:srgbClr val="FF0000"/>
                </a:solidFill>
              </a:rPr>
              <a:t>内容</a:t>
            </a:r>
            <a:r>
              <a:rPr lang="zh-CN" altLang="en-US" dirty="0"/>
              <a:t>中的</a:t>
            </a:r>
            <a:r>
              <a:rPr lang="zh-CN" altLang="en-US" dirty="0">
                <a:solidFill>
                  <a:srgbClr val="FF0000"/>
                </a:solidFill>
              </a:rPr>
              <a:t>首部 </a:t>
            </a:r>
            <a:r>
              <a:rPr lang="en-US" altLang="zh-CN" dirty="0"/>
              <a:t>(header) </a:t>
            </a:r>
            <a:r>
              <a:rPr lang="zh-CN" altLang="en-US" dirty="0"/>
              <a:t>格式，而对邮件的</a:t>
            </a:r>
            <a:r>
              <a:rPr lang="zh-CN" altLang="en-US" dirty="0">
                <a:solidFill>
                  <a:srgbClr val="FF0000"/>
                </a:solidFill>
              </a:rPr>
              <a:t>主体 </a:t>
            </a:r>
            <a:r>
              <a:rPr lang="en-US" altLang="zh-CN" dirty="0"/>
              <a:t>(body )</a:t>
            </a:r>
            <a:r>
              <a:rPr lang="zh-CN" altLang="en-US" dirty="0"/>
              <a:t>部分则让用户自由撰写。</a:t>
            </a:r>
          </a:p>
          <a:p>
            <a:pPr eaLnBrk="1" hangingPunct="1">
              <a:defRPr/>
            </a:pPr>
            <a:r>
              <a:rPr lang="zh-CN" altLang="en-US" dirty="0"/>
              <a:t>用户写好首部后，邮件系统将自动地将信封所需的信息提取出来并写在信封上。所以用户不需要填写电子邮件信封上的信息。</a:t>
            </a:r>
          </a:p>
          <a:p>
            <a:pPr eaLnBrk="1" hangingPunct="1">
              <a:defRPr/>
            </a:pPr>
            <a:r>
              <a:rPr lang="zh-CN" altLang="en-US" dirty="0">
                <a:solidFill>
                  <a:srgbClr val="FF0000"/>
                </a:solidFill>
              </a:rPr>
              <a:t>邮件内容首部</a:t>
            </a:r>
            <a:r>
              <a:rPr lang="zh-CN" altLang="en-US" dirty="0"/>
              <a:t>包括一些</a:t>
            </a:r>
            <a:r>
              <a:rPr lang="zh-CN" altLang="en-US" dirty="0">
                <a:solidFill>
                  <a:srgbClr val="FF0000"/>
                </a:solidFill>
              </a:rPr>
              <a:t>关键字</a:t>
            </a:r>
            <a:r>
              <a:rPr lang="zh-CN" altLang="en-US" dirty="0"/>
              <a:t>，后面加上冒号。最重要的关键字是：</a:t>
            </a:r>
            <a:r>
              <a:rPr lang="en-US" altLang="zh-CN" dirty="0">
                <a:solidFill>
                  <a:srgbClr val="FF0000"/>
                </a:solidFill>
              </a:rPr>
              <a:t>To</a:t>
            </a:r>
            <a:r>
              <a:rPr lang="en-US" altLang="zh-CN" dirty="0"/>
              <a:t> </a:t>
            </a:r>
            <a:r>
              <a:rPr lang="zh-CN" altLang="en-US" dirty="0"/>
              <a:t>和 </a:t>
            </a:r>
            <a:r>
              <a:rPr lang="en-US" altLang="zh-CN" dirty="0">
                <a:solidFill>
                  <a:srgbClr val="FF0000"/>
                </a:solidFill>
              </a:rPr>
              <a:t>Subject</a:t>
            </a:r>
            <a:r>
              <a:rPr lang="zh-CN" altLang="en-US" dirty="0"/>
              <a:t>。</a:t>
            </a:r>
            <a:r>
              <a:rPr lang="zh-CN" altLang="en-US" sz="3600" dirty="0"/>
              <a:t>  </a:t>
            </a:r>
            <a:r>
              <a:rPr lang="zh-CN" altLang="en-US" dirty="0"/>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6326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6326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6326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170" name="Rectangle 2"/>
          <p:cNvSpPr>
            <a:spLocks noGrp="1" noChangeArrowheads="1"/>
          </p:cNvSpPr>
          <p:nvPr>
            <p:ph type="title"/>
          </p:nvPr>
        </p:nvSpPr>
        <p:spPr/>
        <p:txBody>
          <a:bodyPr/>
          <a:lstStyle/>
          <a:p>
            <a:pPr algn="ctr" eaLnBrk="1" hangingPunct="1"/>
            <a:r>
              <a:rPr lang="zh-CN" altLang="en-US">
                <a:ea typeface="黑体" panose="02010609060101010101" pitchFamily="2" charset="-122"/>
              </a:rPr>
              <a:t>邮件内容的首部 </a:t>
            </a:r>
          </a:p>
        </p:txBody>
      </p:sp>
      <p:sp>
        <p:nvSpPr>
          <p:cNvPr id="1165315" name="Rectangle 3"/>
          <p:cNvSpPr>
            <a:spLocks noGrp="1" noChangeArrowheads="1"/>
          </p:cNvSpPr>
          <p:nvPr>
            <p:ph idx="1"/>
          </p:nvPr>
        </p:nvSpPr>
        <p:spPr>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r>
              <a:rPr lang="en-US" altLang="zh-CN" sz="3000" dirty="0">
                <a:solidFill>
                  <a:srgbClr val="FF0000"/>
                </a:solidFill>
              </a:rPr>
              <a:t>“To:” </a:t>
            </a:r>
            <a:r>
              <a:rPr lang="zh-CN" altLang="en-US" sz="3000" dirty="0"/>
              <a:t>后面填入</a:t>
            </a:r>
            <a:r>
              <a:rPr lang="zh-CN" altLang="en-US" sz="3000" dirty="0">
                <a:solidFill>
                  <a:srgbClr val="0000FF"/>
                </a:solidFill>
              </a:rPr>
              <a:t>一个或多个收件人的电子邮件地址</a:t>
            </a:r>
            <a:r>
              <a:rPr lang="zh-CN" altLang="en-US" sz="3000" dirty="0"/>
              <a:t>。用户只需打开地址簿，点击收件人名字，收件人的电子邮件地址就会自动地填入到合适的位置上。</a:t>
            </a:r>
          </a:p>
          <a:p>
            <a:r>
              <a:rPr lang="en-US" altLang="zh-CN" sz="3000" dirty="0">
                <a:solidFill>
                  <a:srgbClr val="FF0000"/>
                </a:solidFill>
              </a:rPr>
              <a:t>“Subject:” </a:t>
            </a:r>
            <a:r>
              <a:rPr lang="zh-CN" altLang="en-US" sz="3000" dirty="0"/>
              <a:t>是</a:t>
            </a:r>
            <a:r>
              <a:rPr lang="zh-CN" altLang="en-US" sz="3000" dirty="0">
                <a:solidFill>
                  <a:srgbClr val="0000FF"/>
                </a:solidFill>
              </a:rPr>
              <a:t>邮件的主题</a:t>
            </a:r>
            <a:r>
              <a:rPr lang="zh-CN" altLang="en-US" sz="3000" dirty="0"/>
              <a:t>。它反映了邮件的主要内容，便于用户查找邮件。</a:t>
            </a:r>
          </a:p>
          <a:p>
            <a:r>
              <a:rPr lang="en-US" altLang="zh-CN" sz="3000" dirty="0">
                <a:solidFill>
                  <a:srgbClr val="FF0000"/>
                </a:solidFill>
              </a:rPr>
              <a:t>“Cc:”  </a:t>
            </a:r>
            <a:r>
              <a:rPr lang="zh-CN" altLang="en-US" sz="3000" dirty="0"/>
              <a:t>表示应给某某人发送一个邮件副本。</a:t>
            </a:r>
          </a:p>
          <a:p>
            <a:r>
              <a:rPr lang="en-US" altLang="zh-CN" sz="3000" dirty="0">
                <a:solidFill>
                  <a:srgbClr val="FF0000"/>
                </a:solidFill>
              </a:rPr>
              <a:t>“From” </a:t>
            </a:r>
            <a:r>
              <a:rPr lang="zh-CN" altLang="en-US" sz="3000" dirty="0"/>
              <a:t>和 “</a:t>
            </a:r>
            <a:r>
              <a:rPr lang="en-US" altLang="zh-CN" sz="3000" dirty="0"/>
              <a:t>Date” </a:t>
            </a:r>
            <a:r>
              <a:rPr lang="zh-CN" altLang="en-US" sz="3000" dirty="0"/>
              <a:t>表示发信人的电子邮件地址和发信日期。</a:t>
            </a:r>
            <a:endParaRPr lang="en-US" altLang="zh-CN" sz="3000" dirty="0"/>
          </a:p>
          <a:p>
            <a:r>
              <a:rPr lang="en-US" altLang="zh-CN" sz="3000" dirty="0">
                <a:solidFill>
                  <a:srgbClr val="FF0000"/>
                </a:solidFill>
              </a:rPr>
              <a:t>“Reply-To” </a:t>
            </a:r>
            <a:r>
              <a:rPr lang="zh-CN" altLang="en-US" sz="3000" dirty="0"/>
              <a:t>是对方回信所用的地址。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6531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6531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6531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6531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5315" grpId="0" build="p"/>
    </p:bld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8" name="Rectangle 2"/>
          <p:cNvSpPr>
            <a:spLocks noGrp="1" noChangeArrowheads="1"/>
          </p:cNvSpPr>
          <p:nvPr>
            <p:ph type="title"/>
          </p:nvPr>
        </p:nvSpPr>
        <p:spPr/>
        <p:txBody>
          <a:bodyPr/>
          <a:lstStyle/>
          <a:p>
            <a:pPr eaLnBrk="1" hangingPunct="1"/>
            <a:r>
              <a:rPr lang="en-US" altLang="zh-CN" sz="4000" dirty="0">
                <a:ea typeface="黑体" panose="02010609060101010101" pitchFamily="2" charset="-122"/>
              </a:rPr>
              <a:t>6.5.4  </a:t>
            </a:r>
            <a:r>
              <a:rPr lang="zh-CN" altLang="en-US" sz="4000" dirty="0">
                <a:ea typeface="黑体" panose="02010609060101010101" pitchFamily="2" charset="-122"/>
              </a:rPr>
              <a:t>邮件读取协议</a:t>
            </a:r>
            <a:r>
              <a:rPr lang="en-US" altLang="zh-CN" sz="4000" dirty="0">
                <a:solidFill>
                  <a:srgbClr val="FF0000"/>
                </a:solidFill>
                <a:ea typeface="黑体" panose="02010609060101010101" pitchFamily="2" charset="-122"/>
              </a:rPr>
              <a:t>POP3</a:t>
            </a:r>
            <a:r>
              <a:rPr lang="en-US" altLang="zh-CN" sz="4000" dirty="0">
                <a:ea typeface="黑体" panose="02010609060101010101" pitchFamily="2" charset="-122"/>
              </a:rPr>
              <a:t> </a:t>
            </a:r>
            <a:r>
              <a:rPr lang="zh-CN" altLang="en-US" sz="4000" dirty="0">
                <a:ea typeface="黑体" panose="02010609060101010101" pitchFamily="2" charset="-122"/>
              </a:rPr>
              <a:t>和 </a:t>
            </a:r>
            <a:r>
              <a:rPr lang="en-US" altLang="zh-CN" sz="4000" dirty="0">
                <a:ea typeface="黑体" panose="02010609060101010101" pitchFamily="2" charset="-122"/>
              </a:rPr>
              <a:t>IMAP</a:t>
            </a:r>
          </a:p>
        </p:txBody>
      </p:sp>
      <p:sp>
        <p:nvSpPr>
          <p:cNvPr id="1167363" name="Rectangle 3"/>
          <p:cNvSpPr>
            <a:spLocks noGrp="1" noChangeArrowheads="1"/>
          </p:cNvSpPr>
          <p:nvPr>
            <p:ph idx="1"/>
          </p:nvPr>
        </p:nvSpPr>
        <p:spPr>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r>
              <a:rPr lang="zh-CN" altLang="en-US" dirty="0">
                <a:solidFill>
                  <a:srgbClr val="FF0000"/>
                </a:solidFill>
              </a:rPr>
              <a:t>邮局协议 </a:t>
            </a:r>
            <a:r>
              <a:rPr lang="en-US" altLang="zh-CN" dirty="0">
                <a:solidFill>
                  <a:srgbClr val="FF0000"/>
                </a:solidFill>
              </a:rPr>
              <a:t>POP </a:t>
            </a:r>
            <a:r>
              <a:rPr lang="zh-CN" altLang="en-US" dirty="0"/>
              <a:t>是一个非常简单、但功能有限的邮件读取协议，现在使用的是它的</a:t>
            </a:r>
            <a:r>
              <a:rPr lang="zh-CN" altLang="en-US" dirty="0">
                <a:solidFill>
                  <a:srgbClr val="FF0000"/>
                </a:solidFill>
              </a:rPr>
              <a:t>第三个版本 </a:t>
            </a:r>
            <a:r>
              <a:rPr lang="en-US" altLang="zh-CN" dirty="0">
                <a:solidFill>
                  <a:srgbClr val="FF0000"/>
                </a:solidFill>
              </a:rPr>
              <a:t>POP3</a:t>
            </a:r>
            <a:r>
              <a:rPr lang="zh-CN" altLang="en-US" dirty="0">
                <a:solidFill>
                  <a:srgbClr val="FF0000"/>
                </a:solidFill>
              </a:rPr>
              <a:t>。</a:t>
            </a:r>
          </a:p>
          <a:p>
            <a:r>
              <a:rPr lang="en-US" altLang="zh-CN" dirty="0"/>
              <a:t>POP </a:t>
            </a:r>
            <a:r>
              <a:rPr lang="zh-CN" altLang="en-US" dirty="0"/>
              <a:t>也使用</a:t>
            </a:r>
            <a:r>
              <a:rPr lang="zh-CN" altLang="en-US" dirty="0">
                <a:solidFill>
                  <a:srgbClr val="FF0000"/>
                </a:solidFill>
              </a:rPr>
              <a:t>客户</a:t>
            </a:r>
            <a:r>
              <a:rPr lang="en-US" altLang="zh-CN" dirty="0">
                <a:solidFill>
                  <a:srgbClr val="FF0000"/>
                </a:solidFill>
              </a:rPr>
              <a:t>-</a:t>
            </a:r>
            <a:r>
              <a:rPr lang="zh-CN" altLang="en-US" dirty="0">
                <a:solidFill>
                  <a:srgbClr val="FF0000"/>
                </a:solidFill>
              </a:rPr>
              <a:t>服务器</a:t>
            </a:r>
            <a:r>
              <a:rPr lang="zh-CN" altLang="en-US" dirty="0"/>
              <a:t>的工作方式。</a:t>
            </a:r>
          </a:p>
          <a:p>
            <a:r>
              <a:rPr lang="zh-CN" altLang="en-US" dirty="0"/>
              <a:t>在接收邮件的用户 </a:t>
            </a:r>
            <a:r>
              <a:rPr lang="en-US" altLang="zh-CN" dirty="0"/>
              <a:t>PC </a:t>
            </a:r>
            <a:r>
              <a:rPr lang="zh-CN" altLang="en-US" dirty="0"/>
              <a:t>机中必须运行 </a:t>
            </a:r>
            <a:r>
              <a:rPr lang="en-US" altLang="zh-CN" dirty="0"/>
              <a:t>POP </a:t>
            </a:r>
            <a:r>
              <a:rPr lang="zh-CN" altLang="en-US" dirty="0"/>
              <a:t>客户程序，而在用户所连接的邮件服务器中则运行 </a:t>
            </a:r>
            <a:r>
              <a:rPr lang="en-US" altLang="zh-CN" dirty="0"/>
              <a:t>POP </a:t>
            </a:r>
            <a:r>
              <a:rPr lang="zh-CN" altLang="en-US" dirty="0"/>
              <a:t>服务器程序。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6736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6736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7363" grpId="0" build="p"/>
    </p:bld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266" name="Rectangle 2"/>
          <p:cNvSpPr>
            <a:spLocks noGrp="1" noChangeArrowheads="1"/>
          </p:cNvSpPr>
          <p:nvPr>
            <p:ph type="title"/>
          </p:nvPr>
        </p:nvSpPr>
        <p:spPr/>
        <p:txBody>
          <a:bodyPr/>
          <a:lstStyle/>
          <a:p>
            <a:pPr algn="ctr" eaLnBrk="1" hangingPunct="1"/>
            <a:r>
              <a:rPr lang="en-US" altLang="zh-CN" dirty="0">
                <a:ea typeface="黑体" panose="02010609060101010101" pitchFamily="2" charset="-122"/>
              </a:rPr>
              <a:t>IMAP </a:t>
            </a:r>
            <a:r>
              <a:rPr lang="zh-CN" altLang="en-US" dirty="0">
                <a:ea typeface="黑体" panose="02010609060101010101" pitchFamily="2" charset="-122"/>
              </a:rPr>
              <a:t>协议</a:t>
            </a:r>
            <a:endParaRPr lang="en-US" altLang="zh-CN" dirty="0">
              <a:ea typeface="黑体" panose="02010609060101010101" pitchFamily="2" charset="-122"/>
            </a:endParaRPr>
          </a:p>
        </p:txBody>
      </p:sp>
      <p:sp>
        <p:nvSpPr>
          <p:cNvPr id="1169411" name="Rectangle 3"/>
          <p:cNvSpPr>
            <a:spLocks noGrp="1" noChangeArrowheads="1"/>
          </p:cNvSpPr>
          <p:nvPr>
            <p:ph idx="1"/>
          </p:nvPr>
        </p:nvSpPr>
        <p:spPr/>
        <p:txBody>
          <a:bodyPr/>
          <a:lstStyle/>
          <a:p>
            <a:pPr>
              <a:defRPr/>
            </a:pPr>
            <a:r>
              <a:rPr lang="en-US" altLang="zh-CN" sz="2800" dirty="0"/>
              <a:t>IMAP </a:t>
            </a:r>
            <a:r>
              <a:rPr lang="en-US" altLang="zh-CN" sz="2800" dirty="0">
                <a:ea typeface="黑体" panose="02010609060101010101" pitchFamily="2" charset="-122"/>
              </a:rPr>
              <a:t>(Internet Message Access Protocol) </a:t>
            </a:r>
            <a:r>
              <a:rPr lang="zh-CN" altLang="en-US" sz="2800" dirty="0"/>
              <a:t>也是按</a:t>
            </a:r>
            <a:r>
              <a:rPr lang="zh-CN" altLang="en-US" sz="2800" dirty="0">
                <a:solidFill>
                  <a:srgbClr val="FF0000"/>
                </a:solidFill>
              </a:rPr>
              <a:t>客户服务器</a:t>
            </a:r>
            <a:r>
              <a:rPr lang="zh-CN" altLang="en-US" sz="2800" dirty="0"/>
              <a:t>方式工作，现在较新的是版本 </a:t>
            </a:r>
            <a:r>
              <a:rPr lang="en-US" altLang="zh-CN" sz="2800" dirty="0"/>
              <a:t>4</a:t>
            </a:r>
            <a:r>
              <a:rPr lang="zh-CN" altLang="en-US" sz="2800" dirty="0"/>
              <a:t>，即 </a:t>
            </a:r>
            <a:r>
              <a:rPr lang="en-US" altLang="zh-CN" sz="2800" dirty="0"/>
              <a:t>IMAP4</a:t>
            </a:r>
            <a:r>
              <a:rPr lang="zh-CN" altLang="en-US" sz="2800" dirty="0"/>
              <a:t>。</a:t>
            </a:r>
          </a:p>
          <a:p>
            <a:pPr eaLnBrk="1" hangingPunct="1">
              <a:defRPr/>
            </a:pPr>
            <a:r>
              <a:rPr lang="zh-CN" altLang="en-US" sz="2800" dirty="0"/>
              <a:t>用户在自己的 </a:t>
            </a:r>
            <a:r>
              <a:rPr lang="en-US" altLang="zh-CN" sz="2800" dirty="0"/>
              <a:t>PC </a:t>
            </a:r>
            <a:r>
              <a:rPr lang="zh-CN" altLang="en-US" sz="2800" dirty="0"/>
              <a:t>机上就可以操纵邮件服务器的邮箱，就像在本地操纵一样。</a:t>
            </a:r>
          </a:p>
          <a:p>
            <a:pPr eaLnBrk="1" hangingPunct="1">
              <a:defRPr/>
            </a:pPr>
            <a:r>
              <a:rPr lang="zh-CN" altLang="en-US" sz="2800" dirty="0"/>
              <a:t>因此 </a:t>
            </a:r>
            <a:r>
              <a:rPr lang="en-US" altLang="zh-CN" sz="2800" dirty="0">
                <a:solidFill>
                  <a:srgbClr val="FF0000"/>
                </a:solidFill>
              </a:rPr>
              <a:t>IMAP </a:t>
            </a:r>
            <a:r>
              <a:rPr lang="zh-CN" altLang="en-US" sz="2800" dirty="0">
                <a:solidFill>
                  <a:srgbClr val="FF0000"/>
                </a:solidFill>
              </a:rPr>
              <a:t>是一个联机协议。</a:t>
            </a:r>
            <a:r>
              <a:rPr lang="zh-CN" altLang="en-US" sz="2800" dirty="0"/>
              <a:t>当用户 </a:t>
            </a:r>
            <a:r>
              <a:rPr lang="en-US" altLang="zh-CN" sz="2800" dirty="0"/>
              <a:t>PC </a:t>
            </a:r>
            <a:r>
              <a:rPr lang="zh-CN" altLang="en-US" sz="2800" dirty="0"/>
              <a:t>机上的 </a:t>
            </a:r>
            <a:r>
              <a:rPr lang="en-US" altLang="zh-CN" sz="2800" dirty="0"/>
              <a:t>IMAP </a:t>
            </a:r>
            <a:r>
              <a:rPr lang="zh-CN" altLang="en-US" sz="2800" dirty="0"/>
              <a:t>客户程序打开 </a:t>
            </a:r>
            <a:r>
              <a:rPr lang="en-US" altLang="zh-CN" sz="2800" dirty="0"/>
              <a:t>IMAP </a:t>
            </a:r>
            <a:r>
              <a:rPr lang="zh-CN" altLang="en-US" sz="2800" dirty="0"/>
              <a:t>服务器的邮箱时，用户就可看到邮件的首部。若用户需要打开某个邮件，则该邮件才传到用户的计算机上。</a:t>
            </a:r>
            <a:r>
              <a:rPr lang="zh-CN" altLang="en-US" dirty="0"/>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69411">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6941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314" name="Rectangle 2"/>
          <p:cNvSpPr>
            <a:spLocks noGrp="1" noChangeArrowheads="1"/>
          </p:cNvSpPr>
          <p:nvPr>
            <p:ph type="title"/>
          </p:nvPr>
        </p:nvSpPr>
        <p:spPr/>
        <p:txBody>
          <a:bodyPr/>
          <a:lstStyle/>
          <a:p>
            <a:pPr algn="ctr" eaLnBrk="1" hangingPunct="1"/>
            <a:r>
              <a:rPr lang="en-US" altLang="zh-CN" dirty="0">
                <a:ea typeface="黑体" panose="02010609060101010101" pitchFamily="2" charset="-122"/>
              </a:rPr>
              <a:t>IMAP </a:t>
            </a:r>
            <a:r>
              <a:rPr lang="zh-CN" altLang="en-US" dirty="0">
                <a:ea typeface="黑体" panose="02010609060101010101" pitchFamily="2" charset="-122"/>
              </a:rPr>
              <a:t>的特点</a:t>
            </a:r>
          </a:p>
        </p:txBody>
      </p:sp>
      <p:sp>
        <p:nvSpPr>
          <p:cNvPr id="1171459" name="Rectangle 3"/>
          <p:cNvSpPr>
            <a:spLocks noGrp="1" noChangeArrowheads="1"/>
          </p:cNvSpPr>
          <p:nvPr>
            <p:ph idx="1"/>
          </p:nvPr>
        </p:nvSpPr>
        <p:spPr>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r>
              <a:rPr lang="en-US" altLang="zh-CN" sz="2800" dirty="0"/>
              <a:t>IMAP </a:t>
            </a:r>
            <a:r>
              <a:rPr lang="zh-CN" altLang="en-US" sz="2800" dirty="0"/>
              <a:t>最大的好处就是用户可以在不同的地方使用不同的计算机随时上网阅读和处理自己的邮件。</a:t>
            </a:r>
          </a:p>
          <a:p>
            <a:r>
              <a:rPr lang="en-US" altLang="zh-CN" sz="2800" dirty="0"/>
              <a:t>IMAP </a:t>
            </a:r>
            <a:r>
              <a:rPr lang="zh-CN" altLang="en-US" sz="2800" dirty="0"/>
              <a:t>还</a:t>
            </a:r>
            <a:r>
              <a:rPr lang="zh-CN" altLang="en-US" sz="2800" dirty="0">
                <a:solidFill>
                  <a:srgbClr val="FF0000"/>
                </a:solidFill>
              </a:rPr>
              <a:t>允许收件人只读取邮件中的某一个部分</a:t>
            </a:r>
            <a:r>
              <a:rPr lang="zh-CN" altLang="en-US" sz="2800" dirty="0"/>
              <a:t>。例如，收到了一个带有视像附件（此文件可能很大）的邮件。为了节省时间，可以先下载邮件的正文部分，待以后有时间再读取或下载这个很长的附件。</a:t>
            </a:r>
          </a:p>
          <a:p>
            <a:r>
              <a:rPr lang="en-US" altLang="zh-CN" sz="2800" dirty="0"/>
              <a:t>IMAP </a:t>
            </a:r>
            <a:r>
              <a:rPr lang="zh-CN" altLang="en-US" sz="2800" dirty="0"/>
              <a:t>的缺点是如果用户没有将邮件复制到自己的 </a:t>
            </a:r>
            <a:r>
              <a:rPr lang="en-US" altLang="zh-CN" sz="2800" dirty="0"/>
              <a:t>PC </a:t>
            </a:r>
            <a:r>
              <a:rPr lang="zh-CN" altLang="en-US" sz="2800" dirty="0"/>
              <a:t>上，则</a:t>
            </a:r>
            <a:r>
              <a:rPr lang="zh-CN" altLang="en-US" sz="2800" dirty="0">
                <a:solidFill>
                  <a:srgbClr val="FF0000"/>
                </a:solidFill>
              </a:rPr>
              <a:t>邮件一直是存放在 </a:t>
            </a:r>
            <a:r>
              <a:rPr lang="en-US" altLang="zh-CN" sz="2800" dirty="0">
                <a:solidFill>
                  <a:srgbClr val="FF0000"/>
                </a:solidFill>
              </a:rPr>
              <a:t>IMAP </a:t>
            </a:r>
            <a:r>
              <a:rPr lang="zh-CN" altLang="en-US" sz="2800" dirty="0">
                <a:solidFill>
                  <a:srgbClr val="FF0000"/>
                </a:solidFill>
              </a:rPr>
              <a:t>服务器上</a:t>
            </a:r>
            <a:r>
              <a:rPr lang="zh-CN" altLang="en-US" sz="2800" dirty="0"/>
              <a:t>。因此用户需要经常与 </a:t>
            </a:r>
            <a:r>
              <a:rPr lang="en-US" altLang="zh-CN" sz="2800" dirty="0"/>
              <a:t>IMAP </a:t>
            </a:r>
            <a:r>
              <a:rPr lang="zh-CN" altLang="en-US" sz="2800" dirty="0"/>
              <a:t>服务器建立连接。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7145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7145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1459" grpId="0" build="p"/>
    </p:bld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362" name="Rectangle 2"/>
          <p:cNvSpPr>
            <a:spLocks noGrp="1" noChangeArrowheads="1"/>
          </p:cNvSpPr>
          <p:nvPr>
            <p:ph type="title"/>
          </p:nvPr>
        </p:nvSpPr>
        <p:spPr/>
        <p:txBody>
          <a:bodyPr/>
          <a:lstStyle/>
          <a:p>
            <a:pPr algn="ctr" eaLnBrk="1" hangingPunct="1"/>
            <a:r>
              <a:rPr lang="zh-CN" altLang="en-US">
                <a:ea typeface="黑体" panose="02010609060101010101" pitchFamily="2" charset="-122"/>
              </a:rPr>
              <a:t>必须注意</a:t>
            </a:r>
          </a:p>
        </p:txBody>
      </p:sp>
      <p:sp>
        <p:nvSpPr>
          <p:cNvPr id="1173507" name="Rectangle 3"/>
          <p:cNvSpPr>
            <a:spLocks noGrp="1" noChangeArrowheads="1"/>
          </p:cNvSpPr>
          <p:nvPr>
            <p:ph idx="1"/>
          </p:nvPr>
        </p:nvSpPr>
        <p:spPr/>
        <p:txBody>
          <a:bodyPr/>
          <a:lstStyle/>
          <a:p>
            <a:pPr eaLnBrk="1" hangingPunct="1"/>
            <a:r>
              <a:rPr lang="zh-CN" altLang="en-US" dirty="0">
                <a:ea typeface="黑体" panose="02010609060101010101" pitchFamily="2" charset="-122"/>
              </a:rPr>
              <a:t>不要将邮件读取协议 </a:t>
            </a:r>
            <a:r>
              <a:rPr lang="en-US" altLang="zh-CN" dirty="0">
                <a:ea typeface="黑体" panose="02010609060101010101" pitchFamily="2" charset="-122"/>
              </a:rPr>
              <a:t>POP </a:t>
            </a:r>
            <a:r>
              <a:rPr lang="zh-CN" altLang="en-US" dirty="0">
                <a:ea typeface="黑体" panose="02010609060101010101" pitchFamily="2" charset="-122"/>
              </a:rPr>
              <a:t>或 </a:t>
            </a:r>
            <a:r>
              <a:rPr lang="en-US" altLang="zh-CN" dirty="0">
                <a:ea typeface="黑体" panose="02010609060101010101" pitchFamily="2" charset="-122"/>
              </a:rPr>
              <a:t>IMAP </a:t>
            </a:r>
            <a:r>
              <a:rPr lang="zh-CN" altLang="en-US" dirty="0">
                <a:ea typeface="黑体" panose="02010609060101010101" pitchFamily="2" charset="-122"/>
              </a:rPr>
              <a:t>与邮件传送协议 </a:t>
            </a:r>
            <a:r>
              <a:rPr lang="en-US" altLang="zh-CN" dirty="0">
                <a:ea typeface="黑体" panose="02010609060101010101" pitchFamily="2" charset="-122"/>
              </a:rPr>
              <a:t>SMTP </a:t>
            </a:r>
            <a:r>
              <a:rPr lang="zh-CN" altLang="en-US" dirty="0">
                <a:ea typeface="黑体" panose="02010609060101010101" pitchFamily="2" charset="-122"/>
              </a:rPr>
              <a:t>弄混。</a:t>
            </a:r>
          </a:p>
          <a:p>
            <a:pPr eaLnBrk="1" hangingPunct="1"/>
            <a:r>
              <a:rPr lang="zh-CN" altLang="en-US" dirty="0">
                <a:ea typeface="黑体" panose="02010609060101010101" pitchFamily="2" charset="-122"/>
              </a:rPr>
              <a:t>发信人的用户代理向源邮件服务器</a:t>
            </a:r>
            <a:r>
              <a:rPr lang="zh-CN" altLang="en-US" dirty="0">
                <a:solidFill>
                  <a:srgbClr val="FF0000"/>
                </a:solidFill>
                <a:ea typeface="黑体" panose="02010609060101010101" pitchFamily="2" charset="-122"/>
              </a:rPr>
              <a:t>发送邮件</a:t>
            </a:r>
            <a:r>
              <a:rPr lang="zh-CN" altLang="en-US" dirty="0">
                <a:ea typeface="黑体" panose="02010609060101010101" pitchFamily="2" charset="-122"/>
              </a:rPr>
              <a:t>，以及源邮件服务器向目的邮件服务器发送邮件，都是使用 </a:t>
            </a:r>
            <a:r>
              <a:rPr lang="en-US" altLang="zh-CN" dirty="0">
                <a:solidFill>
                  <a:srgbClr val="0000FF"/>
                </a:solidFill>
                <a:ea typeface="黑体" panose="02010609060101010101" pitchFamily="2" charset="-122"/>
              </a:rPr>
              <a:t>SMTP </a:t>
            </a:r>
            <a:r>
              <a:rPr lang="zh-CN" altLang="en-US" dirty="0">
                <a:solidFill>
                  <a:srgbClr val="0000FF"/>
                </a:solidFill>
                <a:ea typeface="黑体" panose="02010609060101010101" pitchFamily="2" charset="-122"/>
              </a:rPr>
              <a:t>协议</a:t>
            </a:r>
            <a:r>
              <a:rPr lang="zh-CN" altLang="en-US" dirty="0">
                <a:ea typeface="黑体" panose="02010609060101010101" pitchFamily="2" charset="-122"/>
              </a:rPr>
              <a:t>。</a:t>
            </a:r>
          </a:p>
          <a:p>
            <a:pPr eaLnBrk="1" hangingPunct="1"/>
            <a:r>
              <a:rPr lang="zh-CN" altLang="en-US" dirty="0">
                <a:ea typeface="黑体" panose="02010609060101010101" pitchFamily="2" charset="-122"/>
              </a:rPr>
              <a:t>而 </a:t>
            </a:r>
            <a:r>
              <a:rPr lang="en-US" altLang="zh-CN" dirty="0">
                <a:solidFill>
                  <a:srgbClr val="0000FF"/>
                </a:solidFill>
                <a:ea typeface="黑体" panose="02010609060101010101" pitchFamily="2" charset="-122"/>
              </a:rPr>
              <a:t>POP</a:t>
            </a:r>
            <a:r>
              <a:rPr lang="en-US" altLang="zh-CN" dirty="0">
                <a:ea typeface="黑体" panose="02010609060101010101" pitchFamily="2" charset="-122"/>
              </a:rPr>
              <a:t> </a:t>
            </a:r>
            <a:r>
              <a:rPr lang="zh-CN" altLang="en-US" dirty="0">
                <a:ea typeface="黑体" panose="02010609060101010101" pitchFamily="2" charset="-122"/>
              </a:rPr>
              <a:t>协议或 </a:t>
            </a:r>
            <a:r>
              <a:rPr lang="en-US" altLang="zh-CN" dirty="0">
                <a:solidFill>
                  <a:srgbClr val="0000FF"/>
                </a:solidFill>
                <a:ea typeface="黑体" panose="02010609060101010101" pitchFamily="2" charset="-122"/>
              </a:rPr>
              <a:t>IMAP</a:t>
            </a:r>
            <a:r>
              <a:rPr lang="en-US" altLang="zh-CN" dirty="0">
                <a:ea typeface="黑体" panose="02010609060101010101" pitchFamily="2" charset="-122"/>
              </a:rPr>
              <a:t> </a:t>
            </a:r>
            <a:r>
              <a:rPr lang="zh-CN" altLang="en-US" dirty="0">
                <a:ea typeface="黑体" panose="02010609060101010101" pitchFamily="2" charset="-122"/>
              </a:rPr>
              <a:t>协议则是用户从</a:t>
            </a:r>
            <a:r>
              <a:rPr lang="zh-CN" altLang="en-US" dirty="0">
                <a:solidFill>
                  <a:srgbClr val="0000FF"/>
                </a:solidFill>
                <a:ea typeface="黑体" panose="02010609060101010101" pitchFamily="2" charset="-122"/>
              </a:rPr>
              <a:t>目的邮件服务器</a:t>
            </a:r>
            <a:r>
              <a:rPr lang="zh-CN" altLang="en-US" dirty="0">
                <a:ea typeface="黑体" panose="02010609060101010101" pitchFamily="2" charset="-122"/>
              </a:rPr>
              <a:t>上</a:t>
            </a:r>
            <a:r>
              <a:rPr lang="zh-CN" altLang="en-US" dirty="0">
                <a:solidFill>
                  <a:srgbClr val="FF0000"/>
                </a:solidFill>
                <a:ea typeface="黑体" panose="02010609060101010101" pitchFamily="2" charset="-122"/>
              </a:rPr>
              <a:t>读取邮件</a:t>
            </a:r>
            <a:r>
              <a:rPr lang="zh-CN" altLang="en-US" dirty="0">
                <a:ea typeface="黑体" panose="02010609060101010101" pitchFamily="2" charset="-122"/>
              </a:rPr>
              <a:t>所使用的协议。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7350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7350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3507" grpId="0" build="p"/>
    </p:bld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410" name="Text Box 15"/>
          <p:cNvSpPr txBox="1">
            <a:spLocks noChangeArrowheads="1"/>
          </p:cNvSpPr>
          <p:nvPr/>
        </p:nvSpPr>
        <p:spPr bwMode="auto">
          <a:xfrm>
            <a:off x="7828504" y="5306045"/>
            <a:ext cx="98777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lang="en-US" altLang="zh-CN" sz="2400" b="1">
                <a:solidFill>
                  <a:srgbClr val="000099"/>
                </a:solidFill>
                <a:latin typeface="Arial" panose="020B0604020202020204" pitchFamily="34" charset="0"/>
                <a:ea typeface="黑体" panose="02010609060101010101" pitchFamily="2" charset="-122"/>
              </a:rPr>
              <a:t>HTTP</a:t>
            </a:r>
          </a:p>
        </p:txBody>
      </p:sp>
      <p:sp>
        <p:nvSpPr>
          <p:cNvPr id="273411" name="Text Box 14"/>
          <p:cNvSpPr txBox="1">
            <a:spLocks noChangeArrowheads="1"/>
          </p:cNvSpPr>
          <p:nvPr/>
        </p:nvSpPr>
        <p:spPr bwMode="auto">
          <a:xfrm>
            <a:off x="1088642" y="5306045"/>
            <a:ext cx="98777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lang="en-US" altLang="zh-CN" sz="2400" b="1">
                <a:solidFill>
                  <a:srgbClr val="000099"/>
                </a:solidFill>
                <a:latin typeface="Arial" panose="020B0604020202020204" pitchFamily="34" charset="0"/>
                <a:ea typeface="黑体" panose="02010609060101010101" pitchFamily="2" charset="-122"/>
              </a:rPr>
              <a:t>HTTP</a:t>
            </a:r>
          </a:p>
        </p:txBody>
      </p:sp>
      <p:sp>
        <p:nvSpPr>
          <p:cNvPr id="261124" name="Rectangle 2"/>
          <p:cNvSpPr>
            <a:spLocks noGrp="1" noChangeArrowheads="1"/>
          </p:cNvSpPr>
          <p:nvPr>
            <p:ph type="title"/>
          </p:nvPr>
        </p:nvSpPr>
        <p:spPr/>
        <p:txBody>
          <a:bodyPr/>
          <a:lstStyle/>
          <a:p>
            <a:pPr eaLnBrk="1" hangingPunct="1">
              <a:defRPr/>
            </a:pPr>
            <a:r>
              <a:rPr lang="en-US" altLang="zh-CN" dirty="0"/>
              <a:t>6.5.5  </a:t>
            </a:r>
            <a:r>
              <a:rPr dirty="0"/>
              <a:t>基于万维网的电子邮件</a:t>
            </a:r>
          </a:p>
        </p:txBody>
      </p:sp>
      <p:sp>
        <p:nvSpPr>
          <p:cNvPr id="263174" name="Rectangle 3"/>
          <p:cNvSpPr>
            <a:spLocks noGrp="1" noChangeArrowheads="1"/>
          </p:cNvSpPr>
          <p:nvPr>
            <p:ph idx="1"/>
          </p:nvPr>
        </p:nvSpPr>
        <p:spPr/>
        <p:txBody>
          <a:bodyPr/>
          <a:lstStyle/>
          <a:p>
            <a:pPr marL="316230" indent="-316230" eaLnBrk="1" hangingPunct="1">
              <a:spcBef>
                <a:spcPts val="555"/>
              </a:spcBef>
              <a:defRPr/>
            </a:pPr>
            <a:r>
              <a:rPr lang="zh-CN" altLang="en-US" sz="2800" dirty="0"/>
              <a:t>电子邮件从 </a:t>
            </a:r>
            <a:r>
              <a:rPr lang="en-US" altLang="zh-CN" sz="2800" dirty="0"/>
              <a:t>A </a:t>
            </a:r>
            <a:r>
              <a:rPr lang="zh-CN" altLang="en-US" sz="2800" dirty="0"/>
              <a:t>发送到网易邮件服务器</a:t>
            </a:r>
            <a:r>
              <a:rPr lang="zh-CN" altLang="en-US" sz="2800" dirty="0">
                <a:solidFill>
                  <a:srgbClr val="FF0000"/>
                </a:solidFill>
              </a:rPr>
              <a:t>使用 </a:t>
            </a:r>
            <a:r>
              <a:rPr lang="en-US" altLang="zh-CN" sz="2800" dirty="0">
                <a:solidFill>
                  <a:srgbClr val="FF0000"/>
                </a:solidFill>
              </a:rPr>
              <a:t>HTTP </a:t>
            </a:r>
            <a:r>
              <a:rPr lang="zh-CN" altLang="en-US" sz="2800" dirty="0">
                <a:solidFill>
                  <a:srgbClr val="FF0000"/>
                </a:solidFill>
              </a:rPr>
              <a:t>协议。</a:t>
            </a:r>
          </a:p>
          <a:p>
            <a:pPr marL="316230" indent="-316230" eaLnBrk="1" hangingPunct="1">
              <a:spcBef>
                <a:spcPts val="555"/>
              </a:spcBef>
              <a:defRPr/>
            </a:pPr>
            <a:r>
              <a:rPr lang="zh-CN" altLang="en-US" sz="2800" dirty="0"/>
              <a:t>两个</a:t>
            </a:r>
            <a:r>
              <a:rPr lang="zh-CN" altLang="en-US" sz="2800" dirty="0">
                <a:solidFill>
                  <a:srgbClr val="FF0000"/>
                </a:solidFill>
              </a:rPr>
              <a:t>邮件服务器之间</a:t>
            </a:r>
            <a:r>
              <a:rPr lang="zh-CN" altLang="en-US" sz="2800" dirty="0"/>
              <a:t>的传送使用 </a:t>
            </a:r>
            <a:r>
              <a:rPr lang="en-US" altLang="zh-CN" sz="2800" dirty="0">
                <a:solidFill>
                  <a:srgbClr val="FF0000"/>
                </a:solidFill>
              </a:rPr>
              <a:t>SMTP</a:t>
            </a:r>
            <a:r>
              <a:rPr lang="zh-CN" altLang="en-US" sz="2800" dirty="0"/>
              <a:t>。</a:t>
            </a:r>
          </a:p>
          <a:p>
            <a:pPr marL="316230" indent="-316230" eaLnBrk="1" hangingPunct="1">
              <a:spcBef>
                <a:spcPts val="555"/>
              </a:spcBef>
              <a:defRPr/>
            </a:pPr>
            <a:r>
              <a:rPr lang="zh-CN" altLang="en-US" sz="2800" dirty="0"/>
              <a:t>邮件从新浪邮件服务器传送到 </a:t>
            </a:r>
            <a:r>
              <a:rPr lang="en-US" altLang="zh-CN" sz="2800" dirty="0"/>
              <a:t>B </a:t>
            </a:r>
            <a:r>
              <a:rPr lang="zh-CN" altLang="en-US" sz="2800" dirty="0"/>
              <a:t>是使用 </a:t>
            </a:r>
            <a:r>
              <a:rPr lang="en-US" altLang="zh-CN" sz="2800" dirty="0"/>
              <a:t>HTTP </a:t>
            </a:r>
            <a:r>
              <a:rPr lang="zh-CN" altLang="en-US" sz="2800" dirty="0"/>
              <a:t>协议。</a:t>
            </a:r>
          </a:p>
        </p:txBody>
      </p:sp>
      <p:sp>
        <p:nvSpPr>
          <p:cNvPr id="273414" name="Text Box 4"/>
          <p:cNvSpPr txBox="1">
            <a:spLocks noChangeArrowheads="1"/>
          </p:cNvSpPr>
          <p:nvPr/>
        </p:nvSpPr>
        <p:spPr bwMode="auto">
          <a:xfrm>
            <a:off x="600220" y="5077445"/>
            <a:ext cx="40748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lang="en-US" altLang="zh-CN" sz="2400" b="1">
                <a:solidFill>
                  <a:srgbClr val="000099"/>
                </a:solidFill>
                <a:latin typeface="Arial" panose="020B0604020202020204" pitchFamily="34" charset="0"/>
                <a:ea typeface="黑体" panose="02010609060101010101" pitchFamily="2" charset="-122"/>
              </a:rPr>
              <a:t>A</a:t>
            </a:r>
          </a:p>
        </p:txBody>
      </p:sp>
      <p:pic>
        <p:nvPicPr>
          <p:cNvPr id="273415" name="Picture 5"/>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543467" y="5490196"/>
            <a:ext cx="431668" cy="433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73416" name="Picture 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2414600" y="5202857"/>
            <a:ext cx="612246" cy="992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73417" name="Picture 7"/>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6906696" y="5202857"/>
            <a:ext cx="612246" cy="992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73418" name="Text Box 8"/>
          <p:cNvSpPr txBox="1">
            <a:spLocks noChangeArrowheads="1"/>
          </p:cNvSpPr>
          <p:nvPr/>
        </p:nvSpPr>
        <p:spPr bwMode="auto">
          <a:xfrm>
            <a:off x="9171662" y="5075857"/>
            <a:ext cx="40748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lang="en-US" altLang="zh-CN" sz="2400" b="1">
                <a:solidFill>
                  <a:srgbClr val="000099"/>
                </a:solidFill>
                <a:latin typeface="Arial" panose="020B0604020202020204" pitchFamily="34" charset="0"/>
                <a:ea typeface="黑体" panose="02010609060101010101" pitchFamily="2" charset="-122"/>
              </a:rPr>
              <a:t>B</a:t>
            </a:r>
          </a:p>
        </p:txBody>
      </p:sp>
      <p:pic>
        <p:nvPicPr>
          <p:cNvPr id="273419" name="Picture 9"/>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9114909" y="5488607"/>
            <a:ext cx="431668" cy="433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73420" name="Line 10"/>
          <p:cNvSpPr>
            <a:spLocks noChangeShapeType="1"/>
          </p:cNvSpPr>
          <p:nvPr/>
        </p:nvSpPr>
        <p:spPr bwMode="auto">
          <a:xfrm flipV="1">
            <a:off x="883985" y="5779120"/>
            <a:ext cx="1609725" cy="12700"/>
          </a:xfrm>
          <a:prstGeom prst="line">
            <a:avLst/>
          </a:prstGeom>
          <a:noFill/>
          <a:ln w="76200">
            <a:solidFill>
              <a:schemeClr val="hlink"/>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273421" name="Line 11"/>
          <p:cNvSpPr>
            <a:spLocks noChangeShapeType="1"/>
          </p:cNvSpPr>
          <p:nvPr/>
        </p:nvSpPr>
        <p:spPr bwMode="auto">
          <a:xfrm flipV="1">
            <a:off x="2961494" y="5763246"/>
            <a:ext cx="4056989" cy="15875"/>
          </a:xfrm>
          <a:prstGeom prst="line">
            <a:avLst/>
          </a:prstGeom>
          <a:noFill/>
          <a:ln w="76200">
            <a:solidFill>
              <a:schemeClr val="folHlink"/>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273422" name="Line 12"/>
          <p:cNvSpPr>
            <a:spLocks noChangeShapeType="1"/>
          </p:cNvSpPr>
          <p:nvPr/>
        </p:nvSpPr>
        <p:spPr bwMode="auto">
          <a:xfrm flipV="1">
            <a:off x="7518942" y="5763246"/>
            <a:ext cx="1683677" cy="15875"/>
          </a:xfrm>
          <a:prstGeom prst="line">
            <a:avLst/>
          </a:prstGeom>
          <a:noFill/>
          <a:ln w="76200">
            <a:solidFill>
              <a:schemeClr val="hlink"/>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273423" name="Text Box 13"/>
          <p:cNvSpPr txBox="1">
            <a:spLocks noChangeArrowheads="1"/>
          </p:cNvSpPr>
          <p:nvPr/>
        </p:nvSpPr>
        <p:spPr bwMode="auto">
          <a:xfrm>
            <a:off x="4419877" y="5331445"/>
            <a:ext cx="103906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lang="en-US" altLang="zh-CN" sz="2400" b="1">
                <a:solidFill>
                  <a:srgbClr val="000099"/>
                </a:solidFill>
                <a:latin typeface="Arial" panose="020B0604020202020204" pitchFamily="34" charset="0"/>
                <a:ea typeface="黑体" panose="02010609060101010101" pitchFamily="2" charset="-122"/>
              </a:rPr>
              <a:t>SMTP</a:t>
            </a:r>
          </a:p>
        </p:txBody>
      </p:sp>
      <p:sp>
        <p:nvSpPr>
          <p:cNvPr id="273424" name="Text Box 16"/>
          <p:cNvSpPr txBox="1">
            <a:spLocks noChangeArrowheads="1"/>
          </p:cNvSpPr>
          <p:nvPr/>
        </p:nvSpPr>
        <p:spPr bwMode="auto">
          <a:xfrm>
            <a:off x="1549453" y="4509120"/>
            <a:ext cx="2339102" cy="757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algn="ctr" eaLnBrk="1" hangingPunct="1">
              <a:lnSpc>
                <a:spcPct val="90000"/>
              </a:lnSpc>
            </a:pPr>
            <a:r>
              <a:rPr lang="zh-CN" altLang="en-US" sz="2400" b="1">
                <a:solidFill>
                  <a:srgbClr val="000099"/>
                </a:solidFill>
                <a:latin typeface="Arial" panose="020B0604020202020204" pitchFamily="34" charset="0"/>
                <a:ea typeface="黑体" panose="02010609060101010101" pitchFamily="2" charset="-122"/>
              </a:rPr>
              <a:t>网易邮件服务器</a:t>
            </a:r>
          </a:p>
          <a:p>
            <a:pPr algn="ctr" eaLnBrk="1" hangingPunct="1">
              <a:lnSpc>
                <a:spcPct val="90000"/>
              </a:lnSpc>
            </a:pPr>
            <a:r>
              <a:rPr lang="en-US" altLang="zh-CN" sz="2400" b="1">
                <a:solidFill>
                  <a:srgbClr val="000099"/>
                </a:solidFill>
                <a:latin typeface="Arial" panose="020B0604020202020204" pitchFamily="34" charset="0"/>
                <a:ea typeface="黑体" panose="02010609060101010101" pitchFamily="2" charset="-122"/>
              </a:rPr>
              <a:t>mail.163.com</a:t>
            </a:r>
          </a:p>
        </p:txBody>
      </p:sp>
      <p:sp>
        <p:nvSpPr>
          <p:cNvPr id="273425" name="Text Box 17"/>
          <p:cNvSpPr txBox="1">
            <a:spLocks noChangeArrowheads="1"/>
          </p:cNvSpPr>
          <p:nvPr/>
        </p:nvSpPr>
        <p:spPr bwMode="auto">
          <a:xfrm>
            <a:off x="5760120" y="4509120"/>
            <a:ext cx="2662908" cy="757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algn="ctr" eaLnBrk="1" hangingPunct="1">
              <a:lnSpc>
                <a:spcPct val="90000"/>
              </a:lnSpc>
            </a:pPr>
            <a:r>
              <a:rPr lang="zh-CN" altLang="en-US" sz="2400" b="1">
                <a:solidFill>
                  <a:srgbClr val="000099"/>
                </a:solidFill>
                <a:latin typeface="Arial" panose="020B0604020202020204" pitchFamily="34" charset="0"/>
                <a:ea typeface="黑体" panose="02010609060101010101" pitchFamily="2" charset="-122"/>
              </a:rPr>
              <a:t>新浪邮件服务器</a:t>
            </a:r>
          </a:p>
          <a:p>
            <a:pPr algn="ctr" eaLnBrk="1" hangingPunct="1">
              <a:lnSpc>
                <a:spcPct val="90000"/>
              </a:lnSpc>
            </a:pPr>
            <a:r>
              <a:rPr lang="en-US" altLang="zh-CN" sz="2400" b="1">
                <a:solidFill>
                  <a:srgbClr val="000099"/>
                </a:solidFill>
                <a:latin typeface="Arial" panose="020B0604020202020204" pitchFamily="34" charset="0"/>
                <a:ea typeface="黑体" panose="02010609060101010101" pitchFamily="2" charset="-122"/>
              </a:rPr>
              <a:t>mail.sina.com.cn</a:t>
            </a:r>
          </a:p>
        </p:txBody>
      </p:sp>
      <p:sp>
        <p:nvSpPr>
          <p:cNvPr id="2" name="矩形 1"/>
          <p:cNvSpPr/>
          <p:nvPr/>
        </p:nvSpPr>
        <p:spPr>
          <a:xfrm>
            <a:off x="920551" y="2924944"/>
            <a:ext cx="8194357" cy="1384995"/>
          </a:xfrm>
          <a:prstGeom prst="rect">
            <a:avLst/>
          </a:prstGeom>
          <a:solidFill>
            <a:srgbClr val="FFFF66"/>
          </a:solidFill>
          <a:ln>
            <a:solidFill>
              <a:srgbClr val="000066"/>
            </a:solidFill>
          </a:ln>
        </p:spPr>
        <p:txBody>
          <a:bodyPr wrap="square">
            <a:spAutoFit/>
          </a:bodyPr>
          <a:lstStyle/>
          <a:p>
            <a:r>
              <a:rPr lang="zh-CN" altLang="zh-CN" sz="2800" b="1" dirty="0">
                <a:solidFill>
                  <a:srgbClr val="FF0000"/>
                </a:solidFill>
                <a:latin typeface="+mn-lt"/>
                <a:ea typeface="+mn-ea"/>
              </a:rPr>
              <a:t>万维网电子邮件的好处：</a:t>
            </a:r>
            <a:r>
              <a:rPr lang="zh-CN" altLang="zh-CN" sz="2800" b="1" dirty="0">
                <a:solidFill>
                  <a:srgbClr val="000066"/>
                </a:solidFill>
                <a:latin typeface="+mn-lt"/>
                <a:ea typeface="+mn-ea"/>
              </a:rPr>
              <a:t>只要能够找到上网的计算机，打开任何一种</a:t>
            </a:r>
            <a:r>
              <a:rPr lang="zh-CN" altLang="zh-CN" sz="2800" b="1" dirty="0">
                <a:solidFill>
                  <a:srgbClr val="FF0000"/>
                </a:solidFill>
                <a:latin typeface="+mn-lt"/>
                <a:ea typeface="+mn-ea"/>
              </a:rPr>
              <a:t>浏览器</a:t>
            </a:r>
            <a:r>
              <a:rPr lang="zh-CN" altLang="zh-CN" sz="2800" b="1" dirty="0">
                <a:solidFill>
                  <a:srgbClr val="000066"/>
                </a:solidFill>
                <a:latin typeface="+mn-lt"/>
                <a:ea typeface="+mn-ea"/>
              </a:rPr>
              <a:t>就可以非常方便地收发电子邮件。</a:t>
            </a:r>
            <a:endParaRPr lang="zh-CN" altLang="en-US" sz="2800" b="1" dirty="0">
              <a:solidFill>
                <a:srgbClr val="000066"/>
              </a:solidFill>
              <a:latin typeface="+mn-lt"/>
              <a:ea typeface="+mn-ea"/>
            </a:endParaRPr>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434" name="Rectangle 2"/>
          <p:cNvSpPr>
            <a:spLocks noGrp="1" noChangeArrowheads="1"/>
          </p:cNvSpPr>
          <p:nvPr>
            <p:ph type="title"/>
          </p:nvPr>
        </p:nvSpPr>
        <p:spPr/>
        <p:txBody>
          <a:bodyPr/>
          <a:lstStyle/>
          <a:p>
            <a:pPr eaLnBrk="1" hangingPunct="1"/>
            <a:r>
              <a:rPr lang="en-US" altLang="zh-CN" dirty="0">
                <a:ea typeface="黑体" panose="02010609060101010101" pitchFamily="2" charset="-122"/>
              </a:rPr>
              <a:t>6.5.6  </a:t>
            </a:r>
            <a:r>
              <a:rPr lang="zh-CN" altLang="en-US" dirty="0">
                <a:ea typeface="黑体" panose="02010609060101010101" pitchFamily="2" charset="-122"/>
              </a:rPr>
              <a:t>通用互联网邮件扩充 </a:t>
            </a:r>
            <a:r>
              <a:rPr lang="en-US" altLang="zh-CN" dirty="0">
                <a:ea typeface="黑体" panose="02010609060101010101" pitchFamily="2" charset="-122"/>
              </a:rPr>
              <a:t>MIME</a:t>
            </a:r>
            <a:endParaRPr lang="zh-CN" altLang="en-US" dirty="0">
              <a:ea typeface="黑体" panose="02010609060101010101" pitchFamily="2" charset="-122"/>
            </a:endParaRPr>
          </a:p>
        </p:txBody>
      </p:sp>
      <p:sp>
        <p:nvSpPr>
          <p:cNvPr id="1175555" name="Rectangle 3"/>
          <p:cNvSpPr>
            <a:spLocks noGrp="1" noChangeArrowheads="1"/>
          </p:cNvSpPr>
          <p:nvPr>
            <p:ph idx="1"/>
          </p:nvPr>
        </p:nvSpPr>
        <p:spPr/>
        <p:txBody>
          <a:bodyPr/>
          <a:lstStyle/>
          <a:p>
            <a:pPr algn="just" eaLnBrk="1" hangingPunct="1">
              <a:buFont typeface="Wingdings" panose="05000000000000000000" pitchFamily="2" charset="2"/>
              <a:buNone/>
              <a:defRPr/>
            </a:pPr>
            <a:r>
              <a:rPr lang="en-US" altLang="zh-CN" sz="3000" dirty="0"/>
              <a:t>SMTP </a:t>
            </a:r>
            <a:r>
              <a:rPr lang="zh-CN" altLang="en-US" sz="3000" dirty="0"/>
              <a:t>有以下</a:t>
            </a:r>
            <a:r>
              <a:rPr lang="zh-CN" altLang="en-US" sz="3000" dirty="0">
                <a:solidFill>
                  <a:srgbClr val="FF0000"/>
                </a:solidFill>
              </a:rPr>
              <a:t>缺点：</a:t>
            </a:r>
          </a:p>
          <a:p>
            <a:pPr algn="just" eaLnBrk="1" hangingPunct="1">
              <a:defRPr/>
            </a:pPr>
            <a:r>
              <a:rPr lang="en-US" altLang="zh-CN" sz="3000" dirty="0"/>
              <a:t>SMTP </a:t>
            </a:r>
            <a:r>
              <a:rPr lang="zh-CN" altLang="en-US" sz="3000" dirty="0">
                <a:solidFill>
                  <a:srgbClr val="FF0000"/>
                </a:solidFill>
              </a:rPr>
              <a:t>不能传送</a:t>
            </a:r>
            <a:r>
              <a:rPr lang="zh-CN" altLang="en-US" sz="3000" dirty="0"/>
              <a:t>可执行文件或其他的</a:t>
            </a:r>
            <a:r>
              <a:rPr lang="zh-CN" altLang="en-US" sz="3000" dirty="0">
                <a:solidFill>
                  <a:srgbClr val="FF0000"/>
                </a:solidFill>
              </a:rPr>
              <a:t>二进制</a:t>
            </a:r>
            <a:r>
              <a:rPr lang="zh-CN" altLang="en-US" sz="3000" dirty="0"/>
              <a:t>对象。</a:t>
            </a:r>
          </a:p>
          <a:p>
            <a:pPr algn="just" eaLnBrk="1" hangingPunct="1">
              <a:defRPr/>
            </a:pPr>
            <a:r>
              <a:rPr lang="en-US" altLang="zh-CN" sz="3000" dirty="0"/>
              <a:t>SMTP </a:t>
            </a:r>
            <a:r>
              <a:rPr lang="zh-CN" altLang="en-US" sz="3000" dirty="0">
                <a:solidFill>
                  <a:srgbClr val="FF0000"/>
                </a:solidFill>
              </a:rPr>
              <a:t>限于</a:t>
            </a:r>
            <a:r>
              <a:rPr lang="zh-CN" altLang="en-US" sz="3000" dirty="0"/>
              <a:t>传送 </a:t>
            </a:r>
            <a:r>
              <a:rPr lang="en-US" altLang="zh-CN" sz="3000" dirty="0"/>
              <a:t>7 </a:t>
            </a:r>
            <a:r>
              <a:rPr lang="zh-CN" altLang="en-US" sz="3000" dirty="0"/>
              <a:t>位的 </a:t>
            </a:r>
            <a:r>
              <a:rPr lang="en-US" altLang="zh-CN" sz="3000" dirty="0">
                <a:solidFill>
                  <a:srgbClr val="FF0000"/>
                </a:solidFill>
              </a:rPr>
              <a:t>ASCII </a:t>
            </a:r>
            <a:r>
              <a:rPr lang="zh-CN" altLang="en-US" sz="3000" dirty="0">
                <a:solidFill>
                  <a:srgbClr val="FF0000"/>
                </a:solidFill>
              </a:rPr>
              <a:t>码</a:t>
            </a:r>
            <a:r>
              <a:rPr lang="zh-CN" altLang="en-US" sz="3000" dirty="0"/>
              <a:t>。许多其他非英语国家的文字（如中文、俄文，甚至带重音符号的法文或德文）就无法传送。</a:t>
            </a:r>
          </a:p>
          <a:p>
            <a:pPr algn="just" eaLnBrk="1" hangingPunct="1">
              <a:defRPr/>
            </a:pPr>
            <a:r>
              <a:rPr lang="en-US" altLang="zh-CN" sz="3000" dirty="0"/>
              <a:t>SMTP </a:t>
            </a:r>
            <a:r>
              <a:rPr lang="zh-CN" altLang="en-US" sz="3000" dirty="0"/>
              <a:t>服务器会</a:t>
            </a:r>
            <a:r>
              <a:rPr lang="zh-CN" altLang="en-US" sz="3000" dirty="0">
                <a:solidFill>
                  <a:srgbClr val="FF0000"/>
                </a:solidFill>
              </a:rPr>
              <a:t>拒绝超过一定长度</a:t>
            </a:r>
            <a:r>
              <a:rPr lang="zh-CN" altLang="en-US" sz="3000" dirty="0"/>
              <a:t>的邮件。</a:t>
            </a:r>
          </a:p>
          <a:p>
            <a:pPr algn="just" eaLnBrk="1" hangingPunct="1">
              <a:defRPr/>
            </a:pPr>
            <a:r>
              <a:rPr lang="zh-CN" altLang="en-US" sz="3000" dirty="0"/>
              <a:t>某些 </a:t>
            </a:r>
            <a:r>
              <a:rPr lang="en-US" altLang="zh-CN" sz="3000" dirty="0"/>
              <a:t>SMTP </a:t>
            </a:r>
            <a:r>
              <a:rPr lang="zh-CN" altLang="en-US" sz="3000" dirty="0"/>
              <a:t>的实现并没有完全按照</a:t>
            </a:r>
            <a:r>
              <a:rPr lang="en-US" altLang="zh-CN" sz="3000" dirty="0"/>
              <a:t>[RFC 821]</a:t>
            </a:r>
            <a:r>
              <a:rPr lang="zh-CN" altLang="en-US" sz="3000" dirty="0"/>
              <a:t>的 </a:t>
            </a:r>
            <a:r>
              <a:rPr lang="en-US" altLang="zh-CN" sz="3000" dirty="0"/>
              <a:t>SMTP </a:t>
            </a:r>
            <a:r>
              <a:rPr lang="zh-CN" altLang="en-US" sz="3000" dirty="0"/>
              <a:t>标准。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7555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7555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7555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7555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5555" grpId="0" build="p"/>
    </p:bld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82" name="Rectangle 2"/>
          <p:cNvSpPr>
            <a:spLocks noGrp="1" noChangeArrowheads="1"/>
          </p:cNvSpPr>
          <p:nvPr>
            <p:ph type="title"/>
          </p:nvPr>
        </p:nvSpPr>
        <p:spPr>
          <a:xfrm>
            <a:off x="495300" y="188913"/>
            <a:ext cx="9066742" cy="792162"/>
          </a:xfrm>
        </p:spPr>
        <p:txBody>
          <a:bodyPr/>
          <a:lstStyle/>
          <a:p>
            <a:r>
              <a:rPr lang="en-US" altLang="zh-CN" dirty="0">
                <a:ea typeface="黑体" panose="02010609060101010101" pitchFamily="2" charset="-122"/>
              </a:rPr>
              <a:t>1.  MIME </a:t>
            </a:r>
            <a:r>
              <a:rPr lang="zh-CN" altLang="en-US" dirty="0">
                <a:ea typeface="黑体" panose="02010609060101010101" pitchFamily="2" charset="-122"/>
              </a:rPr>
              <a:t>概述</a:t>
            </a:r>
          </a:p>
        </p:txBody>
      </p:sp>
      <p:sp>
        <p:nvSpPr>
          <p:cNvPr id="276483" name="Rectangle 3"/>
          <p:cNvSpPr>
            <a:spLocks noGrp="1" noChangeArrowheads="1"/>
          </p:cNvSpPr>
          <p:nvPr>
            <p:ph idx="1"/>
          </p:nvPr>
        </p:nvSpPr>
        <p:spPr>
          <a:xfrm>
            <a:off x="495300" y="1196975"/>
            <a:ext cx="9066742" cy="4933950"/>
          </a:xfrm>
        </p:spPr>
        <p:txBody>
          <a:bodyPr/>
          <a:lstStyle/>
          <a:p>
            <a:r>
              <a:rPr lang="zh-CN" altLang="zh-CN" dirty="0">
                <a:solidFill>
                  <a:srgbClr val="FF0000"/>
                </a:solidFill>
              </a:rPr>
              <a:t>通用互联网邮件扩充</a:t>
            </a:r>
            <a:r>
              <a:rPr lang="en-US" altLang="zh-CN" dirty="0">
                <a:solidFill>
                  <a:srgbClr val="FF0000"/>
                </a:solidFill>
              </a:rPr>
              <a:t> </a:t>
            </a:r>
            <a:r>
              <a:rPr lang="en-US" altLang="zh-CN" dirty="0">
                <a:solidFill>
                  <a:srgbClr val="FF0000"/>
                </a:solidFill>
                <a:ea typeface="黑体" panose="02010609060101010101" pitchFamily="2" charset="-122"/>
              </a:rPr>
              <a:t>MIME </a:t>
            </a:r>
            <a:r>
              <a:rPr lang="zh-CN" altLang="en-US" dirty="0">
                <a:ea typeface="黑体" panose="02010609060101010101" pitchFamily="2" charset="-122"/>
              </a:rPr>
              <a:t>并没有改动 </a:t>
            </a:r>
            <a:r>
              <a:rPr lang="en-US" altLang="zh-CN" dirty="0">
                <a:ea typeface="黑体" panose="02010609060101010101" pitchFamily="2" charset="-122"/>
              </a:rPr>
              <a:t>SMTP </a:t>
            </a:r>
            <a:r>
              <a:rPr lang="zh-CN" altLang="en-US" dirty="0">
                <a:ea typeface="黑体" panose="02010609060101010101" pitchFamily="2" charset="-122"/>
              </a:rPr>
              <a:t>或取代它。</a:t>
            </a:r>
          </a:p>
          <a:p>
            <a:pPr eaLnBrk="1" hangingPunct="1"/>
            <a:r>
              <a:rPr lang="en-US" altLang="zh-CN" dirty="0">
                <a:ea typeface="黑体" panose="02010609060101010101" pitchFamily="2" charset="-122"/>
              </a:rPr>
              <a:t>MIME </a:t>
            </a:r>
            <a:r>
              <a:rPr lang="zh-CN" altLang="en-US" dirty="0">
                <a:ea typeface="黑体" panose="02010609060101010101" pitchFamily="2" charset="-122"/>
              </a:rPr>
              <a:t>的意图是继续使用目前的 </a:t>
            </a:r>
            <a:r>
              <a:rPr lang="en-US" altLang="zh-CN" dirty="0">
                <a:ea typeface="黑体" panose="02010609060101010101" pitchFamily="2" charset="-122"/>
              </a:rPr>
              <a:t>[RFC 822] </a:t>
            </a:r>
            <a:r>
              <a:rPr lang="zh-CN" altLang="en-US" dirty="0">
                <a:ea typeface="黑体" panose="02010609060101010101" pitchFamily="2" charset="-122"/>
              </a:rPr>
              <a:t>格式，但增加了邮件主体的</a:t>
            </a:r>
            <a:r>
              <a:rPr lang="zh-CN" altLang="en-US" dirty="0">
                <a:solidFill>
                  <a:srgbClr val="FF0000"/>
                </a:solidFill>
                <a:ea typeface="黑体" panose="02010609060101010101" pitchFamily="2" charset="-122"/>
              </a:rPr>
              <a:t>结构，</a:t>
            </a:r>
            <a:r>
              <a:rPr lang="zh-CN" altLang="en-US" dirty="0">
                <a:ea typeface="黑体" panose="02010609060101010101" pitchFamily="2" charset="-122"/>
              </a:rPr>
              <a:t>并定义了</a:t>
            </a:r>
            <a:r>
              <a:rPr lang="zh-CN" altLang="en-US" dirty="0">
                <a:solidFill>
                  <a:srgbClr val="0000FF"/>
                </a:solidFill>
                <a:ea typeface="黑体" panose="02010609060101010101" pitchFamily="2" charset="-122"/>
              </a:rPr>
              <a:t>传送非 </a:t>
            </a:r>
            <a:r>
              <a:rPr lang="en-US" altLang="zh-CN" dirty="0">
                <a:solidFill>
                  <a:srgbClr val="0000FF"/>
                </a:solidFill>
                <a:ea typeface="黑体" panose="02010609060101010101" pitchFamily="2" charset="-122"/>
              </a:rPr>
              <a:t>ASCII </a:t>
            </a:r>
            <a:r>
              <a:rPr lang="zh-CN" altLang="en-US" dirty="0">
                <a:solidFill>
                  <a:srgbClr val="0000FF"/>
                </a:solidFill>
                <a:ea typeface="黑体" panose="02010609060101010101" pitchFamily="2" charset="-122"/>
              </a:rPr>
              <a:t>码的</a:t>
            </a:r>
            <a:r>
              <a:rPr lang="zh-CN" altLang="en-US" dirty="0">
                <a:solidFill>
                  <a:srgbClr val="FF0000"/>
                </a:solidFill>
                <a:ea typeface="黑体" panose="02010609060101010101" pitchFamily="2" charset="-122"/>
              </a:rPr>
              <a:t>编码规则。</a:t>
            </a:r>
            <a:r>
              <a:rPr lang="zh-CN" altLang="en-US" dirty="0">
                <a:ea typeface="黑体" panose="02010609060101010101" pitchFamily="2" charset="-122"/>
              </a:rPr>
              <a:t>  </a:t>
            </a:r>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0" name="Rectangle 2"/>
          <p:cNvSpPr>
            <a:spLocks noGrp="1" noChangeArrowheads="1"/>
          </p:cNvSpPr>
          <p:nvPr>
            <p:ph type="title"/>
          </p:nvPr>
        </p:nvSpPr>
        <p:spPr/>
        <p:txBody>
          <a:bodyPr/>
          <a:lstStyle/>
          <a:p>
            <a:pPr algn="ctr" eaLnBrk="1" hangingPunct="1"/>
            <a:r>
              <a:rPr lang="en-US" altLang="zh-CN" dirty="0">
                <a:ea typeface="黑体" panose="02010609060101010101" pitchFamily="2" charset="-122"/>
              </a:rPr>
              <a:t>MIME </a:t>
            </a:r>
            <a:r>
              <a:rPr lang="zh-CN" altLang="en-US" dirty="0">
                <a:ea typeface="黑体" panose="02010609060101010101" pitchFamily="2" charset="-122"/>
              </a:rPr>
              <a:t>和 </a:t>
            </a:r>
            <a:r>
              <a:rPr lang="en-US" altLang="zh-CN" dirty="0">
                <a:ea typeface="黑体" panose="02010609060101010101" pitchFamily="2" charset="-122"/>
              </a:rPr>
              <a:t>SMTP </a:t>
            </a:r>
            <a:r>
              <a:rPr lang="zh-CN" altLang="en-US" dirty="0">
                <a:ea typeface="黑体" panose="02010609060101010101" pitchFamily="2" charset="-122"/>
              </a:rPr>
              <a:t>的关系 </a:t>
            </a:r>
          </a:p>
        </p:txBody>
      </p:sp>
      <p:sp>
        <p:nvSpPr>
          <p:cNvPr id="278531" name="Text Box 3"/>
          <p:cNvSpPr txBox="1">
            <a:spLocks noChangeArrowheads="1"/>
          </p:cNvSpPr>
          <p:nvPr/>
        </p:nvSpPr>
        <p:spPr bwMode="auto">
          <a:xfrm>
            <a:off x="1839713" y="2430041"/>
            <a:ext cx="178266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400" b="1">
                <a:solidFill>
                  <a:srgbClr val="000099"/>
                </a:solidFill>
                <a:latin typeface="Arial" panose="020B0604020202020204" pitchFamily="34" charset="0"/>
                <a:ea typeface="黑体" panose="02010609060101010101" pitchFamily="2" charset="-122"/>
              </a:rPr>
              <a:t>非 </a:t>
            </a:r>
            <a:r>
              <a:rPr kumimoji="1" lang="en-US" altLang="zh-CN" sz="2400" b="1">
                <a:solidFill>
                  <a:srgbClr val="000099"/>
                </a:solidFill>
                <a:latin typeface="Arial" panose="020B0604020202020204" pitchFamily="34" charset="0"/>
                <a:ea typeface="黑体" panose="02010609060101010101" pitchFamily="2" charset="-122"/>
              </a:rPr>
              <a:t>ASCII </a:t>
            </a:r>
            <a:r>
              <a:rPr kumimoji="1" lang="zh-CN" altLang="en-US" sz="2400" b="1">
                <a:solidFill>
                  <a:srgbClr val="000099"/>
                </a:solidFill>
                <a:latin typeface="Arial" panose="020B0604020202020204" pitchFamily="34" charset="0"/>
                <a:ea typeface="黑体" panose="02010609060101010101" pitchFamily="2" charset="-122"/>
              </a:rPr>
              <a:t>码</a:t>
            </a:r>
          </a:p>
        </p:txBody>
      </p:sp>
      <p:sp>
        <p:nvSpPr>
          <p:cNvPr id="278532" name="Text Box 4"/>
          <p:cNvSpPr txBox="1">
            <a:spLocks noChangeArrowheads="1"/>
          </p:cNvSpPr>
          <p:nvPr/>
        </p:nvSpPr>
        <p:spPr bwMode="auto">
          <a:xfrm>
            <a:off x="1855191" y="3942928"/>
            <a:ext cx="203914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400" b="1">
                <a:solidFill>
                  <a:srgbClr val="000099"/>
                </a:solidFill>
                <a:latin typeface="Arial" panose="020B0604020202020204" pitchFamily="34" charset="0"/>
                <a:ea typeface="黑体" panose="02010609060101010101" pitchFamily="2" charset="-122"/>
              </a:rPr>
              <a:t>7 </a:t>
            </a:r>
            <a:r>
              <a:rPr kumimoji="1" lang="zh-CN" altLang="en-US" sz="2400" b="1">
                <a:solidFill>
                  <a:srgbClr val="000099"/>
                </a:solidFill>
                <a:latin typeface="Arial" panose="020B0604020202020204" pitchFamily="34" charset="0"/>
                <a:ea typeface="黑体" panose="02010609060101010101" pitchFamily="2" charset="-122"/>
              </a:rPr>
              <a:t>位 </a:t>
            </a:r>
            <a:r>
              <a:rPr kumimoji="1" lang="en-US" altLang="zh-CN" sz="2400" b="1">
                <a:solidFill>
                  <a:srgbClr val="000099"/>
                </a:solidFill>
                <a:latin typeface="Arial" panose="020B0604020202020204" pitchFamily="34" charset="0"/>
                <a:ea typeface="黑体" panose="02010609060101010101" pitchFamily="2" charset="-122"/>
              </a:rPr>
              <a:t>ASCII </a:t>
            </a:r>
            <a:r>
              <a:rPr kumimoji="1" lang="zh-CN" altLang="en-US" sz="2400" b="1">
                <a:solidFill>
                  <a:srgbClr val="000099"/>
                </a:solidFill>
                <a:latin typeface="Arial" panose="020B0604020202020204" pitchFamily="34" charset="0"/>
                <a:ea typeface="黑体" panose="02010609060101010101" pitchFamily="2" charset="-122"/>
              </a:rPr>
              <a:t>码</a:t>
            </a:r>
          </a:p>
        </p:txBody>
      </p:sp>
      <p:sp>
        <p:nvSpPr>
          <p:cNvPr id="278533" name="Rectangle 5"/>
          <p:cNvSpPr>
            <a:spLocks noChangeArrowheads="1"/>
          </p:cNvSpPr>
          <p:nvPr/>
        </p:nvSpPr>
        <p:spPr bwMode="auto">
          <a:xfrm>
            <a:off x="1184473" y="3007890"/>
            <a:ext cx="1281244" cy="596900"/>
          </a:xfrm>
          <a:prstGeom prst="rect">
            <a:avLst/>
          </a:prstGeom>
          <a:solidFill>
            <a:srgbClr val="FFCCFF"/>
          </a:solidFill>
          <a:ln w="9525">
            <a:solidFill>
              <a:srgbClr val="333399"/>
            </a:solidFill>
            <a:miter lim="800000"/>
          </a:ln>
          <a:effectLst>
            <a:outerShdw dist="53882" dir="2700000" algn="ctr" rotWithShape="0">
              <a:schemeClr val="bg2"/>
            </a:outerShdw>
          </a:effectLst>
        </p:spPr>
        <p:txBody>
          <a:bodyPr wrap="none" anchor="ctr"/>
          <a:lstStyle/>
          <a:p>
            <a:pPr algn="ctr" eaLnBrk="1" hangingPunct="1"/>
            <a:r>
              <a:rPr kumimoji="1" lang="en-US" altLang="zh-CN" b="1">
                <a:solidFill>
                  <a:srgbClr val="000099"/>
                </a:solidFill>
                <a:latin typeface="Arial" panose="020B0604020202020204" pitchFamily="34" charset="0"/>
                <a:ea typeface="黑体" panose="02010609060101010101" pitchFamily="2" charset="-122"/>
              </a:rPr>
              <a:t>MIME</a:t>
            </a:r>
          </a:p>
        </p:txBody>
      </p:sp>
      <p:sp>
        <p:nvSpPr>
          <p:cNvPr id="278534" name="Rectangle 6"/>
          <p:cNvSpPr>
            <a:spLocks noChangeArrowheads="1"/>
          </p:cNvSpPr>
          <p:nvPr/>
        </p:nvSpPr>
        <p:spPr bwMode="auto">
          <a:xfrm>
            <a:off x="1184473" y="4679527"/>
            <a:ext cx="1281244" cy="596900"/>
          </a:xfrm>
          <a:prstGeom prst="rect">
            <a:avLst/>
          </a:prstGeom>
          <a:solidFill>
            <a:srgbClr val="CCECFF"/>
          </a:solidFill>
          <a:ln w="9525">
            <a:solidFill>
              <a:srgbClr val="333399"/>
            </a:solidFill>
            <a:miter lim="800000"/>
          </a:ln>
          <a:effectLst>
            <a:outerShdw dist="45791" dir="2021404" algn="ctr" rotWithShape="0">
              <a:schemeClr val="bg2"/>
            </a:outerShdw>
          </a:effectLst>
        </p:spPr>
        <p:txBody>
          <a:bodyPr wrap="none" anchor="ctr"/>
          <a:lstStyle/>
          <a:p>
            <a:pPr algn="ctr" eaLnBrk="1" hangingPunct="1"/>
            <a:r>
              <a:rPr kumimoji="1" lang="en-US" altLang="zh-CN" b="1">
                <a:solidFill>
                  <a:srgbClr val="000099"/>
                </a:solidFill>
                <a:latin typeface="Arial" panose="020B0604020202020204" pitchFamily="34" charset="0"/>
                <a:ea typeface="黑体" panose="02010609060101010101" pitchFamily="2" charset="-122"/>
              </a:rPr>
              <a:t>SMTP</a:t>
            </a:r>
          </a:p>
        </p:txBody>
      </p:sp>
      <p:sp>
        <p:nvSpPr>
          <p:cNvPr id="278535" name="Rectangle 7"/>
          <p:cNvSpPr>
            <a:spLocks noChangeArrowheads="1"/>
          </p:cNvSpPr>
          <p:nvPr/>
        </p:nvSpPr>
        <p:spPr bwMode="auto">
          <a:xfrm>
            <a:off x="7704203" y="3007890"/>
            <a:ext cx="1281245" cy="596900"/>
          </a:xfrm>
          <a:prstGeom prst="rect">
            <a:avLst/>
          </a:prstGeom>
          <a:solidFill>
            <a:srgbClr val="FFCCFF"/>
          </a:solidFill>
          <a:ln w="9525">
            <a:solidFill>
              <a:srgbClr val="333399"/>
            </a:solidFill>
            <a:miter lim="800000"/>
          </a:ln>
          <a:effectLst>
            <a:outerShdw dist="53882" dir="2700000" algn="ctr" rotWithShape="0">
              <a:schemeClr val="bg2"/>
            </a:outerShdw>
          </a:effectLst>
        </p:spPr>
        <p:txBody>
          <a:bodyPr wrap="none" anchor="ctr"/>
          <a:lstStyle/>
          <a:p>
            <a:pPr algn="ctr" eaLnBrk="1" hangingPunct="1"/>
            <a:r>
              <a:rPr kumimoji="1" lang="en-US" altLang="zh-CN" b="1">
                <a:solidFill>
                  <a:srgbClr val="000099"/>
                </a:solidFill>
                <a:latin typeface="Arial" panose="020B0604020202020204" pitchFamily="34" charset="0"/>
                <a:ea typeface="黑体" panose="02010609060101010101" pitchFamily="2" charset="-122"/>
              </a:rPr>
              <a:t>MIME</a:t>
            </a:r>
          </a:p>
        </p:txBody>
      </p:sp>
      <p:sp>
        <p:nvSpPr>
          <p:cNvPr id="278536" name="Rectangle 8"/>
          <p:cNvSpPr>
            <a:spLocks noChangeArrowheads="1"/>
          </p:cNvSpPr>
          <p:nvPr/>
        </p:nvSpPr>
        <p:spPr bwMode="auto">
          <a:xfrm>
            <a:off x="7704203" y="4679527"/>
            <a:ext cx="1281245" cy="596900"/>
          </a:xfrm>
          <a:prstGeom prst="rect">
            <a:avLst/>
          </a:prstGeom>
          <a:solidFill>
            <a:srgbClr val="CCECFF"/>
          </a:solidFill>
          <a:ln w="9525">
            <a:solidFill>
              <a:srgbClr val="333399"/>
            </a:solidFill>
            <a:miter lim="800000"/>
          </a:ln>
          <a:effectLst>
            <a:outerShdw dist="45791" dir="2021404" algn="ctr" rotWithShape="0">
              <a:schemeClr val="bg2"/>
            </a:outerShdw>
          </a:effectLst>
        </p:spPr>
        <p:txBody>
          <a:bodyPr wrap="none" anchor="ctr"/>
          <a:lstStyle/>
          <a:p>
            <a:pPr algn="ctr" eaLnBrk="1" hangingPunct="1"/>
            <a:r>
              <a:rPr kumimoji="1" lang="en-US" altLang="zh-CN" b="1">
                <a:solidFill>
                  <a:srgbClr val="000099"/>
                </a:solidFill>
                <a:latin typeface="Arial" panose="020B0604020202020204" pitchFamily="34" charset="0"/>
                <a:ea typeface="黑体" panose="02010609060101010101" pitchFamily="2" charset="-122"/>
              </a:rPr>
              <a:t>SMTP</a:t>
            </a:r>
          </a:p>
        </p:txBody>
      </p:sp>
      <p:sp>
        <p:nvSpPr>
          <p:cNvPr id="278537" name="Line 9"/>
          <p:cNvSpPr>
            <a:spLocks noChangeShapeType="1"/>
          </p:cNvSpPr>
          <p:nvPr/>
        </p:nvSpPr>
        <p:spPr bwMode="auto">
          <a:xfrm>
            <a:off x="2484635" y="4977977"/>
            <a:ext cx="5240205" cy="0"/>
          </a:xfrm>
          <a:prstGeom prst="line">
            <a:avLst/>
          </a:prstGeom>
          <a:noFill/>
          <a:ln w="28575">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solidFill>
                <a:srgbClr val="000099"/>
              </a:solidFill>
            </a:endParaRPr>
          </a:p>
        </p:txBody>
      </p:sp>
      <p:sp>
        <p:nvSpPr>
          <p:cNvPr id="278538" name="Line 10"/>
          <p:cNvSpPr>
            <a:spLocks noChangeShapeType="1"/>
          </p:cNvSpPr>
          <p:nvPr/>
        </p:nvSpPr>
        <p:spPr bwMode="auto">
          <a:xfrm rot="5400000" flipH="1" flipV="1">
            <a:off x="1286867" y="4142159"/>
            <a:ext cx="1074737" cy="0"/>
          </a:xfrm>
          <a:prstGeom prst="line">
            <a:avLst/>
          </a:prstGeom>
          <a:noFill/>
          <a:ln w="28575">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solidFill>
                <a:srgbClr val="000099"/>
              </a:solidFill>
            </a:endParaRPr>
          </a:p>
        </p:txBody>
      </p:sp>
      <p:sp>
        <p:nvSpPr>
          <p:cNvPr id="278539" name="Line 11"/>
          <p:cNvSpPr>
            <a:spLocks noChangeShapeType="1"/>
          </p:cNvSpPr>
          <p:nvPr/>
        </p:nvSpPr>
        <p:spPr bwMode="auto">
          <a:xfrm rot="5400000" flipH="1" flipV="1">
            <a:off x="7808317" y="4142159"/>
            <a:ext cx="1074737" cy="0"/>
          </a:xfrm>
          <a:prstGeom prst="line">
            <a:avLst/>
          </a:prstGeom>
          <a:noFill/>
          <a:ln w="28575">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solidFill>
                <a:srgbClr val="000099"/>
              </a:solidFill>
            </a:endParaRPr>
          </a:p>
        </p:txBody>
      </p:sp>
      <p:sp>
        <p:nvSpPr>
          <p:cNvPr id="278540" name="Line 12"/>
          <p:cNvSpPr>
            <a:spLocks noChangeShapeType="1"/>
          </p:cNvSpPr>
          <p:nvPr/>
        </p:nvSpPr>
        <p:spPr bwMode="auto">
          <a:xfrm rot="16200000" flipV="1">
            <a:off x="1439266" y="2622921"/>
            <a:ext cx="769938" cy="0"/>
          </a:xfrm>
          <a:prstGeom prst="line">
            <a:avLst/>
          </a:prstGeom>
          <a:noFill/>
          <a:ln w="28575">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solidFill>
                <a:srgbClr val="000099"/>
              </a:solidFill>
            </a:endParaRPr>
          </a:p>
        </p:txBody>
      </p:sp>
      <p:sp>
        <p:nvSpPr>
          <p:cNvPr id="278541" name="Line 13"/>
          <p:cNvSpPr>
            <a:spLocks noChangeShapeType="1"/>
          </p:cNvSpPr>
          <p:nvPr/>
        </p:nvSpPr>
        <p:spPr bwMode="auto">
          <a:xfrm rot="16200000" flipV="1">
            <a:off x="7960716" y="2622921"/>
            <a:ext cx="769938" cy="0"/>
          </a:xfrm>
          <a:prstGeom prst="line">
            <a:avLst/>
          </a:prstGeom>
          <a:noFill/>
          <a:ln w="28575">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solidFill>
                <a:srgbClr val="000099"/>
              </a:solidFill>
            </a:endParaRPr>
          </a:p>
        </p:txBody>
      </p:sp>
      <p:sp>
        <p:nvSpPr>
          <p:cNvPr id="278542" name="Text Box 14"/>
          <p:cNvSpPr txBox="1">
            <a:spLocks noChangeArrowheads="1"/>
          </p:cNvSpPr>
          <p:nvPr/>
        </p:nvSpPr>
        <p:spPr bwMode="auto">
          <a:xfrm>
            <a:off x="6490030" y="3914352"/>
            <a:ext cx="203914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400" b="1">
                <a:solidFill>
                  <a:srgbClr val="000099"/>
                </a:solidFill>
                <a:latin typeface="Arial" panose="020B0604020202020204" pitchFamily="34" charset="0"/>
                <a:ea typeface="黑体" panose="02010609060101010101" pitchFamily="2" charset="-122"/>
              </a:rPr>
              <a:t>7 </a:t>
            </a:r>
            <a:r>
              <a:rPr kumimoji="1" lang="zh-CN" altLang="en-US" sz="2400" b="1">
                <a:solidFill>
                  <a:srgbClr val="000099"/>
                </a:solidFill>
                <a:latin typeface="Arial" panose="020B0604020202020204" pitchFamily="34" charset="0"/>
                <a:ea typeface="黑体" panose="02010609060101010101" pitchFamily="2" charset="-122"/>
              </a:rPr>
              <a:t>位 </a:t>
            </a:r>
            <a:r>
              <a:rPr kumimoji="1" lang="en-US" altLang="zh-CN" sz="2400" b="1">
                <a:solidFill>
                  <a:srgbClr val="000099"/>
                </a:solidFill>
                <a:latin typeface="Arial" panose="020B0604020202020204" pitchFamily="34" charset="0"/>
                <a:ea typeface="黑体" panose="02010609060101010101" pitchFamily="2" charset="-122"/>
              </a:rPr>
              <a:t>ASCII </a:t>
            </a:r>
            <a:r>
              <a:rPr kumimoji="1" lang="zh-CN" altLang="en-US" sz="2400" b="1">
                <a:solidFill>
                  <a:srgbClr val="000099"/>
                </a:solidFill>
                <a:latin typeface="Arial" panose="020B0604020202020204" pitchFamily="34" charset="0"/>
                <a:ea typeface="黑体" panose="02010609060101010101" pitchFamily="2" charset="-122"/>
              </a:rPr>
              <a:t>码</a:t>
            </a:r>
          </a:p>
        </p:txBody>
      </p:sp>
      <p:sp>
        <p:nvSpPr>
          <p:cNvPr id="278543" name="Text Box 15"/>
          <p:cNvSpPr txBox="1">
            <a:spLocks noChangeArrowheads="1"/>
          </p:cNvSpPr>
          <p:nvPr/>
        </p:nvSpPr>
        <p:spPr bwMode="auto">
          <a:xfrm>
            <a:off x="3955057" y="4555702"/>
            <a:ext cx="203914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400" b="1">
                <a:solidFill>
                  <a:srgbClr val="000099"/>
                </a:solidFill>
                <a:latin typeface="Arial" panose="020B0604020202020204" pitchFamily="34" charset="0"/>
                <a:ea typeface="黑体" panose="02010609060101010101" pitchFamily="2" charset="-122"/>
              </a:rPr>
              <a:t>7 </a:t>
            </a:r>
            <a:r>
              <a:rPr kumimoji="1" lang="zh-CN" altLang="en-US" sz="2400" b="1">
                <a:solidFill>
                  <a:srgbClr val="000099"/>
                </a:solidFill>
                <a:latin typeface="Arial" panose="020B0604020202020204" pitchFamily="34" charset="0"/>
                <a:ea typeface="黑体" panose="02010609060101010101" pitchFamily="2" charset="-122"/>
              </a:rPr>
              <a:t>位 </a:t>
            </a:r>
            <a:r>
              <a:rPr kumimoji="1" lang="en-US" altLang="zh-CN" sz="2400" b="1">
                <a:solidFill>
                  <a:srgbClr val="000099"/>
                </a:solidFill>
                <a:latin typeface="Arial" panose="020B0604020202020204" pitchFamily="34" charset="0"/>
                <a:ea typeface="黑体" panose="02010609060101010101" pitchFamily="2" charset="-122"/>
              </a:rPr>
              <a:t>ASCII </a:t>
            </a:r>
            <a:r>
              <a:rPr kumimoji="1" lang="zh-CN" altLang="en-US" sz="2400" b="1">
                <a:solidFill>
                  <a:srgbClr val="000099"/>
                </a:solidFill>
                <a:latin typeface="Arial" panose="020B0604020202020204" pitchFamily="34" charset="0"/>
                <a:ea typeface="黑体" panose="02010609060101010101" pitchFamily="2" charset="-122"/>
              </a:rPr>
              <a:t>码</a:t>
            </a:r>
          </a:p>
        </p:txBody>
      </p:sp>
      <p:sp>
        <p:nvSpPr>
          <p:cNvPr id="278544" name="Text Box 16"/>
          <p:cNvSpPr txBox="1">
            <a:spLocks noChangeArrowheads="1"/>
          </p:cNvSpPr>
          <p:nvPr/>
        </p:nvSpPr>
        <p:spPr bwMode="auto">
          <a:xfrm>
            <a:off x="6662009" y="2430041"/>
            <a:ext cx="178266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400" b="1">
                <a:solidFill>
                  <a:srgbClr val="000099"/>
                </a:solidFill>
                <a:latin typeface="Arial" panose="020B0604020202020204" pitchFamily="34" charset="0"/>
                <a:ea typeface="黑体" panose="02010609060101010101" pitchFamily="2" charset="-122"/>
              </a:rPr>
              <a:t>非 </a:t>
            </a:r>
            <a:r>
              <a:rPr kumimoji="1" lang="en-US" altLang="zh-CN" sz="2400" b="1">
                <a:solidFill>
                  <a:srgbClr val="000099"/>
                </a:solidFill>
                <a:latin typeface="Arial" panose="020B0604020202020204" pitchFamily="34" charset="0"/>
                <a:ea typeface="黑体" panose="02010609060101010101" pitchFamily="2" charset="-122"/>
              </a:rPr>
              <a:t>ASCII </a:t>
            </a:r>
            <a:r>
              <a:rPr kumimoji="1" lang="zh-CN" altLang="en-US" sz="2400" b="1">
                <a:solidFill>
                  <a:srgbClr val="000099"/>
                </a:solidFill>
                <a:latin typeface="Arial" panose="020B0604020202020204" pitchFamily="34" charset="0"/>
                <a:ea typeface="黑体" panose="02010609060101010101" pitchFamily="2" charset="-122"/>
              </a:rPr>
              <a:t>码</a:t>
            </a:r>
          </a:p>
        </p:txBody>
      </p:sp>
      <p:sp>
        <p:nvSpPr>
          <p:cNvPr id="278545" name="Rectangle 17"/>
          <p:cNvSpPr>
            <a:spLocks noChangeArrowheads="1"/>
          </p:cNvSpPr>
          <p:nvPr/>
        </p:nvSpPr>
        <p:spPr bwMode="auto">
          <a:xfrm>
            <a:off x="1301419" y="1772816"/>
            <a:ext cx="1047353" cy="477837"/>
          </a:xfrm>
          <a:prstGeom prst="rect">
            <a:avLst/>
          </a:prstGeom>
          <a:solidFill>
            <a:srgbClr val="FFFF99"/>
          </a:solidFill>
          <a:ln w="9525">
            <a:solidFill>
              <a:srgbClr val="333399"/>
            </a:solidFill>
            <a:miter lim="800000"/>
          </a:ln>
          <a:effectLst>
            <a:outerShdw dist="45791" dir="2021404" algn="ctr" rotWithShape="0">
              <a:schemeClr val="bg2"/>
            </a:outerShdw>
          </a:effectLst>
        </p:spPr>
        <p:txBody>
          <a:bodyPr wrap="none" anchor="ctr"/>
          <a:lstStyle/>
          <a:p>
            <a:pPr algn="ctr" eaLnBrk="1" hangingPunct="1"/>
            <a:r>
              <a:rPr kumimoji="1" lang="zh-CN" altLang="en-US" b="1">
                <a:solidFill>
                  <a:srgbClr val="000099"/>
                </a:solidFill>
                <a:latin typeface="Arial" panose="020B0604020202020204" pitchFamily="34" charset="0"/>
                <a:ea typeface="黑体" panose="02010609060101010101" pitchFamily="2" charset="-122"/>
              </a:rPr>
              <a:t>用户</a:t>
            </a:r>
          </a:p>
        </p:txBody>
      </p:sp>
      <p:sp>
        <p:nvSpPr>
          <p:cNvPr id="278546" name="Rectangle 18"/>
          <p:cNvSpPr>
            <a:spLocks noChangeArrowheads="1"/>
          </p:cNvSpPr>
          <p:nvPr/>
        </p:nvSpPr>
        <p:spPr bwMode="auto">
          <a:xfrm>
            <a:off x="7821148" y="1772816"/>
            <a:ext cx="1047354" cy="477837"/>
          </a:xfrm>
          <a:prstGeom prst="rect">
            <a:avLst/>
          </a:prstGeom>
          <a:solidFill>
            <a:srgbClr val="FFFF99"/>
          </a:solidFill>
          <a:ln w="9525">
            <a:solidFill>
              <a:srgbClr val="333399"/>
            </a:solidFill>
            <a:miter lim="800000"/>
          </a:ln>
          <a:effectLst>
            <a:outerShdw dist="45791" dir="2021404" algn="ctr" rotWithShape="0">
              <a:schemeClr val="bg2"/>
            </a:outerShdw>
          </a:effectLst>
        </p:spPr>
        <p:txBody>
          <a:bodyPr wrap="none" anchor="ctr"/>
          <a:lstStyle/>
          <a:p>
            <a:pPr algn="ctr" eaLnBrk="1" hangingPunct="1"/>
            <a:r>
              <a:rPr kumimoji="1" lang="zh-CN" altLang="en-US" b="1">
                <a:solidFill>
                  <a:srgbClr val="000099"/>
                </a:solidFill>
                <a:latin typeface="Arial" panose="020B0604020202020204" pitchFamily="34" charset="0"/>
                <a:ea typeface="黑体" panose="02010609060101010101" pitchFamily="2" charset="-122"/>
              </a:rPr>
              <a:t>用户</a:t>
            </a:r>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0899" name="Rectangle 3"/>
          <p:cNvSpPr>
            <a:spLocks noGrp="1" noChangeArrowheads="1"/>
          </p:cNvSpPr>
          <p:nvPr>
            <p:ph idx="1"/>
          </p:nvPr>
        </p:nvSpPr>
        <p:spPr/>
        <p:txBody>
          <a:bodyPr/>
          <a:lstStyle/>
          <a:p>
            <a:pPr>
              <a:defRPr/>
            </a:pPr>
            <a:r>
              <a:rPr lang="zh-CN" altLang="en-US" dirty="0">
                <a:solidFill>
                  <a:schemeClr val="tx1"/>
                </a:solidFill>
              </a:rPr>
              <a:t>互联网广泛使用的</a:t>
            </a:r>
            <a:r>
              <a:rPr lang="zh-CN" altLang="en-US" dirty="0">
                <a:solidFill>
                  <a:srgbClr val="FF0000"/>
                </a:solidFill>
              </a:rPr>
              <a:t>动态主机配置协议</a:t>
            </a:r>
            <a:r>
              <a:rPr lang="zh-CN" altLang="en-US" dirty="0"/>
              <a:t> </a:t>
            </a:r>
            <a:r>
              <a:rPr lang="en-US" altLang="zh-CN" dirty="0"/>
              <a:t>DHCP </a:t>
            </a:r>
            <a:r>
              <a:rPr lang="en-US" altLang="zh-CN" dirty="0">
                <a:ea typeface="黑体" panose="02010609060101010101" pitchFamily="2" charset="-122"/>
              </a:rPr>
              <a:t>(Dynamic Host Configuration Protocol) </a:t>
            </a:r>
            <a:r>
              <a:rPr lang="zh-CN" altLang="en-US" dirty="0"/>
              <a:t>提供了</a:t>
            </a:r>
            <a:r>
              <a:rPr lang="zh-CN" altLang="en-US" dirty="0">
                <a:solidFill>
                  <a:srgbClr val="FF0000"/>
                </a:solidFill>
              </a:rPr>
              <a:t>即插即用连网 </a:t>
            </a:r>
            <a:r>
              <a:rPr lang="en-US" altLang="zh-CN" dirty="0"/>
              <a:t>(plug-and-play networking) </a:t>
            </a:r>
            <a:r>
              <a:rPr lang="zh-CN" altLang="en-US" dirty="0"/>
              <a:t>的机制。</a:t>
            </a:r>
          </a:p>
          <a:p>
            <a:pPr eaLnBrk="1" hangingPunct="1">
              <a:defRPr/>
            </a:pPr>
            <a:r>
              <a:rPr lang="zh-CN" altLang="en-US" dirty="0"/>
              <a:t>这种机制允许一台</a:t>
            </a:r>
            <a:r>
              <a:rPr lang="zh-CN" altLang="en-US" dirty="0">
                <a:solidFill>
                  <a:srgbClr val="FF0000"/>
                </a:solidFill>
              </a:rPr>
              <a:t>计算机</a:t>
            </a:r>
            <a:r>
              <a:rPr lang="zh-CN" altLang="en-US" dirty="0"/>
              <a:t>加入新的网络和获取</a:t>
            </a:r>
            <a:r>
              <a:rPr lang="en-US" altLang="zh-CN" dirty="0"/>
              <a:t>IP </a:t>
            </a:r>
            <a:r>
              <a:rPr lang="zh-CN" altLang="en-US" dirty="0"/>
              <a:t>地址而</a:t>
            </a:r>
            <a:r>
              <a:rPr lang="zh-CN" altLang="en-US" dirty="0">
                <a:solidFill>
                  <a:srgbClr val="FF0000"/>
                </a:solidFill>
              </a:rPr>
              <a:t>不用手工参与</a:t>
            </a:r>
            <a:r>
              <a:rPr lang="zh-CN" altLang="en-US" dirty="0"/>
              <a:t>。</a:t>
            </a:r>
          </a:p>
        </p:txBody>
      </p:sp>
      <p:sp>
        <p:nvSpPr>
          <p:cNvPr id="5" name="Rectangle 2"/>
          <p:cNvSpPr>
            <a:spLocks noGrp="1" noChangeArrowheads="1"/>
          </p:cNvSpPr>
          <p:nvPr>
            <p:ph type="title"/>
          </p:nvPr>
        </p:nvSpPr>
        <p:spPr>
          <a:xfrm>
            <a:off x="496800" y="188640"/>
            <a:ext cx="9064800" cy="792000"/>
          </a:xfrm>
        </p:spPr>
        <p:txBody>
          <a:bodyPr/>
          <a:lstStyle/>
          <a:p>
            <a:pPr eaLnBrk="1" hangingPunct="1"/>
            <a:r>
              <a:rPr lang="en-US" altLang="zh-CN" dirty="0">
                <a:ea typeface="黑体" panose="02010609060101010101" pitchFamily="2" charset="-122"/>
              </a:rPr>
              <a:t>6.6  </a:t>
            </a:r>
            <a:r>
              <a:rPr lang="zh-CN" altLang="en-US" dirty="0">
                <a:ea typeface="黑体" panose="02010609060101010101" pitchFamily="2" charset="-122"/>
              </a:rPr>
              <a:t>动态主机配置协议 </a:t>
            </a:r>
            <a:r>
              <a:rPr lang="en-US" altLang="zh-CN" dirty="0">
                <a:ea typeface="黑体" panose="02010609060101010101" pitchFamily="2" charset="-122"/>
              </a:rPr>
              <a:t>DHCP</a:t>
            </a:r>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2866" name="Rectangle 2"/>
          <p:cNvSpPr>
            <a:spLocks noGrp="1" noChangeArrowheads="1"/>
          </p:cNvSpPr>
          <p:nvPr>
            <p:ph type="title"/>
          </p:nvPr>
        </p:nvSpPr>
        <p:spPr/>
        <p:txBody>
          <a:bodyPr/>
          <a:lstStyle/>
          <a:p>
            <a:pPr algn="ctr" eaLnBrk="1" hangingPunct="1"/>
            <a:r>
              <a:rPr lang="zh-CN" altLang="en-US" dirty="0">
                <a:ea typeface="黑体" panose="02010609060101010101" pitchFamily="2" charset="-122"/>
              </a:rPr>
              <a:t>协议配置（续）</a:t>
            </a:r>
          </a:p>
        </p:txBody>
      </p:sp>
      <p:sp>
        <p:nvSpPr>
          <p:cNvPr id="282628" name="Rectangle 3"/>
          <p:cNvSpPr>
            <a:spLocks noGrp="1" noChangeArrowheads="1"/>
          </p:cNvSpPr>
          <p:nvPr>
            <p:ph idx="1"/>
          </p:nvPr>
        </p:nvSpPr>
        <p:spPr>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r>
              <a:rPr lang="zh-CN" altLang="en-US" dirty="0"/>
              <a:t>需要配置的项目</a:t>
            </a:r>
          </a:p>
          <a:p>
            <a:pPr marL="352425" indent="-352425">
              <a:buNone/>
              <a:tabLst>
                <a:tab pos="352425" algn="l"/>
                <a:tab pos="448945" algn="l"/>
              </a:tabLst>
            </a:pPr>
            <a:r>
              <a:rPr lang="en-US" altLang="zh-CN" dirty="0"/>
              <a:t>	</a:t>
            </a:r>
            <a:r>
              <a:rPr lang="en-US" altLang="zh-CN" dirty="0">
                <a:solidFill>
                  <a:srgbClr val="FF0000"/>
                </a:solidFill>
              </a:rPr>
              <a:t>(1) IP </a:t>
            </a:r>
            <a:r>
              <a:rPr lang="zh-CN" altLang="en-US" dirty="0">
                <a:solidFill>
                  <a:srgbClr val="FF0000"/>
                </a:solidFill>
              </a:rPr>
              <a:t>地址</a:t>
            </a:r>
          </a:p>
          <a:p>
            <a:pPr marL="352425" indent="-352425">
              <a:buNone/>
              <a:tabLst>
                <a:tab pos="352425" algn="l"/>
                <a:tab pos="448945" algn="l"/>
              </a:tabLst>
            </a:pPr>
            <a:r>
              <a:rPr lang="en-US" altLang="zh-CN" dirty="0">
                <a:solidFill>
                  <a:srgbClr val="FF0000"/>
                </a:solidFill>
              </a:rPr>
              <a:t>	(2) </a:t>
            </a:r>
            <a:r>
              <a:rPr lang="zh-CN" altLang="en-US" dirty="0">
                <a:solidFill>
                  <a:srgbClr val="FF0000"/>
                </a:solidFill>
              </a:rPr>
              <a:t>子网掩码</a:t>
            </a:r>
          </a:p>
          <a:p>
            <a:pPr marL="352425" indent="-352425">
              <a:buNone/>
              <a:tabLst>
                <a:tab pos="352425" algn="l"/>
                <a:tab pos="448945" algn="l"/>
              </a:tabLst>
            </a:pPr>
            <a:r>
              <a:rPr lang="en-US" altLang="zh-CN" dirty="0">
                <a:solidFill>
                  <a:srgbClr val="FF0000"/>
                </a:solidFill>
              </a:rPr>
              <a:t>	(3) </a:t>
            </a:r>
            <a:r>
              <a:rPr lang="zh-CN" altLang="en-US" dirty="0">
                <a:solidFill>
                  <a:srgbClr val="FF0000"/>
                </a:solidFill>
              </a:rPr>
              <a:t>默认路由器的 </a:t>
            </a:r>
            <a:r>
              <a:rPr lang="en-US" altLang="zh-CN" dirty="0">
                <a:solidFill>
                  <a:srgbClr val="FF0000"/>
                </a:solidFill>
              </a:rPr>
              <a:t>IP </a:t>
            </a:r>
            <a:r>
              <a:rPr lang="zh-CN" altLang="en-US" dirty="0">
                <a:solidFill>
                  <a:srgbClr val="FF0000"/>
                </a:solidFill>
              </a:rPr>
              <a:t>地址</a:t>
            </a:r>
          </a:p>
          <a:p>
            <a:pPr marL="352425" indent="-352425">
              <a:buNone/>
              <a:tabLst>
                <a:tab pos="352425" algn="l"/>
                <a:tab pos="448945" algn="l"/>
              </a:tabLst>
            </a:pPr>
            <a:r>
              <a:rPr lang="en-US" altLang="zh-CN" dirty="0">
                <a:solidFill>
                  <a:srgbClr val="FF0000"/>
                </a:solidFill>
              </a:rPr>
              <a:t>	(4) </a:t>
            </a:r>
            <a:r>
              <a:rPr lang="zh-CN" altLang="en-US" dirty="0">
                <a:solidFill>
                  <a:srgbClr val="FF0000"/>
                </a:solidFill>
              </a:rPr>
              <a:t>域名服务器的 </a:t>
            </a:r>
            <a:r>
              <a:rPr lang="en-US" altLang="zh-CN" dirty="0">
                <a:solidFill>
                  <a:srgbClr val="FF0000"/>
                </a:solidFill>
              </a:rPr>
              <a:t>IP </a:t>
            </a:r>
            <a:r>
              <a:rPr lang="zh-CN" altLang="en-US" dirty="0">
                <a:solidFill>
                  <a:srgbClr val="FF0000"/>
                </a:solidFill>
              </a:rPr>
              <a:t>地址</a:t>
            </a:r>
          </a:p>
          <a:p>
            <a:r>
              <a:rPr lang="zh-CN" altLang="en-US" dirty="0"/>
              <a:t>这些信息通常存储在一个配置文件中，计算机在引导过程中可以对这个文件进行存取。 </a:t>
            </a:r>
          </a:p>
        </p:txBody>
      </p:sp>
      <p:pic>
        <p:nvPicPr>
          <p:cNvPr id="276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43250" y="1754460"/>
            <a:ext cx="4724400" cy="49149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650"/>
                                        </p:tgtEl>
                                        <p:attrNameLst>
                                          <p:attrName>style.visibility</p:attrName>
                                        </p:attrNameLst>
                                      </p:cBhvr>
                                      <p:to>
                                        <p:strVal val="visible"/>
                                      </p:to>
                                    </p:set>
                                    <p:animEffect transition="in" filter="fade">
                                      <p:cBhvr>
                                        <p:cTn id="7" dur="500"/>
                                        <p:tgtEl>
                                          <p:spTgt spid="276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62" name="Rectangle 2"/>
          <p:cNvSpPr>
            <a:spLocks noGrp="1" noChangeArrowheads="1"/>
          </p:cNvSpPr>
          <p:nvPr>
            <p:ph type="title"/>
          </p:nvPr>
        </p:nvSpPr>
        <p:spPr/>
        <p:txBody>
          <a:bodyPr/>
          <a:lstStyle/>
          <a:p>
            <a:pPr algn="ctr" eaLnBrk="1" hangingPunct="1"/>
            <a:r>
              <a:rPr lang="en-US" altLang="zh-CN">
                <a:ea typeface="黑体" panose="02010609060101010101" pitchFamily="2" charset="-122"/>
              </a:rPr>
              <a:t>DHCP </a:t>
            </a:r>
            <a:r>
              <a:rPr lang="zh-CN" altLang="en-US">
                <a:ea typeface="黑体" panose="02010609060101010101" pitchFamily="2" charset="-122"/>
              </a:rPr>
              <a:t>使用客户</a:t>
            </a:r>
            <a:r>
              <a:rPr lang="zh-CN" altLang="en-US">
                <a:ea typeface="黑体" panose="02010609060101010101" pitchFamily="2" charset="-122"/>
                <a:sym typeface="Symbol" panose="05050102010706020507" pitchFamily="18" charset="2"/>
              </a:rPr>
              <a:t></a:t>
            </a:r>
            <a:r>
              <a:rPr lang="zh-CN" altLang="en-US">
                <a:ea typeface="黑体" panose="02010609060101010101" pitchFamily="2" charset="-122"/>
              </a:rPr>
              <a:t>服务器方式</a:t>
            </a:r>
          </a:p>
        </p:txBody>
      </p:sp>
      <p:sp>
        <p:nvSpPr>
          <p:cNvPr id="721923" name="Rectangle 3"/>
          <p:cNvSpPr>
            <a:spLocks noGrp="1" noChangeArrowheads="1"/>
          </p:cNvSpPr>
          <p:nvPr>
            <p:ph idx="1"/>
          </p:nvPr>
        </p:nvSpPr>
        <p:spPr/>
        <p:txBody>
          <a:bodyPr/>
          <a:lstStyle/>
          <a:p>
            <a:pPr eaLnBrk="1" hangingPunct="1"/>
            <a:r>
              <a:rPr lang="zh-CN" altLang="en-US" sz="2800" dirty="0">
                <a:ea typeface="黑体" panose="02010609060101010101" pitchFamily="2" charset="-122"/>
              </a:rPr>
              <a:t>需要 </a:t>
            </a:r>
            <a:r>
              <a:rPr lang="en-US" altLang="zh-CN" sz="2800" dirty="0">
                <a:ea typeface="黑体" panose="02010609060101010101" pitchFamily="2" charset="-122"/>
              </a:rPr>
              <a:t>IP </a:t>
            </a:r>
            <a:r>
              <a:rPr lang="zh-CN" altLang="en-US" sz="2800" dirty="0">
                <a:ea typeface="黑体" panose="02010609060101010101" pitchFamily="2" charset="-122"/>
              </a:rPr>
              <a:t>地址的</a:t>
            </a:r>
            <a:r>
              <a:rPr lang="zh-CN" altLang="en-US" sz="2800" dirty="0">
                <a:solidFill>
                  <a:srgbClr val="0000FF"/>
                </a:solidFill>
                <a:ea typeface="黑体" panose="02010609060101010101" pitchFamily="2" charset="-122"/>
              </a:rPr>
              <a:t>主机</a:t>
            </a:r>
            <a:r>
              <a:rPr lang="zh-CN" altLang="en-US" sz="2800" dirty="0">
                <a:ea typeface="黑体" panose="02010609060101010101" pitchFamily="2" charset="-122"/>
              </a:rPr>
              <a:t>在启动时就向 </a:t>
            </a:r>
            <a:r>
              <a:rPr lang="en-US" altLang="zh-CN" sz="2800" dirty="0">
                <a:solidFill>
                  <a:srgbClr val="0000FF"/>
                </a:solidFill>
                <a:ea typeface="黑体" panose="02010609060101010101" pitchFamily="2" charset="-122"/>
              </a:rPr>
              <a:t>DHCP </a:t>
            </a:r>
            <a:r>
              <a:rPr lang="zh-CN" altLang="en-US" sz="2800" dirty="0">
                <a:solidFill>
                  <a:srgbClr val="0000FF"/>
                </a:solidFill>
                <a:ea typeface="黑体" panose="02010609060101010101" pitchFamily="2" charset="-122"/>
              </a:rPr>
              <a:t>服务器</a:t>
            </a:r>
            <a:r>
              <a:rPr lang="zh-CN" altLang="en-US" sz="2800" dirty="0">
                <a:solidFill>
                  <a:srgbClr val="FF0000"/>
                </a:solidFill>
                <a:ea typeface="黑体" panose="02010609060101010101" pitchFamily="2" charset="-122"/>
              </a:rPr>
              <a:t>广播发送</a:t>
            </a:r>
            <a:r>
              <a:rPr lang="zh-CN" altLang="en-US" sz="2800" dirty="0">
                <a:solidFill>
                  <a:srgbClr val="0000FF"/>
                </a:solidFill>
                <a:ea typeface="黑体" panose="02010609060101010101" pitchFamily="2" charset="-122"/>
              </a:rPr>
              <a:t>发现报文</a:t>
            </a:r>
            <a:r>
              <a:rPr lang="zh-CN" altLang="en-US" sz="2800" dirty="0">
                <a:ea typeface="黑体" panose="02010609060101010101" pitchFamily="2" charset="-122"/>
              </a:rPr>
              <a:t>（</a:t>
            </a:r>
            <a:r>
              <a:rPr lang="en-US" altLang="zh-CN" sz="2800" dirty="0">
                <a:ea typeface="黑体" panose="02010609060101010101" pitchFamily="2" charset="-122"/>
              </a:rPr>
              <a:t>DHCPDISCOVER</a:t>
            </a:r>
            <a:r>
              <a:rPr lang="zh-CN" altLang="en-US" sz="2800" dirty="0">
                <a:ea typeface="黑体" panose="02010609060101010101" pitchFamily="2" charset="-122"/>
              </a:rPr>
              <a:t>），这时该主机就成为 </a:t>
            </a:r>
            <a:r>
              <a:rPr lang="en-US" altLang="zh-CN" sz="2800" dirty="0">
                <a:ea typeface="黑体" panose="02010609060101010101" pitchFamily="2" charset="-122"/>
              </a:rPr>
              <a:t>DHCP </a:t>
            </a:r>
            <a:r>
              <a:rPr lang="zh-CN" altLang="en-US" sz="2800" dirty="0">
                <a:ea typeface="黑体" panose="02010609060101010101" pitchFamily="2" charset="-122"/>
              </a:rPr>
              <a:t>客户。</a:t>
            </a:r>
          </a:p>
          <a:p>
            <a:pPr eaLnBrk="1" hangingPunct="1"/>
            <a:r>
              <a:rPr lang="zh-CN" altLang="en-US" sz="2800" dirty="0">
                <a:ea typeface="黑体" panose="02010609060101010101" pitchFamily="2" charset="-122"/>
              </a:rPr>
              <a:t>本地网络上所有主机都能收到此广播报文，但只有 </a:t>
            </a:r>
            <a:r>
              <a:rPr lang="en-US" altLang="zh-CN" sz="2800" dirty="0">
                <a:solidFill>
                  <a:srgbClr val="0000FF"/>
                </a:solidFill>
                <a:ea typeface="黑体" panose="02010609060101010101" pitchFamily="2" charset="-122"/>
              </a:rPr>
              <a:t>DHCP </a:t>
            </a:r>
            <a:r>
              <a:rPr lang="zh-CN" altLang="en-US" sz="2800" dirty="0">
                <a:solidFill>
                  <a:srgbClr val="0000FF"/>
                </a:solidFill>
                <a:ea typeface="黑体" panose="02010609060101010101" pitchFamily="2" charset="-122"/>
              </a:rPr>
              <a:t>服务器</a:t>
            </a:r>
            <a:r>
              <a:rPr lang="zh-CN" altLang="en-US" sz="2800" dirty="0">
                <a:ea typeface="黑体" panose="02010609060101010101" pitchFamily="2" charset="-122"/>
              </a:rPr>
              <a:t>才</a:t>
            </a:r>
            <a:r>
              <a:rPr lang="zh-CN" altLang="en-US" sz="2800" dirty="0">
                <a:solidFill>
                  <a:srgbClr val="FF0000"/>
                </a:solidFill>
                <a:ea typeface="黑体" panose="02010609060101010101" pitchFamily="2" charset="-122"/>
              </a:rPr>
              <a:t>回答</a:t>
            </a:r>
            <a:r>
              <a:rPr lang="zh-CN" altLang="en-US" sz="2800" dirty="0">
                <a:ea typeface="黑体" panose="02010609060101010101" pitchFamily="2" charset="-122"/>
              </a:rPr>
              <a:t>此广播报文。</a:t>
            </a:r>
          </a:p>
          <a:p>
            <a:pPr eaLnBrk="1" hangingPunct="1"/>
            <a:r>
              <a:rPr lang="en-US" altLang="zh-CN" sz="2800" dirty="0">
                <a:solidFill>
                  <a:srgbClr val="0000FF"/>
                </a:solidFill>
                <a:ea typeface="黑体" panose="02010609060101010101" pitchFamily="2" charset="-122"/>
              </a:rPr>
              <a:t>DHCP </a:t>
            </a:r>
            <a:r>
              <a:rPr lang="zh-CN" altLang="en-US" sz="2800" dirty="0">
                <a:solidFill>
                  <a:srgbClr val="0000FF"/>
                </a:solidFill>
                <a:ea typeface="黑体" panose="02010609060101010101" pitchFamily="2" charset="-122"/>
              </a:rPr>
              <a:t>服务器</a:t>
            </a:r>
            <a:r>
              <a:rPr lang="zh-CN" altLang="en-US" sz="2800" dirty="0">
                <a:ea typeface="黑体" panose="02010609060101010101" pitchFamily="2" charset="-122"/>
              </a:rPr>
              <a:t>先在其</a:t>
            </a:r>
            <a:r>
              <a:rPr lang="zh-CN" altLang="en-US" sz="2800" dirty="0">
                <a:solidFill>
                  <a:srgbClr val="FF0000"/>
                </a:solidFill>
                <a:ea typeface="黑体" panose="02010609060101010101" pitchFamily="2" charset="-122"/>
              </a:rPr>
              <a:t>数据库</a:t>
            </a:r>
            <a:r>
              <a:rPr lang="zh-CN" altLang="en-US" sz="2800" dirty="0">
                <a:ea typeface="黑体" panose="02010609060101010101" pitchFamily="2" charset="-122"/>
              </a:rPr>
              <a:t>中查找该计算机的</a:t>
            </a:r>
            <a:r>
              <a:rPr lang="zh-CN" altLang="en-US" sz="2800" dirty="0">
                <a:solidFill>
                  <a:srgbClr val="FF0000"/>
                </a:solidFill>
                <a:ea typeface="黑体" panose="02010609060101010101" pitchFamily="2" charset="-122"/>
              </a:rPr>
              <a:t>配置信息</a:t>
            </a:r>
            <a:r>
              <a:rPr lang="zh-CN" altLang="en-US" sz="2800" dirty="0">
                <a:ea typeface="黑体" panose="02010609060101010101" pitchFamily="2" charset="-122"/>
              </a:rPr>
              <a:t>。若找到，则返回找到的信息。若找不到，则从服务器的 </a:t>
            </a:r>
            <a:r>
              <a:rPr lang="en-US" altLang="zh-CN" sz="2800" dirty="0">
                <a:solidFill>
                  <a:srgbClr val="FF0000"/>
                </a:solidFill>
                <a:ea typeface="黑体" panose="02010609060101010101" pitchFamily="2" charset="-122"/>
              </a:rPr>
              <a:t>IP </a:t>
            </a:r>
            <a:r>
              <a:rPr lang="zh-CN" altLang="en-US" sz="2800" dirty="0">
                <a:solidFill>
                  <a:srgbClr val="FF0000"/>
                </a:solidFill>
                <a:ea typeface="黑体" panose="02010609060101010101" pitchFamily="2" charset="-122"/>
              </a:rPr>
              <a:t>地址池</a:t>
            </a:r>
            <a:r>
              <a:rPr lang="en-US" altLang="zh-CN" sz="2800" dirty="0">
                <a:ea typeface="黑体" panose="02010609060101010101" pitchFamily="2" charset="-122"/>
              </a:rPr>
              <a:t>(address pool)</a:t>
            </a:r>
            <a:r>
              <a:rPr lang="zh-CN" altLang="en-US" sz="2800" dirty="0">
                <a:ea typeface="黑体" panose="02010609060101010101" pitchFamily="2" charset="-122"/>
              </a:rPr>
              <a:t>中取一个地址</a:t>
            </a:r>
            <a:r>
              <a:rPr lang="zh-CN" altLang="en-US" sz="2800" dirty="0">
                <a:solidFill>
                  <a:srgbClr val="FF0000"/>
                </a:solidFill>
                <a:ea typeface="黑体" panose="02010609060101010101" pitchFamily="2" charset="-122"/>
              </a:rPr>
              <a:t>分配给该计算机</a:t>
            </a:r>
            <a:r>
              <a:rPr lang="zh-CN" altLang="en-US" sz="2800" dirty="0">
                <a:ea typeface="黑体" panose="02010609060101010101" pitchFamily="2" charset="-122"/>
              </a:rPr>
              <a:t>。</a:t>
            </a:r>
            <a:r>
              <a:rPr lang="en-US" altLang="zh-CN" sz="2800" dirty="0">
                <a:ea typeface="黑体" panose="02010609060101010101" pitchFamily="2" charset="-122"/>
              </a:rPr>
              <a:t>DHCP </a:t>
            </a:r>
            <a:r>
              <a:rPr lang="zh-CN" altLang="en-US" sz="2800" dirty="0">
                <a:ea typeface="黑体" panose="02010609060101010101" pitchFamily="2" charset="-122"/>
              </a:rPr>
              <a:t>服务器的回答报文叫做</a:t>
            </a:r>
            <a:r>
              <a:rPr lang="zh-CN" altLang="en-US" sz="2800" dirty="0">
                <a:solidFill>
                  <a:srgbClr val="FF0000"/>
                </a:solidFill>
                <a:ea typeface="黑体" panose="02010609060101010101" pitchFamily="2" charset="-122"/>
              </a:rPr>
              <a:t>提供报文</a:t>
            </a:r>
            <a:r>
              <a:rPr lang="zh-CN" altLang="en-US" sz="2800" dirty="0">
                <a:ea typeface="黑体" panose="02010609060101010101" pitchFamily="2" charset="-122"/>
              </a:rPr>
              <a:t>（</a:t>
            </a:r>
            <a:r>
              <a:rPr lang="en-US" altLang="zh-CN" sz="2800" dirty="0">
                <a:ea typeface="黑体" panose="02010609060101010101" pitchFamily="2" charset="-122"/>
              </a:rPr>
              <a:t>DHCPOFFER</a:t>
            </a:r>
            <a:r>
              <a:rPr lang="zh-CN" altLang="en-US" sz="2800" dirty="0">
                <a:ea typeface="黑体" panose="02010609060101010101" pitchFamily="2" charset="-122"/>
              </a:rPr>
              <a:t>）。 </a:t>
            </a:r>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9010" name="Rectangle 2"/>
          <p:cNvSpPr>
            <a:spLocks noGrp="1" noChangeArrowheads="1"/>
          </p:cNvSpPr>
          <p:nvPr>
            <p:ph type="title"/>
          </p:nvPr>
        </p:nvSpPr>
        <p:spPr/>
        <p:txBody>
          <a:bodyPr/>
          <a:lstStyle/>
          <a:p>
            <a:pPr algn="ctr" eaLnBrk="1" hangingPunct="1"/>
            <a:r>
              <a:rPr lang="en-US" altLang="zh-CN">
                <a:ea typeface="黑体" panose="02010609060101010101" pitchFamily="2" charset="-122"/>
              </a:rPr>
              <a:t>DHCP </a:t>
            </a:r>
            <a:r>
              <a:rPr lang="zh-CN" altLang="en-US">
                <a:ea typeface="黑体" panose="02010609060101010101" pitchFamily="2" charset="-122"/>
              </a:rPr>
              <a:t>中继代理</a:t>
            </a:r>
            <a:r>
              <a:rPr lang="en-US" altLang="zh-CN">
                <a:ea typeface="黑体" panose="02010609060101010101" pitchFamily="2" charset="-122"/>
              </a:rPr>
              <a:t>(relay agent) </a:t>
            </a:r>
          </a:p>
        </p:txBody>
      </p:sp>
      <p:sp>
        <p:nvSpPr>
          <p:cNvPr id="722947" name="Rectangle 3"/>
          <p:cNvSpPr>
            <a:spLocks noGrp="1" noChangeArrowheads="1"/>
          </p:cNvSpPr>
          <p:nvPr>
            <p:ph idx="1"/>
          </p:nvPr>
        </p:nvSpPr>
        <p:spPr/>
        <p:txBody>
          <a:bodyPr/>
          <a:lstStyle/>
          <a:p>
            <a:pPr eaLnBrk="1" hangingPunct="1"/>
            <a:r>
              <a:rPr lang="zh-CN" altLang="en-US" dirty="0">
                <a:ea typeface="黑体" panose="02010609060101010101" pitchFamily="2" charset="-122"/>
              </a:rPr>
              <a:t>并不是每个网络上都有 </a:t>
            </a:r>
            <a:r>
              <a:rPr lang="en-US" altLang="zh-CN" dirty="0">
                <a:ea typeface="黑体" panose="02010609060101010101" pitchFamily="2" charset="-122"/>
              </a:rPr>
              <a:t>DHCP </a:t>
            </a:r>
            <a:r>
              <a:rPr lang="zh-CN" altLang="en-US" dirty="0">
                <a:ea typeface="黑体" panose="02010609060101010101" pitchFamily="2" charset="-122"/>
              </a:rPr>
              <a:t>服务器，这样会使 </a:t>
            </a:r>
            <a:r>
              <a:rPr lang="en-US" altLang="zh-CN" dirty="0">
                <a:ea typeface="黑体" panose="02010609060101010101" pitchFamily="2" charset="-122"/>
              </a:rPr>
              <a:t>DHCP </a:t>
            </a:r>
            <a:r>
              <a:rPr lang="zh-CN" altLang="en-US" dirty="0">
                <a:ea typeface="黑体" panose="02010609060101010101" pitchFamily="2" charset="-122"/>
              </a:rPr>
              <a:t>服务器的数量太多。现在是每一个网络至少有一个 </a:t>
            </a:r>
            <a:r>
              <a:rPr lang="en-US" altLang="zh-CN" dirty="0">
                <a:solidFill>
                  <a:srgbClr val="FF0000"/>
                </a:solidFill>
                <a:ea typeface="黑体" panose="02010609060101010101" pitchFamily="2" charset="-122"/>
              </a:rPr>
              <a:t>DHCP</a:t>
            </a:r>
            <a:r>
              <a:rPr lang="en-US" altLang="zh-CN" dirty="0">
                <a:ea typeface="黑体" panose="02010609060101010101" pitchFamily="2" charset="-122"/>
              </a:rPr>
              <a:t> </a:t>
            </a:r>
            <a:r>
              <a:rPr lang="zh-CN" altLang="en-US" dirty="0">
                <a:solidFill>
                  <a:srgbClr val="FF0000"/>
                </a:solidFill>
                <a:ea typeface="黑体" panose="02010609060101010101" pitchFamily="2" charset="-122"/>
              </a:rPr>
              <a:t>中继代理</a:t>
            </a:r>
            <a:r>
              <a:rPr lang="zh-CN" altLang="en-US" dirty="0">
                <a:ea typeface="黑体" panose="02010609060101010101" pitchFamily="2" charset="-122"/>
              </a:rPr>
              <a:t>，</a:t>
            </a:r>
            <a:r>
              <a:rPr lang="zh-CN" altLang="en-US" dirty="0">
                <a:solidFill>
                  <a:srgbClr val="0000FF"/>
                </a:solidFill>
                <a:ea typeface="黑体" panose="02010609060101010101" pitchFamily="2" charset="-122"/>
              </a:rPr>
              <a:t>它配置了 </a:t>
            </a:r>
            <a:r>
              <a:rPr lang="en-US" altLang="zh-CN" dirty="0">
                <a:solidFill>
                  <a:srgbClr val="0000FF"/>
                </a:solidFill>
                <a:ea typeface="黑体" panose="02010609060101010101" pitchFamily="2" charset="-122"/>
              </a:rPr>
              <a:t>DHCP </a:t>
            </a:r>
            <a:r>
              <a:rPr lang="zh-CN" altLang="en-US" dirty="0">
                <a:solidFill>
                  <a:srgbClr val="0000FF"/>
                </a:solidFill>
                <a:ea typeface="黑体" panose="02010609060101010101" pitchFamily="2" charset="-122"/>
              </a:rPr>
              <a:t>服务器的 </a:t>
            </a:r>
            <a:r>
              <a:rPr lang="en-US" altLang="zh-CN" dirty="0">
                <a:solidFill>
                  <a:srgbClr val="0000FF"/>
                </a:solidFill>
                <a:ea typeface="黑体" panose="02010609060101010101" pitchFamily="2" charset="-122"/>
              </a:rPr>
              <a:t>IP </a:t>
            </a:r>
            <a:r>
              <a:rPr lang="zh-CN" altLang="en-US" dirty="0">
                <a:solidFill>
                  <a:srgbClr val="0000FF"/>
                </a:solidFill>
                <a:ea typeface="黑体" panose="02010609060101010101" pitchFamily="2" charset="-122"/>
              </a:rPr>
              <a:t>地址信息</a:t>
            </a:r>
            <a:r>
              <a:rPr lang="zh-CN" altLang="en-US" dirty="0">
                <a:ea typeface="黑体" panose="02010609060101010101" pitchFamily="2" charset="-122"/>
              </a:rPr>
              <a:t>。</a:t>
            </a:r>
          </a:p>
          <a:p>
            <a:pPr eaLnBrk="1" hangingPunct="1"/>
            <a:r>
              <a:rPr lang="zh-CN" altLang="en-US" dirty="0">
                <a:ea typeface="黑体" panose="02010609060101010101" pitchFamily="2" charset="-122"/>
              </a:rPr>
              <a:t>当 </a:t>
            </a:r>
            <a:r>
              <a:rPr lang="en-US" altLang="zh-CN" dirty="0">
                <a:solidFill>
                  <a:srgbClr val="FF0000"/>
                </a:solidFill>
                <a:ea typeface="黑体" panose="02010609060101010101" pitchFamily="2" charset="-122"/>
              </a:rPr>
              <a:t>DHCP </a:t>
            </a:r>
            <a:r>
              <a:rPr lang="zh-CN" altLang="en-US" dirty="0">
                <a:solidFill>
                  <a:srgbClr val="FF0000"/>
                </a:solidFill>
                <a:ea typeface="黑体" panose="02010609060101010101" pitchFamily="2" charset="-122"/>
              </a:rPr>
              <a:t>中继代理</a:t>
            </a:r>
            <a:r>
              <a:rPr lang="zh-CN" altLang="en-US" dirty="0">
                <a:ea typeface="黑体" panose="02010609060101010101" pitchFamily="2" charset="-122"/>
              </a:rPr>
              <a:t>收到主机发送的</a:t>
            </a:r>
            <a:r>
              <a:rPr lang="zh-CN" altLang="en-US" dirty="0">
                <a:solidFill>
                  <a:srgbClr val="FF0000"/>
                </a:solidFill>
                <a:ea typeface="黑体" panose="02010609060101010101" pitchFamily="2" charset="-122"/>
              </a:rPr>
              <a:t>发现报文</a:t>
            </a:r>
            <a:r>
              <a:rPr lang="zh-CN" altLang="en-US" dirty="0">
                <a:ea typeface="黑体" panose="02010609060101010101" pitchFamily="2" charset="-122"/>
              </a:rPr>
              <a:t>后，就以单播方式向 </a:t>
            </a:r>
            <a:r>
              <a:rPr lang="en-US" altLang="zh-CN" dirty="0">
                <a:ea typeface="黑体" panose="02010609060101010101" pitchFamily="2" charset="-122"/>
              </a:rPr>
              <a:t>DHCP </a:t>
            </a:r>
            <a:r>
              <a:rPr lang="zh-CN" altLang="en-US" dirty="0">
                <a:ea typeface="黑体" panose="02010609060101010101" pitchFamily="2" charset="-122"/>
              </a:rPr>
              <a:t>服务器</a:t>
            </a:r>
            <a:r>
              <a:rPr lang="zh-CN" altLang="en-US" dirty="0">
                <a:solidFill>
                  <a:srgbClr val="FF0000"/>
                </a:solidFill>
                <a:highlight>
                  <a:srgbClr val="FFFF00"/>
                </a:highlight>
                <a:ea typeface="黑体" panose="02010609060101010101" pitchFamily="2" charset="-122"/>
              </a:rPr>
              <a:t>转发</a:t>
            </a:r>
            <a:r>
              <a:rPr lang="zh-CN" altLang="en-US" dirty="0">
                <a:solidFill>
                  <a:srgbClr val="FF0000"/>
                </a:solidFill>
                <a:ea typeface="黑体" panose="02010609060101010101" pitchFamily="2" charset="-122"/>
              </a:rPr>
              <a:t>此报文</a:t>
            </a:r>
            <a:r>
              <a:rPr lang="zh-CN" altLang="en-US" dirty="0">
                <a:ea typeface="黑体" panose="02010609060101010101" pitchFamily="2" charset="-122"/>
              </a:rPr>
              <a:t>，并等待其回答。收到 </a:t>
            </a:r>
            <a:r>
              <a:rPr lang="en-US" altLang="zh-CN" dirty="0">
                <a:ea typeface="黑体" panose="02010609060101010101" pitchFamily="2" charset="-122"/>
              </a:rPr>
              <a:t>DHCP </a:t>
            </a:r>
            <a:r>
              <a:rPr lang="zh-CN" altLang="en-US" dirty="0">
                <a:ea typeface="黑体" panose="02010609060101010101" pitchFamily="2" charset="-122"/>
              </a:rPr>
              <a:t>服务器回答的提供报文后，</a:t>
            </a:r>
            <a:r>
              <a:rPr lang="en-US" altLang="zh-CN" dirty="0">
                <a:ea typeface="黑体" panose="02010609060101010101" pitchFamily="2" charset="-122"/>
              </a:rPr>
              <a:t>DHCP </a:t>
            </a:r>
            <a:r>
              <a:rPr lang="zh-CN" altLang="en-US" dirty="0">
                <a:ea typeface="黑体" panose="02010609060101010101" pitchFamily="2" charset="-122"/>
              </a:rPr>
              <a:t>中继代理再将此提供报文发回给主机。</a:t>
            </a:r>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8770" name="Rectangle 4"/>
          <p:cNvSpPr>
            <a:spLocks noGrp="1" noChangeArrowheads="1"/>
          </p:cNvSpPr>
          <p:nvPr>
            <p:ph type="title" idx="4294967295"/>
          </p:nvPr>
        </p:nvSpPr>
        <p:spPr>
          <a:xfrm>
            <a:off x="368746" y="671984"/>
            <a:ext cx="9048750" cy="812800"/>
          </a:xfrm>
        </p:spPr>
        <p:txBody>
          <a:bodyPr/>
          <a:lstStyle/>
          <a:p>
            <a:pPr algn="ctr" eaLnBrk="1" hangingPunct="1">
              <a:defRPr/>
            </a:pPr>
            <a:r>
              <a:rPr lang="en-US" altLang="zh-CN" sz="4060" dirty="0"/>
              <a:t>DHCP </a:t>
            </a:r>
            <a:r>
              <a:rPr sz="4060" dirty="0"/>
              <a:t>中继代理</a:t>
            </a:r>
            <a:br>
              <a:rPr sz="4060" dirty="0"/>
            </a:br>
            <a:r>
              <a:rPr sz="4060" dirty="0"/>
              <a:t>以单播方式转发发现报文 </a:t>
            </a:r>
          </a:p>
        </p:txBody>
      </p:sp>
      <p:sp>
        <p:nvSpPr>
          <p:cNvPr id="301059" name="Line 5"/>
          <p:cNvSpPr>
            <a:spLocks noChangeShapeType="1"/>
          </p:cNvSpPr>
          <p:nvPr/>
        </p:nvSpPr>
        <p:spPr bwMode="auto">
          <a:xfrm>
            <a:off x="1391385" y="3203723"/>
            <a:ext cx="0" cy="422275"/>
          </a:xfrm>
          <a:prstGeom prst="line">
            <a:avLst/>
          </a:prstGeom>
          <a:noFill/>
          <a:ln w="2857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01060" name="Line 6"/>
          <p:cNvSpPr>
            <a:spLocks noChangeShapeType="1"/>
          </p:cNvSpPr>
          <p:nvPr/>
        </p:nvSpPr>
        <p:spPr bwMode="auto">
          <a:xfrm flipV="1">
            <a:off x="3873046" y="4048273"/>
            <a:ext cx="5271161" cy="0"/>
          </a:xfrm>
          <a:prstGeom prst="line">
            <a:avLst/>
          </a:prstGeom>
          <a:noFill/>
          <a:ln w="2857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pic>
        <p:nvPicPr>
          <p:cNvPr id="301061" name="Picture 7"/>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77387" y="2887811"/>
            <a:ext cx="944165" cy="1592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01062" name="Text Box 8"/>
          <p:cNvSpPr txBox="1">
            <a:spLocks noChangeArrowheads="1"/>
          </p:cNvSpPr>
          <p:nvPr/>
        </p:nvSpPr>
        <p:spPr bwMode="auto">
          <a:xfrm>
            <a:off x="63706" y="1844824"/>
            <a:ext cx="69762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000" b="1">
                <a:solidFill>
                  <a:srgbClr val="000099"/>
                </a:solidFill>
                <a:latin typeface="Arial" panose="020B0604020202020204" pitchFamily="34" charset="0"/>
                <a:ea typeface="黑体" panose="02010609060101010101" pitchFamily="2" charset="-122"/>
              </a:rPr>
              <a:t>主机</a:t>
            </a:r>
          </a:p>
        </p:txBody>
      </p:sp>
      <p:sp>
        <p:nvSpPr>
          <p:cNvPr id="301063" name="Text Box 9"/>
          <p:cNvSpPr txBox="1">
            <a:spLocks noChangeArrowheads="1"/>
          </p:cNvSpPr>
          <p:nvPr/>
        </p:nvSpPr>
        <p:spPr bwMode="auto">
          <a:xfrm>
            <a:off x="8942319" y="2260749"/>
            <a:ext cx="954107"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a:t>
            </a:r>
          </a:p>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p>
        </p:txBody>
      </p:sp>
      <p:grpSp>
        <p:nvGrpSpPr>
          <p:cNvPr id="301064" name="Group 10"/>
          <p:cNvGrpSpPr/>
          <p:nvPr/>
        </p:nvGrpSpPr>
        <p:grpSpPr bwMode="auto">
          <a:xfrm>
            <a:off x="6870642" y="3308498"/>
            <a:ext cx="1587368" cy="1411288"/>
            <a:chOff x="3204" y="2684"/>
            <a:chExt cx="1080" cy="854"/>
          </a:xfrm>
        </p:grpSpPr>
        <p:sp>
          <p:nvSpPr>
            <p:cNvPr id="301084" name="Oval 11"/>
            <p:cNvSpPr>
              <a:spLocks noChangeArrowheads="1"/>
            </p:cNvSpPr>
            <p:nvPr/>
          </p:nvSpPr>
          <p:spPr bwMode="auto">
            <a:xfrm>
              <a:off x="3457" y="2684"/>
              <a:ext cx="464" cy="228"/>
            </a:xfrm>
            <a:prstGeom prst="ellipse">
              <a:avLst/>
            </a:prstGeom>
            <a:solidFill>
              <a:srgbClr val="EAEAEA"/>
            </a:solidFill>
            <a:ln w="12700">
              <a:solidFill>
                <a:srgbClr val="000000"/>
              </a:solidFill>
              <a:round/>
            </a:ln>
          </p:spPr>
          <p:txBody>
            <a:bodyPr/>
            <a:lstStyle/>
            <a:p>
              <a:pPr eaLnBrk="1" hangingPunct="1"/>
              <a:endParaRPr lang="zh-CN" altLang="en-US" b="1">
                <a:solidFill>
                  <a:srgbClr val="000099"/>
                </a:solidFill>
              </a:endParaRPr>
            </a:p>
          </p:txBody>
        </p:sp>
        <p:sp>
          <p:nvSpPr>
            <p:cNvPr id="301085" name="Freeform 12"/>
            <p:cNvSpPr/>
            <p:nvPr/>
          </p:nvSpPr>
          <p:spPr bwMode="auto">
            <a:xfrm>
              <a:off x="3853" y="2753"/>
              <a:ext cx="312" cy="202"/>
            </a:xfrm>
            <a:custGeom>
              <a:avLst/>
              <a:gdLst>
                <a:gd name="T0" fmla="*/ 182 w 312"/>
                <a:gd name="T1" fmla="*/ 10 h 202"/>
                <a:gd name="T2" fmla="*/ 150 w 312"/>
                <a:gd name="T3" fmla="*/ 4 h 202"/>
                <a:gd name="T4" fmla="*/ 119 w 312"/>
                <a:gd name="T5" fmla="*/ 0 h 202"/>
                <a:gd name="T6" fmla="*/ 91 w 312"/>
                <a:gd name="T7" fmla="*/ 2 h 202"/>
                <a:gd name="T8" fmla="*/ 67 w 312"/>
                <a:gd name="T9" fmla="*/ 8 h 202"/>
                <a:gd name="T10" fmla="*/ 44 w 312"/>
                <a:gd name="T11" fmla="*/ 16 h 202"/>
                <a:gd name="T12" fmla="*/ 25 w 312"/>
                <a:gd name="T13" fmla="*/ 29 h 202"/>
                <a:gd name="T14" fmla="*/ 12 w 312"/>
                <a:gd name="T15" fmla="*/ 44 h 202"/>
                <a:gd name="T16" fmla="*/ 2 w 312"/>
                <a:gd name="T17" fmla="*/ 61 h 202"/>
                <a:gd name="T18" fmla="*/ 0 w 312"/>
                <a:gd name="T19" fmla="*/ 80 h 202"/>
                <a:gd name="T20" fmla="*/ 6 w 312"/>
                <a:gd name="T21" fmla="*/ 99 h 202"/>
                <a:gd name="T22" fmla="*/ 16 w 312"/>
                <a:gd name="T23" fmla="*/ 117 h 202"/>
                <a:gd name="T24" fmla="*/ 31 w 312"/>
                <a:gd name="T25" fmla="*/ 136 h 202"/>
                <a:gd name="T26" fmla="*/ 51 w 312"/>
                <a:gd name="T27" fmla="*/ 153 h 202"/>
                <a:gd name="T28" fmla="*/ 74 w 312"/>
                <a:gd name="T29" fmla="*/ 170 h 202"/>
                <a:gd name="T30" fmla="*/ 102 w 312"/>
                <a:gd name="T31" fmla="*/ 183 h 202"/>
                <a:gd name="T32" fmla="*/ 133 w 312"/>
                <a:gd name="T33" fmla="*/ 193 h 202"/>
                <a:gd name="T34" fmla="*/ 165 w 312"/>
                <a:gd name="T35" fmla="*/ 199 h 202"/>
                <a:gd name="T36" fmla="*/ 195 w 312"/>
                <a:gd name="T37" fmla="*/ 202 h 202"/>
                <a:gd name="T38" fmla="*/ 223 w 312"/>
                <a:gd name="T39" fmla="*/ 200 h 202"/>
                <a:gd name="T40" fmla="*/ 248 w 312"/>
                <a:gd name="T41" fmla="*/ 195 h 202"/>
                <a:gd name="T42" fmla="*/ 271 w 312"/>
                <a:gd name="T43" fmla="*/ 187 h 202"/>
                <a:gd name="T44" fmla="*/ 289 w 312"/>
                <a:gd name="T45" fmla="*/ 174 h 202"/>
                <a:gd name="T46" fmla="*/ 303 w 312"/>
                <a:gd name="T47" fmla="*/ 159 h 202"/>
                <a:gd name="T48" fmla="*/ 310 w 312"/>
                <a:gd name="T49" fmla="*/ 142 h 202"/>
                <a:gd name="T50" fmla="*/ 312 w 312"/>
                <a:gd name="T51" fmla="*/ 123 h 202"/>
                <a:gd name="T52" fmla="*/ 308 w 312"/>
                <a:gd name="T53" fmla="*/ 104 h 202"/>
                <a:gd name="T54" fmla="*/ 297 w 312"/>
                <a:gd name="T55" fmla="*/ 85 h 202"/>
                <a:gd name="T56" fmla="*/ 284 w 312"/>
                <a:gd name="T57" fmla="*/ 66 h 202"/>
                <a:gd name="T58" fmla="*/ 263 w 312"/>
                <a:gd name="T59" fmla="*/ 50 h 202"/>
                <a:gd name="T60" fmla="*/ 240 w 312"/>
                <a:gd name="T61" fmla="*/ 33 h 202"/>
                <a:gd name="T62" fmla="*/ 212 w 312"/>
                <a:gd name="T63" fmla="*/ 19 h 202"/>
                <a:gd name="T64" fmla="*/ 182 w 312"/>
                <a:gd name="T65" fmla="*/ 10 h 20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312" h="202">
                  <a:moveTo>
                    <a:pt x="182" y="10"/>
                  </a:moveTo>
                  <a:lnTo>
                    <a:pt x="150" y="4"/>
                  </a:lnTo>
                  <a:lnTo>
                    <a:pt x="119" y="0"/>
                  </a:lnTo>
                  <a:lnTo>
                    <a:pt x="91" y="2"/>
                  </a:lnTo>
                  <a:lnTo>
                    <a:pt x="67" y="8"/>
                  </a:lnTo>
                  <a:lnTo>
                    <a:pt x="44" y="16"/>
                  </a:lnTo>
                  <a:lnTo>
                    <a:pt x="25" y="29"/>
                  </a:lnTo>
                  <a:lnTo>
                    <a:pt x="12" y="44"/>
                  </a:lnTo>
                  <a:lnTo>
                    <a:pt x="2" y="61"/>
                  </a:lnTo>
                  <a:lnTo>
                    <a:pt x="0" y="80"/>
                  </a:lnTo>
                  <a:lnTo>
                    <a:pt x="6" y="99"/>
                  </a:lnTo>
                  <a:lnTo>
                    <a:pt x="16" y="117"/>
                  </a:lnTo>
                  <a:lnTo>
                    <a:pt x="31" y="136"/>
                  </a:lnTo>
                  <a:lnTo>
                    <a:pt x="51" y="153"/>
                  </a:lnTo>
                  <a:lnTo>
                    <a:pt x="74" y="170"/>
                  </a:lnTo>
                  <a:lnTo>
                    <a:pt x="102" y="183"/>
                  </a:lnTo>
                  <a:lnTo>
                    <a:pt x="133" y="193"/>
                  </a:lnTo>
                  <a:lnTo>
                    <a:pt x="165" y="199"/>
                  </a:lnTo>
                  <a:lnTo>
                    <a:pt x="195" y="202"/>
                  </a:lnTo>
                  <a:lnTo>
                    <a:pt x="223" y="200"/>
                  </a:lnTo>
                  <a:lnTo>
                    <a:pt x="248" y="195"/>
                  </a:lnTo>
                  <a:lnTo>
                    <a:pt x="271" y="187"/>
                  </a:lnTo>
                  <a:lnTo>
                    <a:pt x="289" y="174"/>
                  </a:lnTo>
                  <a:lnTo>
                    <a:pt x="303" y="159"/>
                  </a:lnTo>
                  <a:lnTo>
                    <a:pt x="310" y="142"/>
                  </a:lnTo>
                  <a:lnTo>
                    <a:pt x="312" y="123"/>
                  </a:lnTo>
                  <a:lnTo>
                    <a:pt x="308" y="104"/>
                  </a:lnTo>
                  <a:lnTo>
                    <a:pt x="297" y="85"/>
                  </a:lnTo>
                  <a:lnTo>
                    <a:pt x="284" y="66"/>
                  </a:lnTo>
                  <a:lnTo>
                    <a:pt x="263" y="50"/>
                  </a:lnTo>
                  <a:lnTo>
                    <a:pt x="240" y="33"/>
                  </a:lnTo>
                  <a:lnTo>
                    <a:pt x="212" y="19"/>
                  </a:lnTo>
                  <a:lnTo>
                    <a:pt x="182" y="10"/>
                  </a:lnTo>
                  <a:close/>
                </a:path>
              </a:pathLst>
            </a:custGeom>
            <a:solidFill>
              <a:srgbClr val="EAEAEA"/>
            </a:solidFill>
            <a:ln w="12700">
              <a:solidFill>
                <a:srgbClr val="000000"/>
              </a:solidFill>
              <a:prstDash val="solid"/>
              <a:round/>
            </a:ln>
          </p:spPr>
          <p:txBody>
            <a:bodyPr/>
            <a:lstStyle/>
            <a:p>
              <a:endParaRPr lang="zh-CN" altLang="en-US" b="1">
                <a:solidFill>
                  <a:srgbClr val="000099"/>
                </a:solidFill>
              </a:endParaRPr>
            </a:p>
          </p:txBody>
        </p:sp>
        <p:sp>
          <p:nvSpPr>
            <p:cNvPr id="301086" name="Freeform 13"/>
            <p:cNvSpPr/>
            <p:nvPr/>
          </p:nvSpPr>
          <p:spPr bwMode="auto">
            <a:xfrm>
              <a:off x="4014" y="2946"/>
              <a:ext cx="270" cy="232"/>
            </a:xfrm>
            <a:custGeom>
              <a:avLst/>
              <a:gdLst>
                <a:gd name="T0" fmla="*/ 181 w 270"/>
                <a:gd name="T1" fmla="*/ 15 h 232"/>
                <a:gd name="T2" fmla="*/ 155 w 270"/>
                <a:gd name="T3" fmla="*/ 6 h 232"/>
                <a:gd name="T4" fmla="*/ 128 w 270"/>
                <a:gd name="T5" fmla="*/ 0 h 232"/>
                <a:gd name="T6" fmla="*/ 104 w 270"/>
                <a:gd name="T7" fmla="*/ 0 h 232"/>
                <a:gd name="T8" fmla="*/ 79 w 270"/>
                <a:gd name="T9" fmla="*/ 4 h 232"/>
                <a:gd name="T10" fmla="*/ 57 w 270"/>
                <a:gd name="T11" fmla="*/ 11 h 232"/>
                <a:gd name="T12" fmla="*/ 38 w 270"/>
                <a:gd name="T13" fmla="*/ 23 h 232"/>
                <a:gd name="T14" fmla="*/ 21 w 270"/>
                <a:gd name="T15" fmla="*/ 38 h 232"/>
                <a:gd name="T16" fmla="*/ 9 w 270"/>
                <a:gd name="T17" fmla="*/ 56 h 232"/>
                <a:gd name="T18" fmla="*/ 2 w 270"/>
                <a:gd name="T19" fmla="*/ 79 h 232"/>
                <a:gd name="T20" fmla="*/ 0 w 270"/>
                <a:gd name="T21" fmla="*/ 100 h 232"/>
                <a:gd name="T22" fmla="*/ 4 w 270"/>
                <a:gd name="T23" fmla="*/ 123 h 232"/>
                <a:gd name="T24" fmla="*/ 13 w 270"/>
                <a:gd name="T25" fmla="*/ 145 h 232"/>
                <a:gd name="T26" fmla="*/ 26 w 270"/>
                <a:gd name="T27" fmla="*/ 166 h 232"/>
                <a:gd name="T28" fmla="*/ 43 w 270"/>
                <a:gd name="T29" fmla="*/ 185 h 232"/>
                <a:gd name="T30" fmla="*/ 64 w 270"/>
                <a:gd name="T31" fmla="*/ 202 h 232"/>
                <a:gd name="T32" fmla="*/ 89 w 270"/>
                <a:gd name="T33" fmla="*/ 217 h 232"/>
                <a:gd name="T34" fmla="*/ 115 w 270"/>
                <a:gd name="T35" fmla="*/ 226 h 232"/>
                <a:gd name="T36" fmla="*/ 142 w 270"/>
                <a:gd name="T37" fmla="*/ 232 h 232"/>
                <a:gd name="T38" fmla="*/ 166 w 270"/>
                <a:gd name="T39" fmla="*/ 232 h 232"/>
                <a:gd name="T40" fmla="*/ 191 w 270"/>
                <a:gd name="T41" fmla="*/ 228 h 232"/>
                <a:gd name="T42" fmla="*/ 213 w 270"/>
                <a:gd name="T43" fmla="*/ 221 h 232"/>
                <a:gd name="T44" fmla="*/ 232 w 270"/>
                <a:gd name="T45" fmla="*/ 209 h 232"/>
                <a:gd name="T46" fmla="*/ 249 w 270"/>
                <a:gd name="T47" fmla="*/ 194 h 232"/>
                <a:gd name="T48" fmla="*/ 261 w 270"/>
                <a:gd name="T49" fmla="*/ 175 h 232"/>
                <a:gd name="T50" fmla="*/ 268 w 270"/>
                <a:gd name="T51" fmla="*/ 155 h 232"/>
                <a:gd name="T52" fmla="*/ 270 w 270"/>
                <a:gd name="T53" fmla="*/ 132 h 232"/>
                <a:gd name="T54" fmla="*/ 266 w 270"/>
                <a:gd name="T55" fmla="*/ 109 h 232"/>
                <a:gd name="T56" fmla="*/ 257 w 270"/>
                <a:gd name="T57" fmla="*/ 87 h 232"/>
                <a:gd name="T58" fmla="*/ 244 w 270"/>
                <a:gd name="T59" fmla="*/ 66 h 232"/>
                <a:gd name="T60" fmla="*/ 227 w 270"/>
                <a:gd name="T61" fmla="*/ 47 h 232"/>
                <a:gd name="T62" fmla="*/ 206 w 270"/>
                <a:gd name="T63" fmla="*/ 30 h 232"/>
                <a:gd name="T64" fmla="*/ 181 w 270"/>
                <a:gd name="T65" fmla="*/ 15 h 23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270" h="232">
                  <a:moveTo>
                    <a:pt x="181" y="15"/>
                  </a:moveTo>
                  <a:lnTo>
                    <a:pt x="155" y="6"/>
                  </a:lnTo>
                  <a:lnTo>
                    <a:pt x="128" y="0"/>
                  </a:lnTo>
                  <a:lnTo>
                    <a:pt x="104" y="0"/>
                  </a:lnTo>
                  <a:lnTo>
                    <a:pt x="79" y="4"/>
                  </a:lnTo>
                  <a:lnTo>
                    <a:pt x="57" y="11"/>
                  </a:lnTo>
                  <a:lnTo>
                    <a:pt x="38" y="23"/>
                  </a:lnTo>
                  <a:lnTo>
                    <a:pt x="21" y="38"/>
                  </a:lnTo>
                  <a:lnTo>
                    <a:pt x="9" y="56"/>
                  </a:lnTo>
                  <a:lnTo>
                    <a:pt x="2" y="79"/>
                  </a:lnTo>
                  <a:lnTo>
                    <a:pt x="0" y="100"/>
                  </a:lnTo>
                  <a:lnTo>
                    <a:pt x="4" y="123"/>
                  </a:lnTo>
                  <a:lnTo>
                    <a:pt x="13" y="145"/>
                  </a:lnTo>
                  <a:lnTo>
                    <a:pt x="26" y="166"/>
                  </a:lnTo>
                  <a:lnTo>
                    <a:pt x="43" y="185"/>
                  </a:lnTo>
                  <a:lnTo>
                    <a:pt x="64" y="202"/>
                  </a:lnTo>
                  <a:lnTo>
                    <a:pt x="89" y="217"/>
                  </a:lnTo>
                  <a:lnTo>
                    <a:pt x="115" y="226"/>
                  </a:lnTo>
                  <a:lnTo>
                    <a:pt x="142" y="232"/>
                  </a:lnTo>
                  <a:lnTo>
                    <a:pt x="166" y="232"/>
                  </a:lnTo>
                  <a:lnTo>
                    <a:pt x="191" y="228"/>
                  </a:lnTo>
                  <a:lnTo>
                    <a:pt x="213" y="221"/>
                  </a:lnTo>
                  <a:lnTo>
                    <a:pt x="232" y="209"/>
                  </a:lnTo>
                  <a:lnTo>
                    <a:pt x="249" y="194"/>
                  </a:lnTo>
                  <a:lnTo>
                    <a:pt x="261" y="175"/>
                  </a:lnTo>
                  <a:lnTo>
                    <a:pt x="268" y="155"/>
                  </a:lnTo>
                  <a:lnTo>
                    <a:pt x="270" y="132"/>
                  </a:lnTo>
                  <a:lnTo>
                    <a:pt x="266" y="109"/>
                  </a:lnTo>
                  <a:lnTo>
                    <a:pt x="257" y="87"/>
                  </a:lnTo>
                  <a:lnTo>
                    <a:pt x="244" y="66"/>
                  </a:lnTo>
                  <a:lnTo>
                    <a:pt x="227" y="47"/>
                  </a:lnTo>
                  <a:lnTo>
                    <a:pt x="206" y="30"/>
                  </a:lnTo>
                  <a:lnTo>
                    <a:pt x="181" y="15"/>
                  </a:lnTo>
                  <a:close/>
                </a:path>
              </a:pathLst>
            </a:custGeom>
            <a:solidFill>
              <a:srgbClr val="EAEAEA"/>
            </a:solidFill>
            <a:ln w="12700">
              <a:solidFill>
                <a:srgbClr val="000000"/>
              </a:solidFill>
              <a:prstDash val="solid"/>
              <a:round/>
            </a:ln>
          </p:spPr>
          <p:txBody>
            <a:bodyPr/>
            <a:lstStyle/>
            <a:p>
              <a:endParaRPr lang="zh-CN" altLang="en-US" b="1">
                <a:solidFill>
                  <a:srgbClr val="000099"/>
                </a:solidFill>
              </a:endParaRPr>
            </a:p>
          </p:txBody>
        </p:sp>
        <p:sp>
          <p:nvSpPr>
            <p:cNvPr id="301087" name="Freeform 14"/>
            <p:cNvSpPr/>
            <p:nvPr/>
          </p:nvSpPr>
          <p:spPr bwMode="auto">
            <a:xfrm>
              <a:off x="3927" y="3165"/>
              <a:ext cx="325" cy="285"/>
            </a:xfrm>
            <a:custGeom>
              <a:avLst/>
              <a:gdLst>
                <a:gd name="T0" fmla="*/ 102 w 325"/>
                <a:gd name="T1" fmla="*/ 19 h 285"/>
                <a:gd name="T2" fmla="*/ 74 w 325"/>
                <a:gd name="T3" fmla="*/ 36 h 285"/>
                <a:gd name="T4" fmla="*/ 49 w 325"/>
                <a:gd name="T5" fmla="*/ 58 h 285"/>
                <a:gd name="T6" fmla="*/ 28 w 325"/>
                <a:gd name="T7" fmla="*/ 81 h 285"/>
                <a:gd name="T8" fmla="*/ 13 w 325"/>
                <a:gd name="T9" fmla="*/ 107 h 285"/>
                <a:gd name="T10" fmla="*/ 4 w 325"/>
                <a:gd name="T11" fmla="*/ 134 h 285"/>
                <a:gd name="T12" fmla="*/ 0 w 325"/>
                <a:gd name="T13" fmla="*/ 162 h 285"/>
                <a:gd name="T14" fmla="*/ 2 w 325"/>
                <a:gd name="T15" fmla="*/ 188 h 285"/>
                <a:gd name="T16" fmla="*/ 11 w 325"/>
                <a:gd name="T17" fmla="*/ 215 h 285"/>
                <a:gd name="T18" fmla="*/ 27 w 325"/>
                <a:gd name="T19" fmla="*/ 237 h 285"/>
                <a:gd name="T20" fmla="*/ 45 w 325"/>
                <a:gd name="T21" fmla="*/ 256 h 285"/>
                <a:gd name="T22" fmla="*/ 70 w 325"/>
                <a:gd name="T23" fmla="*/ 271 h 285"/>
                <a:gd name="T24" fmla="*/ 98 w 325"/>
                <a:gd name="T25" fmla="*/ 279 h 285"/>
                <a:gd name="T26" fmla="*/ 127 w 325"/>
                <a:gd name="T27" fmla="*/ 285 h 285"/>
                <a:gd name="T28" fmla="*/ 159 w 325"/>
                <a:gd name="T29" fmla="*/ 283 h 285"/>
                <a:gd name="T30" fmla="*/ 191 w 325"/>
                <a:gd name="T31" fmla="*/ 275 h 285"/>
                <a:gd name="T32" fmla="*/ 223 w 325"/>
                <a:gd name="T33" fmla="*/ 264 h 285"/>
                <a:gd name="T34" fmla="*/ 251 w 325"/>
                <a:gd name="T35" fmla="*/ 247 h 285"/>
                <a:gd name="T36" fmla="*/ 276 w 325"/>
                <a:gd name="T37" fmla="*/ 226 h 285"/>
                <a:gd name="T38" fmla="*/ 297 w 325"/>
                <a:gd name="T39" fmla="*/ 202 h 285"/>
                <a:gd name="T40" fmla="*/ 312 w 325"/>
                <a:gd name="T41" fmla="*/ 175 h 285"/>
                <a:gd name="T42" fmla="*/ 321 w 325"/>
                <a:gd name="T43" fmla="*/ 149 h 285"/>
                <a:gd name="T44" fmla="*/ 325 w 325"/>
                <a:gd name="T45" fmla="*/ 120 h 285"/>
                <a:gd name="T46" fmla="*/ 323 w 325"/>
                <a:gd name="T47" fmla="*/ 94 h 285"/>
                <a:gd name="T48" fmla="*/ 314 w 325"/>
                <a:gd name="T49" fmla="*/ 68 h 285"/>
                <a:gd name="T50" fmla="*/ 299 w 325"/>
                <a:gd name="T51" fmla="*/ 45 h 285"/>
                <a:gd name="T52" fmla="*/ 280 w 325"/>
                <a:gd name="T53" fmla="*/ 26 h 285"/>
                <a:gd name="T54" fmla="*/ 255 w 325"/>
                <a:gd name="T55" fmla="*/ 11 h 285"/>
                <a:gd name="T56" fmla="*/ 229 w 325"/>
                <a:gd name="T57" fmla="*/ 4 h 285"/>
                <a:gd name="T58" fmla="*/ 198 w 325"/>
                <a:gd name="T59" fmla="*/ 0 h 285"/>
                <a:gd name="T60" fmla="*/ 166 w 325"/>
                <a:gd name="T61" fmla="*/ 0 h 285"/>
                <a:gd name="T62" fmla="*/ 134 w 325"/>
                <a:gd name="T63" fmla="*/ 7 h 285"/>
                <a:gd name="T64" fmla="*/ 102 w 325"/>
                <a:gd name="T65" fmla="*/ 19 h 285"/>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325" h="285">
                  <a:moveTo>
                    <a:pt x="102" y="19"/>
                  </a:moveTo>
                  <a:lnTo>
                    <a:pt x="74" y="36"/>
                  </a:lnTo>
                  <a:lnTo>
                    <a:pt x="49" y="58"/>
                  </a:lnTo>
                  <a:lnTo>
                    <a:pt x="28" y="81"/>
                  </a:lnTo>
                  <a:lnTo>
                    <a:pt x="13" y="107"/>
                  </a:lnTo>
                  <a:lnTo>
                    <a:pt x="4" y="134"/>
                  </a:lnTo>
                  <a:lnTo>
                    <a:pt x="0" y="162"/>
                  </a:lnTo>
                  <a:lnTo>
                    <a:pt x="2" y="188"/>
                  </a:lnTo>
                  <a:lnTo>
                    <a:pt x="11" y="215"/>
                  </a:lnTo>
                  <a:lnTo>
                    <a:pt x="27" y="237"/>
                  </a:lnTo>
                  <a:lnTo>
                    <a:pt x="45" y="256"/>
                  </a:lnTo>
                  <a:lnTo>
                    <a:pt x="70" y="271"/>
                  </a:lnTo>
                  <a:lnTo>
                    <a:pt x="98" y="279"/>
                  </a:lnTo>
                  <a:lnTo>
                    <a:pt x="127" y="285"/>
                  </a:lnTo>
                  <a:lnTo>
                    <a:pt x="159" y="283"/>
                  </a:lnTo>
                  <a:lnTo>
                    <a:pt x="191" y="275"/>
                  </a:lnTo>
                  <a:lnTo>
                    <a:pt x="223" y="264"/>
                  </a:lnTo>
                  <a:lnTo>
                    <a:pt x="251" y="247"/>
                  </a:lnTo>
                  <a:lnTo>
                    <a:pt x="276" y="226"/>
                  </a:lnTo>
                  <a:lnTo>
                    <a:pt x="297" y="202"/>
                  </a:lnTo>
                  <a:lnTo>
                    <a:pt x="312" y="175"/>
                  </a:lnTo>
                  <a:lnTo>
                    <a:pt x="321" y="149"/>
                  </a:lnTo>
                  <a:lnTo>
                    <a:pt x="325" y="120"/>
                  </a:lnTo>
                  <a:lnTo>
                    <a:pt x="323" y="94"/>
                  </a:lnTo>
                  <a:lnTo>
                    <a:pt x="314" y="68"/>
                  </a:lnTo>
                  <a:lnTo>
                    <a:pt x="299" y="45"/>
                  </a:lnTo>
                  <a:lnTo>
                    <a:pt x="280" y="26"/>
                  </a:lnTo>
                  <a:lnTo>
                    <a:pt x="255" y="11"/>
                  </a:lnTo>
                  <a:lnTo>
                    <a:pt x="229" y="4"/>
                  </a:lnTo>
                  <a:lnTo>
                    <a:pt x="198" y="0"/>
                  </a:lnTo>
                  <a:lnTo>
                    <a:pt x="166" y="0"/>
                  </a:lnTo>
                  <a:lnTo>
                    <a:pt x="134" y="7"/>
                  </a:lnTo>
                  <a:lnTo>
                    <a:pt x="102" y="19"/>
                  </a:lnTo>
                  <a:close/>
                </a:path>
              </a:pathLst>
            </a:custGeom>
            <a:solidFill>
              <a:srgbClr val="EAEAEA"/>
            </a:solidFill>
            <a:ln w="12700">
              <a:solidFill>
                <a:srgbClr val="000000"/>
              </a:solidFill>
              <a:prstDash val="solid"/>
              <a:round/>
            </a:ln>
          </p:spPr>
          <p:txBody>
            <a:bodyPr/>
            <a:lstStyle/>
            <a:p>
              <a:endParaRPr lang="zh-CN" altLang="en-US" b="1">
                <a:solidFill>
                  <a:srgbClr val="000099"/>
                </a:solidFill>
              </a:endParaRPr>
            </a:p>
          </p:txBody>
        </p:sp>
        <p:sp>
          <p:nvSpPr>
            <p:cNvPr id="301088" name="Oval 15"/>
            <p:cNvSpPr>
              <a:spLocks noChangeArrowheads="1"/>
            </p:cNvSpPr>
            <p:nvPr/>
          </p:nvSpPr>
          <p:spPr bwMode="auto">
            <a:xfrm>
              <a:off x="3514" y="3201"/>
              <a:ext cx="538" cy="337"/>
            </a:xfrm>
            <a:prstGeom prst="ellipse">
              <a:avLst/>
            </a:prstGeom>
            <a:solidFill>
              <a:srgbClr val="EAEAEA"/>
            </a:solidFill>
            <a:ln w="12700">
              <a:solidFill>
                <a:srgbClr val="000000"/>
              </a:solidFill>
              <a:round/>
            </a:ln>
          </p:spPr>
          <p:txBody>
            <a:bodyPr/>
            <a:lstStyle/>
            <a:p>
              <a:pPr eaLnBrk="1" hangingPunct="1"/>
              <a:endParaRPr lang="zh-CN" altLang="en-US" b="1">
                <a:solidFill>
                  <a:srgbClr val="000099"/>
                </a:solidFill>
              </a:endParaRPr>
            </a:p>
          </p:txBody>
        </p:sp>
        <p:sp>
          <p:nvSpPr>
            <p:cNvPr id="301089" name="Freeform 16"/>
            <p:cNvSpPr/>
            <p:nvPr/>
          </p:nvSpPr>
          <p:spPr bwMode="auto">
            <a:xfrm>
              <a:off x="3289" y="3193"/>
              <a:ext cx="300" cy="232"/>
            </a:xfrm>
            <a:custGeom>
              <a:avLst/>
              <a:gdLst>
                <a:gd name="T0" fmla="*/ 185 w 300"/>
                <a:gd name="T1" fmla="*/ 9 h 232"/>
                <a:gd name="T2" fmla="*/ 155 w 300"/>
                <a:gd name="T3" fmla="*/ 2 h 232"/>
                <a:gd name="T4" fmla="*/ 124 w 300"/>
                <a:gd name="T5" fmla="*/ 0 h 232"/>
                <a:gd name="T6" fmla="*/ 98 w 300"/>
                <a:gd name="T7" fmla="*/ 2 h 232"/>
                <a:gd name="T8" fmla="*/ 71 w 300"/>
                <a:gd name="T9" fmla="*/ 8 h 232"/>
                <a:gd name="T10" fmla="*/ 49 w 300"/>
                <a:gd name="T11" fmla="*/ 17 h 232"/>
                <a:gd name="T12" fmla="*/ 30 w 300"/>
                <a:gd name="T13" fmla="*/ 30 h 232"/>
                <a:gd name="T14" fmla="*/ 15 w 300"/>
                <a:gd name="T15" fmla="*/ 47 h 232"/>
                <a:gd name="T16" fmla="*/ 3 w 300"/>
                <a:gd name="T17" fmla="*/ 68 h 232"/>
                <a:gd name="T18" fmla="*/ 0 w 300"/>
                <a:gd name="T19" fmla="*/ 91 h 232"/>
                <a:gd name="T20" fmla="*/ 2 w 300"/>
                <a:gd name="T21" fmla="*/ 113 h 232"/>
                <a:gd name="T22" fmla="*/ 9 w 300"/>
                <a:gd name="T23" fmla="*/ 136 h 232"/>
                <a:gd name="T24" fmla="*/ 22 w 300"/>
                <a:gd name="T25" fmla="*/ 157 h 232"/>
                <a:gd name="T26" fmla="*/ 39 w 300"/>
                <a:gd name="T27" fmla="*/ 177 h 232"/>
                <a:gd name="T28" fmla="*/ 62 w 300"/>
                <a:gd name="T29" fmla="*/ 196 h 232"/>
                <a:gd name="T30" fmla="*/ 87 w 300"/>
                <a:gd name="T31" fmla="*/ 211 h 232"/>
                <a:gd name="T32" fmla="*/ 115 w 300"/>
                <a:gd name="T33" fmla="*/ 223 h 232"/>
                <a:gd name="T34" fmla="*/ 145 w 300"/>
                <a:gd name="T35" fmla="*/ 230 h 232"/>
                <a:gd name="T36" fmla="*/ 175 w 300"/>
                <a:gd name="T37" fmla="*/ 232 h 232"/>
                <a:gd name="T38" fmla="*/ 202 w 300"/>
                <a:gd name="T39" fmla="*/ 230 h 232"/>
                <a:gd name="T40" fmla="*/ 228 w 300"/>
                <a:gd name="T41" fmla="*/ 225 h 232"/>
                <a:gd name="T42" fmla="*/ 251 w 300"/>
                <a:gd name="T43" fmla="*/ 213 h 232"/>
                <a:gd name="T44" fmla="*/ 270 w 300"/>
                <a:gd name="T45" fmla="*/ 200 h 232"/>
                <a:gd name="T46" fmla="*/ 287 w 300"/>
                <a:gd name="T47" fmla="*/ 183 h 232"/>
                <a:gd name="T48" fmla="*/ 296 w 300"/>
                <a:gd name="T49" fmla="*/ 162 h 232"/>
                <a:gd name="T50" fmla="*/ 300 w 300"/>
                <a:gd name="T51" fmla="*/ 140 h 232"/>
                <a:gd name="T52" fmla="*/ 298 w 300"/>
                <a:gd name="T53" fmla="*/ 117 h 232"/>
                <a:gd name="T54" fmla="*/ 291 w 300"/>
                <a:gd name="T55" fmla="*/ 94 h 232"/>
                <a:gd name="T56" fmla="*/ 277 w 300"/>
                <a:gd name="T57" fmla="*/ 74 h 232"/>
                <a:gd name="T58" fmla="*/ 260 w 300"/>
                <a:gd name="T59" fmla="*/ 55 h 232"/>
                <a:gd name="T60" fmla="*/ 238 w 300"/>
                <a:gd name="T61" fmla="*/ 36 h 232"/>
                <a:gd name="T62" fmla="*/ 213 w 300"/>
                <a:gd name="T63" fmla="*/ 21 h 232"/>
                <a:gd name="T64" fmla="*/ 185 w 300"/>
                <a:gd name="T65" fmla="*/ 9 h 23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300" h="232">
                  <a:moveTo>
                    <a:pt x="185" y="9"/>
                  </a:moveTo>
                  <a:lnTo>
                    <a:pt x="155" y="2"/>
                  </a:lnTo>
                  <a:lnTo>
                    <a:pt x="124" y="0"/>
                  </a:lnTo>
                  <a:lnTo>
                    <a:pt x="98" y="2"/>
                  </a:lnTo>
                  <a:lnTo>
                    <a:pt x="71" y="8"/>
                  </a:lnTo>
                  <a:lnTo>
                    <a:pt x="49" y="17"/>
                  </a:lnTo>
                  <a:lnTo>
                    <a:pt x="30" y="30"/>
                  </a:lnTo>
                  <a:lnTo>
                    <a:pt x="15" y="47"/>
                  </a:lnTo>
                  <a:lnTo>
                    <a:pt x="3" y="68"/>
                  </a:lnTo>
                  <a:lnTo>
                    <a:pt x="0" y="91"/>
                  </a:lnTo>
                  <a:lnTo>
                    <a:pt x="2" y="113"/>
                  </a:lnTo>
                  <a:lnTo>
                    <a:pt x="9" y="136"/>
                  </a:lnTo>
                  <a:lnTo>
                    <a:pt x="22" y="157"/>
                  </a:lnTo>
                  <a:lnTo>
                    <a:pt x="39" y="177"/>
                  </a:lnTo>
                  <a:lnTo>
                    <a:pt x="62" y="196"/>
                  </a:lnTo>
                  <a:lnTo>
                    <a:pt x="87" y="211"/>
                  </a:lnTo>
                  <a:lnTo>
                    <a:pt x="115" y="223"/>
                  </a:lnTo>
                  <a:lnTo>
                    <a:pt x="145" y="230"/>
                  </a:lnTo>
                  <a:lnTo>
                    <a:pt x="175" y="232"/>
                  </a:lnTo>
                  <a:lnTo>
                    <a:pt x="202" y="230"/>
                  </a:lnTo>
                  <a:lnTo>
                    <a:pt x="228" y="225"/>
                  </a:lnTo>
                  <a:lnTo>
                    <a:pt x="251" y="213"/>
                  </a:lnTo>
                  <a:lnTo>
                    <a:pt x="270" y="200"/>
                  </a:lnTo>
                  <a:lnTo>
                    <a:pt x="287" y="183"/>
                  </a:lnTo>
                  <a:lnTo>
                    <a:pt x="296" y="162"/>
                  </a:lnTo>
                  <a:lnTo>
                    <a:pt x="300" y="140"/>
                  </a:lnTo>
                  <a:lnTo>
                    <a:pt x="298" y="117"/>
                  </a:lnTo>
                  <a:lnTo>
                    <a:pt x="291" y="94"/>
                  </a:lnTo>
                  <a:lnTo>
                    <a:pt x="277" y="74"/>
                  </a:lnTo>
                  <a:lnTo>
                    <a:pt x="260" y="55"/>
                  </a:lnTo>
                  <a:lnTo>
                    <a:pt x="238" y="36"/>
                  </a:lnTo>
                  <a:lnTo>
                    <a:pt x="213" y="21"/>
                  </a:lnTo>
                  <a:lnTo>
                    <a:pt x="185" y="9"/>
                  </a:lnTo>
                  <a:close/>
                </a:path>
              </a:pathLst>
            </a:custGeom>
            <a:solidFill>
              <a:srgbClr val="EAEAEA"/>
            </a:solidFill>
            <a:ln w="12700">
              <a:solidFill>
                <a:srgbClr val="000000"/>
              </a:solidFill>
              <a:prstDash val="solid"/>
              <a:round/>
            </a:ln>
          </p:spPr>
          <p:txBody>
            <a:bodyPr/>
            <a:lstStyle/>
            <a:p>
              <a:endParaRPr lang="zh-CN" altLang="en-US" b="1">
                <a:solidFill>
                  <a:srgbClr val="000099"/>
                </a:solidFill>
              </a:endParaRPr>
            </a:p>
          </p:txBody>
        </p:sp>
        <p:sp>
          <p:nvSpPr>
            <p:cNvPr id="301090" name="Oval 17"/>
            <p:cNvSpPr>
              <a:spLocks noChangeArrowheads="1"/>
            </p:cNvSpPr>
            <p:nvPr/>
          </p:nvSpPr>
          <p:spPr bwMode="auto">
            <a:xfrm>
              <a:off x="3204" y="3023"/>
              <a:ext cx="245" cy="219"/>
            </a:xfrm>
            <a:prstGeom prst="ellipse">
              <a:avLst/>
            </a:prstGeom>
            <a:solidFill>
              <a:srgbClr val="EAEAEA"/>
            </a:solidFill>
            <a:ln w="12700">
              <a:solidFill>
                <a:srgbClr val="000000"/>
              </a:solidFill>
              <a:round/>
            </a:ln>
          </p:spPr>
          <p:txBody>
            <a:bodyPr/>
            <a:lstStyle/>
            <a:p>
              <a:pPr eaLnBrk="1" hangingPunct="1"/>
              <a:endParaRPr lang="zh-CN" altLang="en-US" b="1">
                <a:solidFill>
                  <a:srgbClr val="000099"/>
                </a:solidFill>
              </a:endParaRPr>
            </a:p>
          </p:txBody>
        </p:sp>
        <p:sp>
          <p:nvSpPr>
            <p:cNvPr id="301091" name="Freeform 18"/>
            <p:cNvSpPr/>
            <p:nvPr/>
          </p:nvSpPr>
          <p:spPr bwMode="auto">
            <a:xfrm>
              <a:off x="3253" y="2827"/>
              <a:ext cx="315" cy="259"/>
            </a:xfrm>
            <a:custGeom>
              <a:avLst/>
              <a:gdLst>
                <a:gd name="T0" fmla="*/ 100 w 315"/>
                <a:gd name="T1" fmla="*/ 32 h 259"/>
                <a:gd name="T2" fmla="*/ 72 w 315"/>
                <a:gd name="T3" fmla="*/ 53 h 259"/>
                <a:gd name="T4" fmla="*/ 47 w 315"/>
                <a:gd name="T5" fmla="*/ 74 h 259"/>
                <a:gd name="T6" fmla="*/ 28 w 315"/>
                <a:gd name="T7" fmla="*/ 98 h 259"/>
                <a:gd name="T8" fmla="*/ 13 w 315"/>
                <a:gd name="T9" fmla="*/ 123 h 259"/>
                <a:gd name="T10" fmla="*/ 4 w 315"/>
                <a:gd name="T11" fmla="*/ 149 h 259"/>
                <a:gd name="T12" fmla="*/ 0 w 315"/>
                <a:gd name="T13" fmla="*/ 174 h 259"/>
                <a:gd name="T14" fmla="*/ 2 w 315"/>
                <a:gd name="T15" fmla="*/ 196 h 259"/>
                <a:gd name="T16" fmla="*/ 11 w 315"/>
                <a:gd name="T17" fmla="*/ 217 h 259"/>
                <a:gd name="T18" fmla="*/ 26 w 315"/>
                <a:gd name="T19" fmla="*/ 234 h 259"/>
                <a:gd name="T20" fmla="*/ 45 w 315"/>
                <a:gd name="T21" fmla="*/ 247 h 259"/>
                <a:gd name="T22" fmla="*/ 70 w 315"/>
                <a:gd name="T23" fmla="*/ 257 h 259"/>
                <a:gd name="T24" fmla="*/ 96 w 315"/>
                <a:gd name="T25" fmla="*/ 259 h 259"/>
                <a:gd name="T26" fmla="*/ 124 w 315"/>
                <a:gd name="T27" fmla="*/ 259 h 259"/>
                <a:gd name="T28" fmla="*/ 155 w 315"/>
                <a:gd name="T29" fmla="*/ 253 h 259"/>
                <a:gd name="T30" fmla="*/ 185 w 315"/>
                <a:gd name="T31" fmla="*/ 242 h 259"/>
                <a:gd name="T32" fmla="*/ 215 w 315"/>
                <a:gd name="T33" fmla="*/ 226 h 259"/>
                <a:gd name="T34" fmla="*/ 243 w 315"/>
                <a:gd name="T35" fmla="*/ 208 h 259"/>
                <a:gd name="T36" fmla="*/ 268 w 315"/>
                <a:gd name="T37" fmla="*/ 185 h 259"/>
                <a:gd name="T38" fmla="*/ 287 w 315"/>
                <a:gd name="T39" fmla="*/ 160 h 259"/>
                <a:gd name="T40" fmla="*/ 302 w 315"/>
                <a:gd name="T41" fmla="*/ 136 h 259"/>
                <a:gd name="T42" fmla="*/ 311 w 315"/>
                <a:gd name="T43" fmla="*/ 109 h 259"/>
                <a:gd name="T44" fmla="*/ 315 w 315"/>
                <a:gd name="T45" fmla="*/ 87 h 259"/>
                <a:gd name="T46" fmla="*/ 313 w 315"/>
                <a:gd name="T47" fmla="*/ 62 h 259"/>
                <a:gd name="T48" fmla="*/ 304 w 315"/>
                <a:gd name="T49" fmla="*/ 42 h 259"/>
                <a:gd name="T50" fmla="*/ 289 w 315"/>
                <a:gd name="T51" fmla="*/ 25 h 259"/>
                <a:gd name="T52" fmla="*/ 270 w 315"/>
                <a:gd name="T53" fmla="*/ 11 h 259"/>
                <a:gd name="T54" fmla="*/ 247 w 315"/>
                <a:gd name="T55" fmla="*/ 4 h 259"/>
                <a:gd name="T56" fmla="*/ 221 w 315"/>
                <a:gd name="T57" fmla="*/ 0 h 259"/>
                <a:gd name="T58" fmla="*/ 192 w 315"/>
                <a:gd name="T59" fmla="*/ 0 h 259"/>
                <a:gd name="T60" fmla="*/ 162 w 315"/>
                <a:gd name="T61" fmla="*/ 6 h 259"/>
                <a:gd name="T62" fmla="*/ 130 w 315"/>
                <a:gd name="T63" fmla="*/ 17 h 259"/>
                <a:gd name="T64" fmla="*/ 100 w 315"/>
                <a:gd name="T65" fmla="*/ 32 h 259"/>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315" h="259">
                  <a:moveTo>
                    <a:pt x="100" y="32"/>
                  </a:moveTo>
                  <a:lnTo>
                    <a:pt x="72" y="53"/>
                  </a:lnTo>
                  <a:lnTo>
                    <a:pt x="47" y="74"/>
                  </a:lnTo>
                  <a:lnTo>
                    <a:pt x="28" y="98"/>
                  </a:lnTo>
                  <a:lnTo>
                    <a:pt x="13" y="123"/>
                  </a:lnTo>
                  <a:lnTo>
                    <a:pt x="4" y="149"/>
                  </a:lnTo>
                  <a:lnTo>
                    <a:pt x="0" y="174"/>
                  </a:lnTo>
                  <a:lnTo>
                    <a:pt x="2" y="196"/>
                  </a:lnTo>
                  <a:lnTo>
                    <a:pt x="11" y="217"/>
                  </a:lnTo>
                  <a:lnTo>
                    <a:pt x="26" y="234"/>
                  </a:lnTo>
                  <a:lnTo>
                    <a:pt x="45" y="247"/>
                  </a:lnTo>
                  <a:lnTo>
                    <a:pt x="70" y="257"/>
                  </a:lnTo>
                  <a:lnTo>
                    <a:pt x="96" y="259"/>
                  </a:lnTo>
                  <a:lnTo>
                    <a:pt x="124" y="259"/>
                  </a:lnTo>
                  <a:lnTo>
                    <a:pt x="155" y="253"/>
                  </a:lnTo>
                  <a:lnTo>
                    <a:pt x="185" y="242"/>
                  </a:lnTo>
                  <a:lnTo>
                    <a:pt x="215" y="226"/>
                  </a:lnTo>
                  <a:lnTo>
                    <a:pt x="243" y="208"/>
                  </a:lnTo>
                  <a:lnTo>
                    <a:pt x="268" y="185"/>
                  </a:lnTo>
                  <a:lnTo>
                    <a:pt x="287" y="160"/>
                  </a:lnTo>
                  <a:lnTo>
                    <a:pt x="302" y="136"/>
                  </a:lnTo>
                  <a:lnTo>
                    <a:pt x="311" y="109"/>
                  </a:lnTo>
                  <a:lnTo>
                    <a:pt x="315" y="87"/>
                  </a:lnTo>
                  <a:lnTo>
                    <a:pt x="313" y="62"/>
                  </a:lnTo>
                  <a:lnTo>
                    <a:pt x="304" y="42"/>
                  </a:lnTo>
                  <a:lnTo>
                    <a:pt x="289" y="25"/>
                  </a:lnTo>
                  <a:lnTo>
                    <a:pt x="270" y="11"/>
                  </a:lnTo>
                  <a:lnTo>
                    <a:pt x="247" y="4"/>
                  </a:lnTo>
                  <a:lnTo>
                    <a:pt x="221" y="0"/>
                  </a:lnTo>
                  <a:lnTo>
                    <a:pt x="192" y="0"/>
                  </a:lnTo>
                  <a:lnTo>
                    <a:pt x="162" y="6"/>
                  </a:lnTo>
                  <a:lnTo>
                    <a:pt x="130" y="17"/>
                  </a:lnTo>
                  <a:lnTo>
                    <a:pt x="100" y="32"/>
                  </a:lnTo>
                  <a:close/>
                </a:path>
              </a:pathLst>
            </a:custGeom>
            <a:solidFill>
              <a:srgbClr val="EAEAEA"/>
            </a:solidFill>
            <a:ln w="12700">
              <a:solidFill>
                <a:srgbClr val="000000"/>
              </a:solidFill>
              <a:prstDash val="solid"/>
              <a:round/>
            </a:ln>
          </p:spPr>
          <p:txBody>
            <a:bodyPr/>
            <a:lstStyle/>
            <a:p>
              <a:endParaRPr lang="zh-CN" altLang="en-US" b="1">
                <a:solidFill>
                  <a:srgbClr val="000099"/>
                </a:solidFill>
              </a:endParaRPr>
            </a:p>
          </p:txBody>
        </p:sp>
        <p:sp>
          <p:nvSpPr>
            <p:cNvPr id="301092" name="Freeform 19"/>
            <p:cNvSpPr/>
            <p:nvPr/>
          </p:nvSpPr>
          <p:spPr bwMode="auto">
            <a:xfrm>
              <a:off x="3319" y="2831"/>
              <a:ext cx="850" cy="583"/>
            </a:xfrm>
            <a:custGeom>
              <a:avLst/>
              <a:gdLst>
                <a:gd name="T0" fmla="*/ 125 w 850"/>
                <a:gd name="T1" fmla="*/ 117 h 583"/>
                <a:gd name="T2" fmla="*/ 166 w 850"/>
                <a:gd name="T3" fmla="*/ 109 h 583"/>
                <a:gd name="T4" fmla="*/ 210 w 850"/>
                <a:gd name="T5" fmla="*/ 102 h 583"/>
                <a:gd name="T6" fmla="*/ 247 w 850"/>
                <a:gd name="T7" fmla="*/ 96 h 583"/>
                <a:gd name="T8" fmla="*/ 272 w 850"/>
                <a:gd name="T9" fmla="*/ 66 h 583"/>
                <a:gd name="T10" fmla="*/ 234 w 850"/>
                <a:gd name="T11" fmla="*/ 58 h 583"/>
                <a:gd name="T12" fmla="*/ 198 w 850"/>
                <a:gd name="T13" fmla="*/ 66 h 583"/>
                <a:gd name="T14" fmla="*/ 179 w 850"/>
                <a:gd name="T15" fmla="*/ 66 h 583"/>
                <a:gd name="T16" fmla="*/ 217 w 850"/>
                <a:gd name="T17" fmla="*/ 36 h 583"/>
                <a:gd name="T18" fmla="*/ 261 w 850"/>
                <a:gd name="T19" fmla="*/ 21 h 583"/>
                <a:gd name="T20" fmla="*/ 296 w 850"/>
                <a:gd name="T21" fmla="*/ 13 h 583"/>
                <a:gd name="T22" fmla="*/ 334 w 850"/>
                <a:gd name="T23" fmla="*/ 5 h 583"/>
                <a:gd name="T24" fmla="*/ 372 w 850"/>
                <a:gd name="T25" fmla="*/ 0 h 583"/>
                <a:gd name="T26" fmla="*/ 410 w 850"/>
                <a:gd name="T27" fmla="*/ 0 h 583"/>
                <a:gd name="T28" fmla="*/ 446 w 850"/>
                <a:gd name="T29" fmla="*/ 0 h 583"/>
                <a:gd name="T30" fmla="*/ 534 w 850"/>
                <a:gd name="T31" fmla="*/ 0 h 583"/>
                <a:gd name="T32" fmla="*/ 584 w 850"/>
                <a:gd name="T33" fmla="*/ 0 h 583"/>
                <a:gd name="T34" fmla="*/ 627 w 850"/>
                <a:gd name="T35" fmla="*/ 21 h 583"/>
                <a:gd name="T36" fmla="*/ 657 w 850"/>
                <a:gd name="T37" fmla="*/ 51 h 583"/>
                <a:gd name="T38" fmla="*/ 695 w 850"/>
                <a:gd name="T39" fmla="*/ 72 h 583"/>
                <a:gd name="T40" fmla="*/ 733 w 850"/>
                <a:gd name="T41" fmla="*/ 81 h 583"/>
                <a:gd name="T42" fmla="*/ 771 w 850"/>
                <a:gd name="T43" fmla="*/ 109 h 583"/>
                <a:gd name="T44" fmla="*/ 801 w 850"/>
                <a:gd name="T45" fmla="*/ 139 h 583"/>
                <a:gd name="T46" fmla="*/ 825 w 850"/>
                <a:gd name="T47" fmla="*/ 183 h 583"/>
                <a:gd name="T48" fmla="*/ 833 w 850"/>
                <a:gd name="T49" fmla="*/ 234 h 583"/>
                <a:gd name="T50" fmla="*/ 839 w 850"/>
                <a:gd name="T51" fmla="*/ 279 h 583"/>
                <a:gd name="T52" fmla="*/ 839 w 850"/>
                <a:gd name="T53" fmla="*/ 324 h 583"/>
                <a:gd name="T54" fmla="*/ 839 w 850"/>
                <a:gd name="T55" fmla="*/ 368 h 583"/>
                <a:gd name="T56" fmla="*/ 850 w 850"/>
                <a:gd name="T57" fmla="*/ 413 h 583"/>
                <a:gd name="T58" fmla="*/ 850 w 850"/>
                <a:gd name="T59" fmla="*/ 456 h 583"/>
                <a:gd name="T60" fmla="*/ 825 w 850"/>
                <a:gd name="T61" fmla="*/ 500 h 583"/>
                <a:gd name="T62" fmla="*/ 782 w 850"/>
                <a:gd name="T63" fmla="*/ 524 h 583"/>
                <a:gd name="T64" fmla="*/ 746 w 850"/>
                <a:gd name="T65" fmla="*/ 545 h 583"/>
                <a:gd name="T66" fmla="*/ 708 w 850"/>
                <a:gd name="T67" fmla="*/ 568 h 583"/>
                <a:gd name="T68" fmla="*/ 670 w 850"/>
                <a:gd name="T69" fmla="*/ 575 h 583"/>
                <a:gd name="T70" fmla="*/ 621 w 850"/>
                <a:gd name="T71" fmla="*/ 583 h 583"/>
                <a:gd name="T72" fmla="*/ 576 w 850"/>
                <a:gd name="T73" fmla="*/ 583 h 583"/>
                <a:gd name="T74" fmla="*/ 540 w 850"/>
                <a:gd name="T75" fmla="*/ 583 h 583"/>
                <a:gd name="T76" fmla="*/ 502 w 850"/>
                <a:gd name="T77" fmla="*/ 583 h 583"/>
                <a:gd name="T78" fmla="*/ 465 w 850"/>
                <a:gd name="T79" fmla="*/ 583 h 583"/>
                <a:gd name="T80" fmla="*/ 427 w 850"/>
                <a:gd name="T81" fmla="*/ 583 h 583"/>
                <a:gd name="T82" fmla="*/ 391 w 850"/>
                <a:gd name="T83" fmla="*/ 583 h 583"/>
                <a:gd name="T84" fmla="*/ 353 w 850"/>
                <a:gd name="T85" fmla="*/ 583 h 583"/>
                <a:gd name="T86" fmla="*/ 310 w 850"/>
                <a:gd name="T87" fmla="*/ 583 h 583"/>
                <a:gd name="T88" fmla="*/ 272 w 850"/>
                <a:gd name="T89" fmla="*/ 583 h 583"/>
                <a:gd name="T90" fmla="*/ 234 w 850"/>
                <a:gd name="T91" fmla="*/ 583 h 583"/>
                <a:gd name="T92" fmla="*/ 198 w 850"/>
                <a:gd name="T93" fmla="*/ 560 h 583"/>
                <a:gd name="T94" fmla="*/ 160 w 850"/>
                <a:gd name="T95" fmla="*/ 545 h 583"/>
                <a:gd name="T96" fmla="*/ 125 w 850"/>
                <a:gd name="T97" fmla="*/ 524 h 583"/>
                <a:gd name="T98" fmla="*/ 92 w 850"/>
                <a:gd name="T99" fmla="*/ 487 h 583"/>
                <a:gd name="T100" fmla="*/ 68 w 850"/>
                <a:gd name="T101" fmla="*/ 456 h 583"/>
                <a:gd name="T102" fmla="*/ 43 w 850"/>
                <a:gd name="T103" fmla="*/ 413 h 583"/>
                <a:gd name="T104" fmla="*/ 17 w 850"/>
                <a:gd name="T105" fmla="*/ 360 h 583"/>
                <a:gd name="T106" fmla="*/ 0 w 850"/>
                <a:gd name="T107" fmla="*/ 309 h 583"/>
                <a:gd name="T108" fmla="*/ 0 w 850"/>
                <a:gd name="T109" fmla="*/ 264 h 583"/>
                <a:gd name="T110" fmla="*/ 6 w 850"/>
                <a:gd name="T111" fmla="*/ 213 h 583"/>
                <a:gd name="T112" fmla="*/ 30 w 850"/>
                <a:gd name="T113" fmla="*/ 175 h 583"/>
                <a:gd name="T114" fmla="*/ 62 w 850"/>
                <a:gd name="T115" fmla="*/ 155 h 583"/>
                <a:gd name="T116" fmla="*/ 98 w 850"/>
                <a:gd name="T117" fmla="*/ 139 h 583"/>
                <a:gd name="T118" fmla="*/ 130 w 850"/>
                <a:gd name="T119" fmla="*/ 117 h 583"/>
                <a:gd name="T120" fmla="*/ 147 w 850"/>
                <a:gd name="T121" fmla="*/ 139 h 583"/>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850" h="583">
                  <a:moveTo>
                    <a:pt x="104" y="117"/>
                  </a:moveTo>
                  <a:lnTo>
                    <a:pt x="125" y="117"/>
                  </a:lnTo>
                  <a:lnTo>
                    <a:pt x="142" y="117"/>
                  </a:lnTo>
                  <a:lnTo>
                    <a:pt x="166" y="109"/>
                  </a:lnTo>
                  <a:lnTo>
                    <a:pt x="185" y="109"/>
                  </a:lnTo>
                  <a:lnTo>
                    <a:pt x="210" y="102"/>
                  </a:lnTo>
                  <a:lnTo>
                    <a:pt x="228" y="102"/>
                  </a:lnTo>
                  <a:lnTo>
                    <a:pt x="247" y="96"/>
                  </a:lnTo>
                  <a:lnTo>
                    <a:pt x="266" y="88"/>
                  </a:lnTo>
                  <a:lnTo>
                    <a:pt x="272" y="66"/>
                  </a:lnTo>
                  <a:lnTo>
                    <a:pt x="255" y="58"/>
                  </a:lnTo>
                  <a:lnTo>
                    <a:pt x="234" y="58"/>
                  </a:lnTo>
                  <a:lnTo>
                    <a:pt x="217" y="66"/>
                  </a:lnTo>
                  <a:lnTo>
                    <a:pt x="198" y="66"/>
                  </a:lnTo>
                  <a:lnTo>
                    <a:pt x="179" y="88"/>
                  </a:lnTo>
                  <a:lnTo>
                    <a:pt x="179" y="66"/>
                  </a:lnTo>
                  <a:lnTo>
                    <a:pt x="198" y="51"/>
                  </a:lnTo>
                  <a:lnTo>
                    <a:pt x="217" y="36"/>
                  </a:lnTo>
                  <a:lnTo>
                    <a:pt x="242" y="28"/>
                  </a:lnTo>
                  <a:lnTo>
                    <a:pt x="261" y="21"/>
                  </a:lnTo>
                  <a:lnTo>
                    <a:pt x="279" y="21"/>
                  </a:lnTo>
                  <a:lnTo>
                    <a:pt x="296" y="13"/>
                  </a:lnTo>
                  <a:lnTo>
                    <a:pt x="315" y="13"/>
                  </a:lnTo>
                  <a:lnTo>
                    <a:pt x="334" y="5"/>
                  </a:lnTo>
                  <a:lnTo>
                    <a:pt x="353" y="5"/>
                  </a:lnTo>
                  <a:lnTo>
                    <a:pt x="372" y="0"/>
                  </a:lnTo>
                  <a:lnTo>
                    <a:pt x="391" y="0"/>
                  </a:lnTo>
                  <a:lnTo>
                    <a:pt x="410" y="0"/>
                  </a:lnTo>
                  <a:lnTo>
                    <a:pt x="427" y="0"/>
                  </a:lnTo>
                  <a:lnTo>
                    <a:pt x="446" y="0"/>
                  </a:lnTo>
                  <a:lnTo>
                    <a:pt x="483" y="0"/>
                  </a:lnTo>
                  <a:lnTo>
                    <a:pt x="534" y="0"/>
                  </a:lnTo>
                  <a:lnTo>
                    <a:pt x="559" y="0"/>
                  </a:lnTo>
                  <a:lnTo>
                    <a:pt x="584" y="0"/>
                  </a:lnTo>
                  <a:lnTo>
                    <a:pt x="608" y="5"/>
                  </a:lnTo>
                  <a:lnTo>
                    <a:pt x="627" y="21"/>
                  </a:lnTo>
                  <a:lnTo>
                    <a:pt x="638" y="43"/>
                  </a:lnTo>
                  <a:lnTo>
                    <a:pt x="657" y="51"/>
                  </a:lnTo>
                  <a:lnTo>
                    <a:pt x="676" y="66"/>
                  </a:lnTo>
                  <a:lnTo>
                    <a:pt x="695" y="72"/>
                  </a:lnTo>
                  <a:lnTo>
                    <a:pt x="714" y="72"/>
                  </a:lnTo>
                  <a:lnTo>
                    <a:pt x="733" y="81"/>
                  </a:lnTo>
                  <a:lnTo>
                    <a:pt x="752" y="96"/>
                  </a:lnTo>
                  <a:lnTo>
                    <a:pt x="771" y="109"/>
                  </a:lnTo>
                  <a:lnTo>
                    <a:pt x="782" y="132"/>
                  </a:lnTo>
                  <a:lnTo>
                    <a:pt x="801" y="139"/>
                  </a:lnTo>
                  <a:lnTo>
                    <a:pt x="806" y="162"/>
                  </a:lnTo>
                  <a:lnTo>
                    <a:pt x="825" y="183"/>
                  </a:lnTo>
                  <a:lnTo>
                    <a:pt x="833" y="213"/>
                  </a:lnTo>
                  <a:lnTo>
                    <a:pt x="833" y="234"/>
                  </a:lnTo>
                  <a:lnTo>
                    <a:pt x="839" y="258"/>
                  </a:lnTo>
                  <a:lnTo>
                    <a:pt x="839" y="279"/>
                  </a:lnTo>
                  <a:lnTo>
                    <a:pt x="839" y="302"/>
                  </a:lnTo>
                  <a:lnTo>
                    <a:pt x="839" y="324"/>
                  </a:lnTo>
                  <a:lnTo>
                    <a:pt x="839" y="347"/>
                  </a:lnTo>
                  <a:lnTo>
                    <a:pt x="839" y="368"/>
                  </a:lnTo>
                  <a:lnTo>
                    <a:pt x="850" y="390"/>
                  </a:lnTo>
                  <a:lnTo>
                    <a:pt x="850" y="413"/>
                  </a:lnTo>
                  <a:lnTo>
                    <a:pt x="850" y="434"/>
                  </a:lnTo>
                  <a:lnTo>
                    <a:pt x="850" y="456"/>
                  </a:lnTo>
                  <a:lnTo>
                    <a:pt x="844" y="479"/>
                  </a:lnTo>
                  <a:lnTo>
                    <a:pt x="825" y="500"/>
                  </a:lnTo>
                  <a:lnTo>
                    <a:pt x="801" y="517"/>
                  </a:lnTo>
                  <a:lnTo>
                    <a:pt x="782" y="524"/>
                  </a:lnTo>
                  <a:lnTo>
                    <a:pt x="765" y="537"/>
                  </a:lnTo>
                  <a:lnTo>
                    <a:pt x="746" y="545"/>
                  </a:lnTo>
                  <a:lnTo>
                    <a:pt x="725" y="553"/>
                  </a:lnTo>
                  <a:lnTo>
                    <a:pt x="708" y="568"/>
                  </a:lnTo>
                  <a:lnTo>
                    <a:pt x="689" y="575"/>
                  </a:lnTo>
                  <a:lnTo>
                    <a:pt x="670" y="575"/>
                  </a:lnTo>
                  <a:lnTo>
                    <a:pt x="644" y="583"/>
                  </a:lnTo>
                  <a:lnTo>
                    <a:pt x="621" y="583"/>
                  </a:lnTo>
                  <a:lnTo>
                    <a:pt x="602" y="583"/>
                  </a:lnTo>
                  <a:lnTo>
                    <a:pt x="576" y="583"/>
                  </a:lnTo>
                  <a:lnTo>
                    <a:pt x="559" y="583"/>
                  </a:lnTo>
                  <a:lnTo>
                    <a:pt x="540" y="583"/>
                  </a:lnTo>
                  <a:lnTo>
                    <a:pt x="521" y="583"/>
                  </a:lnTo>
                  <a:lnTo>
                    <a:pt x="502" y="583"/>
                  </a:lnTo>
                  <a:lnTo>
                    <a:pt x="483" y="583"/>
                  </a:lnTo>
                  <a:lnTo>
                    <a:pt x="465" y="583"/>
                  </a:lnTo>
                  <a:lnTo>
                    <a:pt x="446" y="583"/>
                  </a:lnTo>
                  <a:lnTo>
                    <a:pt x="427" y="583"/>
                  </a:lnTo>
                  <a:lnTo>
                    <a:pt x="410" y="583"/>
                  </a:lnTo>
                  <a:lnTo>
                    <a:pt x="391" y="583"/>
                  </a:lnTo>
                  <a:lnTo>
                    <a:pt x="372" y="583"/>
                  </a:lnTo>
                  <a:lnTo>
                    <a:pt x="353" y="583"/>
                  </a:lnTo>
                  <a:lnTo>
                    <a:pt x="329" y="583"/>
                  </a:lnTo>
                  <a:lnTo>
                    <a:pt x="310" y="583"/>
                  </a:lnTo>
                  <a:lnTo>
                    <a:pt x="291" y="583"/>
                  </a:lnTo>
                  <a:lnTo>
                    <a:pt x="272" y="583"/>
                  </a:lnTo>
                  <a:lnTo>
                    <a:pt x="255" y="583"/>
                  </a:lnTo>
                  <a:lnTo>
                    <a:pt x="234" y="583"/>
                  </a:lnTo>
                  <a:lnTo>
                    <a:pt x="217" y="568"/>
                  </a:lnTo>
                  <a:lnTo>
                    <a:pt x="198" y="560"/>
                  </a:lnTo>
                  <a:lnTo>
                    <a:pt x="179" y="553"/>
                  </a:lnTo>
                  <a:lnTo>
                    <a:pt x="160" y="545"/>
                  </a:lnTo>
                  <a:lnTo>
                    <a:pt x="142" y="537"/>
                  </a:lnTo>
                  <a:lnTo>
                    <a:pt x="125" y="524"/>
                  </a:lnTo>
                  <a:lnTo>
                    <a:pt x="104" y="509"/>
                  </a:lnTo>
                  <a:lnTo>
                    <a:pt x="92" y="487"/>
                  </a:lnTo>
                  <a:lnTo>
                    <a:pt x="74" y="479"/>
                  </a:lnTo>
                  <a:lnTo>
                    <a:pt x="68" y="456"/>
                  </a:lnTo>
                  <a:lnTo>
                    <a:pt x="49" y="434"/>
                  </a:lnTo>
                  <a:lnTo>
                    <a:pt x="43" y="413"/>
                  </a:lnTo>
                  <a:lnTo>
                    <a:pt x="24" y="390"/>
                  </a:lnTo>
                  <a:lnTo>
                    <a:pt x="17" y="360"/>
                  </a:lnTo>
                  <a:lnTo>
                    <a:pt x="6" y="330"/>
                  </a:lnTo>
                  <a:lnTo>
                    <a:pt x="0" y="309"/>
                  </a:lnTo>
                  <a:lnTo>
                    <a:pt x="0" y="287"/>
                  </a:lnTo>
                  <a:lnTo>
                    <a:pt x="0" y="264"/>
                  </a:lnTo>
                  <a:lnTo>
                    <a:pt x="0" y="243"/>
                  </a:lnTo>
                  <a:lnTo>
                    <a:pt x="6" y="213"/>
                  </a:lnTo>
                  <a:lnTo>
                    <a:pt x="11" y="192"/>
                  </a:lnTo>
                  <a:lnTo>
                    <a:pt x="30" y="175"/>
                  </a:lnTo>
                  <a:lnTo>
                    <a:pt x="43" y="155"/>
                  </a:lnTo>
                  <a:lnTo>
                    <a:pt x="62" y="155"/>
                  </a:lnTo>
                  <a:lnTo>
                    <a:pt x="79" y="147"/>
                  </a:lnTo>
                  <a:lnTo>
                    <a:pt x="98" y="139"/>
                  </a:lnTo>
                  <a:lnTo>
                    <a:pt x="117" y="139"/>
                  </a:lnTo>
                  <a:lnTo>
                    <a:pt x="130" y="117"/>
                  </a:lnTo>
                  <a:lnTo>
                    <a:pt x="130" y="96"/>
                  </a:lnTo>
                  <a:lnTo>
                    <a:pt x="147" y="139"/>
                  </a:lnTo>
                  <a:lnTo>
                    <a:pt x="104" y="117"/>
                  </a:lnTo>
                  <a:close/>
                </a:path>
              </a:pathLst>
            </a:custGeom>
            <a:solidFill>
              <a:srgbClr val="EAEAEA"/>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301093" name="Freeform 20"/>
            <p:cNvSpPr/>
            <p:nvPr/>
          </p:nvSpPr>
          <p:spPr bwMode="auto">
            <a:xfrm>
              <a:off x="3483" y="2787"/>
              <a:ext cx="132" cy="168"/>
            </a:xfrm>
            <a:custGeom>
              <a:avLst/>
              <a:gdLst>
                <a:gd name="T0" fmla="*/ 6 w 132"/>
                <a:gd name="T1" fmla="*/ 95 h 168"/>
                <a:gd name="T2" fmla="*/ 0 w 132"/>
                <a:gd name="T3" fmla="*/ 72 h 168"/>
                <a:gd name="T4" fmla="*/ 0 w 132"/>
                <a:gd name="T5" fmla="*/ 51 h 168"/>
                <a:gd name="T6" fmla="*/ 17 w 132"/>
                <a:gd name="T7" fmla="*/ 36 h 168"/>
                <a:gd name="T8" fmla="*/ 36 w 132"/>
                <a:gd name="T9" fmla="*/ 21 h 168"/>
                <a:gd name="T10" fmla="*/ 53 w 132"/>
                <a:gd name="T11" fmla="*/ 0 h 168"/>
                <a:gd name="T12" fmla="*/ 72 w 132"/>
                <a:gd name="T13" fmla="*/ 0 h 168"/>
                <a:gd name="T14" fmla="*/ 91 w 132"/>
                <a:gd name="T15" fmla="*/ 0 h 168"/>
                <a:gd name="T16" fmla="*/ 97 w 132"/>
                <a:gd name="T17" fmla="*/ 21 h 168"/>
                <a:gd name="T18" fmla="*/ 110 w 132"/>
                <a:gd name="T19" fmla="*/ 44 h 168"/>
                <a:gd name="T20" fmla="*/ 121 w 132"/>
                <a:gd name="T21" fmla="*/ 66 h 168"/>
                <a:gd name="T22" fmla="*/ 127 w 132"/>
                <a:gd name="T23" fmla="*/ 87 h 168"/>
                <a:gd name="T24" fmla="*/ 132 w 132"/>
                <a:gd name="T25" fmla="*/ 108 h 168"/>
                <a:gd name="T26" fmla="*/ 132 w 132"/>
                <a:gd name="T27" fmla="*/ 132 h 168"/>
                <a:gd name="T28" fmla="*/ 132 w 132"/>
                <a:gd name="T29" fmla="*/ 153 h 168"/>
                <a:gd name="T30" fmla="*/ 115 w 132"/>
                <a:gd name="T31" fmla="*/ 168 h 168"/>
                <a:gd name="T32" fmla="*/ 97 w 132"/>
                <a:gd name="T33" fmla="*/ 168 h 168"/>
                <a:gd name="T34" fmla="*/ 80 w 132"/>
                <a:gd name="T35" fmla="*/ 168 h 168"/>
                <a:gd name="T36" fmla="*/ 61 w 132"/>
                <a:gd name="T37" fmla="*/ 168 h 168"/>
                <a:gd name="T38" fmla="*/ 42 w 132"/>
                <a:gd name="T39" fmla="*/ 161 h 168"/>
                <a:gd name="T40" fmla="*/ 23 w 132"/>
                <a:gd name="T41" fmla="*/ 146 h 168"/>
                <a:gd name="T42" fmla="*/ 12 w 132"/>
                <a:gd name="T43" fmla="*/ 123 h 168"/>
                <a:gd name="T44" fmla="*/ 6 w 132"/>
                <a:gd name="T45" fmla="*/ 102 h 168"/>
                <a:gd name="T46" fmla="*/ 6 w 132"/>
                <a:gd name="T47" fmla="*/ 95 h 16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32" h="168">
                  <a:moveTo>
                    <a:pt x="6" y="95"/>
                  </a:moveTo>
                  <a:lnTo>
                    <a:pt x="0" y="72"/>
                  </a:lnTo>
                  <a:lnTo>
                    <a:pt x="0" y="51"/>
                  </a:lnTo>
                  <a:lnTo>
                    <a:pt x="17" y="36"/>
                  </a:lnTo>
                  <a:lnTo>
                    <a:pt x="36" y="21"/>
                  </a:lnTo>
                  <a:lnTo>
                    <a:pt x="53" y="0"/>
                  </a:lnTo>
                  <a:lnTo>
                    <a:pt x="72" y="0"/>
                  </a:lnTo>
                  <a:lnTo>
                    <a:pt x="91" y="0"/>
                  </a:lnTo>
                  <a:lnTo>
                    <a:pt x="97" y="21"/>
                  </a:lnTo>
                  <a:lnTo>
                    <a:pt x="110" y="44"/>
                  </a:lnTo>
                  <a:lnTo>
                    <a:pt x="121" y="66"/>
                  </a:lnTo>
                  <a:lnTo>
                    <a:pt x="127" y="87"/>
                  </a:lnTo>
                  <a:lnTo>
                    <a:pt x="132" y="108"/>
                  </a:lnTo>
                  <a:lnTo>
                    <a:pt x="132" y="132"/>
                  </a:lnTo>
                  <a:lnTo>
                    <a:pt x="132" y="153"/>
                  </a:lnTo>
                  <a:lnTo>
                    <a:pt x="115" y="168"/>
                  </a:lnTo>
                  <a:lnTo>
                    <a:pt x="97" y="168"/>
                  </a:lnTo>
                  <a:lnTo>
                    <a:pt x="80" y="168"/>
                  </a:lnTo>
                  <a:lnTo>
                    <a:pt x="61" y="168"/>
                  </a:lnTo>
                  <a:lnTo>
                    <a:pt x="42" y="161"/>
                  </a:lnTo>
                  <a:lnTo>
                    <a:pt x="23" y="146"/>
                  </a:lnTo>
                  <a:lnTo>
                    <a:pt x="12" y="123"/>
                  </a:lnTo>
                  <a:lnTo>
                    <a:pt x="6" y="102"/>
                  </a:lnTo>
                  <a:lnTo>
                    <a:pt x="6" y="95"/>
                  </a:lnTo>
                  <a:close/>
                </a:path>
              </a:pathLst>
            </a:custGeom>
            <a:solidFill>
              <a:srgbClr val="EAEAEA"/>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sp>
          <p:nvSpPr>
            <p:cNvPr id="301094" name="Freeform 21"/>
            <p:cNvSpPr/>
            <p:nvPr/>
          </p:nvSpPr>
          <p:spPr bwMode="auto">
            <a:xfrm>
              <a:off x="3802" y="2742"/>
              <a:ext cx="93" cy="123"/>
            </a:xfrm>
            <a:custGeom>
              <a:avLst/>
              <a:gdLst>
                <a:gd name="T0" fmla="*/ 0 w 93"/>
                <a:gd name="T1" fmla="*/ 0 h 123"/>
                <a:gd name="T2" fmla="*/ 17 w 93"/>
                <a:gd name="T3" fmla="*/ 15 h 123"/>
                <a:gd name="T4" fmla="*/ 36 w 93"/>
                <a:gd name="T5" fmla="*/ 28 h 123"/>
                <a:gd name="T6" fmla="*/ 55 w 93"/>
                <a:gd name="T7" fmla="*/ 28 h 123"/>
                <a:gd name="T8" fmla="*/ 74 w 93"/>
                <a:gd name="T9" fmla="*/ 44 h 123"/>
                <a:gd name="T10" fmla="*/ 87 w 93"/>
                <a:gd name="T11" fmla="*/ 66 h 123"/>
                <a:gd name="T12" fmla="*/ 93 w 93"/>
                <a:gd name="T13" fmla="*/ 87 h 123"/>
                <a:gd name="T14" fmla="*/ 93 w 93"/>
                <a:gd name="T15" fmla="*/ 110 h 123"/>
                <a:gd name="T16" fmla="*/ 74 w 93"/>
                <a:gd name="T17" fmla="*/ 123 h 123"/>
                <a:gd name="T18" fmla="*/ 55 w 93"/>
                <a:gd name="T19" fmla="*/ 123 h 123"/>
                <a:gd name="T20" fmla="*/ 31 w 93"/>
                <a:gd name="T21" fmla="*/ 115 h 123"/>
                <a:gd name="T22" fmla="*/ 12 w 93"/>
                <a:gd name="T23" fmla="*/ 102 h 123"/>
                <a:gd name="T24" fmla="*/ 6 w 93"/>
                <a:gd name="T25" fmla="*/ 79 h 123"/>
                <a:gd name="T26" fmla="*/ 0 w 93"/>
                <a:gd name="T27" fmla="*/ 57 h 123"/>
                <a:gd name="T28" fmla="*/ 0 w 93"/>
                <a:gd name="T29" fmla="*/ 36 h 123"/>
                <a:gd name="T30" fmla="*/ 12 w 93"/>
                <a:gd name="T31" fmla="*/ 15 h 123"/>
                <a:gd name="T32" fmla="*/ 0 w 93"/>
                <a:gd name="T33" fmla="*/ 0 h 12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93" h="123">
                  <a:moveTo>
                    <a:pt x="0" y="0"/>
                  </a:moveTo>
                  <a:lnTo>
                    <a:pt x="17" y="15"/>
                  </a:lnTo>
                  <a:lnTo>
                    <a:pt x="36" y="28"/>
                  </a:lnTo>
                  <a:lnTo>
                    <a:pt x="55" y="28"/>
                  </a:lnTo>
                  <a:lnTo>
                    <a:pt x="74" y="44"/>
                  </a:lnTo>
                  <a:lnTo>
                    <a:pt x="87" y="66"/>
                  </a:lnTo>
                  <a:lnTo>
                    <a:pt x="93" y="87"/>
                  </a:lnTo>
                  <a:lnTo>
                    <a:pt x="93" y="110"/>
                  </a:lnTo>
                  <a:lnTo>
                    <a:pt x="74" y="123"/>
                  </a:lnTo>
                  <a:lnTo>
                    <a:pt x="55" y="123"/>
                  </a:lnTo>
                  <a:lnTo>
                    <a:pt x="31" y="115"/>
                  </a:lnTo>
                  <a:lnTo>
                    <a:pt x="12" y="102"/>
                  </a:lnTo>
                  <a:lnTo>
                    <a:pt x="6" y="79"/>
                  </a:lnTo>
                  <a:lnTo>
                    <a:pt x="0" y="57"/>
                  </a:lnTo>
                  <a:lnTo>
                    <a:pt x="0" y="36"/>
                  </a:lnTo>
                  <a:lnTo>
                    <a:pt x="12" y="15"/>
                  </a:lnTo>
                  <a:lnTo>
                    <a:pt x="0" y="0"/>
                  </a:lnTo>
                  <a:close/>
                </a:path>
              </a:pathLst>
            </a:custGeom>
            <a:solidFill>
              <a:srgbClr val="EAEAEA"/>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b="1">
                <a:solidFill>
                  <a:srgbClr val="000099"/>
                </a:solidFill>
              </a:endParaRPr>
            </a:p>
          </p:txBody>
        </p:sp>
      </p:grpSp>
      <p:sp>
        <p:nvSpPr>
          <p:cNvPr id="301065" name="Line 22"/>
          <p:cNvSpPr>
            <a:spLocks noChangeShapeType="1"/>
          </p:cNvSpPr>
          <p:nvPr/>
        </p:nvSpPr>
        <p:spPr bwMode="auto">
          <a:xfrm>
            <a:off x="209889" y="3181499"/>
            <a:ext cx="3867811" cy="22225"/>
          </a:xfrm>
          <a:prstGeom prst="line">
            <a:avLst/>
          </a:prstGeom>
          <a:noFill/>
          <a:ln w="2857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01066" name="Line 23"/>
          <p:cNvSpPr>
            <a:spLocks noChangeShapeType="1"/>
          </p:cNvSpPr>
          <p:nvPr/>
        </p:nvSpPr>
        <p:spPr bwMode="auto">
          <a:xfrm>
            <a:off x="460978" y="2779861"/>
            <a:ext cx="0" cy="423862"/>
          </a:xfrm>
          <a:prstGeom prst="line">
            <a:avLst/>
          </a:prstGeom>
          <a:noFill/>
          <a:ln w="2857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01067" name="Line 24"/>
          <p:cNvSpPr>
            <a:spLocks noChangeShapeType="1"/>
          </p:cNvSpPr>
          <p:nvPr/>
        </p:nvSpPr>
        <p:spPr bwMode="auto">
          <a:xfrm>
            <a:off x="3664950" y="3203723"/>
            <a:ext cx="0" cy="422275"/>
          </a:xfrm>
          <a:prstGeom prst="line">
            <a:avLst/>
          </a:prstGeom>
          <a:noFill/>
          <a:ln w="2857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pic>
        <p:nvPicPr>
          <p:cNvPr id="301068" name="Picture 25"/>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23899" y="2284561"/>
            <a:ext cx="672438" cy="690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01069" name="Text Box 26"/>
          <p:cNvSpPr txBox="1">
            <a:spLocks noChangeArrowheads="1"/>
          </p:cNvSpPr>
          <p:nvPr/>
        </p:nvSpPr>
        <p:spPr bwMode="auto">
          <a:xfrm>
            <a:off x="7292295" y="3586311"/>
            <a:ext cx="697627"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其他</a:t>
            </a:r>
          </a:p>
          <a:p>
            <a:pPr algn="ctr" eaLnBrk="1" hangingPunct="1"/>
            <a:r>
              <a:rPr kumimoji="1" lang="zh-CN" altLang="en-US" sz="2000" b="1">
                <a:solidFill>
                  <a:srgbClr val="000099"/>
                </a:solidFill>
                <a:latin typeface="Arial" panose="020B0604020202020204" pitchFamily="34" charset="0"/>
                <a:ea typeface="黑体" panose="02010609060101010101" pitchFamily="2" charset="-122"/>
              </a:rPr>
              <a:t>网络</a:t>
            </a:r>
          </a:p>
        </p:txBody>
      </p:sp>
      <p:sp>
        <p:nvSpPr>
          <p:cNvPr id="301070" name="Text Box 27"/>
          <p:cNvSpPr txBox="1">
            <a:spLocks noChangeArrowheads="1"/>
          </p:cNvSpPr>
          <p:nvPr/>
        </p:nvSpPr>
        <p:spPr bwMode="auto">
          <a:xfrm>
            <a:off x="3100930" y="4189562"/>
            <a:ext cx="1210588"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algn="ctr" eaLnBrk="1" hangingPunct="1"/>
            <a:r>
              <a:rPr kumimoji="1" lang="en-US" altLang="zh-CN" sz="2000" b="1" dirty="0">
                <a:solidFill>
                  <a:srgbClr val="660033"/>
                </a:solidFill>
                <a:latin typeface="Arial" panose="020B0604020202020204" pitchFamily="34" charset="0"/>
                <a:ea typeface="黑体" panose="02010609060101010101" pitchFamily="2" charset="-122"/>
              </a:rPr>
              <a:t>DHCP</a:t>
            </a:r>
          </a:p>
          <a:p>
            <a:pPr algn="ctr" eaLnBrk="1" hangingPunct="1"/>
            <a:r>
              <a:rPr kumimoji="1" lang="zh-CN" altLang="en-US" sz="2000" b="1" dirty="0">
                <a:solidFill>
                  <a:srgbClr val="660033"/>
                </a:solidFill>
                <a:latin typeface="Arial" panose="020B0604020202020204" pitchFamily="34" charset="0"/>
                <a:ea typeface="黑体" panose="02010609060101010101" pitchFamily="2" charset="-122"/>
              </a:rPr>
              <a:t>中继代理</a:t>
            </a:r>
          </a:p>
        </p:txBody>
      </p:sp>
      <p:grpSp>
        <p:nvGrpSpPr>
          <p:cNvPr id="724009" name="Group 41"/>
          <p:cNvGrpSpPr/>
          <p:nvPr/>
        </p:nvGrpSpPr>
        <p:grpSpPr bwMode="auto">
          <a:xfrm>
            <a:off x="1045708" y="2133748"/>
            <a:ext cx="2791221" cy="858838"/>
            <a:chOff x="571" y="1480"/>
            <a:chExt cx="1623" cy="541"/>
          </a:xfrm>
        </p:grpSpPr>
        <p:grpSp>
          <p:nvGrpSpPr>
            <p:cNvPr id="301080" name="Group 31"/>
            <p:cNvGrpSpPr/>
            <p:nvPr/>
          </p:nvGrpSpPr>
          <p:grpSpPr bwMode="auto">
            <a:xfrm>
              <a:off x="571" y="1754"/>
              <a:ext cx="1623" cy="267"/>
              <a:chOff x="1008" y="2400"/>
              <a:chExt cx="1296" cy="192"/>
            </a:xfrm>
          </p:grpSpPr>
          <p:sp>
            <p:nvSpPr>
              <p:cNvPr id="301082" name="AutoShape 32"/>
              <p:cNvSpPr>
                <a:spLocks noChangeArrowheads="1"/>
              </p:cNvSpPr>
              <p:nvPr/>
            </p:nvSpPr>
            <p:spPr bwMode="auto">
              <a:xfrm>
                <a:off x="2064" y="2448"/>
                <a:ext cx="240" cy="96"/>
              </a:xfrm>
              <a:prstGeom prst="rightArrow">
                <a:avLst>
                  <a:gd name="adj1" fmla="val 50000"/>
                  <a:gd name="adj2" fmla="val 62500"/>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solidFill>
                    <a:srgbClr val="000099"/>
                  </a:solidFill>
                </a:endParaRPr>
              </a:p>
            </p:txBody>
          </p:sp>
          <p:sp>
            <p:nvSpPr>
              <p:cNvPr id="301083" name="Rectangle 33"/>
              <p:cNvSpPr>
                <a:spLocks noChangeArrowheads="1"/>
              </p:cNvSpPr>
              <p:nvPr/>
            </p:nvSpPr>
            <p:spPr bwMode="auto">
              <a:xfrm>
                <a:off x="1008" y="2400"/>
                <a:ext cx="1056" cy="192"/>
              </a:xfrm>
              <a:prstGeom prst="rect">
                <a:avLst/>
              </a:prstGeom>
              <a:solidFill>
                <a:srgbClr val="CCECFF"/>
              </a:solidFill>
              <a:ln w="9525">
                <a:solidFill>
                  <a:schemeClr val="folHlink"/>
                </a:solidFill>
                <a:miter lim="800000"/>
              </a:ln>
              <a:effectLst>
                <a:outerShdw dist="35921" dir="2700000" algn="ctr" rotWithShape="0">
                  <a:schemeClr val="bg2"/>
                </a:outerShdw>
              </a:effectLst>
            </p:spPr>
            <p:txBody>
              <a:bodyPr wrap="none" anchor="ctr"/>
              <a:lstStyle/>
              <a:p>
                <a:pPr algn="ctr" eaLnBrk="1" hangingPunct="1"/>
                <a:r>
                  <a:rPr kumimoji="1" lang="en-US" altLang="zh-CN" sz="2000" b="1" dirty="0">
                    <a:solidFill>
                      <a:srgbClr val="000099"/>
                    </a:solidFill>
                    <a:latin typeface="Arial" panose="020B0604020202020204" pitchFamily="34" charset="0"/>
                    <a:ea typeface="黑体" panose="02010609060101010101" pitchFamily="2" charset="-122"/>
                  </a:rPr>
                  <a:t>DHCP</a:t>
                </a:r>
                <a:r>
                  <a:rPr kumimoji="1" lang="en-US" altLang="zh-CN" sz="2000" b="1" dirty="0">
                    <a:solidFill>
                      <a:srgbClr val="FF0000"/>
                    </a:solidFill>
                    <a:latin typeface="Arial" panose="020B0604020202020204" pitchFamily="34" charset="0"/>
                    <a:ea typeface="黑体" panose="02010609060101010101" pitchFamily="2" charset="-122"/>
                  </a:rPr>
                  <a:t>DISCOVER</a:t>
                </a:r>
              </a:p>
            </p:txBody>
          </p:sp>
        </p:grpSp>
        <p:sp>
          <p:nvSpPr>
            <p:cNvPr id="301081" name="Text Box 34"/>
            <p:cNvSpPr txBox="1">
              <a:spLocks noChangeArrowheads="1"/>
            </p:cNvSpPr>
            <p:nvPr/>
          </p:nvSpPr>
          <p:spPr bwMode="auto">
            <a:xfrm>
              <a:off x="967" y="1480"/>
              <a:ext cx="406"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000" b="1" dirty="0">
                  <a:solidFill>
                    <a:srgbClr val="FF0000"/>
                  </a:solidFill>
                  <a:latin typeface="Arial" panose="020B0604020202020204" pitchFamily="34" charset="0"/>
                  <a:ea typeface="黑体" panose="02010609060101010101" pitchFamily="2" charset="-122"/>
                </a:rPr>
                <a:t>广播</a:t>
              </a:r>
            </a:p>
          </p:txBody>
        </p:sp>
      </p:grpSp>
      <p:grpSp>
        <p:nvGrpSpPr>
          <p:cNvPr id="724010" name="Group 42"/>
          <p:cNvGrpSpPr/>
          <p:nvPr/>
        </p:nvGrpSpPr>
        <p:grpSpPr bwMode="auto">
          <a:xfrm>
            <a:off x="4077700" y="2998936"/>
            <a:ext cx="2792942" cy="838200"/>
            <a:chOff x="2334" y="2025"/>
            <a:chExt cx="1624" cy="528"/>
          </a:xfrm>
        </p:grpSpPr>
        <p:grpSp>
          <p:nvGrpSpPr>
            <p:cNvPr id="301076" name="Group 28"/>
            <p:cNvGrpSpPr/>
            <p:nvPr/>
          </p:nvGrpSpPr>
          <p:grpSpPr bwMode="auto">
            <a:xfrm>
              <a:off x="2334" y="2287"/>
              <a:ext cx="1624" cy="266"/>
              <a:chOff x="1008" y="2400"/>
              <a:chExt cx="1296" cy="192"/>
            </a:xfrm>
          </p:grpSpPr>
          <p:sp>
            <p:nvSpPr>
              <p:cNvPr id="301078" name="AutoShape 29"/>
              <p:cNvSpPr>
                <a:spLocks noChangeArrowheads="1"/>
              </p:cNvSpPr>
              <p:nvPr/>
            </p:nvSpPr>
            <p:spPr bwMode="auto">
              <a:xfrm>
                <a:off x="2064" y="2448"/>
                <a:ext cx="240" cy="96"/>
              </a:xfrm>
              <a:prstGeom prst="rightArrow">
                <a:avLst>
                  <a:gd name="adj1" fmla="val 50000"/>
                  <a:gd name="adj2" fmla="val 62500"/>
                </a:avLst>
              </a:prstGeom>
              <a:solidFill>
                <a:srgbClr val="FFCCFF"/>
              </a:solidFill>
              <a:ln w="9525">
                <a:solidFill>
                  <a:schemeClr val="folHlink"/>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solidFill>
                    <a:srgbClr val="000099"/>
                  </a:solidFill>
                </a:endParaRPr>
              </a:p>
            </p:txBody>
          </p:sp>
          <p:sp>
            <p:nvSpPr>
              <p:cNvPr id="301079" name="Rectangle 30"/>
              <p:cNvSpPr>
                <a:spLocks noChangeArrowheads="1"/>
              </p:cNvSpPr>
              <p:nvPr/>
            </p:nvSpPr>
            <p:spPr bwMode="auto">
              <a:xfrm>
                <a:off x="1008" y="2400"/>
                <a:ext cx="1056" cy="192"/>
              </a:xfrm>
              <a:prstGeom prst="rect">
                <a:avLst/>
              </a:prstGeom>
              <a:solidFill>
                <a:srgbClr val="FFCCFF"/>
              </a:solidFill>
              <a:ln w="9525">
                <a:solidFill>
                  <a:schemeClr val="folHlink"/>
                </a:solidFill>
                <a:miter lim="800000"/>
              </a:ln>
              <a:effectLst>
                <a:outerShdw dist="35921" dir="2700000" algn="ctr" rotWithShape="0">
                  <a:schemeClr val="bg2"/>
                </a:outerShdw>
              </a:effectLst>
            </p:spPr>
            <p:txBody>
              <a:bodyPr wrap="none" anchor="ctr"/>
              <a:lstStyle/>
              <a:p>
                <a:pPr algn="ctr" eaLnBrk="1" hangingPunct="1"/>
                <a:r>
                  <a:rPr kumimoji="1" lang="en-US" altLang="zh-CN" sz="2000" b="1" dirty="0">
                    <a:solidFill>
                      <a:srgbClr val="000099"/>
                    </a:solidFill>
                    <a:latin typeface="Arial" panose="020B0604020202020204" pitchFamily="34" charset="0"/>
                    <a:ea typeface="黑体" panose="02010609060101010101" pitchFamily="2" charset="-122"/>
                  </a:rPr>
                  <a:t>DHCP</a:t>
                </a:r>
                <a:r>
                  <a:rPr kumimoji="1" lang="en-US" altLang="zh-CN" sz="2000" b="1" dirty="0">
                    <a:solidFill>
                      <a:srgbClr val="FF0000"/>
                    </a:solidFill>
                    <a:latin typeface="Arial" panose="020B0604020202020204" pitchFamily="34" charset="0"/>
                    <a:ea typeface="黑体" panose="02010609060101010101" pitchFamily="2" charset="-122"/>
                  </a:rPr>
                  <a:t>DISCOVER</a:t>
                </a:r>
              </a:p>
            </p:txBody>
          </p:sp>
        </p:grpSp>
        <p:sp>
          <p:nvSpPr>
            <p:cNvPr id="301077" name="Text Box 35"/>
            <p:cNvSpPr txBox="1">
              <a:spLocks noChangeArrowheads="1"/>
            </p:cNvSpPr>
            <p:nvPr/>
          </p:nvSpPr>
          <p:spPr bwMode="auto">
            <a:xfrm>
              <a:off x="2764" y="2025"/>
              <a:ext cx="406"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000" b="1" dirty="0">
                  <a:solidFill>
                    <a:srgbClr val="FF0000"/>
                  </a:solidFill>
                  <a:latin typeface="Arial" panose="020B0604020202020204" pitchFamily="34" charset="0"/>
                  <a:ea typeface="黑体" panose="02010609060101010101" pitchFamily="2" charset="-122"/>
                </a:rPr>
                <a:t>单播</a:t>
              </a:r>
            </a:p>
          </p:txBody>
        </p:sp>
      </p:grpSp>
      <p:pic>
        <p:nvPicPr>
          <p:cNvPr id="301073" name="Picture 36"/>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43988" y="3510111"/>
            <a:ext cx="672439" cy="690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1074" name="Picture 37"/>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327871" y="3546623"/>
            <a:ext cx="674158" cy="692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24008" name="Text Box 40"/>
          <p:cNvSpPr txBox="1">
            <a:spLocks noChangeArrowheads="1"/>
          </p:cNvSpPr>
          <p:nvPr/>
        </p:nvSpPr>
        <p:spPr bwMode="auto">
          <a:xfrm>
            <a:off x="450660" y="5197623"/>
            <a:ext cx="9254868" cy="523220"/>
          </a:xfrm>
          <a:prstGeom prst="rect">
            <a:avLst/>
          </a:prstGeom>
          <a:solidFill>
            <a:srgbClr val="FFFF66"/>
          </a:solidFill>
          <a:ln w="9525">
            <a:solidFill>
              <a:srgbClr val="333399"/>
            </a:solidFill>
            <a:miter lim="800000"/>
          </a:ln>
          <a:effectLst/>
        </p:spPr>
        <p:txBody>
          <a:bodyPr wrap="squar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algn="ctr" eaLnBrk="1" hangingPunct="1"/>
            <a:r>
              <a:rPr lang="zh-CN" altLang="en-US" sz="2800" b="1">
                <a:solidFill>
                  <a:srgbClr val="000099"/>
                </a:solidFill>
                <a:latin typeface="Arial" panose="020B0604020202020204" pitchFamily="34" charset="0"/>
                <a:ea typeface="黑体" panose="02010609060101010101" pitchFamily="2" charset="-122"/>
              </a:rPr>
              <a:t>注意：</a:t>
            </a:r>
            <a:r>
              <a:rPr lang="en-US" altLang="zh-CN" sz="2800" b="1">
                <a:solidFill>
                  <a:srgbClr val="000099"/>
                </a:solidFill>
                <a:latin typeface="Arial" panose="020B0604020202020204" pitchFamily="34" charset="0"/>
                <a:ea typeface="黑体" panose="02010609060101010101" pitchFamily="2" charset="-122"/>
              </a:rPr>
              <a:t>DHCP </a:t>
            </a:r>
            <a:r>
              <a:rPr lang="zh-CN" altLang="en-US" sz="2800" b="1">
                <a:solidFill>
                  <a:srgbClr val="000099"/>
                </a:solidFill>
                <a:latin typeface="Arial" panose="020B0604020202020204" pitchFamily="34" charset="0"/>
                <a:ea typeface="黑体" panose="02010609060101010101" pitchFamily="2" charset="-122"/>
              </a:rPr>
              <a:t>报文只是 </a:t>
            </a:r>
            <a:r>
              <a:rPr lang="en-US" altLang="zh-CN" sz="2800" b="1">
                <a:solidFill>
                  <a:srgbClr val="000099"/>
                </a:solidFill>
                <a:latin typeface="Arial" panose="020B0604020202020204" pitchFamily="34" charset="0"/>
                <a:ea typeface="黑体" panose="02010609060101010101" pitchFamily="2" charset="-122"/>
              </a:rPr>
              <a:t>UDP </a:t>
            </a:r>
            <a:r>
              <a:rPr lang="zh-CN" altLang="en-US" sz="2800" b="1">
                <a:solidFill>
                  <a:srgbClr val="000099"/>
                </a:solidFill>
                <a:latin typeface="Arial" panose="020B0604020202020204" pitchFamily="34" charset="0"/>
                <a:ea typeface="黑体" panose="02010609060101010101" pitchFamily="2" charset="-122"/>
              </a:rPr>
              <a:t>用户数据报中的数据。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500"/>
                                  </p:stCondLst>
                                  <p:childTnLst>
                                    <p:set>
                                      <p:cBhvr>
                                        <p:cTn id="6" dur="1" fill="hold">
                                          <p:stCondLst>
                                            <p:cond delay="0"/>
                                          </p:stCondLst>
                                        </p:cTn>
                                        <p:tgtEl>
                                          <p:spTgt spid="724009"/>
                                        </p:tgtEl>
                                        <p:attrNameLst>
                                          <p:attrName>style.visibility</p:attrName>
                                        </p:attrNameLst>
                                      </p:cBhvr>
                                      <p:to>
                                        <p:strVal val="visible"/>
                                      </p:to>
                                    </p:set>
                                    <p:animEffect transition="in" filter="wipe(left)">
                                      <p:cBhvr>
                                        <p:cTn id="7" dur="1000"/>
                                        <p:tgtEl>
                                          <p:spTgt spid="724009"/>
                                        </p:tgtEl>
                                      </p:cBhvr>
                                    </p:animEffect>
                                  </p:childTnLst>
                                </p:cTn>
                              </p:par>
                            </p:childTnLst>
                          </p:cTn>
                        </p:par>
                        <p:par>
                          <p:cTn id="8" fill="hold">
                            <p:stCondLst>
                              <p:cond delay="1500"/>
                            </p:stCondLst>
                            <p:childTnLst>
                              <p:par>
                                <p:cTn id="9" presetID="22" presetClass="entr" presetSubtype="8" fill="hold" nodeType="afterEffect">
                                  <p:stCondLst>
                                    <p:cond delay="500"/>
                                  </p:stCondLst>
                                  <p:childTnLst>
                                    <p:set>
                                      <p:cBhvr>
                                        <p:cTn id="10" dur="1" fill="hold">
                                          <p:stCondLst>
                                            <p:cond delay="0"/>
                                          </p:stCondLst>
                                        </p:cTn>
                                        <p:tgtEl>
                                          <p:spTgt spid="724010"/>
                                        </p:tgtEl>
                                        <p:attrNameLst>
                                          <p:attrName>style.visibility</p:attrName>
                                        </p:attrNameLst>
                                      </p:cBhvr>
                                      <p:to>
                                        <p:strVal val="visible"/>
                                      </p:to>
                                    </p:set>
                                    <p:animEffect transition="in" filter="wipe(left)">
                                      <p:cBhvr>
                                        <p:cTn id="11" dur="1000"/>
                                        <p:tgtEl>
                                          <p:spTgt spid="724010"/>
                                        </p:tgtEl>
                                      </p:cBhvr>
                                    </p:animEffect>
                                  </p:childTnLst>
                                </p:cTn>
                              </p:par>
                            </p:childTnLst>
                          </p:cTn>
                        </p:par>
                        <p:par>
                          <p:cTn id="12" fill="hold">
                            <p:stCondLst>
                              <p:cond delay="3000"/>
                            </p:stCondLst>
                            <p:childTnLst>
                              <p:par>
                                <p:cTn id="13" presetID="1" presetClass="entr" presetSubtype="0" fill="hold" grpId="0" nodeType="afterEffect">
                                  <p:stCondLst>
                                    <p:cond delay="0"/>
                                  </p:stCondLst>
                                  <p:childTnLst>
                                    <p:set>
                                      <p:cBhvr>
                                        <p:cTn id="14" dur="1" fill="hold">
                                          <p:stCondLst>
                                            <p:cond delay="0"/>
                                          </p:stCondLst>
                                        </p:cTn>
                                        <p:tgtEl>
                                          <p:spTgt spid="72400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4008" grpId="0" animBg="1"/>
    </p:bld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106" name="Rectangle 2"/>
          <p:cNvSpPr>
            <a:spLocks noGrp="1" noChangeArrowheads="1"/>
          </p:cNvSpPr>
          <p:nvPr>
            <p:ph type="title"/>
          </p:nvPr>
        </p:nvSpPr>
        <p:spPr/>
        <p:txBody>
          <a:bodyPr/>
          <a:lstStyle/>
          <a:p>
            <a:pPr algn="ctr" eaLnBrk="1" hangingPunct="1"/>
            <a:r>
              <a:rPr lang="zh-CN" altLang="en-US" dirty="0">
                <a:ea typeface="黑体" panose="02010609060101010101" pitchFamily="2" charset="-122"/>
              </a:rPr>
              <a:t>租用期 </a:t>
            </a:r>
            <a:r>
              <a:rPr lang="en-US" altLang="zh-CN" dirty="0">
                <a:ea typeface="黑体" panose="02010609060101010101" pitchFamily="2" charset="-122"/>
              </a:rPr>
              <a:t>(lease period) </a:t>
            </a:r>
          </a:p>
        </p:txBody>
      </p:sp>
      <p:sp>
        <p:nvSpPr>
          <p:cNvPr id="303107" name="Rectangle 3"/>
          <p:cNvSpPr>
            <a:spLocks noGrp="1" noChangeArrowheads="1"/>
          </p:cNvSpPr>
          <p:nvPr>
            <p:ph idx="1"/>
          </p:nvPr>
        </p:nvSpPr>
        <p:spPr/>
        <p:txBody>
          <a:bodyPr/>
          <a:lstStyle/>
          <a:p>
            <a:pPr eaLnBrk="1" hangingPunct="1"/>
            <a:r>
              <a:rPr lang="en-US" altLang="zh-CN" dirty="0">
                <a:ea typeface="黑体" panose="02010609060101010101" pitchFamily="2" charset="-122"/>
              </a:rPr>
              <a:t>DHCP </a:t>
            </a:r>
            <a:r>
              <a:rPr lang="zh-CN" altLang="en-US" dirty="0">
                <a:ea typeface="黑体" panose="02010609060101010101" pitchFamily="2" charset="-122"/>
              </a:rPr>
              <a:t>服务器分配给 </a:t>
            </a:r>
            <a:r>
              <a:rPr lang="en-US" altLang="zh-CN" dirty="0">
                <a:ea typeface="黑体" panose="02010609060101010101" pitchFamily="2" charset="-122"/>
              </a:rPr>
              <a:t>DHCP </a:t>
            </a:r>
            <a:r>
              <a:rPr lang="zh-CN" altLang="en-US" dirty="0">
                <a:ea typeface="黑体" panose="02010609060101010101" pitchFamily="2" charset="-122"/>
              </a:rPr>
              <a:t>客户的 </a:t>
            </a:r>
            <a:r>
              <a:rPr lang="en-US" altLang="zh-CN" dirty="0">
                <a:ea typeface="黑体" panose="02010609060101010101" pitchFamily="2" charset="-122"/>
              </a:rPr>
              <a:t>IP </a:t>
            </a:r>
            <a:r>
              <a:rPr lang="zh-CN" altLang="en-US" dirty="0">
                <a:ea typeface="黑体" panose="02010609060101010101" pitchFamily="2" charset="-122"/>
              </a:rPr>
              <a:t>地址的</a:t>
            </a:r>
            <a:r>
              <a:rPr lang="zh-CN" altLang="en-US" dirty="0">
                <a:solidFill>
                  <a:srgbClr val="FF0000"/>
                </a:solidFill>
                <a:ea typeface="黑体" panose="02010609060101010101" pitchFamily="2" charset="-122"/>
              </a:rPr>
              <a:t>临时的，</a:t>
            </a:r>
            <a:r>
              <a:rPr lang="zh-CN" altLang="en-US" dirty="0">
                <a:ea typeface="黑体" panose="02010609060101010101" pitchFamily="2" charset="-122"/>
              </a:rPr>
              <a:t>因此 </a:t>
            </a:r>
            <a:r>
              <a:rPr lang="en-US" altLang="zh-CN" dirty="0">
                <a:ea typeface="黑体" panose="02010609060101010101" pitchFamily="2" charset="-122"/>
              </a:rPr>
              <a:t>DHCP </a:t>
            </a:r>
            <a:r>
              <a:rPr lang="zh-CN" altLang="en-US" dirty="0">
                <a:ea typeface="黑体" panose="02010609060101010101" pitchFamily="2" charset="-122"/>
              </a:rPr>
              <a:t>客户只能在一段有限的时间内使用这个分配到的 </a:t>
            </a:r>
            <a:r>
              <a:rPr lang="en-US" altLang="zh-CN" dirty="0">
                <a:ea typeface="黑体" panose="02010609060101010101" pitchFamily="2" charset="-122"/>
              </a:rPr>
              <a:t>IP </a:t>
            </a:r>
            <a:r>
              <a:rPr lang="zh-CN" altLang="en-US" dirty="0">
                <a:ea typeface="黑体" panose="02010609060101010101" pitchFamily="2" charset="-122"/>
              </a:rPr>
              <a:t>地址。</a:t>
            </a:r>
            <a:r>
              <a:rPr lang="en-US" altLang="zh-CN" dirty="0">
                <a:ea typeface="黑体" panose="02010609060101010101" pitchFamily="2" charset="-122"/>
              </a:rPr>
              <a:t>DHCP </a:t>
            </a:r>
            <a:r>
              <a:rPr lang="zh-CN" altLang="en-US" dirty="0">
                <a:ea typeface="黑体" panose="02010609060101010101" pitchFamily="2" charset="-122"/>
              </a:rPr>
              <a:t>协议称这段时间为</a:t>
            </a:r>
            <a:r>
              <a:rPr lang="zh-CN" altLang="en-US" dirty="0">
                <a:solidFill>
                  <a:srgbClr val="FF0000"/>
                </a:solidFill>
                <a:ea typeface="黑体" panose="02010609060101010101" pitchFamily="2" charset="-122"/>
              </a:rPr>
              <a:t>租用期</a:t>
            </a:r>
            <a:r>
              <a:rPr lang="zh-CN" altLang="en-US" dirty="0">
                <a:ea typeface="黑体" panose="02010609060101010101" pitchFamily="2" charset="-122"/>
              </a:rPr>
              <a:t>。 </a:t>
            </a:r>
          </a:p>
          <a:p>
            <a:pPr eaLnBrk="1" hangingPunct="1"/>
            <a:r>
              <a:rPr lang="zh-CN" altLang="en-US" dirty="0">
                <a:ea typeface="黑体" panose="02010609060101010101" pitchFamily="2" charset="-122"/>
              </a:rPr>
              <a:t>租用期的数值应由 </a:t>
            </a:r>
            <a:r>
              <a:rPr lang="en-US" altLang="zh-CN" dirty="0">
                <a:ea typeface="黑体" panose="02010609060101010101" pitchFamily="2" charset="-122"/>
              </a:rPr>
              <a:t>DHCP </a:t>
            </a:r>
            <a:r>
              <a:rPr lang="zh-CN" altLang="en-US" dirty="0">
                <a:ea typeface="黑体" panose="02010609060101010101" pitchFamily="2" charset="-122"/>
              </a:rPr>
              <a:t>服务器自己决定。</a:t>
            </a:r>
          </a:p>
          <a:p>
            <a:pPr eaLnBrk="1" hangingPunct="1"/>
            <a:r>
              <a:rPr lang="en-US" altLang="zh-CN" dirty="0">
                <a:ea typeface="黑体" panose="02010609060101010101" pitchFamily="2" charset="-122"/>
              </a:rPr>
              <a:t>DHCP </a:t>
            </a:r>
            <a:r>
              <a:rPr lang="zh-CN" altLang="en-US" dirty="0">
                <a:ea typeface="黑体" panose="02010609060101010101" pitchFamily="2" charset="-122"/>
              </a:rPr>
              <a:t>客户也可在自己发送的报文中（例如，发现报文）提出对</a:t>
            </a:r>
            <a:r>
              <a:rPr lang="zh-CN" altLang="en-US" dirty="0">
                <a:solidFill>
                  <a:srgbClr val="FF0000"/>
                </a:solidFill>
                <a:ea typeface="黑体" panose="02010609060101010101" pitchFamily="2" charset="-122"/>
              </a:rPr>
              <a:t>租用期的要求</a:t>
            </a:r>
            <a:r>
              <a:rPr lang="zh-CN" altLang="en-US" dirty="0">
                <a:ea typeface="黑体" panose="02010609060101010101" pitchFamily="2" charset="-122"/>
              </a:rPr>
              <a:t>。  </a:t>
            </a:r>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2866" name="Rectangle 2"/>
          <p:cNvSpPr>
            <a:spLocks noGrp="1" noChangeArrowheads="1"/>
          </p:cNvSpPr>
          <p:nvPr>
            <p:ph type="title" idx="4294967295"/>
          </p:nvPr>
        </p:nvSpPr>
        <p:spPr>
          <a:xfrm>
            <a:off x="704528" y="188913"/>
            <a:ext cx="8442325" cy="539750"/>
          </a:xfrm>
        </p:spPr>
        <p:txBody>
          <a:bodyPr/>
          <a:lstStyle/>
          <a:p>
            <a:pPr algn="ctr" eaLnBrk="1" hangingPunct="1">
              <a:defRPr/>
            </a:pPr>
            <a:r>
              <a:rPr lang="en-US" altLang="zh-CN" dirty="0"/>
              <a:t>DHCP </a:t>
            </a:r>
            <a:r>
              <a:rPr dirty="0"/>
              <a:t>协议的工作过程 </a:t>
            </a:r>
          </a:p>
        </p:txBody>
      </p:sp>
      <p:sp>
        <p:nvSpPr>
          <p:cNvPr id="305155" name="Line 4"/>
          <p:cNvSpPr>
            <a:spLocks noChangeShapeType="1"/>
          </p:cNvSpPr>
          <p:nvPr/>
        </p:nvSpPr>
        <p:spPr bwMode="auto">
          <a:xfrm flipH="1">
            <a:off x="6131058" y="1100138"/>
            <a:ext cx="1506538" cy="0"/>
          </a:xfrm>
          <a:prstGeom prst="line">
            <a:avLst/>
          </a:prstGeom>
          <a:noFill/>
          <a:ln w="5715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05156" name="Line 6"/>
          <p:cNvSpPr>
            <a:spLocks noChangeShapeType="1"/>
          </p:cNvSpPr>
          <p:nvPr/>
        </p:nvSpPr>
        <p:spPr bwMode="auto">
          <a:xfrm>
            <a:off x="2454143" y="1747838"/>
            <a:ext cx="5164534" cy="0"/>
          </a:xfrm>
          <a:prstGeom prst="line">
            <a:avLst/>
          </a:prstGeom>
          <a:noFill/>
          <a:ln w="5715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05157" name="Rectangle 7"/>
          <p:cNvSpPr>
            <a:spLocks noChangeArrowheads="1"/>
          </p:cNvSpPr>
          <p:nvPr/>
        </p:nvSpPr>
        <p:spPr bwMode="auto">
          <a:xfrm>
            <a:off x="624285" y="1576388"/>
            <a:ext cx="1076590" cy="341312"/>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p>
        </p:txBody>
      </p:sp>
      <p:sp>
        <p:nvSpPr>
          <p:cNvPr id="305158" name="Rectangle 8"/>
          <p:cNvSpPr>
            <a:spLocks noChangeArrowheads="1"/>
          </p:cNvSpPr>
          <p:nvPr/>
        </p:nvSpPr>
        <p:spPr bwMode="auto">
          <a:xfrm>
            <a:off x="3529012" y="1617664"/>
            <a:ext cx="2904729" cy="257175"/>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DHCPDISCOVER</a:t>
            </a:r>
          </a:p>
        </p:txBody>
      </p:sp>
      <p:sp>
        <p:nvSpPr>
          <p:cNvPr id="305159" name="Rectangle 9"/>
          <p:cNvSpPr>
            <a:spLocks noChangeArrowheads="1"/>
          </p:cNvSpPr>
          <p:nvPr/>
        </p:nvSpPr>
        <p:spPr bwMode="auto">
          <a:xfrm>
            <a:off x="8155252" y="1576388"/>
            <a:ext cx="1076590" cy="341312"/>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p>
        </p:txBody>
      </p:sp>
      <p:sp>
        <p:nvSpPr>
          <p:cNvPr id="305160" name="Rectangle 10"/>
          <p:cNvSpPr>
            <a:spLocks noChangeArrowheads="1"/>
          </p:cNvSpPr>
          <p:nvPr/>
        </p:nvSpPr>
        <p:spPr bwMode="auto">
          <a:xfrm>
            <a:off x="7618677" y="1617664"/>
            <a:ext cx="536575" cy="257175"/>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p>
        </p:txBody>
      </p:sp>
      <p:sp>
        <p:nvSpPr>
          <p:cNvPr id="305161" name="Rectangle 11"/>
          <p:cNvSpPr>
            <a:spLocks noChangeArrowheads="1"/>
          </p:cNvSpPr>
          <p:nvPr/>
        </p:nvSpPr>
        <p:spPr bwMode="auto">
          <a:xfrm>
            <a:off x="1700875" y="1617664"/>
            <a:ext cx="753269" cy="257175"/>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p>
        </p:txBody>
      </p:sp>
      <p:sp>
        <p:nvSpPr>
          <p:cNvPr id="305162" name="Text Box 12"/>
          <p:cNvSpPr txBox="1">
            <a:spLocks noChangeArrowheads="1"/>
          </p:cNvSpPr>
          <p:nvPr/>
        </p:nvSpPr>
        <p:spPr bwMode="auto">
          <a:xfrm>
            <a:off x="1697435" y="1854201"/>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05163" name="Text Box 13"/>
          <p:cNvSpPr txBox="1">
            <a:spLocks noChangeArrowheads="1"/>
          </p:cNvSpPr>
          <p:nvPr/>
        </p:nvSpPr>
        <p:spPr bwMode="auto">
          <a:xfrm>
            <a:off x="7419182" y="1851026"/>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05164" name="Line 14"/>
          <p:cNvSpPr>
            <a:spLocks noChangeShapeType="1"/>
          </p:cNvSpPr>
          <p:nvPr/>
        </p:nvSpPr>
        <p:spPr bwMode="auto">
          <a:xfrm flipH="1">
            <a:off x="2452423" y="2359025"/>
            <a:ext cx="5166254" cy="0"/>
          </a:xfrm>
          <a:prstGeom prst="line">
            <a:avLst/>
          </a:prstGeom>
          <a:noFill/>
          <a:ln w="57150">
            <a:solidFill>
              <a:schemeClr val="hlink"/>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05165" name="Rectangle 15"/>
          <p:cNvSpPr>
            <a:spLocks noChangeArrowheads="1"/>
          </p:cNvSpPr>
          <p:nvPr/>
        </p:nvSpPr>
        <p:spPr bwMode="auto">
          <a:xfrm>
            <a:off x="624286" y="2187576"/>
            <a:ext cx="1074869" cy="339725"/>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p>
        </p:txBody>
      </p:sp>
      <p:sp>
        <p:nvSpPr>
          <p:cNvPr id="305166" name="Rectangle 16"/>
          <p:cNvSpPr>
            <a:spLocks noChangeArrowheads="1"/>
          </p:cNvSpPr>
          <p:nvPr/>
        </p:nvSpPr>
        <p:spPr bwMode="auto">
          <a:xfrm>
            <a:off x="3529012" y="2230439"/>
            <a:ext cx="2904729" cy="255587"/>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DHCPOFFER</a:t>
            </a:r>
          </a:p>
        </p:txBody>
      </p:sp>
      <p:sp>
        <p:nvSpPr>
          <p:cNvPr id="305167" name="Rectangle 17"/>
          <p:cNvSpPr>
            <a:spLocks noChangeArrowheads="1"/>
          </p:cNvSpPr>
          <p:nvPr/>
        </p:nvSpPr>
        <p:spPr bwMode="auto">
          <a:xfrm>
            <a:off x="8155252" y="2187576"/>
            <a:ext cx="1076590" cy="339725"/>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p>
        </p:txBody>
      </p:sp>
      <p:sp>
        <p:nvSpPr>
          <p:cNvPr id="305168" name="Rectangle 18"/>
          <p:cNvSpPr>
            <a:spLocks noChangeArrowheads="1"/>
          </p:cNvSpPr>
          <p:nvPr/>
        </p:nvSpPr>
        <p:spPr bwMode="auto">
          <a:xfrm>
            <a:off x="7618677" y="2230439"/>
            <a:ext cx="536575" cy="255587"/>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p>
        </p:txBody>
      </p:sp>
      <p:sp>
        <p:nvSpPr>
          <p:cNvPr id="305169" name="Rectangle 19"/>
          <p:cNvSpPr>
            <a:spLocks noChangeArrowheads="1"/>
          </p:cNvSpPr>
          <p:nvPr/>
        </p:nvSpPr>
        <p:spPr bwMode="auto">
          <a:xfrm>
            <a:off x="1699155" y="2230439"/>
            <a:ext cx="753269" cy="255587"/>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p>
        </p:txBody>
      </p:sp>
      <p:sp>
        <p:nvSpPr>
          <p:cNvPr id="305170" name="Text Box 20"/>
          <p:cNvSpPr txBox="1">
            <a:spLocks noChangeArrowheads="1"/>
          </p:cNvSpPr>
          <p:nvPr/>
        </p:nvSpPr>
        <p:spPr bwMode="auto">
          <a:xfrm>
            <a:off x="1697435" y="2462214"/>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05171" name="Text Box 21"/>
          <p:cNvSpPr txBox="1">
            <a:spLocks noChangeArrowheads="1"/>
          </p:cNvSpPr>
          <p:nvPr/>
        </p:nvSpPr>
        <p:spPr bwMode="auto">
          <a:xfrm>
            <a:off x="7419182" y="2462214"/>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05172" name="Line 23"/>
          <p:cNvSpPr>
            <a:spLocks noChangeShapeType="1"/>
          </p:cNvSpPr>
          <p:nvPr/>
        </p:nvSpPr>
        <p:spPr bwMode="auto">
          <a:xfrm>
            <a:off x="2454143" y="2968625"/>
            <a:ext cx="5164534" cy="0"/>
          </a:xfrm>
          <a:prstGeom prst="line">
            <a:avLst/>
          </a:prstGeom>
          <a:noFill/>
          <a:ln w="5715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05173" name="Rectangle 24"/>
          <p:cNvSpPr>
            <a:spLocks noChangeArrowheads="1"/>
          </p:cNvSpPr>
          <p:nvPr/>
        </p:nvSpPr>
        <p:spPr bwMode="auto">
          <a:xfrm>
            <a:off x="624285" y="2798763"/>
            <a:ext cx="1076590" cy="341312"/>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p>
        </p:txBody>
      </p:sp>
      <p:sp>
        <p:nvSpPr>
          <p:cNvPr id="305174" name="Rectangle 25"/>
          <p:cNvSpPr>
            <a:spLocks noChangeArrowheads="1"/>
          </p:cNvSpPr>
          <p:nvPr/>
        </p:nvSpPr>
        <p:spPr bwMode="auto">
          <a:xfrm>
            <a:off x="3529012" y="2841625"/>
            <a:ext cx="2904729" cy="255588"/>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DHCPREQUEST</a:t>
            </a:r>
          </a:p>
        </p:txBody>
      </p:sp>
      <p:sp>
        <p:nvSpPr>
          <p:cNvPr id="305175" name="Rectangle 26"/>
          <p:cNvSpPr>
            <a:spLocks noChangeArrowheads="1"/>
          </p:cNvSpPr>
          <p:nvPr/>
        </p:nvSpPr>
        <p:spPr bwMode="auto">
          <a:xfrm>
            <a:off x="8155252" y="2798763"/>
            <a:ext cx="1076590" cy="341312"/>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p>
        </p:txBody>
      </p:sp>
      <p:sp>
        <p:nvSpPr>
          <p:cNvPr id="305176" name="Rectangle 27"/>
          <p:cNvSpPr>
            <a:spLocks noChangeArrowheads="1"/>
          </p:cNvSpPr>
          <p:nvPr/>
        </p:nvSpPr>
        <p:spPr bwMode="auto">
          <a:xfrm>
            <a:off x="7618677" y="2841625"/>
            <a:ext cx="536575" cy="255588"/>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p>
        </p:txBody>
      </p:sp>
      <p:sp>
        <p:nvSpPr>
          <p:cNvPr id="305177" name="Rectangle 28"/>
          <p:cNvSpPr>
            <a:spLocks noChangeArrowheads="1"/>
          </p:cNvSpPr>
          <p:nvPr/>
        </p:nvSpPr>
        <p:spPr bwMode="auto">
          <a:xfrm>
            <a:off x="1700875" y="2841625"/>
            <a:ext cx="753269" cy="255588"/>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p>
        </p:txBody>
      </p:sp>
      <p:sp>
        <p:nvSpPr>
          <p:cNvPr id="305178" name="Text Box 29"/>
          <p:cNvSpPr txBox="1">
            <a:spLocks noChangeArrowheads="1"/>
          </p:cNvSpPr>
          <p:nvPr/>
        </p:nvSpPr>
        <p:spPr bwMode="auto">
          <a:xfrm>
            <a:off x="1697435" y="3074989"/>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05179" name="Text Box 30"/>
          <p:cNvSpPr txBox="1">
            <a:spLocks noChangeArrowheads="1"/>
          </p:cNvSpPr>
          <p:nvPr/>
        </p:nvSpPr>
        <p:spPr bwMode="auto">
          <a:xfrm>
            <a:off x="7419182" y="3074989"/>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05180" name="Line 31"/>
          <p:cNvSpPr>
            <a:spLocks noChangeShapeType="1"/>
          </p:cNvSpPr>
          <p:nvPr/>
        </p:nvSpPr>
        <p:spPr bwMode="auto">
          <a:xfrm flipH="1">
            <a:off x="2452423" y="3579813"/>
            <a:ext cx="5166254" cy="0"/>
          </a:xfrm>
          <a:prstGeom prst="line">
            <a:avLst/>
          </a:prstGeom>
          <a:noFill/>
          <a:ln w="57150">
            <a:solidFill>
              <a:schemeClr val="hlink"/>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05181" name="Rectangle 32"/>
          <p:cNvSpPr>
            <a:spLocks noChangeArrowheads="1"/>
          </p:cNvSpPr>
          <p:nvPr/>
        </p:nvSpPr>
        <p:spPr bwMode="auto">
          <a:xfrm>
            <a:off x="624286" y="3409950"/>
            <a:ext cx="1074869" cy="339725"/>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p>
        </p:txBody>
      </p:sp>
      <p:sp>
        <p:nvSpPr>
          <p:cNvPr id="305182" name="Rectangle 33"/>
          <p:cNvSpPr>
            <a:spLocks noChangeArrowheads="1"/>
          </p:cNvSpPr>
          <p:nvPr/>
        </p:nvSpPr>
        <p:spPr bwMode="auto">
          <a:xfrm>
            <a:off x="3529012" y="3452813"/>
            <a:ext cx="2904729" cy="254000"/>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DHCPACK</a:t>
            </a:r>
          </a:p>
        </p:txBody>
      </p:sp>
      <p:sp>
        <p:nvSpPr>
          <p:cNvPr id="305183" name="Rectangle 34"/>
          <p:cNvSpPr>
            <a:spLocks noChangeArrowheads="1"/>
          </p:cNvSpPr>
          <p:nvPr/>
        </p:nvSpPr>
        <p:spPr bwMode="auto">
          <a:xfrm>
            <a:off x="8155252" y="3409950"/>
            <a:ext cx="1076590" cy="339725"/>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p>
        </p:txBody>
      </p:sp>
      <p:sp>
        <p:nvSpPr>
          <p:cNvPr id="305184" name="Rectangle 35"/>
          <p:cNvSpPr>
            <a:spLocks noChangeArrowheads="1"/>
          </p:cNvSpPr>
          <p:nvPr/>
        </p:nvSpPr>
        <p:spPr bwMode="auto">
          <a:xfrm>
            <a:off x="7618677" y="3452813"/>
            <a:ext cx="536575" cy="254000"/>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p>
        </p:txBody>
      </p:sp>
      <p:sp>
        <p:nvSpPr>
          <p:cNvPr id="305185" name="Rectangle 36"/>
          <p:cNvSpPr>
            <a:spLocks noChangeArrowheads="1"/>
          </p:cNvSpPr>
          <p:nvPr/>
        </p:nvSpPr>
        <p:spPr bwMode="auto">
          <a:xfrm>
            <a:off x="1699155" y="3452813"/>
            <a:ext cx="753269" cy="254000"/>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p>
        </p:txBody>
      </p:sp>
      <p:sp>
        <p:nvSpPr>
          <p:cNvPr id="305186" name="Text Box 37"/>
          <p:cNvSpPr txBox="1">
            <a:spLocks noChangeArrowheads="1"/>
          </p:cNvSpPr>
          <p:nvPr/>
        </p:nvSpPr>
        <p:spPr bwMode="auto">
          <a:xfrm>
            <a:off x="1697435" y="3684589"/>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05187" name="Text Box 38"/>
          <p:cNvSpPr txBox="1">
            <a:spLocks noChangeArrowheads="1"/>
          </p:cNvSpPr>
          <p:nvPr/>
        </p:nvSpPr>
        <p:spPr bwMode="auto">
          <a:xfrm>
            <a:off x="7419182" y="3684589"/>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05188" name="Line 40"/>
          <p:cNvSpPr>
            <a:spLocks noChangeShapeType="1"/>
          </p:cNvSpPr>
          <p:nvPr/>
        </p:nvSpPr>
        <p:spPr bwMode="auto">
          <a:xfrm>
            <a:off x="2454143" y="4187825"/>
            <a:ext cx="5164534" cy="0"/>
          </a:xfrm>
          <a:prstGeom prst="line">
            <a:avLst/>
          </a:prstGeom>
          <a:noFill/>
          <a:ln w="5715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05189" name="Rectangle 41"/>
          <p:cNvSpPr>
            <a:spLocks noChangeArrowheads="1"/>
          </p:cNvSpPr>
          <p:nvPr/>
        </p:nvSpPr>
        <p:spPr bwMode="auto">
          <a:xfrm>
            <a:off x="624285" y="4017964"/>
            <a:ext cx="1076590" cy="338137"/>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p>
        </p:txBody>
      </p:sp>
      <p:sp>
        <p:nvSpPr>
          <p:cNvPr id="305190" name="Rectangle 42"/>
          <p:cNvSpPr>
            <a:spLocks noChangeArrowheads="1"/>
          </p:cNvSpPr>
          <p:nvPr/>
        </p:nvSpPr>
        <p:spPr bwMode="auto">
          <a:xfrm>
            <a:off x="3529012" y="4060825"/>
            <a:ext cx="2904729" cy="254000"/>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DHCPREQUEST</a:t>
            </a:r>
          </a:p>
        </p:txBody>
      </p:sp>
      <p:sp>
        <p:nvSpPr>
          <p:cNvPr id="305191" name="Rectangle 43"/>
          <p:cNvSpPr>
            <a:spLocks noChangeArrowheads="1"/>
          </p:cNvSpPr>
          <p:nvPr/>
        </p:nvSpPr>
        <p:spPr bwMode="auto">
          <a:xfrm>
            <a:off x="8155252" y="4017964"/>
            <a:ext cx="1076590" cy="338137"/>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p>
        </p:txBody>
      </p:sp>
      <p:sp>
        <p:nvSpPr>
          <p:cNvPr id="305192" name="Rectangle 44"/>
          <p:cNvSpPr>
            <a:spLocks noChangeArrowheads="1"/>
          </p:cNvSpPr>
          <p:nvPr/>
        </p:nvSpPr>
        <p:spPr bwMode="auto">
          <a:xfrm>
            <a:off x="7618677" y="4060825"/>
            <a:ext cx="536575" cy="254000"/>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p>
        </p:txBody>
      </p:sp>
      <p:sp>
        <p:nvSpPr>
          <p:cNvPr id="305193" name="Rectangle 45"/>
          <p:cNvSpPr>
            <a:spLocks noChangeArrowheads="1"/>
          </p:cNvSpPr>
          <p:nvPr/>
        </p:nvSpPr>
        <p:spPr bwMode="auto">
          <a:xfrm>
            <a:off x="1700875" y="4060825"/>
            <a:ext cx="753269" cy="254000"/>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p>
        </p:txBody>
      </p:sp>
      <p:sp>
        <p:nvSpPr>
          <p:cNvPr id="305194" name="Text Box 46"/>
          <p:cNvSpPr txBox="1">
            <a:spLocks noChangeArrowheads="1"/>
          </p:cNvSpPr>
          <p:nvPr/>
        </p:nvSpPr>
        <p:spPr bwMode="auto">
          <a:xfrm>
            <a:off x="1697435" y="4292601"/>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05195" name="Text Box 47"/>
          <p:cNvSpPr txBox="1">
            <a:spLocks noChangeArrowheads="1"/>
          </p:cNvSpPr>
          <p:nvPr/>
        </p:nvSpPr>
        <p:spPr bwMode="auto">
          <a:xfrm>
            <a:off x="7419182" y="4292601"/>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05196" name="Line 48"/>
          <p:cNvSpPr>
            <a:spLocks noChangeShapeType="1"/>
          </p:cNvSpPr>
          <p:nvPr/>
        </p:nvSpPr>
        <p:spPr bwMode="auto">
          <a:xfrm flipH="1">
            <a:off x="2452423" y="4800600"/>
            <a:ext cx="5166254" cy="0"/>
          </a:xfrm>
          <a:prstGeom prst="line">
            <a:avLst/>
          </a:prstGeom>
          <a:noFill/>
          <a:ln w="57150">
            <a:solidFill>
              <a:schemeClr val="hlink"/>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05197" name="Rectangle 49"/>
          <p:cNvSpPr>
            <a:spLocks noChangeArrowheads="1"/>
          </p:cNvSpPr>
          <p:nvPr/>
        </p:nvSpPr>
        <p:spPr bwMode="auto">
          <a:xfrm>
            <a:off x="624286" y="4629150"/>
            <a:ext cx="1074869" cy="338138"/>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p>
        </p:txBody>
      </p:sp>
      <p:sp>
        <p:nvSpPr>
          <p:cNvPr id="305198" name="Rectangle 50"/>
          <p:cNvSpPr>
            <a:spLocks noChangeArrowheads="1"/>
          </p:cNvSpPr>
          <p:nvPr/>
        </p:nvSpPr>
        <p:spPr bwMode="auto">
          <a:xfrm>
            <a:off x="3529012" y="4672014"/>
            <a:ext cx="2904729" cy="255587"/>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DHCPNACK</a:t>
            </a:r>
          </a:p>
        </p:txBody>
      </p:sp>
      <p:sp>
        <p:nvSpPr>
          <p:cNvPr id="305199" name="Rectangle 51"/>
          <p:cNvSpPr>
            <a:spLocks noChangeArrowheads="1"/>
          </p:cNvSpPr>
          <p:nvPr/>
        </p:nvSpPr>
        <p:spPr bwMode="auto">
          <a:xfrm>
            <a:off x="8155252" y="4629150"/>
            <a:ext cx="1076590" cy="338138"/>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p>
        </p:txBody>
      </p:sp>
      <p:sp>
        <p:nvSpPr>
          <p:cNvPr id="305200" name="Rectangle 52"/>
          <p:cNvSpPr>
            <a:spLocks noChangeArrowheads="1"/>
          </p:cNvSpPr>
          <p:nvPr/>
        </p:nvSpPr>
        <p:spPr bwMode="auto">
          <a:xfrm>
            <a:off x="7618677" y="4672014"/>
            <a:ext cx="536575" cy="255587"/>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p>
        </p:txBody>
      </p:sp>
      <p:sp>
        <p:nvSpPr>
          <p:cNvPr id="305201" name="Rectangle 53"/>
          <p:cNvSpPr>
            <a:spLocks noChangeArrowheads="1"/>
          </p:cNvSpPr>
          <p:nvPr/>
        </p:nvSpPr>
        <p:spPr bwMode="auto">
          <a:xfrm>
            <a:off x="1699155" y="4672014"/>
            <a:ext cx="753269" cy="255587"/>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p>
        </p:txBody>
      </p:sp>
      <p:sp>
        <p:nvSpPr>
          <p:cNvPr id="305202" name="Text Box 54"/>
          <p:cNvSpPr txBox="1">
            <a:spLocks noChangeArrowheads="1"/>
          </p:cNvSpPr>
          <p:nvPr/>
        </p:nvSpPr>
        <p:spPr bwMode="auto">
          <a:xfrm>
            <a:off x="1697435" y="4903789"/>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05203" name="Text Box 55"/>
          <p:cNvSpPr txBox="1">
            <a:spLocks noChangeArrowheads="1"/>
          </p:cNvSpPr>
          <p:nvPr/>
        </p:nvSpPr>
        <p:spPr bwMode="auto">
          <a:xfrm>
            <a:off x="7419182" y="4903789"/>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05204" name="Line 56"/>
          <p:cNvSpPr>
            <a:spLocks noChangeShapeType="1"/>
          </p:cNvSpPr>
          <p:nvPr/>
        </p:nvSpPr>
        <p:spPr bwMode="auto">
          <a:xfrm flipH="1">
            <a:off x="2452423" y="5411788"/>
            <a:ext cx="5166254" cy="0"/>
          </a:xfrm>
          <a:prstGeom prst="line">
            <a:avLst/>
          </a:prstGeom>
          <a:noFill/>
          <a:ln w="57150">
            <a:solidFill>
              <a:schemeClr val="hlink"/>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05205" name="Rectangle 57"/>
          <p:cNvSpPr>
            <a:spLocks noChangeArrowheads="1"/>
          </p:cNvSpPr>
          <p:nvPr/>
        </p:nvSpPr>
        <p:spPr bwMode="auto">
          <a:xfrm>
            <a:off x="624286" y="5240339"/>
            <a:ext cx="1074869" cy="338137"/>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p>
        </p:txBody>
      </p:sp>
      <p:sp>
        <p:nvSpPr>
          <p:cNvPr id="305206" name="Rectangle 58"/>
          <p:cNvSpPr>
            <a:spLocks noChangeArrowheads="1"/>
          </p:cNvSpPr>
          <p:nvPr/>
        </p:nvSpPr>
        <p:spPr bwMode="auto">
          <a:xfrm>
            <a:off x="3529012" y="5283200"/>
            <a:ext cx="2904729" cy="255588"/>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DHCPACK</a:t>
            </a:r>
          </a:p>
        </p:txBody>
      </p:sp>
      <p:sp>
        <p:nvSpPr>
          <p:cNvPr id="305207" name="Rectangle 59"/>
          <p:cNvSpPr>
            <a:spLocks noChangeArrowheads="1"/>
          </p:cNvSpPr>
          <p:nvPr/>
        </p:nvSpPr>
        <p:spPr bwMode="auto">
          <a:xfrm>
            <a:off x="8155252" y="5240339"/>
            <a:ext cx="1076590" cy="338137"/>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p>
        </p:txBody>
      </p:sp>
      <p:sp>
        <p:nvSpPr>
          <p:cNvPr id="305208" name="Rectangle 60"/>
          <p:cNvSpPr>
            <a:spLocks noChangeArrowheads="1"/>
          </p:cNvSpPr>
          <p:nvPr/>
        </p:nvSpPr>
        <p:spPr bwMode="auto">
          <a:xfrm>
            <a:off x="7618677" y="5283200"/>
            <a:ext cx="536575" cy="255588"/>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p>
        </p:txBody>
      </p:sp>
      <p:sp>
        <p:nvSpPr>
          <p:cNvPr id="305209" name="Rectangle 61"/>
          <p:cNvSpPr>
            <a:spLocks noChangeArrowheads="1"/>
          </p:cNvSpPr>
          <p:nvPr/>
        </p:nvSpPr>
        <p:spPr bwMode="auto">
          <a:xfrm>
            <a:off x="1699155" y="5283200"/>
            <a:ext cx="753269" cy="255588"/>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p>
        </p:txBody>
      </p:sp>
      <p:sp>
        <p:nvSpPr>
          <p:cNvPr id="305210" name="Text Box 62"/>
          <p:cNvSpPr txBox="1">
            <a:spLocks noChangeArrowheads="1"/>
          </p:cNvSpPr>
          <p:nvPr/>
        </p:nvSpPr>
        <p:spPr bwMode="auto">
          <a:xfrm>
            <a:off x="1697435" y="5514976"/>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05211" name="Text Box 63"/>
          <p:cNvSpPr txBox="1">
            <a:spLocks noChangeArrowheads="1"/>
          </p:cNvSpPr>
          <p:nvPr/>
        </p:nvSpPr>
        <p:spPr bwMode="auto">
          <a:xfrm>
            <a:off x="7419182" y="5514976"/>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05212" name="Line 65"/>
          <p:cNvSpPr>
            <a:spLocks noChangeShapeType="1"/>
          </p:cNvSpPr>
          <p:nvPr/>
        </p:nvSpPr>
        <p:spPr bwMode="auto">
          <a:xfrm>
            <a:off x="2454143" y="6256338"/>
            <a:ext cx="5164534" cy="0"/>
          </a:xfrm>
          <a:prstGeom prst="line">
            <a:avLst/>
          </a:prstGeom>
          <a:noFill/>
          <a:ln w="5715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05213" name="Rectangle 66"/>
          <p:cNvSpPr>
            <a:spLocks noChangeArrowheads="1"/>
          </p:cNvSpPr>
          <p:nvPr/>
        </p:nvSpPr>
        <p:spPr bwMode="auto">
          <a:xfrm>
            <a:off x="624285" y="6086475"/>
            <a:ext cx="1076590" cy="338138"/>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p>
        </p:txBody>
      </p:sp>
      <p:sp>
        <p:nvSpPr>
          <p:cNvPr id="305214" name="Rectangle 67"/>
          <p:cNvSpPr>
            <a:spLocks noChangeArrowheads="1"/>
          </p:cNvSpPr>
          <p:nvPr/>
        </p:nvSpPr>
        <p:spPr bwMode="auto">
          <a:xfrm>
            <a:off x="3529012" y="6129338"/>
            <a:ext cx="2904729" cy="254000"/>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DHCPRELEASE</a:t>
            </a:r>
          </a:p>
        </p:txBody>
      </p:sp>
      <p:sp>
        <p:nvSpPr>
          <p:cNvPr id="305215" name="Rectangle 68"/>
          <p:cNvSpPr>
            <a:spLocks noChangeArrowheads="1"/>
          </p:cNvSpPr>
          <p:nvPr/>
        </p:nvSpPr>
        <p:spPr bwMode="auto">
          <a:xfrm>
            <a:off x="8155252" y="6086475"/>
            <a:ext cx="1076590" cy="338138"/>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p>
        </p:txBody>
      </p:sp>
      <p:sp>
        <p:nvSpPr>
          <p:cNvPr id="305216" name="Rectangle 69"/>
          <p:cNvSpPr>
            <a:spLocks noChangeArrowheads="1"/>
          </p:cNvSpPr>
          <p:nvPr/>
        </p:nvSpPr>
        <p:spPr bwMode="auto">
          <a:xfrm>
            <a:off x="7618677" y="6129338"/>
            <a:ext cx="536575" cy="254000"/>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p>
        </p:txBody>
      </p:sp>
      <p:sp>
        <p:nvSpPr>
          <p:cNvPr id="305217" name="Rectangle 70"/>
          <p:cNvSpPr>
            <a:spLocks noChangeArrowheads="1"/>
          </p:cNvSpPr>
          <p:nvPr/>
        </p:nvSpPr>
        <p:spPr bwMode="auto">
          <a:xfrm>
            <a:off x="1700875" y="6129338"/>
            <a:ext cx="753269" cy="254000"/>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p>
        </p:txBody>
      </p:sp>
      <p:sp>
        <p:nvSpPr>
          <p:cNvPr id="305218" name="Text Box 71"/>
          <p:cNvSpPr txBox="1">
            <a:spLocks noChangeArrowheads="1"/>
          </p:cNvSpPr>
          <p:nvPr/>
        </p:nvSpPr>
        <p:spPr bwMode="auto">
          <a:xfrm>
            <a:off x="1697435" y="6361114"/>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05219" name="Text Box 72"/>
          <p:cNvSpPr txBox="1">
            <a:spLocks noChangeArrowheads="1"/>
          </p:cNvSpPr>
          <p:nvPr/>
        </p:nvSpPr>
        <p:spPr bwMode="auto">
          <a:xfrm>
            <a:off x="7419182" y="6361114"/>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05220" name="Rectangle 73"/>
          <p:cNvSpPr>
            <a:spLocks noChangeArrowheads="1"/>
          </p:cNvSpPr>
          <p:nvPr/>
        </p:nvSpPr>
        <p:spPr bwMode="auto">
          <a:xfrm>
            <a:off x="8155252" y="936625"/>
            <a:ext cx="1076590" cy="338138"/>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p>
        </p:txBody>
      </p:sp>
      <p:sp>
        <p:nvSpPr>
          <p:cNvPr id="305221" name="Rectangle 74"/>
          <p:cNvSpPr>
            <a:spLocks noChangeArrowheads="1"/>
          </p:cNvSpPr>
          <p:nvPr/>
        </p:nvSpPr>
        <p:spPr bwMode="auto">
          <a:xfrm>
            <a:off x="7618677" y="977900"/>
            <a:ext cx="536575" cy="254000"/>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p>
        </p:txBody>
      </p:sp>
      <p:sp>
        <p:nvSpPr>
          <p:cNvPr id="305222" name="Text Box 75"/>
          <p:cNvSpPr txBox="1">
            <a:spLocks noChangeArrowheads="1"/>
          </p:cNvSpPr>
          <p:nvPr/>
        </p:nvSpPr>
        <p:spPr bwMode="auto">
          <a:xfrm>
            <a:off x="7419182" y="1209676"/>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05223" name="Text Box 76"/>
          <p:cNvSpPr txBox="1">
            <a:spLocks noChangeArrowheads="1"/>
          </p:cNvSpPr>
          <p:nvPr/>
        </p:nvSpPr>
        <p:spPr bwMode="auto">
          <a:xfrm>
            <a:off x="6218766" y="692151"/>
            <a:ext cx="12105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000" b="1">
                <a:solidFill>
                  <a:srgbClr val="000099"/>
                </a:solidFill>
                <a:latin typeface="Arial" panose="020B0604020202020204" pitchFamily="34" charset="0"/>
                <a:ea typeface="黑体" panose="02010609060101010101" pitchFamily="2" charset="-122"/>
              </a:rPr>
              <a:t>被动打开</a:t>
            </a:r>
          </a:p>
        </p:txBody>
      </p:sp>
      <p:sp>
        <p:nvSpPr>
          <p:cNvPr id="305224" name="Text Box 77"/>
          <p:cNvSpPr txBox="1">
            <a:spLocks noChangeArrowheads="1"/>
          </p:cNvSpPr>
          <p:nvPr/>
        </p:nvSpPr>
        <p:spPr bwMode="auto">
          <a:xfrm>
            <a:off x="9237002" y="820738"/>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p>
        </p:txBody>
      </p:sp>
      <p:sp>
        <p:nvSpPr>
          <p:cNvPr id="305225" name="Text Box 78"/>
          <p:cNvSpPr txBox="1">
            <a:spLocks noChangeArrowheads="1"/>
          </p:cNvSpPr>
          <p:nvPr/>
        </p:nvSpPr>
        <p:spPr bwMode="auto">
          <a:xfrm>
            <a:off x="85990" y="1435101"/>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p>
        </p:txBody>
      </p:sp>
      <p:sp>
        <p:nvSpPr>
          <p:cNvPr id="305226" name="Text Box 79"/>
          <p:cNvSpPr txBox="1">
            <a:spLocks noChangeArrowheads="1"/>
          </p:cNvSpPr>
          <p:nvPr/>
        </p:nvSpPr>
        <p:spPr bwMode="auto">
          <a:xfrm>
            <a:off x="9237002" y="2057401"/>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p>
        </p:txBody>
      </p:sp>
      <p:sp>
        <p:nvSpPr>
          <p:cNvPr id="305227" name="Text Box 80"/>
          <p:cNvSpPr txBox="1">
            <a:spLocks noChangeArrowheads="1"/>
          </p:cNvSpPr>
          <p:nvPr/>
        </p:nvSpPr>
        <p:spPr bwMode="auto">
          <a:xfrm>
            <a:off x="85990" y="2654301"/>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p>
        </p:txBody>
      </p:sp>
      <p:sp>
        <p:nvSpPr>
          <p:cNvPr id="305228" name="Text Box 81"/>
          <p:cNvSpPr txBox="1">
            <a:spLocks noChangeArrowheads="1"/>
          </p:cNvSpPr>
          <p:nvPr/>
        </p:nvSpPr>
        <p:spPr bwMode="auto">
          <a:xfrm>
            <a:off x="9231842" y="3278188"/>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p>
        </p:txBody>
      </p:sp>
      <p:sp>
        <p:nvSpPr>
          <p:cNvPr id="305229" name="Text Box 82"/>
          <p:cNvSpPr txBox="1">
            <a:spLocks noChangeArrowheads="1"/>
          </p:cNvSpPr>
          <p:nvPr/>
        </p:nvSpPr>
        <p:spPr bwMode="auto">
          <a:xfrm>
            <a:off x="85990" y="3902076"/>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p>
        </p:txBody>
      </p:sp>
      <p:sp>
        <p:nvSpPr>
          <p:cNvPr id="305230" name="Text Box 83"/>
          <p:cNvSpPr txBox="1">
            <a:spLocks noChangeArrowheads="1"/>
          </p:cNvSpPr>
          <p:nvPr/>
        </p:nvSpPr>
        <p:spPr bwMode="auto">
          <a:xfrm>
            <a:off x="9231842" y="4486276"/>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p>
        </p:txBody>
      </p:sp>
      <p:sp>
        <p:nvSpPr>
          <p:cNvPr id="305231" name="Text Box 84"/>
          <p:cNvSpPr txBox="1">
            <a:spLocks noChangeArrowheads="1"/>
          </p:cNvSpPr>
          <p:nvPr/>
        </p:nvSpPr>
        <p:spPr bwMode="auto">
          <a:xfrm>
            <a:off x="9231842" y="5110163"/>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p>
        </p:txBody>
      </p:sp>
      <p:sp>
        <p:nvSpPr>
          <p:cNvPr id="305232" name="Text Box 85"/>
          <p:cNvSpPr txBox="1">
            <a:spLocks noChangeArrowheads="1"/>
          </p:cNvSpPr>
          <p:nvPr/>
        </p:nvSpPr>
        <p:spPr bwMode="auto">
          <a:xfrm rot="-5400000">
            <a:off x="4385625" y="5480734"/>
            <a:ext cx="6463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b="1">
                <a:solidFill>
                  <a:srgbClr val="000099"/>
                </a:solidFill>
                <a:latin typeface="Arial" panose="020B0604020202020204" pitchFamily="34" charset="0"/>
                <a:ea typeface="黑体" panose="02010609060101010101" pitchFamily="2" charset="-122"/>
              </a:rPr>
              <a:t>…</a:t>
            </a:r>
          </a:p>
        </p:txBody>
      </p:sp>
      <p:sp>
        <p:nvSpPr>
          <p:cNvPr id="305233" name="Text Box 86"/>
          <p:cNvSpPr txBox="1">
            <a:spLocks noChangeArrowheads="1"/>
          </p:cNvSpPr>
          <p:nvPr/>
        </p:nvSpPr>
        <p:spPr bwMode="auto">
          <a:xfrm>
            <a:off x="85990" y="5892801"/>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p>
        </p:txBody>
      </p:sp>
      <p:grpSp>
        <p:nvGrpSpPr>
          <p:cNvPr id="727131" name="Group 91"/>
          <p:cNvGrpSpPr/>
          <p:nvPr/>
        </p:nvGrpSpPr>
        <p:grpSpPr bwMode="auto">
          <a:xfrm>
            <a:off x="0" y="4622800"/>
            <a:ext cx="9906000" cy="2235200"/>
            <a:chOff x="0" y="2840"/>
            <a:chExt cx="5760" cy="1480"/>
          </a:xfrm>
        </p:grpSpPr>
        <p:sp>
          <p:nvSpPr>
            <p:cNvPr id="305235" name="Rectangle 88"/>
            <p:cNvSpPr>
              <a:spLocks noChangeArrowheads="1"/>
            </p:cNvSpPr>
            <p:nvPr/>
          </p:nvSpPr>
          <p:spPr bwMode="auto">
            <a:xfrm>
              <a:off x="0" y="2840"/>
              <a:ext cx="5760" cy="1480"/>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zh-CN" sz="2800" b="1">
                <a:solidFill>
                  <a:srgbClr val="000099"/>
                </a:solidFill>
              </a:endParaRPr>
            </a:p>
          </p:txBody>
        </p:sp>
        <p:sp>
          <p:nvSpPr>
            <p:cNvPr id="305236" name="Text Box 90"/>
            <p:cNvSpPr txBox="1">
              <a:spLocks noChangeArrowheads="1"/>
            </p:cNvSpPr>
            <p:nvPr/>
          </p:nvSpPr>
          <p:spPr bwMode="auto">
            <a:xfrm>
              <a:off x="781" y="3176"/>
              <a:ext cx="4133" cy="713"/>
            </a:xfrm>
            <a:prstGeom prst="rect">
              <a:avLst/>
            </a:prstGeom>
            <a:solidFill>
              <a:srgbClr val="FFFF99"/>
            </a:solidFill>
            <a:ln w="9525">
              <a:solidFill>
                <a:srgbClr val="33339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lang="en-US" altLang="zh-CN" b="1">
                  <a:solidFill>
                    <a:srgbClr val="000099"/>
                  </a:solidFill>
                  <a:latin typeface="Arial" panose="020B0604020202020204" pitchFamily="34" charset="0"/>
                  <a:ea typeface="黑体" panose="02010609060101010101" pitchFamily="2" charset="-122"/>
                  <a:sym typeface="Wingdings" panose="05000000000000000000" pitchFamily="2" charset="2"/>
                </a:rPr>
                <a:t></a:t>
              </a:r>
              <a:r>
                <a:rPr lang="zh-CN" altLang="en-US" sz="2800" b="1">
                  <a:solidFill>
                    <a:srgbClr val="000099"/>
                  </a:solidFill>
                  <a:latin typeface="Arial" panose="020B0604020202020204" pitchFamily="34" charset="0"/>
                  <a:ea typeface="黑体" panose="02010609060101010101" pitchFamily="2" charset="-122"/>
                </a:rPr>
                <a:t>：</a:t>
              </a:r>
              <a:r>
                <a:rPr lang="en-US" altLang="zh-CN" sz="2800" b="1">
                  <a:solidFill>
                    <a:srgbClr val="000099"/>
                  </a:solidFill>
                  <a:latin typeface="Arial" panose="020B0604020202020204" pitchFamily="34" charset="0"/>
                  <a:ea typeface="黑体" panose="02010609060101010101" pitchFamily="2" charset="-122"/>
                </a:rPr>
                <a:t>DHCP </a:t>
              </a:r>
              <a:r>
                <a:rPr lang="zh-CN" altLang="en-US" sz="2800" b="1">
                  <a:solidFill>
                    <a:srgbClr val="000099"/>
                  </a:solidFill>
                  <a:latin typeface="Arial" panose="020B0604020202020204" pitchFamily="34" charset="0"/>
                  <a:ea typeface="黑体" panose="02010609060101010101" pitchFamily="2" charset="-122"/>
                </a:rPr>
                <a:t>服务器被动打开 </a:t>
              </a:r>
              <a:r>
                <a:rPr lang="en-US" altLang="zh-CN" sz="2800" b="1">
                  <a:solidFill>
                    <a:srgbClr val="000099"/>
                  </a:solidFill>
                  <a:latin typeface="Arial" panose="020B0604020202020204" pitchFamily="34" charset="0"/>
                  <a:ea typeface="黑体" panose="02010609060101010101" pitchFamily="2" charset="-122"/>
                </a:rPr>
                <a:t>UDP </a:t>
              </a:r>
              <a:r>
                <a:rPr lang="zh-CN" altLang="en-US" sz="2800" b="1">
                  <a:solidFill>
                    <a:srgbClr val="000099"/>
                  </a:solidFill>
                  <a:latin typeface="Arial" panose="020B0604020202020204" pitchFamily="34" charset="0"/>
                  <a:ea typeface="黑体" panose="02010609060101010101" pitchFamily="2" charset="-122"/>
                </a:rPr>
                <a:t>端口 </a:t>
              </a:r>
              <a:r>
                <a:rPr lang="en-US" altLang="zh-CN" sz="2800" b="1">
                  <a:solidFill>
                    <a:srgbClr val="000099"/>
                  </a:solidFill>
                  <a:latin typeface="Arial" panose="020B0604020202020204" pitchFamily="34" charset="0"/>
                  <a:ea typeface="黑体" panose="02010609060101010101" pitchFamily="2" charset="-122"/>
                </a:rPr>
                <a:t>67</a:t>
              </a:r>
              <a:r>
                <a:rPr lang="zh-CN" altLang="en-US" sz="2800" b="1">
                  <a:solidFill>
                    <a:srgbClr val="000099"/>
                  </a:solidFill>
                  <a:latin typeface="Arial" panose="020B0604020202020204" pitchFamily="34" charset="0"/>
                  <a:ea typeface="黑体" panose="02010609060101010101" pitchFamily="2" charset="-122"/>
                </a:rPr>
                <a:t>，</a:t>
              </a:r>
            </a:p>
            <a:p>
              <a:pPr eaLnBrk="1" hangingPunct="1"/>
              <a:r>
                <a:rPr lang="zh-CN" altLang="en-US" sz="2800" b="1">
                  <a:solidFill>
                    <a:srgbClr val="000099"/>
                  </a:solidFill>
                  <a:latin typeface="Arial" panose="020B0604020202020204" pitchFamily="34" charset="0"/>
                  <a:ea typeface="黑体" panose="02010609060101010101" pitchFamily="2" charset="-122"/>
                </a:rPr>
                <a:t>        等待客户端发来的报文。</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727131"/>
                                        </p:tgtEl>
                                        <p:attrNameLst>
                                          <p:attrName>style.visibility</p:attrName>
                                        </p:attrNameLst>
                                      </p:cBhvr>
                                      <p:to>
                                        <p:strVal val="visible"/>
                                      </p:to>
                                    </p:set>
                                    <p:animEffect transition="in" filter="fade">
                                      <p:cBhvr>
                                        <p:cTn id="7" dur="500"/>
                                        <p:tgtEl>
                                          <p:spTgt spid="7271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02" name="页脚占位符 4"/>
          <p:cNvSpPr>
            <a:spLocks noGrp="1"/>
          </p:cNvSpPr>
          <p:nvPr>
            <p:ph type="ftr" sz="quarter" idx="3"/>
          </p:nvPr>
        </p:nvSpPr>
        <p:spPr>
          <a:prstGeom prst="rect">
            <a:avLst/>
          </a:prstGeom>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r>
              <a:rPr lang="zh-CN" altLang="en-US" sz="1400" b="1">
                <a:solidFill>
                  <a:srgbClr val="000099"/>
                </a:solidFill>
              </a:rPr>
              <a:t>课件制作人：谢希仁</a:t>
            </a:r>
          </a:p>
        </p:txBody>
      </p:sp>
      <p:sp>
        <p:nvSpPr>
          <p:cNvPr id="307204" name="Line 3"/>
          <p:cNvSpPr>
            <a:spLocks noChangeShapeType="1"/>
          </p:cNvSpPr>
          <p:nvPr/>
        </p:nvSpPr>
        <p:spPr bwMode="auto">
          <a:xfrm flipH="1">
            <a:off x="6131058" y="1100138"/>
            <a:ext cx="1506538" cy="0"/>
          </a:xfrm>
          <a:prstGeom prst="line">
            <a:avLst/>
          </a:prstGeom>
          <a:noFill/>
          <a:ln w="5715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7205" name="Line 4"/>
          <p:cNvSpPr>
            <a:spLocks noChangeShapeType="1"/>
          </p:cNvSpPr>
          <p:nvPr/>
        </p:nvSpPr>
        <p:spPr bwMode="auto">
          <a:xfrm>
            <a:off x="2454143" y="1747838"/>
            <a:ext cx="5164534" cy="0"/>
          </a:xfrm>
          <a:prstGeom prst="line">
            <a:avLst/>
          </a:prstGeom>
          <a:noFill/>
          <a:ln w="5715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07206" name="Rectangle 5"/>
          <p:cNvSpPr>
            <a:spLocks noChangeArrowheads="1"/>
          </p:cNvSpPr>
          <p:nvPr/>
        </p:nvSpPr>
        <p:spPr bwMode="auto">
          <a:xfrm>
            <a:off x="624285" y="1576388"/>
            <a:ext cx="1076590" cy="341312"/>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p>
        </p:txBody>
      </p:sp>
      <p:sp>
        <p:nvSpPr>
          <p:cNvPr id="307207" name="Rectangle 6"/>
          <p:cNvSpPr>
            <a:spLocks noChangeArrowheads="1"/>
          </p:cNvSpPr>
          <p:nvPr/>
        </p:nvSpPr>
        <p:spPr bwMode="auto">
          <a:xfrm>
            <a:off x="3529012" y="1617664"/>
            <a:ext cx="2904729" cy="257175"/>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DHCPDISCOVER</a:t>
            </a:r>
          </a:p>
        </p:txBody>
      </p:sp>
      <p:sp>
        <p:nvSpPr>
          <p:cNvPr id="307208" name="Rectangle 7"/>
          <p:cNvSpPr>
            <a:spLocks noChangeArrowheads="1"/>
          </p:cNvSpPr>
          <p:nvPr/>
        </p:nvSpPr>
        <p:spPr bwMode="auto">
          <a:xfrm>
            <a:off x="8155252" y="1576388"/>
            <a:ext cx="1076590" cy="341312"/>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p>
        </p:txBody>
      </p:sp>
      <p:sp>
        <p:nvSpPr>
          <p:cNvPr id="307209" name="Rectangle 8"/>
          <p:cNvSpPr>
            <a:spLocks noChangeArrowheads="1"/>
          </p:cNvSpPr>
          <p:nvPr/>
        </p:nvSpPr>
        <p:spPr bwMode="auto">
          <a:xfrm>
            <a:off x="7618677" y="1617664"/>
            <a:ext cx="536575" cy="257175"/>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p>
        </p:txBody>
      </p:sp>
      <p:sp>
        <p:nvSpPr>
          <p:cNvPr id="307210" name="Rectangle 9"/>
          <p:cNvSpPr>
            <a:spLocks noChangeArrowheads="1"/>
          </p:cNvSpPr>
          <p:nvPr/>
        </p:nvSpPr>
        <p:spPr bwMode="auto">
          <a:xfrm>
            <a:off x="1700875" y="1617664"/>
            <a:ext cx="753269" cy="257175"/>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dirty="0">
                <a:solidFill>
                  <a:srgbClr val="000099"/>
                </a:solidFill>
                <a:latin typeface="Arial" panose="020B0604020202020204" pitchFamily="34" charset="0"/>
                <a:ea typeface="黑体" panose="02010609060101010101" pitchFamily="2" charset="-122"/>
              </a:rPr>
              <a:t>68</a:t>
            </a:r>
          </a:p>
        </p:txBody>
      </p:sp>
      <p:sp>
        <p:nvSpPr>
          <p:cNvPr id="307211" name="Text Box 10"/>
          <p:cNvSpPr txBox="1">
            <a:spLocks noChangeArrowheads="1"/>
          </p:cNvSpPr>
          <p:nvPr/>
        </p:nvSpPr>
        <p:spPr bwMode="auto">
          <a:xfrm>
            <a:off x="1697435" y="1854201"/>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07212" name="Text Box 11"/>
          <p:cNvSpPr txBox="1">
            <a:spLocks noChangeArrowheads="1"/>
          </p:cNvSpPr>
          <p:nvPr/>
        </p:nvSpPr>
        <p:spPr bwMode="auto">
          <a:xfrm>
            <a:off x="7419182" y="1851026"/>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07213" name="Line 12"/>
          <p:cNvSpPr>
            <a:spLocks noChangeShapeType="1"/>
          </p:cNvSpPr>
          <p:nvPr/>
        </p:nvSpPr>
        <p:spPr bwMode="auto">
          <a:xfrm flipH="1">
            <a:off x="2452423" y="2359025"/>
            <a:ext cx="5166254" cy="0"/>
          </a:xfrm>
          <a:prstGeom prst="line">
            <a:avLst/>
          </a:prstGeom>
          <a:noFill/>
          <a:ln w="57150">
            <a:solidFill>
              <a:schemeClr val="hlink"/>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07214" name="Rectangle 13"/>
          <p:cNvSpPr>
            <a:spLocks noChangeArrowheads="1"/>
          </p:cNvSpPr>
          <p:nvPr/>
        </p:nvSpPr>
        <p:spPr bwMode="auto">
          <a:xfrm>
            <a:off x="624286" y="2187576"/>
            <a:ext cx="1074869" cy="339725"/>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p>
        </p:txBody>
      </p:sp>
      <p:sp>
        <p:nvSpPr>
          <p:cNvPr id="307215" name="Rectangle 14"/>
          <p:cNvSpPr>
            <a:spLocks noChangeArrowheads="1"/>
          </p:cNvSpPr>
          <p:nvPr/>
        </p:nvSpPr>
        <p:spPr bwMode="auto">
          <a:xfrm>
            <a:off x="3529012" y="2230439"/>
            <a:ext cx="2904729" cy="255587"/>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DHCPOFFER</a:t>
            </a:r>
          </a:p>
        </p:txBody>
      </p:sp>
      <p:sp>
        <p:nvSpPr>
          <p:cNvPr id="307216" name="Rectangle 15"/>
          <p:cNvSpPr>
            <a:spLocks noChangeArrowheads="1"/>
          </p:cNvSpPr>
          <p:nvPr/>
        </p:nvSpPr>
        <p:spPr bwMode="auto">
          <a:xfrm>
            <a:off x="8155252" y="2187576"/>
            <a:ext cx="1076590" cy="339725"/>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p>
        </p:txBody>
      </p:sp>
      <p:sp>
        <p:nvSpPr>
          <p:cNvPr id="307217" name="Rectangle 16"/>
          <p:cNvSpPr>
            <a:spLocks noChangeArrowheads="1"/>
          </p:cNvSpPr>
          <p:nvPr/>
        </p:nvSpPr>
        <p:spPr bwMode="auto">
          <a:xfrm>
            <a:off x="7618677" y="2230439"/>
            <a:ext cx="536575" cy="255587"/>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p>
        </p:txBody>
      </p:sp>
      <p:sp>
        <p:nvSpPr>
          <p:cNvPr id="307218" name="Rectangle 17"/>
          <p:cNvSpPr>
            <a:spLocks noChangeArrowheads="1"/>
          </p:cNvSpPr>
          <p:nvPr/>
        </p:nvSpPr>
        <p:spPr bwMode="auto">
          <a:xfrm>
            <a:off x="1699155" y="2230439"/>
            <a:ext cx="753269" cy="255587"/>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dirty="0">
                <a:solidFill>
                  <a:srgbClr val="000099"/>
                </a:solidFill>
                <a:latin typeface="Arial" panose="020B0604020202020204" pitchFamily="34" charset="0"/>
                <a:ea typeface="黑体" panose="02010609060101010101" pitchFamily="2" charset="-122"/>
              </a:rPr>
              <a:t>68</a:t>
            </a:r>
          </a:p>
        </p:txBody>
      </p:sp>
      <p:sp>
        <p:nvSpPr>
          <p:cNvPr id="307219" name="Text Box 18"/>
          <p:cNvSpPr txBox="1">
            <a:spLocks noChangeArrowheads="1"/>
          </p:cNvSpPr>
          <p:nvPr/>
        </p:nvSpPr>
        <p:spPr bwMode="auto">
          <a:xfrm>
            <a:off x="1697435" y="2462214"/>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07220" name="Text Box 19"/>
          <p:cNvSpPr txBox="1">
            <a:spLocks noChangeArrowheads="1"/>
          </p:cNvSpPr>
          <p:nvPr/>
        </p:nvSpPr>
        <p:spPr bwMode="auto">
          <a:xfrm>
            <a:off x="7419182" y="2462214"/>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07221" name="Line 20"/>
          <p:cNvSpPr>
            <a:spLocks noChangeShapeType="1"/>
          </p:cNvSpPr>
          <p:nvPr/>
        </p:nvSpPr>
        <p:spPr bwMode="auto">
          <a:xfrm>
            <a:off x="2454143" y="2968625"/>
            <a:ext cx="5164534" cy="0"/>
          </a:xfrm>
          <a:prstGeom prst="line">
            <a:avLst/>
          </a:prstGeom>
          <a:noFill/>
          <a:ln w="5715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07222" name="Rectangle 21"/>
          <p:cNvSpPr>
            <a:spLocks noChangeArrowheads="1"/>
          </p:cNvSpPr>
          <p:nvPr/>
        </p:nvSpPr>
        <p:spPr bwMode="auto">
          <a:xfrm>
            <a:off x="624285" y="2798763"/>
            <a:ext cx="1076590" cy="341312"/>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p>
        </p:txBody>
      </p:sp>
      <p:sp>
        <p:nvSpPr>
          <p:cNvPr id="307223" name="Rectangle 22"/>
          <p:cNvSpPr>
            <a:spLocks noChangeArrowheads="1"/>
          </p:cNvSpPr>
          <p:nvPr/>
        </p:nvSpPr>
        <p:spPr bwMode="auto">
          <a:xfrm>
            <a:off x="3529012" y="2841625"/>
            <a:ext cx="2904729" cy="255588"/>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DHCPREQUEST</a:t>
            </a:r>
          </a:p>
        </p:txBody>
      </p:sp>
      <p:sp>
        <p:nvSpPr>
          <p:cNvPr id="307224" name="Rectangle 23"/>
          <p:cNvSpPr>
            <a:spLocks noChangeArrowheads="1"/>
          </p:cNvSpPr>
          <p:nvPr/>
        </p:nvSpPr>
        <p:spPr bwMode="auto">
          <a:xfrm>
            <a:off x="8155252" y="2798763"/>
            <a:ext cx="1076590" cy="341312"/>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p>
        </p:txBody>
      </p:sp>
      <p:sp>
        <p:nvSpPr>
          <p:cNvPr id="307225" name="Rectangle 24"/>
          <p:cNvSpPr>
            <a:spLocks noChangeArrowheads="1"/>
          </p:cNvSpPr>
          <p:nvPr/>
        </p:nvSpPr>
        <p:spPr bwMode="auto">
          <a:xfrm>
            <a:off x="7618677" y="2841625"/>
            <a:ext cx="536575" cy="255588"/>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p>
        </p:txBody>
      </p:sp>
      <p:sp>
        <p:nvSpPr>
          <p:cNvPr id="307226" name="Rectangle 25"/>
          <p:cNvSpPr>
            <a:spLocks noChangeArrowheads="1"/>
          </p:cNvSpPr>
          <p:nvPr/>
        </p:nvSpPr>
        <p:spPr bwMode="auto">
          <a:xfrm>
            <a:off x="1700875" y="2841625"/>
            <a:ext cx="753269" cy="255588"/>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p>
        </p:txBody>
      </p:sp>
      <p:sp>
        <p:nvSpPr>
          <p:cNvPr id="307227" name="Text Box 26"/>
          <p:cNvSpPr txBox="1">
            <a:spLocks noChangeArrowheads="1"/>
          </p:cNvSpPr>
          <p:nvPr/>
        </p:nvSpPr>
        <p:spPr bwMode="auto">
          <a:xfrm>
            <a:off x="1697435" y="3074989"/>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07228" name="Text Box 27"/>
          <p:cNvSpPr txBox="1">
            <a:spLocks noChangeArrowheads="1"/>
          </p:cNvSpPr>
          <p:nvPr/>
        </p:nvSpPr>
        <p:spPr bwMode="auto">
          <a:xfrm>
            <a:off x="7419182" y="3074989"/>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07229" name="Line 28"/>
          <p:cNvSpPr>
            <a:spLocks noChangeShapeType="1"/>
          </p:cNvSpPr>
          <p:nvPr/>
        </p:nvSpPr>
        <p:spPr bwMode="auto">
          <a:xfrm flipH="1">
            <a:off x="2452423" y="3579813"/>
            <a:ext cx="5166254" cy="0"/>
          </a:xfrm>
          <a:prstGeom prst="line">
            <a:avLst/>
          </a:prstGeom>
          <a:noFill/>
          <a:ln w="57150">
            <a:solidFill>
              <a:schemeClr val="hlink"/>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07230" name="Rectangle 29"/>
          <p:cNvSpPr>
            <a:spLocks noChangeArrowheads="1"/>
          </p:cNvSpPr>
          <p:nvPr/>
        </p:nvSpPr>
        <p:spPr bwMode="auto">
          <a:xfrm>
            <a:off x="624286" y="3409950"/>
            <a:ext cx="1074869" cy="339725"/>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p>
        </p:txBody>
      </p:sp>
      <p:sp>
        <p:nvSpPr>
          <p:cNvPr id="307231" name="Rectangle 30"/>
          <p:cNvSpPr>
            <a:spLocks noChangeArrowheads="1"/>
          </p:cNvSpPr>
          <p:nvPr/>
        </p:nvSpPr>
        <p:spPr bwMode="auto">
          <a:xfrm>
            <a:off x="3529012" y="3452813"/>
            <a:ext cx="2904729" cy="254000"/>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DHCPACK</a:t>
            </a:r>
          </a:p>
        </p:txBody>
      </p:sp>
      <p:sp>
        <p:nvSpPr>
          <p:cNvPr id="307232" name="Rectangle 31"/>
          <p:cNvSpPr>
            <a:spLocks noChangeArrowheads="1"/>
          </p:cNvSpPr>
          <p:nvPr/>
        </p:nvSpPr>
        <p:spPr bwMode="auto">
          <a:xfrm>
            <a:off x="8155252" y="3409950"/>
            <a:ext cx="1076590" cy="339725"/>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p>
        </p:txBody>
      </p:sp>
      <p:sp>
        <p:nvSpPr>
          <p:cNvPr id="307233" name="Rectangle 32"/>
          <p:cNvSpPr>
            <a:spLocks noChangeArrowheads="1"/>
          </p:cNvSpPr>
          <p:nvPr/>
        </p:nvSpPr>
        <p:spPr bwMode="auto">
          <a:xfrm>
            <a:off x="7618677" y="3452813"/>
            <a:ext cx="536575" cy="254000"/>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p>
        </p:txBody>
      </p:sp>
      <p:sp>
        <p:nvSpPr>
          <p:cNvPr id="307234" name="Rectangle 33"/>
          <p:cNvSpPr>
            <a:spLocks noChangeArrowheads="1"/>
          </p:cNvSpPr>
          <p:nvPr/>
        </p:nvSpPr>
        <p:spPr bwMode="auto">
          <a:xfrm>
            <a:off x="1699155" y="3452813"/>
            <a:ext cx="753269" cy="254000"/>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p>
        </p:txBody>
      </p:sp>
      <p:sp>
        <p:nvSpPr>
          <p:cNvPr id="307235" name="Text Box 34"/>
          <p:cNvSpPr txBox="1">
            <a:spLocks noChangeArrowheads="1"/>
          </p:cNvSpPr>
          <p:nvPr/>
        </p:nvSpPr>
        <p:spPr bwMode="auto">
          <a:xfrm>
            <a:off x="1697435" y="3684589"/>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07236" name="Text Box 35"/>
          <p:cNvSpPr txBox="1">
            <a:spLocks noChangeArrowheads="1"/>
          </p:cNvSpPr>
          <p:nvPr/>
        </p:nvSpPr>
        <p:spPr bwMode="auto">
          <a:xfrm>
            <a:off x="7419182" y="3684589"/>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07237" name="Line 36"/>
          <p:cNvSpPr>
            <a:spLocks noChangeShapeType="1"/>
          </p:cNvSpPr>
          <p:nvPr/>
        </p:nvSpPr>
        <p:spPr bwMode="auto">
          <a:xfrm>
            <a:off x="2454143" y="4187825"/>
            <a:ext cx="5164534" cy="0"/>
          </a:xfrm>
          <a:prstGeom prst="line">
            <a:avLst/>
          </a:prstGeom>
          <a:noFill/>
          <a:ln w="5715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07238" name="Rectangle 37"/>
          <p:cNvSpPr>
            <a:spLocks noChangeArrowheads="1"/>
          </p:cNvSpPr>
          <p:nvPr/>
        </p:nvSpPr>
        <p:spPr bwMode="auto">
          <a:xfrm>
            <a:off x="624285" y="4017964"/>
            <a:ext cx="1076590" cy="338137"/>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p>
        </p:txBody>
      </p:sp>
      <p:sp>
        <p:nvSpPr>
          <p:cNvPr id="307239" name="Rectangle 38"/>
          <p:cNvSpPr>
            <a:spLocks noChangeArrowheads="1"/>
          </p:cNvSpPr>
          <p:nvPr/>
        </p:nvSpPr>
        <p:spPr bwMode="auto">
          <a:xfrm>
            <a:off x="3529012" y="4060825"/>
            <a:ext cx="2904729" cy="254000"/>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DHCPREQUEST</a:t>
            </a:r>
          </a:p>
        </p:txBody>
      </p:sp>
      <p:sp>
        <p:nvSpPr>
          <p:cNvPr id="307240" name="Rectangle 39"/>
          <p:cNvSpPr>
            <a:spLocks noChangeArrowheads="1"/>
          </p:cNvSpPr>
          <p:nvPr/>
        </p:nvSpPr>
        <p:spPr bwMode="auto">
          <a:xfrm>
            <a:off x="8155252" y="4017964"/>
            <a:ext cx="1076590" cy="338137"/>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p>
        </p:txBody>
      </p:sp>
      <p:sp>
        <p:nvSpPr>
          <p:cNvPr id="307241" name="Rectangle 40"/>
          <p:cNvSpPr>
            <a:spLocks noChangeArrowheads="1"/>
          </p:cNvSpPr>
          <p:nvPr/>
        </p:nvSpPr>
        <p:spPr bwMode="auto">
          <a:xfrm>
            <a:off x="7618677" y="4060825"/>
            <a:ext cx="536575" cy="254000"/>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p>
        </p:txBody>
      </p:sp>
      <p:sp>
        <p:nvSpPr>
          <p:cNvPr id="307242" name="Rectangle 41"/>
          <p:cNvSpPr>
            <a:spLocks noChangeArrowheads="1"/>
          </p:cNvSpPr>
          <p:nvPr/>
        </p:nvSpPr>
        <p:spPr bwMode="auto">
          <a:xfrm>
            <a:off x="1700875" y="4060825"/>
            <a:ext cx="753269" cy="254000"/>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p>
        </p:txBody>
      </p:sp>
      <p:sp>
        <p:nvSpPr>
          <p:cNvPr id="307243" name="Text Box 42"/>
          <p:cNvSpPr txBox="1">
            <a:spLocks noChangeArrowheads="1"/>
          </p:cNvSpPr>
          <p:nvPr/>
        </p:nvSpPr>
        <p:spPr bwMode="auto">
          <a:xfrm>
            <a:off x="1697435" y="4292601"/>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07244" name="Text Box 43"/>
          <p:cNvSpPr txBox="1">
            <a:spLocks noChangeArrowheads="1"/>
          </p:cNvSpPr>
          <p:nvPr/>
        </p:nvSpPr>
        <p:spPr bwMode="auto">
          <a:xfrm>
            <a:off x="7419182" y="4292601"/>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07245" name="Line 44"/>
          <p:cNvSpPr>
            <a:spLocks noChangeShapeType="1"/>
          </p:cNvSpPr>
          <p:nvPr/>
        </p:nvSpPr>
        <p:spPr bwMode="auto">
          <a:xfrm flipH="1">
            <a:off x="2452423" y="4800600"/>
            <a:ext cx="5166254" cy="0"/>
          </a:xfrm>
          <a:prstGeom prst="line">
            <a:avLst/>
          </a:prstGeom>
          <a:noFill/>
          <a:ln w="57150">
            <a:solidFill>
              <a:schemeClr val="hlink"/>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07246" name="Rectangle 45"/>
          <p:cNvSpPr>
            <a:spLocks noChangeArrowheads="1"/>
          </p:cNvSpPr>
          <p:nvPr/>
        </p:nvSpPr>
        <p:spPr bwMode="auto">
          <a:xfrm>
            <a:off x="624286" y="4629150"/>
            <a:ext cx="1074869" cy="338138"/>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p>
        </p:txBody>
      </p:sp>
      <p:sp>
        <p:nvSpPr>
          <p:cNvPr id="307247" name="Rectangle 46"/>
          <p:cNvSpPr>
            <a:spLocks noChangeArrowheads="1"/>
          </p:cNvSpPr>
          <p:nvPr/>
        </p:nvSpPr>
        <p:spPr bwMode="auto">
          <a:xfrm>
            <a:off x="3529012" y="4672014"/>
            <a:ext cx="2904729" cy="255587"/>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DHCPNACK</a:t>
            </a:r>
          </a:p>
        </p:txBody>
      </p:sp>
      <p:sp>
        <p:nvSpPr>
          <p:cNvPr id="307248" name="Rectangle 47"/>
          <p:cNvSpPr>
            <a:spLocks noChangeArrowheads="1"/>
          </p:cNvSpPr>
          <p:nvPr/>
        </p:nvSpPr>
        <p:spPr bwMode="auto">
          <a:xfrm>
            <a:off x="8155252" y="4629150"/>
            <a:ext cx="1076590" cy="338138"/>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p>
        </p:txBody>
      </p:sp>
      <p:sp>
        <p:nvSpPr>
          <p:cNvPr id="307249" name="Rectangle 48"/>
          <p:cNvSpPr>
            <a:spLocks noChangeArrowheads="1"/>
          </p:cNvSpPr>
          <p:nvPr/>
        </p:nvSpPr>
        <p:spPr bwMode="auto">
          <a:xfrm>
            <a:off x="7618677" y="4672014"/>
            <a:ext cx="536575" cy="255587"/>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p>
        </p:txBody>
      </p:sp>
      <p:sp>
        <p:nvSpPr>
          <p:cNvPr id="307250" name="Rectangle 49"/>
          <p:cNvSpPr>
            <a:spLocks noChangeArrowheads="1"/>
          </p:cNvSpPr>
          <p:nvPr/>
        </p:nvSpPr>
        <p:spPr bwMode="auto">
          <a:xfrm>
            <a:off x="1699155" y="4672014"/>
            <a:ext cx="753269" cy="255587"/>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p>
        </p:txBody>
      </p:sp>
      <p:sp>
        <p:nvSpPr>
          <p:cNvPr id="307251" name="Text Box 50"/>
          <p:cNvSpPr txBox="1">
            <a:spLocks noChangeArrowheads="1"/>
          </p:cNvSpPr>
          <p:nvPr/>
        </p:nvSpPr>
        <p:spPr bwMode="auto">
          <a:xfrm>
            <a:off x="1697435" y="4903789"/>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07252" name="Text Box 51"/>
          <p:cNvSpPr txBox="1">
            <a:spLocks noChangeArrowheads="1"/>
          </p:cNvSpPr>
          <p:nvPr/>
        </p:nvSpPr>
        <p:spPr bwMode="auto">
          <a:xfrm>
            <a:off x="7419182" y="4903789"/>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07253" name="Line 52"/>
          <p:cNvSpPr>
            <a:spLocks noChangeShapeType="1"/>
          </p:cNvSpPr>
          <p:nvPr/>
        </p:nvSpPr>
        <p:spPr bwMode="auto">
          <a:xfrm flipH="1">
            <a:off x="2452423" y="5411788"/>
            <a:ext cx="5166254" cy="0"/>
          </a:xfrm>
          <a:prstGeom prst="line">
            <a:avLst/>
          </a:prstGeom>
          <a:noFill/>
          <a:ln w="57150">
            <a:solidFill>
              <a:schemeClr val="hlink"/>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07254" name="Rectangle 53"/>
          <p:cNvSpPr>
            <a:spLocks noChangeArrowheads="1"/>
          </p:cNvSpPr>
          <p:nvPr/>
        </p:nvSpPr>
        <p:spPr bwMode="auto">
          <a:xfrm>
            <a:off x="624286" y="5240339"/>
            <a:ext cx="1074869" cy="338137"/>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p>
        </p:txBody>
      </p:sp>
      <p:sp>
        <p:nvSpPr>
          <p:cNvPr id="307255" name="Rectangle 54"/>
          <p:cNvSpPr>
            <a:spLocks noChangeArrowheads="1"/>
          </p:cNvSpPr>
          <p:nvPr/>
        </p:nvSpPr>
        <p:spPr bwMode="auto">
          <a:xfrm>
            <a:off x="3529012" y="5283200"/>
            <a:ext cx="2904729" cy="255588"/>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DHCPACK</a:t>
            </a:r>
          </a:p>
        </p:txBody>
      </p:sp>
      <p:sp>
        <p:nvSpPr>
          <p:cNvPr id="307256" name="Rectangle 55"/>
          <p:cNvSpPr>
            <a:spLocks noChangeArrowheads="1"/>
          </p:cNvSpPr>
          <p:nvPr/>
        </p:nvSpPr>
        <p:spPr bwMode="auto">
          <a:xfrm>
            <a:off x="8155252" y="5240339"/>
            <a:ext cx="1076590" cy="338137"/>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p>
        </p:txBody>
      </p:sp>
      <p:sp>
        <p:nvSpPr>
          <p:cNvPr id="307257" name="Rectangle 56"/>
          <p:cNvSpPr>
            <a:spLocks noChangeArrowheads="1"/>
          </p:cNvSpPr>
          <p:nvPr/>
        </p:nvSpPr>
        <p:spPr bwMode="auto">
          <a:xfrm>
            <a:off x="7618677" y="5283200"/>
            <a:ext cx="536575" cy="255588"/>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p>
        </p:txBody>
      </p:sp>
      <p:sp>
        <p:nvSpPr>
          <p:cNvPr id="307258" name="Rectangle 57"/>
          <p:cNvSpPr>
            <a:spLocks noChangeArrowheads="1"/>
          </p:cNvSpPr>
          <p:nvPr/>
        </p:nvSpPr>
        <p:spPr bwMode="auto">
          <a:xfrm>
            <a:off x="1699155" y="5283200"/>
            <a:ext cx="753269" cy="255588"/>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p>
        </p:txBody>
      </p:sp>
      <p:sp>
        <p:nvSpPr>
          <p:cNvPr id="307259" name="Text Box 58"/>
          <p:cNvSpPr txBox="1">
            <a:spLocks noChangeArrowheads="1"/>
          </p:cNvSpPr>
          <p:nvPr/>
        </p:nvSpPr>
        <p:spPr bwMode="auto">
          <a:xfrm>
            <a:off x="1697435" y="5514976"/>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07260" name="Text Box 59"/>
          <p:cNvSpPr txBox="1">
            <a:spLocks noChangeArrowheads="1"/>
          </p:cNvSpPr>
          <p:nvPr/>
        </p:nvSpPr>
        <p:spPr bwMode="auto">
          <a:xfrm>
            <a:off x="7419182" y="5514976"/>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07261" name="Line 60"/>
          <p:cNvSpPr>
            <a:spLocks noChangeShapeType="1"/>
          </p:cNvSpPr>
          <p:nvPr/>
        </p:nvSpPr>
        <p:spPr bwMode="auto">
          <a:xfrm>
            <a:off x="2454143" y="6256338"/>
            <a:ext cx="5164534" cy="0"/>
          </a:xfrm>
          <a:prstGeom prst="line">
            <a:avLst/>
          </a:prstGeom>
          <a:noFill/>
          <a:ln w="5715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07262" name="Rectangle 61"/>
          <p:cNvSpPr>
            <a:spLocks noChangeArrowheads="1"/>
          </p:cNvSpPr>
          <p:nvPr/>
        </p:nvSpPr>
        <p:spPr bwMode="auto">
          <a:xfrm>
            <a:off x="624285" y="6086475"/>
            <a:ext cx="1076590" cy="338138"/>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p>
        </p:txBody>
      </p:sp>
      <p:sp>
        <p:nvSpPr>
          <p:cNvPr id="307263" name="Rectangle 62"/>
          <p:cNvSpPr>
            <a:spLocks noChangeArrowheads="1"/>
          </p:cNvSpPr>
          <p:nvPr/>
        </p:nvSpPr>
        <p:spPr bwMode="auto">
          <a:xfrm>
            <a:off x="3529012" y="6129338"/>
            <a:ext cx="2904729" cy="254000"/>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DHCPRELEASE</a:t>
            </a:r>
          </a:p>
        </p:txBody>
      </p:sp>
      <p:sp>
        <p:nvSpPr>
          <p:cNvPr id="307264" name="Rectangle 63"/>
          <p:cNvSpPr>
            <a:spLocks noChangeArrowheads="1"/>
          </p:cNvSpPr>
          <p:nvPr/>
        </p:nvSpPr>
        <p:spPr bwMode="auto">
          <a:xfrm>
            <a:off x="8155252" y="6086475"/>
            <a:ext cx="1076590" cy="338138"/>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p>
        </p:txBody>
      </p:sp>
      <p:sp>
        <p:nvSpPr>
          <p:cNvPr id="307265" name="Rectangle 64"/>
          <p:cNvSpPr>
            <a:spLocks noChangeArrowheads="1"/>
          </p:cNvSpPr>
          <p:nvPr/>
        </p:nvSpPr>
        <p:spPr bwMode="auto">
          <a:xfrm>
            <a:off x="7618677" y="6129338"/>
            <a:ext cx="536575" cy="254000"/>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p>
        </p:txBody>
      </p:sp>
      <p:sp>
        <p:nvSpPr>
          <p:cNvPr id="307266" name="Rectangle 65"/>
          <p:cNvSpPr>
            <a:spLocks noChangeArrowheads="1"/>
          </p:cNvSpPr>
          <p:nvPr/>
        </p:nvSpPr>
        <p:spPr bwMode="auto">
          <a:xfrm>
            <a:off x="1700875" y="6129338"/>
            <a:ext cx="753269" cy="254000"/>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p>
        </p:txBody>
      </p:sp>
      <p:sp>
        <p:nvSpPr>
          <p:cNvPr id="307267" name="Text Box 66"/>
          <p:cNvSpPr txBox="1">
            <a:spLocks noChangeArrowheads="1"/>
          </p:cNvSpPr>
          <p:nvPr/>
        </p:nvSpPr>
        <p:spPr bwMode="auto">
          <a:xfrm>
            <a:off x="1697435" y="6361114"/>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07268" name="Text Box 67"/>
          <p:cNvSpPr txBox="1">
            <a:spLocks noChangeArrowheads="1"/>
          </p:cNvSpPr>
          <p:nvPr/>
        </p:nvSpPr>
        <p:spPr bwMode="auto">
          <a:xfrm>
            <a:off x="7419182" y="6361114"/>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07269" name="Rectangle 68"/>
          <p:cNvSpPr>
            <a:spLocks noChangeArrowheads="1"/>
          </p:cNvSpPr>
          <p:nvPr/>
        </p:nvSpPr>
        <p:spPr bwMode="auto">
          <a:xfrm>
            <a:off x="8155252" y="936625"/>
            <a:ext cx="1076590" cy="338138"/>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a:solidFill>
                  <a:srgbClr val="333399"/>
                </a:solidFill>
                <a:latin typeface="Arial" panose="020B0604020202020204" pitchFamily="34" charset="0"/>
                <a:ea typeface="黑体" panose="02010609060101010101" pitchFamily="2" charset="-122"/>
              </a:rPr>
              <a:t>服务器</a:t>
            </a:r>
          </a:p>
        </p:txBody>
      </p:sp>
      <p:sp>
        <p:nvSpPr>
          <p:cNvPr id="307270" name="Rectangle 69"/>
          <p:cNvSpPr>
            <a:spLocks noChangeArrowheads="1"/>
          </p:cNvSpPr>
          <p:nvPr/>
        </p:nvSpPr>
        <p:spPr bwMode="auto">
          <a:xfrm>
            <a:off x="7618677" y="977900"/>
            <a:ext cx="536575" cy="254000"/>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a:solidFill>
                  <a:srgbClr val="333399"/>
                </a:solidFill>
                <a:latin typeface="Arial" panose="020B0604020202020204" pitchFamily="34" charset="0"/>
                <a:ea typeface="黑体" panose="02010609060101010101" pitchFamily="2" charset="-122"/>
              </a:rPr>
              <a:t>67</a:t>
            </a:r>
          </a:p>
        </p:txBody>
      </p:sp>
      <p:sp>
        <p:nvSpPr>
          <p:cNvPr id="307271" name="Text Box 70"/>
          <p:cNvSpPr txBox="1">
            <a:spLocks noChangeArrowheads="1"/>
          </p:cNvSpPr>
          <p:nvPr/>
        </p:nvSpPr>
        <p:spPr bwMode="auto">
          <a:xfrm>
            <a:off x="7419182" y="1209676"/>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dirty="0">
                <a:solidFill>
                  <a:srgbClr val="333399"/>
                </a:solidFill>
                <a:latin typeface="Arial" panose="020B0604020202020204" pitchFamily="34" charset="0"/>
                <a:ea typeface="黑体" panose="02010609060101010101" pitchFamily="2" charset="-122"/>
              </a:rPr>
              <a:t>UDP</a:t>
            </a:r>
          </a:p>
        </p:txBody>
      </p:sp>
      <p:sp>
        <p:nvSpPr>
          <p:cNvPr id="307272" name="Text Box 71"/>
          <p:cNvSpPr txBox="1">
            <a:spLocks noChangeArrowheads="1"/>
          </p:cNvSpPr>
          <p:nvPr/>
        </p:nvSpPr>
        <p:spPr bwMode="auto">
          <a:xfrm>
            <a:off x="6218766" y="692151"/>
            <a:ext cx="12105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000">
                <a:solidFill>
                  <a:srgbClr val="333399"/>
                </a:solidFill>
                <a:latin typeface="Arial" panose="020B0604020202020204" pitchFamily="34" charset="0"/>
                <a:ea typeface="黑体" panose="02010609060101010101" pitchFamily="2" charset="-122"/>
              </a:rPr>
              <a:t>被动打开</a:t>
            </a:r>
          </a:p>
        </p:txBody>
      </p:sp>
      <p:sp>
        <p:nvSpPr>
          <p:cNvPr id="307273" name="Text Box 72"/>
          <p:cNvSpPr txBox="1">
            <a:spLocks noChangeArrowheads="1"/>
          </p:cNvSpPr>
          <p:nvPr/>
        </p:nvSpPr>
        <p:spPr bwMode="auto">
          <a:xfrm>
            <a:off x="9237002" y="820738"/>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a:solidFill>
                  <a:srgbClr val="333399"/>
                </a:solidFill>
                <a:latin typeface="Arial" panose="020B0604020202020204" pitchFamily="34" charset="0"/>
                <a:ea typeface="黑体" panose="02010609060101010101" pitchFamily="2" charset="-122"/>
                <a:sym typeface="Wingdings" panose="05000000000000000000" pitchFamily="2" charset="2"/>
              </a:rPr>
              <a:t></a:t>
            </a:r>
          </a:p>
        </p:txBody>
      </p:sp>
      <p:sp>
        <p:nvSpPr>
          <p:cNvPr id="307274" name="Text Box 73"/>
          <p:cNvSpPr txBox="1">
            <a:spLocks noChangeArrowheads="1"/>
          </p:cNvSpPr>
          <p:nvPr/>
        </p:nvSpPr>
        <p:spPr bwMode="auto">
          <a:xfrm>
            <a:off x="85990" y="1435101"/>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p>
        </p:txBody>
      </p:sp>
      <p:sp>
        <p:nvSpPr>
          <p:cNvPr id="307275" name="Text Box 74"/>
          <p:cNvSpPr txBox="1">
            <a:spLocks noChangeArrowheads="1"/>
          </p:cNvSpPr>
          <p:nvPr/>
        </p:nvSpPr>
        <p:spPr bwMode="auto">
          <a:xfrm>
            <a:off x="9237002" y="2057401"/>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p>
        </p:txBody>
      </p:sp>
      <p:sp>
        <p:nvSpPr>
          <p:cNvPr id="307276" name="Text Box 75"/>
          <p:cNvSpPr txBox="1">
            <a:spLocks noChangeArrowheads="1"/>
          </p:cNvSpPr>
          <p:nvPr/>
        </p:nvSpPr>
        <p:spPr bwMode="auto">
          <a:xfrm>
            <a:off x="85990" y="2654301"/>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p>
        </p:txBody>
      </p:sp>
      <p:sp>
        <p:nvSpPr>
          <p:cNvPr id="307277" name="Text Box 76"/>
          <p:cNvSpPr txBox="1">
            <a:spLocks noChangeArrowheads="1"/>
          </p:cNvSpPr>
          <p:nvPr/>
        </p:nvSpPr>
        <p:spPr bwMode="auto">
          <a:xfrm>
            <a:off x="9231842" y="3278188"/>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p>
        </p:txBody>
      </p:sp>
      <p:sp>
        <p:nvSpPr>
          <p:cNvPr id="307278" name="Text Box 77"/>
          <p:cNvSpPr txBox="1">
            <a:spLocks noChangeArrowheads="1"/>
          </p:cNvSpPr>
          <p:nvPr/>
        </p:nvSpPr>
        <p:spPr bwMode="auto">
          <a:xfrm>
            <a:off x="85990" y="3902076"/>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p>
        </p:txBody>
      </p:sp>
      <p:sp>
        <p:nvSpPr>
          <p:cNvPr id="307279" name="Text Box 78"/>
          <p:cNvSpPr txBox="1">
            <a:spLocks noChangeArrowheads="1"/>
          </p:cNvSpPr>
          <p:nvPr/>
        </p:nvSpPr>
        <p:spPr bwMode="auto">
          <a:xfrm>
            <a:off x="9231842" y="4486276"/>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p>
        </p:txBody>
      </p:sp>
      <p:sp>
        <p:nvSpPr>
          <p:cNvPr id="307280" name="Text Box 79"/>
          <p:cNvSpPr txBox="1">
            <a:spLocks noChangeArrowheads="1"/>
          </p:cNvSpPr>
          <p:nvPr/>
        </p:nvSpPr>
        <p:spPr bwMode="auto">
          <a:xfrm>
            <a:off x="9231842" y="5110163"/>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p>
        </p:txBody>
      </p:sp>
      <p:sp>
        <p:nvSpPr>
          <p:cNvPr id="307281" name="Text Box 80"/>
          <p:cNvSpPr txBox="1">
            <a:spLocks noChangeArrowheads="1"/>
          </p:cNvSpPr>
          <p:nvPr/>
        </p:nvSpPr>
        <p:spPr bwMode="auto">
          <a:xfrm rot="-5400000">
            <a:off x="4385625" y="5480734"/>
            <a:ext cx="6463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b="1">
                <a:solidFill>
                  <a:srgbClr val="000099"/>
                </a:solidFill>
                <a:latin typeface="Arial" panose="020B0604020202020204" pitchFamily="34" charset="0"/>
                <a:ea typeface="黑体" panose="02010609060101010101" pitchFamily="2" charset="-122"/>
              </a:rPr>
              <a:t>…</a:t>
            </a:r>
          </a:p>
        </p:txBody>
      </p:sp>
      <p:sp>
        <p:nvSpPr>
          <p:cNvPr id="307282" name="Text Box 81"/>
          <p:cNvSpPr txBox="1">
            <a:spLocks noChangeArrowheads="1"/>
          </p:cNvSpPr>
          <p:nvPr/>
        </p:nvSpPr>
        <p:spPr bwMode="auto">
          <a:xfrm>
            <a:off x="85990" y="5892801"/>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p>
        </p:txBody>
      </p:sp>
      <p:sp>
        <p:nvSpPr>
          <p:cNvPr id="307283" name="Rectangle 83"/>
          <p:cNvSpPr>
            <a:spLocks noChangeArrowheads="1"/>
          </p:cNvSpPr>
          <p:nvPr/>
        </p:nvSpPr>
        <p:spPr bwMode="auto">
          <a:xfrm>
            <a:off x="0" y="4622800"/>
            <a:ext cx="9906000" cy="2235200"/>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zh-CN" sz="2800" b="1">
              <a:solidFill>
                <a:srgbClr val="000099"/>
              </a:solidFill>
            </a:endParaRPr>
          </a:p>
        </p:txBody>
      </p:sp>
      <p:sp>
        <p:nvSpPr>
          <p:cNvPr id="307284" name="Text Box 85"/>
          <p:cNvSpPr txBox="1">
            <a:spLocks noChangeArrowheads="1"/>
          </p:cNvSpPr>
          <p:nvPr/>
        </p:nvSpPr>
        <p:spPr bwMode="auto">
          <a:xfrm>
            <a:off x="1343158" y="5138738"/>
            <a:ext cx="6261761" cy="1077912"/>
          </a:xfrm>
          <a:prstGeom prst="rect">
            <a:avLst/>
          </a:prstGeom>
          <a:solidFill>
            <a:srgbClr val="FFFF99"/>
          </a:solidFill>
          <a:ln w="9525">
            <a:solidFill>
              <a:srgbClr val="33339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lang="en-US" altLang="zh-CN" b="1" dirty="0">
                <a:solidFill>
                  <a:srgbClr val="000099"/>
                </a:solidFill>
                <a:sym typeface="Wingdings" panose="05000000000000000000" pitchFamily="2" charset="2"/>
              </a:rPr>
              <a:t></a:t>
            </a:r>
            <a:r>
              <a:rPr lang="zh-CN" altLang="en-US" sz="2800" b="1" dirty="0">
                <a:solidFill>
                  <a:srgbClr val="000099"/>
                </a:solidFill>
              </a:rPr>
              <a:t>：</a:t>
            </a:r>
            <a:r>
              <a:rPr lang="en-US" altLang="zh-CN" sz="2800" b="1" dirty="0">
                <a:solidFill>
                  <a:srgbClr val="000099"/>
                </a:solidFill>
              </a:rPr>
              <a:t>DHCP </a:t>
            </a:r>
            <a:r>
              <a:rPr lang="zh-CN" altLang="en-US" sz="2800" b="1" dirty="0">
                <a:solidFill>
                  <a:srgbClr val="000099"/>
                </a:solidFill>
              </a:rPr>
              <a:t>客户从 </a:t>
            </a:r>
            <a:r>
              <a:rPr lang="en-US" altLang="zh-CN" sz="2800" b="1" dirty="0">
                <a:solidFill>
                  <a:srgbClr val="000099"/>
                </a:solidFill>
              </a:rPr>
              <a:t>UDP </a:t>
            </a:r>
            <a:r>
              <a:rPr lang="zh-CN" altLang="en-US" sz="2800" b="1" dirty="0">
                <a:solidFill>
                  <a:srgbClr val="000099"/>
                </a:solidFill>
              </a:rPr>
              <a:t>端口 </a:t>
            </a:r>
            <a:r>
              <a:rPr lang="en-US" altLang="zh-CN" sz="2800" b="1" dirty="0">
                <a:solidFill>
                  <a:srgbClr val="000099"/>
                </a:solidFill>
              </a:rPr>
              <a:t>68</a:t>
            </a:r>
          </a:p>
          <a:p>
            <a:pPr eaLnBrk="1" hangingPunct="1"/>
            <a:r>
              <a:rPr lang="en-US" altLang="zh-CN" sz="2800" b="1" dirty="0">
                <a:solidFill>
                  <a:srgbClr val="000099"/>
                </a:solidFill>
              </a:rPr>
              <a:t>      </a:t>
            </a:r>
            <a:r>
              <a:rPr lang="zh-CN" altLang="en-US" sz="2800" b="1" dirty="0">
                <a:solidFill>
                  <a:srgbClr val="000099"/>
                </a:solidFill>
              </a:rPr>
              <a:t>广播发送 </a:t>
            </a:r>
            <a:r>
              <a:rPr lang="en-US" altLang="zh-CN" sz="2800" b="1" dirty="0">
                <a:solidFill>
                  <a:srgbClr val="000099"/>
                </a:solidFill>
              </a:rPr>
              <a:t>DHCP </a:t>
            </a:r>
            <a:r>
              <a:rPr lang="zh-CN" altLang="en-US" sz="2800" b="1" dirty="0">
                <a:solidFill>
                  <a:srgbClr val="000099"/>
                </a:solidFill>
              </a:rPr>
              <a:t>发现报文。</a:t>
            </a:r>
          </a:p>
        </p:txBody>
      </p:sp>
      <p:sp>
        <p:nvSpPr>
          <p:cNvPr id="85" name="Rectangle 2"/>
          <p:cNvSpPr txBox="1">
            <a:spLocks noChangeArrowheads="1"/>
          </p:cNvSpPr>
          <p:nvPr/>
        </p:nvSpPr>
        <p:spPr bwMode="auto">
          <a:xfrm>
            <a:off x="704528" y="188913"/>
            <a:ext cx="8442325" cy="539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l" rtl="0" eaLnBrk="1" fontAlgn="base" hangingPunct="1">
              <a:spcBef>
                <a:spcPct val="0"/>
              </a:spcBef>
              <a:spcAft>
                <a:spcPct val="0"/>
              </a:spcAft>
              <a:defRPr lang="zh-CN" altLang="en-US" sz="4400" b="1" smtClean="0">
                <a:solidFill>
                  <a:srgbClr val="333399"/>
                </a:solidFill>
                <a:latin typeface="+mj-lt"/>
                <a:ea typeface="+mj-ea"/>
                <a:cs typeface="+mj-cs"/>
              </a:defRPr>
            </a:lvl1pPr>
            <a:lvl2pPr algn="l" rtl="0" eaLnBrk="1" fontAlgn="base" hangingPunct="1">
              <a:spcBef>
                <a:spcPct val="0"/>
              </a:spcBef>
              <a:spcAft>
                <a:spcPct val="0"/>
              </a:spcAft>
              <a:defRPr sz="4400">
                <a:solidFill>
                  <a:srgbClr val="333399"/>
                </a:solidFill>
                <a:latin typeface="Arial" panose="020B0604020202020204" pitchFamily="34" charset="0"/>
                <a:ea typeface="黑体" panose="02010609060101010101" pitchFamily="2" charset="-122"/>
              </a:defRPr>
            </a:lvl2pPr>
            <a:lvl3pPr algn="l" rtl="0" eaLnBrk="1" fontAlgn="base" hangingPunct="1">
              <a:spcBef>
                <a:spcPct val="0"/>
              </a:spcBef>
              <a:spcAft>
                <a:spcPct val="0"/>
              </a:spcAft>
              <a:defRPr sz="4400">
                <a:solidFill>
                  <a:srgbClr val="333399"/>
                </a:solidFill>
                <a:latin typeface="Arial" panose="020B0604020202020204" pitchFamily="34" charset="0"/>
                <a:ea typeface="黑体" panose="02010609060101010101" pitchFamily="2" charset="-122"/>
              </a:defRPr>
            </a:lvl3pPr>
            <a:lvl4pPr algn="l" rtl="0" eaLnBrk="1" fontAlgn="base" hangingPunct="1">
              <a:spcBef>
                <a:spcPct val="0"/>
              </a:spcBef>
              <a:spcAft>
                <a:spcPct val="0"/>
              </a:spcAft>
              <a:defRPr sz="4400">
                <a:solidFill>
                  <a:srgbClr val="333399"/>
                </a:solidFill>
                <a:latin typeface="Arial" panose="020B0604020202020204" pitchFamily="34" charset="0"/>
                <a:ea typeface="黑体" panose="02010609060101010101" pitchFamily="2" charset="-122"/>
              </a:defRPr>
            </a:lvl4pPr>
            <a:lvl5pPr algn="l" rtl="0" eaLnBrk="1" fontAlgn="base" hangingPunct="1">
              <a:spcBef>
                <a:spcPct val="0"/>
              </a:spcBef>
              <a:spcAft>
                <a:spcPct val="0"/>
              </a:spcAft>
              <a:defRPr sz="4400">
                <a:solidFill>
                  <a:srgbClr val="333399"/>
                </a:solidFill>
                <a:latin typeface="Arial" panose="020B0604020202020204" pitchFamily="34" charset="0"/>
                <a:ea typeface="黑体" panose="02010609060101010101" pitchFamily="2" charset="-122"/>
              </a:defRPr>
            </a:lvl5pPr>
            <a:lvl6pPr marL="457200" algn="l" rtl="0" eaLnBrk="1" fontAlgn="base" hangingPunct="1">
              <a:spcBef>
                <a:spcPct val="0"/>
              </a:spcBef>
              <a:spcAft>
                <a:spcPct val="0"/>
              </a:spcAft>
              <a:defRPr sz="4400">
                <a:solidFill>
                  <a:srgbClr val="333399"/>
                </a:solidFill>
                <a:latin typeface="Arial" panose="020B0604020202020204" pitchFamily="34" charset="0"/>
                <a:ea typeface="黑体" panose="02010609060101010101" pitchFamily="2" charset="-122"/>
              </a:defRPr>
            </a:lvl6pPr>
            <a:lvl7pPr marL="914400" algn="l" rtl="0" eaLnBrk="1" fontAlgn="base" hangingPunct="1">
              <a:spcBef>
                <a:spcPct val="0"/>
              </a:spcBef>
              <a:spcAft>
                <a:spcPct val="0"/>
              </a:spcAft>
              <a:defRPr sz="4400">
                <a:solidFill>
                  <a:srgbClr val="333399"/>
                </a:solidFill>
                <a:latin typeface="Arial" panose="020B0604020202020204" pitchFamily="34" charset="0"/>
                <a:ea typeface="黑体" panose="02010609060101010101" pitchFamily="2" charset="-122"/>
              </a:defRPr>
            </a:lvl7pPr>
            <a:lvl8pPr marL="1371600" algn="l" rtl="0" eaLnBrk="1" fontAlgn="base" hangingPunct="1">
              <a:spcBef>
                <a:spcPct val="0"/>
              </a:spcBef>
              <a:spcAft>
                <a:spcPct val="0"/>
              </a:spcAft>
              <a:defRPr sz="4400">
                <a:solidFill>
                  <a:srgbClr val="333399"/>
                </a:solidFill>
                <a:latin typeface="Arial" panose="020B0604020202020204" pitchFamily="34" charset="0"/>
                <a:ea typeface="黑体" panose="02010609060101010101" pitchFamily="2" charset="-122"/>
              </a:defRPr>
            </a:lvl8pPr>
            <a:lvl9pPr marL="1828800" algn="l" rtl="0" eaLnBrk="1" fontAlgn="base" hangingPunct="1">
              <a:spcBef>
                <a:spcPct val="0"/>
              </a:spcBef>
              <a:spcAft>
                <a:spcPct val="0"/>
              </a:spcAft>
              <a:defRPr sz="4400">
                <a:solidFill>
                  <a:srgbClr val="333399"/>
                </a:solidFill>
                <a:latin typeface="Arial" panose="020B0604020202020204" pitchFamily="34" charset="0"/>
                <a:ea typeface="黑体" panose="02010609060101010101" pitchFamily="2" charset="-122"/>
              </a:defRPr>
            </a:lvl9pPr>
          </a:lstStyle>
          <a:p>
            <a:pPr algn="ctr">
              <a:defRPr/>
            </a:pPr>
            <a:r>
              <a:rPr lang="en-US" altLang="zh-CN" kern="0"/>
              <a:t>DHCP </a:t>
            </a:r>
            <a:r>
              <a:rPr lang="zh-CN" altLang="en-US" kern="0"/>
              <a:t>协议的工作过程 </a:t>
            </a:r>
            <a:endParaRPr lang="zh-CN" altLang="en-US" kern="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07283"/>
                                        </p:tgtEl>
                                        <p:attrNameLst>
                                          <p:attrName>style.visibility</p:attrName>
                                        </p:attrNameLst>
                                      </p:cBhvr>
                                      <p:to>
                                        <p:strVal val="visible"/>
                                      </p:to>
                                    </p:set>
                                    <p:animEffect transition="in" filter="fade">
                                      <p:cBhvr>
                                        <p:cTn id="7" dur="500"/>
                                        <p:tgtEl>
                                          <p:spTgt spid="3072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83" grpId="0" animBg="1"/>
    </p:bldLst>
  </p:timing>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250" name="页脚占位符 4"/>
          <p:cNvSpPr>
            <a:spLocks noGrp="1"/>
          </p:cNvSpPr>
          <p:nvPr>
            <p:ph type="ftr" sz="quarter" idx="4294967295"/>
          </p:nvPr>
        </p:nvSpPr>
        <p:spPr>
          <a:xfrm>
            <a:off x="3384550" y="6356350"/>
            <a:ext cx="3136900" cy="457200"/>
          </a:xfrm>
          <a:prstGeom prst="rect">
            <a:avLst/>
          </a:prstGeom>
          <a:noFill/>
        </p:spPr>
        <p:txBody>
          <a:bodyPr/>
          <a:lstStyle>
            <a:lvl1pPr>
              <a:defRPr sz="2900" b="1">
                <a:solidFill>
                  <a:srgbClr val="000000"/>
                </a:solidFill>
                <a:latin typeface="Arial" panose="020B0604020202020204" pitchFamily="34" charset="0"/>
                <a:ea typeface="黑体" panose="02010609060101010101" pitchFamily="2" charset="-122"/>
              </a:defRPr>
            </a:lvl1pPr>
            <a:lvl2pPr marL="742950" indent="-285750">
              <a:defRPr sz="2500" b="1">
                <a:solidFill>
                  <a:srgbClr val="000000"/>
                </a:solidFill>
                <a:latin typeface="Arial" panose="020B0604020202020204" pitchFamily="34" charset="0"/>
                <a:ea typeface="黑体" panose="02010609060101010101" pitchFamily="2" charset="-122"/>
              </a:defRPr>
            </a:lvl2pPr>
            <a:lvl3pPr marL="1143000" indent="-228600">
              <a:defRPr sz="2200" b="1">
                <a:solidFill>
                  <a:srgbClr val="000000"/>
                </a:solidFill>
                <a:latin typeface="Arial" panose="020B0604020202020204" pitchFamily="34" charset="0"/>
                <a:ea typeface="黑体" panose="02010609060101010101" pitchFamily="2" charset="-122"/>
              </a:defRPr>
            </a:lvl3pPr>
            <a:lvl4pPr marL="1600200" indent="-228600">
              <a:defRPr b="1">
                <a:solidFill>
                  <a:srgbClr val="000000"/>
                </a:solidFill>
                <a:latin typeface="Arial" panose="020B0604020202020204" pitchFamily="34" charset="0"/>
                <a:ea typeface="黑体" panose="02010609060101010101" pitchFamily="2" charset="-122"/>
              </a:defRPr>
            </a:lvl4pPr>
            <a:lvl5pPr marL="2057400" indent="-228600">
              <a:defRPr b="1">
                <a:solidFill>
                  <a:srgbClr val="000000"/>
                </a:solidFill>
                <a:latin typeface="Arial" panose="020B0604020202020204" pitchFamily="34" charset="0"/>
                <a:ea typeface="黑体" panose="02010609060101010101" pitchFamily="2" charset="-122"/>
              </a:defRPr>
            </a:lvl5pPr>
            <a:lvl6pPr marL="25146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6pPr>
            <a:lvl7pPr marL="29718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7pPr>
            <a:lvl8pPr marL="34290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8pPr>
            <a:lvl9pPr marL="38862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9pPr>
          </a:lstStyle>
          <a:p>
            <a:r>
              <a:rPr lang="zh-CN" altLang="en-US" sz="1400">
                <a:solidFill>
                  <a:srgbClr val="000099"/>
                </a:solidFill>
                <a:latin typeface="Tahoma" panose="020B0604030504040204" pitchFamily="34" charset="0"/>
                <a:ea typeface="宋体" panose="02010600030101010101" pitchFamily="2" charset="-122"/>
              </a:rPr>
              <a:t>课件制作人：谢希仁</a:t>
            </a:r>
          </a:p>
        </p:txBody>
      </p:sp>
      <p:sp>
        <p:nvSpPr>
          <p:cNvPr id="309252" name="Line 3"/>
          <p:cNvSpPr>
            <a:spLocks noChangeShapeType="1"/>
          </p:cNvSpPr>
          <p:nvPr/>
        </p:nvSpPr>
        <p:spPr bwMode="auto">
          <a:xfrm flipH="1">
            <a:off x="6131058" y="1100138"/>
            <a:ext cx="1506538" cy="0"/>
          </a:xfrm>
          <a:prstGeom prst="line">
            <a:avLst/>
          </a:prstGeom>
          <a:noFill/>
          <a:ln w="5715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09253" name="Line 4"/>
          <p:cNvSpPr>
            <a:spLocks noChangeShapeType="1"/>
          </p:cNvSpPr>
          <p:nvPr/>
        </p:nvSpPr>
        <p:spPr bwMode="auto">
          <a:xfrm>
            <a:off x="2454143" y="1747838"/>
            <a:ext cx="5164534" cy="0"/>
          </a:xfrm>
          <a:prstGeom prst="line">
            <a:avLst/>
          </a:prstGeom>
          <a:noFill/>
          <a:ln w="5715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09254" name="Rectangle 5"/>
          <p:cNvSpPr>
            <a:spLocks noChangeArrowheads="1"/>
          </p:cNvSpPr>
          <p:nvPr/>
        </p:nvSpPr>
        <p:spPr bwMode="auto">
          <a:xfrm>
            <a:off x="624285" y="1576388"/>
            <a:ext cx="1076590" cy="341312"/>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p>
        </p:txBody>
      </p:sp>
      <p:sp>
        <p:nvSpPr>
          <p:cNvPr id="309255" name="Rectangle 6"/>
          <p:cNvSpPr>
            <a:spLocks noChangeArrowheads="1"/>
          </p:cNvSpPr>
          <p:nvPr/>
        </p:nvSpPr>
        <p:spPr bwMode="auto">
          <a:xfrm>
            <a:off x="3529012" y="1617664"/>
            <a:ext cx="2904729" cy="257175"/>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DHCPDISCOVER</a:t>
            </a:r>
          </a:p>
        </p:txBody>
      </p:sp>
      <p:sp>
        <p:nvSpPr>
          <p:cNvPr id="309256" name="Rectangle 7"/>
          <p:cNvSpPr>
            <a:spLocks noChangeArrowheads="1"/>
          </p:cNvSpPr>
          <p:nvPr/>
        </p:nvSpPr>
        <p:spPr bwMode="auto">
          <a:xfrm>
            <a:off x="8155252" y="1576388"/>
            <a:ext cx="1076590" cy="341312"/>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p>
        </p:txBody>
      </p:sp>
      <p:sp>
        <p:nvSpPr>
          <p:cNvPr id="309257" name="Rectangle 8"/>
          <p:cNvSpPr>
            <a:spLocks noChangeArrowheads="1"/>
          </p:cNvSpPr>
          <p:nvPr/>
        </p:nvSpPr>
        <p:spPr bwMode="auto">
          <a:xfrm>
            <a:off x="7618677" y="1617664"/>
            <a:ext cx="536575" cy="257175"/>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p>
        </p:txBody>
      </p:sp>
      <p:sp>
        <p:nvSpPr>
          <p:cNvPr id="309258" name="Rectangle 9"/>
          <p:cNvSpPr>
            <a:spLocks noChangeArrowheads="1"/>
          </p:cNvSpPr>
          <p:nvPr/>
        </p:nvSpPr>
        <p:spPr bwMode="auto">
          <a:xfrm>
            <a:off x="1700875" y="1617664"/>
            <a:ext cx="753269" cy="257175"/>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p>
        </p:txBody>
      </p:sp>
      <p:sp>
        <p:nvSpPr>
          <p:cNvPr id="309259" name="Text Box 10"/>
          <p:cNvSpPr txBox="1">
            <a:spLocks noChangeArrowheads="1"/>
          </p:cNvSpPr>
          <p:nvPr/>
        </p:nvSpPr>
        <p:spPr bwMode="auto">
          <a:xfrm>
            <a:off x="1697435" y="1854201"/>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900" b="1">
                <a:solidFill>
                  <a:srgbClr val="000000"/>
                </a:solidFill>
                <a:latin typeface="Arial" panose="020B0604020202020204" pitchFamily="34" charset="0"/>
                <a:ea typeface="黑体" panose="02010609060101010101" pitchFamily="2" charset="-122"/>
              </a:defRPr>
            </a:lvl1pPr>
            <a:lvl2pPr marL="742950" indent="-285750">
              <a:defRPr sz="2500" b="1">
                <a:solidFill>
                  <a:srgbClr val="000000"/>
                </a:solidFill>
                <a:latin typeface="Arial" panose="020B0604020202020204" pitchFamily="34" charset="0"/>
                <a:ea typeface="黑体" panose="02010609060101010101" pitchFamily="2" charset="-122"/>
              </a:defRPr>
            </a:lvl2pPr>
            <a:lvl3pPr marL="1143000" indent="-228600">
              <a:defRPr sz="2200" b="1">
                <a:solidFill>
                  <a:srgbClr val="000000"/>
                </a:solidFill>
                <a:latin typeface="Arial" panose="020B0604020202020204" pitchFamily="34" charset="0"/>
                <a:ea typeface="黑体" panose="02010609060101010101" pitchFamily="2" charset="-122"/>
              </a:defRPr>
            </a:lvl3pPr>
            <a:lvl4pPr marL="1600200" indent="-228600">
              <a:defRPr b="1">
                <a:solidFill>
                  <a:srgbClr val="000000"/>
                </a:solidFill>
                <a:latin typeface="Arial" panose="020B0604020202020204" pitchFamily="34" charset="0"/>
                <a:ea typeface="黑体" panose="02010609060101010101" pitchFamily="2" charset="-122"/>
              </a:defRPr>
            </a:lvl4pPr>
            <a:lvl5pPr marL="2057400" indent="-228600">
              <a:defRPr b="1">
                <a:solidFill>
                  <a:srgbClr val="000000"/>
                </a:solidFill>
                <a:latin typeface="Arial" panose="020B0604020202020204" pitchFamily="34" charset="0"/>
                <a:ea typeface="黑体" panose="02010609060101010101" pitchFamily="2" charset="-122"/>
              </a:defRPr>
            </a:lvl5pPr>
            <a:lvl6pPr marL="25146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6pPr>
            <a:lvl7pPr marL="29718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7pPr>
            <a:lvl8pPr marL="34290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8pPr>
            <a:lvl9pPr marL="38862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9pPr>
          </a:lstStyle>
          <a:p>
            <a:pPr eaLnBrk="1" hangingPunct="1"/>
            <a:r>
              <a:rPr kumimoji="1" lang="en-US" altLang="zh-CN" sz="2000">
                <a:solidFill>
                  <a:srgbClr val="000099"/>
                </a:solidFill>
              </a:rPr>
              <a:t>UDP</a:t>
            </a:r>
          </a:p>
        </p:txBody>
      </p:sp>
      <p:sp>
        <p:nvSpPr>
          <p:cNvPr id="309260" name="Text Box 11"/>
          <p:cNvSpPr txBox="1">
            <a:spLocks noChangeArrowheads="1"/>
          </p:cNvSpPr>
          <p:nvPr/>
        </p:nvSpPr>
        <p:spPr bwMode="auto">
          <a:xfrm>
            <a:off x="7419182" y="1851026"/>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900" b="1">
                <a:solidFill>
                  <a:srgbClr val="000000"/>
                </a:solidFill>
                <a:latin typeface="Arial" panose="020B0604020202020204" pitchFamily="34" charset="0"/>
                <a:ea typeface="黑体" panose="02010609060101010101" pitchFamily="2" charset="-122"/>
              </a:defRPr>
            </a:lvl1pPr>
            <a:lvl2pPr marL="742950" indent="-285750">
              <a:defRPr sz="2500" b="1">
                <a:solidFill>
                  <a:srgbClr val="000000"/>
                </a:solidFill>
                <a:latin typeface="Arial" panose="020B0604020202020204" pitchFamily="34" charset="0"/>
                <a:ea typeface="黑体" panose="02010609060101010101" pitchFamily="2" charset="-122"/>
              </a:defRPr>
            </a:lvl2pPr>
            <a:lvl3pPr marL="1143000" indent="-228600">
              <a:defRPr sz="2200" b="1">
                <a:solidFill>
                  <a:srgbClr val="000000"/>
                </a:solidFill>
                <a:latin typeface="Arial" panose="020B0604020202020204" pitchFamily="34" charset="0"/>
                <a:ea typeface="黑体" panose="02010609060101010101" pitchFamily="2" charset="-122"/>
              </a:defRPr>
            </a:lvl3pPr>
            <a:lvl4pPr marL="1600200" indent="-228600">
              <a:defRPr b="1">
                <a:solidFill>
                  <a:srgbClr val="000000"/>
                </a:solidFill>
                <a:latin typeface="Arial" panose="020B0604020202020204" pitchFamily="34" charset="0"/>
                <a:ea typeface="黑体" panose="02010609060101010101" pitchFamily="2" charset="-122"/>
              </a:defRPr>
            </a:lvl4pPr>
            <a:lvl5pPr marL="2057400" indent="-228600">
              <a:defRPr b="1">
                <a:solidFill>
                  <a:srgbClr val="000000"/>
                </a:solidFill>
                <a:latin typeface="Arial" panose="020B0604020202020204" pitchFamily="34" charset="0"/>
                <a:ea typeface="黑体" panose="02010609060101010101" pitchFamily="2" charset="-122"/>
              </a:defRPr>
            </a:lvl5pPr>
            <a:lvl6pPr marL="25146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6pPr>
            <a:lvl7pPr marL="29718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7pPr>
            <a:lvl8pPr marL="34290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8pPr>
            <a:lvl9pPr marL="38862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9pPr>
          </a:lstStyle>
          <a:p>
            <a:pPr eaLnBrk="1" hangingPunct="1"/>
            <a:r>
              <a:rPr kumimoji="1" lang="en-US" altLang="zh-CN" sz="2000">
                <a:solidFill>
                  <a:srgbClr val="000099"/>
                </a:solidFill>
              </a:rPr>
              <a:t>UDP</a:t>
            </a:r>
          </a:p>
        </p:txBody>
      </p:sp>
      <p:sp>
        <p:nvSpPr>
          <p:cNvPr id="309261" name="Line 12"/>
          <p:cNvSpPr>
            <a:spLocks noChangeShapeType="1"/>
          </p:cNvSpPr>
          <p:nvPr/>
        </p:nvSpPr>
        <p:spPr bwMode="auto">
          <a:xfrm flipH="1">
            <a:off x="2452423" y="2359025"/>
            <a:ext cx="5166254" cy="0"/>
          </a:xfrm>
          <a:prstGeom prst="line">
            <a:avLst/>
          </a:prstGeom>
          <a:noFill/>
          <a:ln w="57150">
            <a:solidFill>
              <a:schemeClr val="hlink"/>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09262" name="Rectangle 13"/>
          <p:cNvSpPr>
            <a:spLocks noChangeArrowheads="1"/>
          </p:cNvSpPr>
          <p:nvPr/>
        </p:nvSpPr>
        <p:spPr bwMode="auto">
          <a:xfrm>
            <a:off x="624286" y="2187576"/>
            <a:ext cx="1074869" cy="339725"/>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p>
        </p:txBody>
      </p:sp>
      <p:sp>
        <p:nvSpPr>
          <p:cNvPr id="309263" name="Rectangle 14"/>
          <p:cNvSpPr>
            <a:spLocks noChangeArrowheads="1"/>
          </p:cNvSpPr>
          <p:nvPr/>
        </p:nvSpPr>
        <p:spPr bwMode="auto">
          <a:xfrm>
            <a:off x="3529012" y="2230439"/>
            <a:ext cx="2904729" cy="255587"/>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DHCPOFFER</a:t>
            </a:r>
          </a:p>
        </p:txBody>
      </p:sp>
      <p:sp>
        <p:nvSpPr>
          <p:cNvPr id="309264" name="Rectangle 15"/>
          <p:cNvSpPr>
            <a:spLocks noChangeArrowheads="1"/>
          </p:cNvSpPr>
          <p:nvPr/>
        </p:nvSpPr>
        <p:spPr bwMode="auto">
          <a:xfrm>
            <a:off x="8155252" y="2187576"/>
            <a:ext cx="1076590" cy="339725"/>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p>
        </p:txBody>
      </p:sp>
      <p:sp>
        <p:nvSpPr>
          <p:cNvPr id="309265" name="Rectangle 16"/>
          <p:cNvSpPr>
            <a:spLocks noChangeArrowheads="1"/>
          </p:cNvSpPr>
          <p:nvPr/>
        </p:nvSpPr>
        <p:spPr bwMode="auto">
          <a:xfrm>
            <a:off x="7618677" y="2230439"/>
            <a:ext cx="536575" cy="255587"/>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p>
        </p:txBody>
      </p:sp>
      <p:sp>
        <p:nvSpPr>
          <p:cNvPr id="309266" name="Rectangle 17"/>
          <p:cNvSpPr>
            <a:spLocks noChangeArrowheads="1"/>
          </p:cNvSpPr>
          <p:nvPr/>
        </p:nvSpPr>
        <p:spPr bwMode="auto">
          <a:xfrm>
            <a:off x="1699155" y="2230439"/>
            <a:ext cx="753269" cy="255587"/>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p>
        </p:txBody>
      </p:sp>
      <p:sp>
        <p:nvSpPr>
          <p:cNvPr id="309267" name="Text Box 18"/>
          <p:cNvSpPr txBox="1">
            <a:spLocks noChangeArrowheads="1"/>
          </p:cNvSpPr>
          <p:nvPr/>
        </p:nvSpPr>
        <p:spPr bwMode="auto">
          <a:xfrm>
            <a:off x="1697435" y="2462214"/>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900" b="1">
                <a:solidFill>
                  <a:srgbClr val="000000"/>
                </a:solidFill>
                <a:latin typeface="Arial" panose="020B0604020202020204" pitchFamily="34" charset="0"/>
                <a:ea typeface="黑体" panose="02010609060101010101" pitchFamily="2" charset="-122"/>
              </a:defRPr>
            </a:lvl1pPr>
            <a:lvl2pPr marL="742950" indent="-285750">
              <a:defRPr sz="2500" b="1">
                <a:solidFill>
                  <a:srgbClr val="000000"/>
                </a:solidFill>
                <a:latin typeface="Arial" panose="020B0604020202020204" pitchFamily="34" charset="0"/>
                <a:ea typeface="黑体" panose="02010609060101010101" pitchFamily="2" charset="-122"/>
              </a:defRPr>
            </a:lvl2pPr>
            <a:lvl3pPr marL="1143000" indent="-228600">
              <a:defRPr sz="2200" b="1">
                <a:solidFill>
                  <a:srgbClr val="000000"/>
                </a:solidFill>
                <a:latin typeface="Arial" panose="020B0604020202020204" pitchFamily="34" charset="0"/>
                <a:ea typeface="黑体" panose="02010609060101010101" pitchFamily="2" charset="-122"/>
              </a:defRPr>
            </a:lvl3pPr>
            <a:lvl4pPr marL="1600200" indent="-228600">
              <a:defRPr b="1">
                <a:solidFill>
                  <a:srgbClr val="000000"/>
                </a:solidFill>
                <a:latin typeface="Arial" panose="020B0604020202020204" pitchFamily="34" charset="0"/>
                <a:ea typeface="黑体" panose="02010609060101010101" pitchFamily="2" charset="-122"/>
              </a:defRPr>
            </a:lvl4pPr>
            <a:lvl5pPr marL="2057400" indent="-228600">
              <a:defRPr b="1">
                <a:solidFill>
                  <a:srgbClr val="000000"/>
                </a:solidFill>
                <a:latin typeface="Arial" panose="020B0604020202020204" pitchFamily="34" charset="0"/>
                <a:ea typeface="黑体" panose="02010609060101010101" pitchFamily="2" charset="-122"/>
              </a:defRPr>
            </a:lvl5pPr>
            <a:lvl6pPr marL="25146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6pPr>
            <a:lvl7pPr marL="29718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7pPr>
            <a:lvl8pPr marL="34290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8pPr>
            <a:lvl9pPr marL="38862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9pPr>
          </a:lstStyle>
          <a:p>
            <a:pPr eaLnBrk="1" hangingPunct="1"/>
            <a:r>
              <a:rPr kumimoji="1" lang="en-US" altLang="zh-CN" sz="2000">
                <a:solidFill>
                  <a:srgbClr val="000099"/>
                </a:solidFill>
              </a:rPr>
              <a:t>UDP</a:t>
            </a:r>
          </a:p>
        </p:txBody>
      </p:sp>
      <p:sp>
        <p:nvSpPr>
          <p:cNvPr id="309268" name="Text Box 19"/>
          <p:cNvSpPr txBox="1">
            <a:spLocks noChangeArrowheads="1"/>
          </p:cNvSpPr>
          <p:nvPr/>
        </p:nvSpPr>
        <p:spPr bwMode="auto">
          <a:xfrm>
            <a:off x="7419182" y="2462214"/>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900" b="1">
                <a:solidFill>
                  <a:srgbClr val="000000"/>
                </a:solidFill>
                <a:latin typeface="Arial" panose="020B0604020202020204" pitchFamily="34" charset="0"/>
                <a:ea typeface="黑体" panose="02010609060101010101" pitchFamily="2" charset="-122"/>
              </a:defRPr>
            </a:lvl1pPr>
            <a:lvl2pPr marL="742950" indent="-285750">
              <a:defRPr sz="2500" b="1">
                <a:solidFill>
                  <a:srgbClr val="000000"/>
                </a:solidFill>
                <a:latin typeface="Arial" panose="020B0604020202020204" pitchFamily="34" charset="0"/>
                <a:ea typeface="黑体" panose="02010609060101010101" pitchFamily="2" charset="-122"/>
              </a:defRPr>
            </a:lvl2pPr>
            <a:lvl3pPr marL="1143000" indent="-228600">
              <a:defRPr sz="2200" b="1">
                <a:solidFill>
                  <a:srgbClr val="000000"/>
                </a:solidFill>
                <a:latin typeface="Arial" panose="020B0604020202020204" pitchFamily="34" charset="0"/>
                <a:ea typeface="黑体" panose="02010609060101010101" pitchFamily="2" charset="-122"/>
              </a:defRPr>
            </a:lvl3pPr>
            <a:lvl4pPr marL="1600200" indent="-228600">
              <a:defRPr b="1">
                <a:solidFill>
                  <a:srgbClr val="000000"/>
                </a:solidFill>
                <a:latin typeface="Arial" panose="020B0604020202020204" pitchFamily="34" charset="0"/>
                <a:ea typeface="黑体" panose="02010609060101010101" pitchFamily="2" charset="-122"/>
              </a:defRPr>
            </a:lvl4pPr>
            <a:lvl5pPr marL="2057400" indent="-228600">
              <a:defRPr b="1">
                <a:solidFill>
                  <a:srgbClr val="000000"/>
                </a:solidFill>
                <a:latin typeface="Arial" panose="020B0604020202020204" pitchFamily="34" charset="0"/>
                <a:ea typeface="黑体" panose="02010609060101010101" pitchFamily="2" charset="-122"/>
              </a:defRPr>
            </a:lvl5pPr>
            <a:lvl6pPr marL="25146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6pPr>
            <a:lvl7pPr marL="29718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7pPr>
            <a:lvl8pPr marL="34290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8pPr>
            <a:lvl9pPr marL="38862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9pPr>
          </a:lstStyle>
          <a:p>
            <a:pPr eaLnBrk="1" hangingPunct="1"/>
            <a:r>
              <a:rPr kumimoji="1" lang="en-US" altLang="zh-CN" sz="2000">
                <a:solidFill>
                  <a:srgbClr val="000099"/>
                </a:solidFill>
              </a:rPr>
              <a:t>UDP</a:t>
            </a:r>
          </a:p>
        </p:txBody>
      </p:sp>
      <p:sp>
        <p:nvSpPr>
          <p:cNvPr id="309269" name="Line 20"/>
          <p:cNvSpPr>
            <a:spLocks noChangeShapeType="1"/>
          </p:cNvSpPr>
          <p:nvPr/>
        </p:nvSpPr>
        <p:spPr bwMode="auto">
          <a:xfrm>
            <a:off x="2454143" y="2968625"/>
            <a:ext cx="5164534" cy="0"/>
          </a:xfrm>
          <a:prstGeom prst="line">
            <a:avLst/>
          </a:prstGeom>
          <a:noFill/>
          <a:ln w="5715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09270" name="Rectangle 21"/>
          <p:cNvSpPr>
            <a:spLocks noChangeArrowheads="1"/>
          </p:cNvSpPr>
          <p:nvPr/>
        </p:nvSpPr>
        <p:spPr bwMode="auto">
          <a:xfrm>
            <a:off x="624285" y="2798763"/>
            <a:ext cx="1076590" cy="341312"/>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p>
        </p:txBody>
      </p:sp>
      <p:sp>
        <p:nvSpPr>
          <p:cNvPr id="309271" name="Rectangle 22"/>
          <p:cNvSpPr>
            <a:spLocks noChangeArrowheads="1"/>
          </p:cNvSpPr>
          <p:nvPr/>
        </p:nvSpPr>
        <p:spPr bwMode="auto">
          <a:xfrm>
            <a:off x="3529012" y="2841625"/>
            <a:ext cx="2904729" cy="255588"/>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DHCPREQUEST</a:t>
            </a:r>
          </a:p>
        </p:txBody>
      </p:sp>
      <p:sp>
        <p:nvSpPr>
          <p:cNvPr id="309272" name="Rectangle 23"/>
          <p:cNvSpPr>
            <a:spLocks noChangeArrowheads="1"/>
          </p:cNvSpPr>
          <p:nvPr/>
        </p:nvSpPr>
        <p:spPr bwMode="auto">
          <a:xfrm>
            <a:off x="8155252" y="2798763"/>
            <a:ext cx="1076590" cy="341312"/>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p>
        </p:txBody>
      </p:sp>
      <p:sp>
        <p:nvSpPr>
          <p:cNvPr id="309273" name="Rectangle 24"/>
          <p:cNvSpPr>
            <a:spLocks noChangeArrowheads="1"/>
          </p:cNvSpPr>
          <p:nvPr/>
        </p:nvSpPr>
        <p:spPr bwMode="auto">
          <a:xfrm>
            <a:off x="7618677" y="2841625"/>
            <a:ext cx="536575" cy="255588"/>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p>
        </p:txBody>
      </p:sp>
      <p:sp>
        <p:nvSpPr>
          <p:cNvPr id="309274" name="Rectangle 25"/>
          <p:cNvSpPr>
            <a:spLocks noChangeArrowheads="1"/>
          </p:cNvSpPr>
          <p:nvPr/>
        </p:nvSpPr>
        <p:spPr bwMode="auto">
          <a:xfrm>
            <a:off x="1700875" y="2841625"/>
            <a:ext cx="753269" cy="255588"/>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p>
        </p:txBody>
      </p:sp>
      <p:sp>
        <p:nvSpPr>
          <p:cNvPr id="309275" name="Text Box 26"/>
          <p:cNvSpPr txBox="1">
            <a:spLocks noChangeArrowheads="1"/>
          </p:cNvSpPr>
          <p:nvPr/>
        </p:nvSpPr>
        <p:spPr bwMode="auto">
          <a:xfrm>
            <a:off x="1697435" y="3074989"/>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900" b="1">
                <a:solidFill>
                  <a:srgbClr val="000000"/>
                </a:solidFill>
                <a:latin typeface="Arial" panose="020B0604020202020204" pitchFamily="34" charset="0"/>
                <a:ea typeface="黑体" panose="02010609060101010101" pitchFamily="2" charset="-122"/>
              </a:defRPr>
            </a:lvl1pPr>
            <a:lvl2pPr marL="742950" indent="-285750">
              <a:defRPr sz="2500" b="1">
                <a:solidFill>
                  <a:srgbClr val="000000"/>
                </a:solidFill>
                <a:latin typeface="Arial" panose="020B0604020202020204" pitchFamily="34" charset="0"/>
                <a:ea typeface="黑体" panose="02010609060101010101" pitchFamily="2" charset="-122"/>
              </a:defRPr>
            </a:lvl2pPr>
            <a:lvl3pPr marL="1143000" indent="-228600">
              <a:defRPr sz="2200" b="1">
                <a:solidFill>
                  <a:srgbClr val="000000"/>
                </a:solidFill>
                <a:latin typeface="Arial" panose="020B0604020202020204" pitchFamily="34" charset="0"/>
                <a:ea typeface="黑体" panose="02010609060101010101" pitchFamily="2" charset="-122"/>
              </a:defRPr>
            </a:lvl3pPr>
            <a:lvl4pPr marL="1600200" indent="-228600">
              <a:defRPr b="1">
                <a:solidFill>
                  <a:srgbClr val="000000"/>
                </a:solidFill>
                <a:latin typeface="Arial" panose="020B0604020202020204" pitchFamily="34" charset="0"/>
                <a:ea typeface="黑体" panose="02010609060101010101" pitchFamily="2" charset="-122"/>
              </a:defRPr>
            </a:lvl4pPr>
            <a:lvl5pPr marL="2057400" indent="-228600">
              <a:defRPr b="1">
                <a:solidFill>
                  <a:srgbClr val="000000"/>
                </a:solidFill>
                <a:latin typeface="Arial" panose="020B0604020202020204" pitchFamily="34" charset="0"/>
                <a:ea typeface="黑体" panose="02010609060101010101" pitchFamily="2" charset="-122"/>
              </a:defRPr>
            </a:lvl5pPr>
            <a:lvl6pPr marL="25146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6pPr>
            <a:lvl7pPr marL="29718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7pPr>
            <a:lvl8pPr marL="34290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8pPr>
            <a:lvl9pPr marL="38862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9pPr>
          </a:lstStyle>
          <a:p>
            <a:pPr eaLnBrk="1" hangingPunct="1"/>
            <a:r>
              <a:rPr kumimoji="1" lang="en-US" altLang="zh-CN" sz="2000">
                <a:solidFill>
                  <a:srgbClr val="000099"/>
                </a:solidFill>
              </a:rPr>
              <a:t>UDP</a:t>
            </a:r>
          </a:p>
        </p:txBody>
      </p:sp>
      <p:sp>
        <p:nvSpPr>
          <p:cNvPr id="309276" name="Text Box 27"/>
          <p:cNvSpPr txBox="1">
            <a:spLocks noChangeArrowheads="1"/>
          </p:cNvSpPr>
          <p:nvPr/>
        </p:nvSpPr>
        <p:spPr bwMode="auto">
          <a:xfrm>
            <a:off x="7419182" y="3074989"/>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900" b="1">
                <a:solidFill>
                  <a:srgbClr val="000000"/>
                </a:solidFill>
                <a:latin typeface="Arial" panose="020B0604020202020204" pitchFamily="34" charset="0"/>
                <a:ea typeface="黑体" panose="02010609060101010101" pitchFamily="2" charset="-122"/>
              </a:defRPr>
            </a:lvl1pPr>
            <a:lvl2pPr marL="742950" indent="-285750">
              <a:defRPr sz="2500" b="1">
                <a:solidFill>
                  <a:srgbClr val="000000"/>
                </a:solidFill>
                <a:latin typeface="Arial" panose="020B0604020202020204" pitchFamily="34" charset="0"/>
                <a:ea typeface="黑体" panose="02010609060101010101" pitchFamily="2" charset="-122"/>
              </a:defRPr>
            </a:lvl2pPr>
            <a:lvl3pPr marL="1143000" indent="-228600">
              <a:defRPr sz="2200" b="1">
                <a:solidFill>
                  <a:srgbClr val="000000"/>
                </a:solidFill>
                <a:latin typeface="Arial" panose="020B0604020202020204" pitchFamily="34" charset="0"/>
                <a:ea typeface="黑体" panose="02010609060101010101" pitchFamily="2" charset="-122"/>
              </a:defRPr>
            </a:lvl3pPr>
            <a:lvl4pPr marL="1600200" indent="-228600">
              <a:defRPr b="1">
                <a:solidFill>
                  <a:srgbClr val="000000"/>
                </a:solidFill>
                <a:latin typeface="Arial" panose="020B0604020202020204" pitchFamily="34" charset="0"/>
                <a:ea typeface="黑体" panose="02010609060101010101" pitchFamily="2" charset="-122"/>
              </a:defRPr>
            </a:lvl4pPr>
            <a:lvl5pPr marL="2057400" indent="-228600">
              <a:defRPr b="1">
                <a:solidFill>
                  <a:srgbClr val="000000"/>
                </a:solidFill>
                <a:latin typeface="Arial" panose="020B0604020202020204" pitchFamily="34" charset="0"/>
                <a:ea typeface="黑体" panose="02010609060101010101" pitchFamily="2" charset="-122"/>
              </a:defRPr>
            </a:lvl5pPr>
            <a:lvl6pPr marL="25146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6pPr>
            <a:lvl7pPr marL="29718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7pPr>
            <a:lvl8pPr marL="34290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8pPr>
            <a:lvl9pPr marL="38862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9pPr>
          </a:lstStyle>
          <a:p>
            <a:pPr eaLnBrk="1" hangingPunct="1"/>
            <a:r>
              <a:rPr kumimoji="1" lang="en-US" altLang="zh-CN" sz="2000">
                <a:solidFill>
                  <a:srgbClr val="000099"/>
                </a:solidFill>
              </a:rPr>
              <a:t>UDP</a:t>
            </a:r>
          </a:p>
        </p:txBody>
      </p:sp>
      <p:sp>
        <p:nvSpPr>
          <p:cNvPr id="309277" name="Line 28"/>
          <p:cNvSpPr>
            <a:spLocks noChangeShapeType="1"/>
          </p:cNvSpPr>
          <p:nvPr/>
        </p:nvSpPr>
        <p:spPr bwMode="auto">
          <a:xfrm flipH="1">
            <a:off x="2452423" y="3579813"/>
            <a:ext cx="5166254" cy="0"/>
          </a:xfrm>
          <a:prstGeom prst="line">
            <a:avLst/>
          </a:prstGeom>
          <a:noFill/>
          <a:ln w="57150">
            <a:solidFill>
              <a:schemeClr val="hlink"/>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09278" name="Rectangle 29"/>
          <p:cNvSpPr>
            <a:spLocks noChangeArrowheads="1"/>
          </p:cNvSpPr>
          <p:nvPr/>
        </p:nvSpPr>
        <p:spPr bwMode="auto">
          <a:xfrm>
            <a:off x="624286" y="3409950"/>
            <a:ext cx="1074869" cy="339725"/>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p>
        </p:txBody>
      </p:sp>
      <p:sp>
        <p:nvSpPr>
          <p:cNvPr id="309279" name="Rectangle 30"/>
          <p:cNvSpPr>
            <a:spLocks noChangeArrowheads="1"/>
          </p:cNvSpPr>
          <p:nvPr/>
        </p:nvSpPr>
        <p:spPr bwMode="auto">
          <a:xfrm>
            <a:off x="3529012" y="3452813"/>
            <a:ext cx="2904729" cy="254000"/>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DHCPACK</a:t>
            </a:r>
          </a:p>
        </p:txBody>
      </p:sp>
      <p:sp>
        <p:nvSpPr>
          <p:cNvPr id="309280" name="Rectangle 31"/>
          <p:cNvSpPr>
            <a:spLocks noChangeArrowheads="1"/>
          </p:cNvSpPr>
          <p:nvPr/>
        </p:nvSpPr>
        <p:spPr bwMode="auto">
          <a:xfrm>
            <a:off x="8155252" y="3409950"/>
            <a:ext cx="1076590" cy="339725"/>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p>
        </p:txBody>
      </p:sp>
      <p:sp>
        <p:nvSpPr>
          <p:cNvPr id="309281" name="Rectangle 32"/>
          <p:cNvSpPr>
            <a:spLocks noChangeArrowheads="1"/>
          </p:cNvSpPr>
          <p:nvPr/>
        </p:nvSpPr>
        <p:spPr bwMode="auto">
          <a:xfrm>
            <a:off x="7618677" y="3452813"/>
            <a:ext cx="536575" cy="254000"/>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p>
        </p:txBody>
      </p:sp>
      <p:sp>
        <p:nvSpPr>
          <p:cNvPr id="309282" name="Rectangle 33"/>
          <p:cNvSpPr>
            <a:spLocks noChangeArrowheads="1"/>
          </p:cNvSpPr>
          <p:nvPr/>
        </p:nvSpPr>
        <p:spPr bwMode="auto">
          <a:xfrm>
            <a:off x="1699155" y="3452813"/>
            <a:ext cx="753269" cy="254000"/>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p>
        </p:txBody>
      </p:sp>
      <p:sp>
        <p:nvSpPr>
          <p:cNvPr id="309283" name="Text Box 34"/>
          <p:cNvSpPr txBox="1">
            <a:spLocks noChangeArrowheads="1"/>
          </p:cNvSpPr>
          <p:nvPr/>
        </p:nvSpPr>
        <p:spPr bwMode="auto">
          <a:xfrm>
            <a:off x="1697435" y="3684589"/>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900" b="1">
                <a:solidFill>
                  <a:srgbClr val="000000"/>
                </a:solidFill>
                <a:latin typeface="Arial" panose="020B0604020202020204" pitchFamily="34" charset="0"/>
                <a:ea typeface="黑体" panose="02010609060101010101" pitchFamily="2" charset="-122"/>
              </a:defRPr>
            </a:lvl1pPr>
            <a:lvl2pPr marL="742950" indent="-285750">
              <a:defRPr sz="2500" b="1">
                <a:solidFill>
                  <a:srgbClr val="000000"/>
                </a:solidFill>
                <a:latin typeface="Arial" panose="020B0604020202020204" pitchFamily="34" charset="0"/>
                <a:ea typeface="黑体" panose="02010609060101010101" pitchFamily="2" charset="-122"/>
              </a:defRPr>
            </a:lvl2pPr>
            <a:lvl3pPr marL="1143000" indent="-228600">
              <a:defRPr sz="2200" b="1">
                <a:solidFill>
                  <a:srgbClr val="000000"/>
                </a:solidFill>
                <a:latin typeface="Arial" panose="020B0604020202020204" pitchFamily="34" charset="0"/>
                <a:ea typeface="黑体" panose="02010609060101010101" pitchFamily="2" charset="-122"/>
              </a:defRPr>
            </a:lvl3pPr>
            <a:lvl4pPr marL="1600200" indent="-228600">
              <a:defRPr b="1">
                <a:solidFill>
                  <a:srgbClr val="000000"/>
                </a:solidFill>
                <a:latin typeface="Arial" panose="020B0604020202020204" pitchFamily="34" charset="0"/>
                <a:ea typeface="黑体" panose="02010609060101010101" pitchFamily="2" charset="-122"/>
              </a:defRPr>
            </a:lvl4pPr>
            <a:lvl5pPr marL="2057400" indent="-228600">
              <a:defRPr b="1">
                <a:solidFill>
                  <a:srgbClr val="000000"/>
                </a:solidFill>
                <a:latin typeface="Arial" panose="020B0604020202020204" pitchFamily="34" charset="0"/>
                <a:ea typeface="黑体" panose="02010609060101010101" pitchFamily="2" charset="-122"/>
              </a:defRPr>
            </a:lvl5pPr>
            <a:lvl6pPr marL="25146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6pPr>
            <a:lvl7pPr marL="29718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7pPr>
            <a:lvl8pPr marL="34290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8pPr>
            <a:lvl9pPr marL="38862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9pPr>
          </a:lstStyle>
          <a:p>
            <a:pPr eaLnBrk="1" hangingPunct="1"/>
            <a:r>
              <a:rPr kumimoji="1" lang="en-US" altLang="zh-CN" sz="2000">
                <a:solidFill>
                  <a:srgbClr val="000099"/>
                </a:solidFill>
              </a:rPr>
              <a:t>UDP</a:t>
            </a:r>
          </a:p>
        </p:txBody>
      </p:sp>
      <p:sp>
        <p:nvSpPr>
          <p:cNvPr id="309284" name="Text Box 35"/>
          <p:cNvSpPr txBox="1">
            <a:spLocks noChangeArrowheads="1"/>
          </p:cNvSpPr>
          <p:nvPr/>
        </p:nvSpPr>
        <p:spPr bwMode="auto">
          <a:xfrm>
            <a:off x="7419182" y="3684589"/>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900" b="1">
                <a:solidFill>
                  <a:srgbClr val="000000"/>
                </a:solidFill>
                <a:latin typeface="Arial" panose="020B0604020202020204" pitchFamily="34" charset="0"/>
                <a:ea typeface="黑体" panose="02010609060101010101" pitchFamily="2" charset="-122"/>
              </a:defRPr>
            </a:lvl1pPr>
            <a:lvl2pPr marL="742950" indent="-285750">
              <a:defRPr sz="2500" b="1">
                <a:solidFill>
                  <a:srgbClr val="000000"/>
                </a:solidFill>
                <a:latin typeface="Arial" panose="020B0604020202020204" pitchFamily="34" charset="0"/>
                <a:ea typeface="黑体" panose="02010609060101010101" pitchFamily="2" charset="-122"/>
              </a:defRPr>
            </a:lvl2pPr>
            <a:lvl3pPr marL="1143000" indent="-228600">
              <a:defRPr sz="2200" b="1">
                <a:solidFill>
                  <a:srgbClr val="000000"/>
                </a:solidFill>
                <a:latin typeface="Arial" panose="020B0604020202020204" pitchFamily="34" charset="0"/>
                <a:ea typeface="黑体" panose="02010609060101010101" pitchFamily="2" charset="-122"/>
              </a:defRPr>
            </a:lvl3pPr>
            <a:lvl4pPr marL="1600200" indent="-228600">
              <a:defRPr b="1">
                <a:solidFill>
                  <a:srgbClr val="000000"/>
                </a:solidFill>
                <a:latin typeface="Arial" panose="020B0604020202020204" pitchFamily="34" charset="0"/>
                <a:ea typeface="黑体" panose="02010609060101010101" pitchFamily="2" charset="-122"/>
              </a:defRPr>
            </a:lvl4pPr>
            <a:lvl5pPr marL="2057400" indent="-228600">
              <a:defRPr b="1">
                <a:solidFill>
                  <a:srgbClr val="000000"/>
                </a:solidFill>
                <a:latin typeface="Arial" panose="020B0604020202020204" pitchFamily="34" charset="0"/>
                <a:ea typeface="黑体" panose="02010609060101010101" pitchFamily="2" charset="-122"/>
              </a:defRPr>
            </a:lvl5pPr>
            <a:lvl6pPr marL="25146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6pPr>
            <a:lvl7pPr marL="29718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7pPr>
            <a:lvl8pPr marL="34290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8pPr>
            <a:lvl9pPr marL="38862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9pPr>
          </a:lstStyle>
          <a:p>
            <a:pPr eaLnBrk="1" hangingPunct="1"/>
            <a:r>
              <a:rPr kumimoji="1" lang="en-US" altLang="zh-CN" sz="2000">
                <a:solidFill>
                  <a:srgbClr val="000099"/>
                </a:solidFill>
              </a:rPr>
              <a:t>UDP</a:t>
            </a:r>
          </a:p>
        </p:txBody>
      </p:sp>
      <p:sp>
        <p:nvSpPr>
          <p:cNvPr id="309285" name="Line 36"/>
          <p:cNvSpPr>
            <a:spLocks noChangeShapeType="1"/>
          </p:cNvSpPr>
          <p:nvPr/>
        </p:nvSpPr>
        <p:spPr bwMode="auto">
          <a:xfrm>
            <a:off x="2454143" y="4187825"/>
            <a:ext cx="5164534" cy="0"/>
          </a:xfrm>
          <a:prstGeom prst="line">
            <a:avLst/>
          </a:prstGeom>
          <a:noFill/>
          <a:ln w="5715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09286" name="Rectangle 37"/>
          <p:cNvSpPr>
            <a:spLocks noChangeArrowheads="1"/>
          </p:cNvSpPr>
          <p:nvPr/>
        </p:nvSpPr>
        <p:spPr bwMode="auto">
          <a:xfrm>
            <a:off x="624285" y="4017964"/>
            <a:ext cx="1076590" cy="338137"/>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p>
        </p:txBody>
      </p:sp>
      <p:sp>
        <p:nvSpPr>
          <p:cNvPr id="309287" name="Rectangle 38"/>
          <p:cNvSpPr>
            <a:spLocks noChangeArrowheads="1"/>
          </p:cNvSpPr>
          <p:nvPr/>
        </p:nvSpPr>
        <p:spPr bwMode="auto">
          <a:xfrm>
            <a:off x="3529012" y="4060825"/>
            <a:ext cx="2904729" cy="254000"/>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DHCPREQUEST</a:t>
            </a:r>
          </a:p>
        </p:txBody>
      </p:sp>
      <p:sp>
        <p:nvSpPr>
          <p:cNvPr id="309288" name="Rectangle 39"/>
          <p:cNvSpPr>
            <a:spLocks noChangeArrowheads="1"/>
          </p:cNvSpPr>
          <p:nvPr/>
        </p:nvSpPr>
        <p:spPr bwMode="auto">
          <a:xfrm>
            <a:off x="8155252" y="4017964"/>
            <a:ext cx="1076590" cy="338137"/>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p>
        </p:txBody>
      </p:sp>
      <p:sp>
        <p:nvSpPr>
          <p:cNvPr id="309289" name="Rectangle 40"/>
          <p:cNvSpPr>
            <a:spLocks noChangeArrowheads="1"/>
          </p:cNvSpPr>
          <p:nvPr/>
        </p:nvSpPr>
        <p:spPr bwMode="auto">
          <a:xfrm>
            <a:off x="7618677" y="4060825"/>
            <a:ext cx="536575" cy="254000"/>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p>
        </p:txBody>
      </p:sp>
      <p:sp>
        <p:nvSpPr>
          <p:cNvPr id="309290" name="Rectangle 41"/>
          <p:cNvSpPr>
            <a:spLocks noChangeArrowheads="1"/>
          </p:cNvSpPr>
          <p:nvPr/>
        </p:nvSpPr>
        <p:spPr bwMode="auto">
          <a:xfrm>
            <a:off x="1700875" y="4060825"/>
            <a:ext cx="753269" cy="254000"/>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p>
        </p:txBody>
      </p:sp>
      <p:sp>
        <p:nvSpPr>
          <p:cNvPr id="309291" name="Text Box 42"/>
          <p:cNvSpPr txBox="1">
            <a:spLocks noChangeArrowheads="1"/>
          </p:cNvSpPr>
          <p:nvPr/>
        </p:nvSpPr>
        <p:spPr bwMode="auto">
          <a:xfrm>
            <a:off x="1697435" y="4292601"/>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900" b="1">
                <a:solidFill>
                  <a:srgbClr val="000000"/>
                </a:solidFill>
                <a:latin typeface="Arial" panose="020B0604020202020204" pitchFamily="34" charset="0"/>
                <a:ea typeface="黑体" panose="02010609060101010101" pitchFamily="2" charset="-122"/>
              </a:defRPr>
            </a:lvl1pPr>
            <a:lvl2pPr marL="742950" indent="-285750">
              <a:defRPr sz="2500" b="1">
                <a:solidFill>
                  <a:srgbClr val="000000"/>
                </a:solidFill>
                <a:latin typeface="Arial" panose="020B0604020202020204" pitchFamily="34" charset="0"/>
                <a:ea typeface="黑体" panose="02010609060101010101" pitchFamily="2" charset="-122"/>
              </a:defRPr>
            </a:lvl2pPr>
            <a:lvl3pPr marL="1143000" indent="-228600">
              <a:defRPr sz="2200" b="1">
                <a:solidFill>
                  <a:srgbClr val="000000"/>
                </a:solidFill>
                <a:latin typeface="Arial" panose="020B0604020202020204" pitchFamily="34" charset="0"/>
                <a:ea typeface="黑体" panose="02010609060101010101" pitchFamily="2" charset="-122"/>
              </a:defRPr>
            </a:lvl3pPr>
            <a:lvl4pPr marL="1600200" indent="-228600">
              <a:defRPr b="1">
                <a:solidFill>
                  <a:srgbClr val="000000"/>
                </a:solidFill>
                <a:latin typeface="Arial" panose="020B0604020202020204" pitchFamily="34" charset="0"/>
                <a:ea typeface="黑体" panose="02010609060101010101" pitchFamily="2" charset="-122"/>
              </a:defRPr>
            </a:lvl4pPr>
            <a:lvl5pPr marL="2057400" indent="-228600">
              <a:defRPr b="1">
                <a:solidFill>
                  <a:srgbClr val="000000"/>
                </a:solidFill>
                <a:latin typeface="Arial" panose="020B0604020202020204" pitchFamily="34" charset="0"/>
                <a:ea typeface="黑体" panose="02010609060101010101" pitchFamily="2" charset="-122"/>
              </a:defRPr>
            </a:lvl5pPr>
            <a:lvl6pPr marL="25146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6pPr>
            <a:lvl7pPr marL="29718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7pPr>
            <a:lvl8pPr marL="34290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8pPr>
            <a:lvl9pPr marL="38862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9pPr>
          </a:lstStyle>
          <a:p>
            <a:pPr eaLnBrk="1" hangingPunct="1"/>
            <a:r>
              <a:rPr kumimoji="1" lang="en-US" altLang="zh-CN" sz="2000">
                <a:solidFill>
                  <a:srgbClr val="000099"/>
                </a:solidFill>
              </a:rPr>
              <a:t>UDP</a:t>
            </a:r>
          </a:p>
        </p:txBody>
      </p:sp>
      <p:sp>
        <p:nvSpPr>
          <p:cNvPr id="309292" name="Text Box 43"/>
          <p:cNvSpPr txBox="1">
            <a:spLocks noChangeArrowheads="1"/>
          </p:cNvSpPr>
          <p:nvPr/>
        </p:nvSpPr>
        <p:spPr bwMode="auto">
          <a:xfrm>
            <a:off x="7419182" y="4292601"/>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900" b="1">
                <a:solidFill>
                  <a:srgbClr val="000000"/>
                </a:solidFill>
                <a:latin typeface="Arial" panose="020B0604020202020204" pitchFamily="34" charset="0"/>
                <a:ea typeface="黑体" panose="02010609060101010101" pitchFamily="2" charset="-122"/>
              </a:defRPr>
            </a:lvl1pPr>
            <a:lvl2pPr marL="742950" indent="-285750">
              <a:defRPr sz="2500" b="1">
                <a:solidFill>
                  <a:srgbClr val="000000"/>
                </a:solidFill>
                <a:latin typeface="Arial" panose="020B0604020202020204" pitchFamily="34" charset="0"/>
                <a:ea typeface="黑体" panose="02010609060101010101" pitchFamily="2" charset="-122"/>
              </a:defRPr>
            </a:lvl2pPr>
            <a:lvl3pPr marL="1143000" indent="-228600">
              <a:defRPr sz="2200" b="1">
                <a:solidFill>
                  <a:srgbClr val="000000"/>
                </a:solidFill>
                <a:latin typeface="Arial" panose="020B0604020202020204" pitchFamily="34" charset="0"/>
                <a:ea typeface="黑体" panose="02010609060101010101" pitchFamily="2" charset="-122"/>
              </a:defRPr>
            </a:lvl3pPr>
            <a:lvl4pPr marL="1600200" indent="-228600">
              <a:defRPr b="1">
                <a:solidFill>
                  <a:srgbClr val="000000"/>
                </a:solidFill>
                <a:latin typeface="Arial" panose="020B0604020202020204" pitchFamily="34" charset="0"/>
                <a:ea typeface="黑体" panose="02010609060101010101" pitchFamily="2" charset="-122"/>
              </a:defRPr>
            </a:lvl4pPr>
            <a:lvl5pPr marL="2057400" indent="-228600">
              <a:defRPr b="1">
                <a:solidFill>
                  <a:srgbClr val="000000"/>
                </a:solidFill>
                <a:latin typeface="Arial" panose="020B0604020202020204" pitchFamily="34" charset="0"/>
                <a:ea typeface="黑体" panose="02010609060101010101" pitchFamily="2" charset="-122"/>
              </a:defRPr>
            </a:lvl5pPr>
            <a:lvl6pPr marL="25146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6pPr>
            <a:lvl7pPr marL="29718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7pPr>
            <a:lvl8pPr marL="34290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8pPr>
            <a:lvl9pPr marL="38862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9pPr>
          </a:lstStyle>
          <a:p>
            <a:pPr eaLnBrk="1" hangingPunct="1"/>
            <a:r>
              <a:rPr kumimoji="1" lang="en-US" altLang="zh-CN" sz="2000">
                <a:solidFill>
                  <a:srgbClr val="000099"/>
                </a:solidFill>
              </a:rPr>
              <a:t>UDP</a:t>
            </a:r>
          </a:p>
        </p:txBody>
      </p:sp>
      <p:sp>
        <p:nvSpPr>
          <p:cNvPr id="309293" name="Line 44"/>
          <p:cNvSpPr>
            <a:spLocks noChangeShapeType="1"/>
          </p:cNvSpPr>
          <p:nvPr/>
        </p:nvSpPr>
        <p:spPr bwMode="auto">
          <a:xfrm flipH="1">
            <a:off x="2452423" y="4800600"/>
            <a:ext cx="5166254" cy="0"/>
          </a:xfrm>
          <a:prstGeom prst="line">
            <a:avLst/>
          </a:prstGeom>
          <a:noFill/>
          <a:ln w="57150">
            <a:solidFill>
              <a:schemeClr val="hlink"/>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09294" name="Rectangle 45"/>
          <p:cNvSpPr>
            <a:spLocks noChangeArrowheads="1"/>
          </p:cNvSpPr>
          <p:nvPr/>
        </p:nvSpPr>
        <p:spPr bwMode="auto">
          <a:xfrm>
            <a:off x="624286" y="4629150"/>
            <a:ext cx="1074869" cy="338138"/>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p>
        </p:txBody>
      </p:sp>
      <p:sp>
        <p:nvSpPr>
          <p:cNvPr id="309295" name="Rectangle 46"/>
          <p:cNvSpPr>
            <a:spLocks noChangeArrowheads="1"/>
          </p:cNvSpPr>
          <p:nvPr/>
        </p:nvSpPr>
        <p:spPr bwMode="auto">
          <a:xfrm>
            <a:off x="3529012" y="4672014"/>
            <a:ext cx="2904729" cy="255587"/>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DHCPNACK</a:t>
            </a:r>
          </a:p>
        </p:txBody>
      </p:sp>
      <p:sp>
        <p:nvSpPr>
          <p:cNvPr id="309296" name="Rectangle 47"/>
          <p:cNvSpPr>
            <a:spLocks noChangeArrowheads="1"/>
          </p:cNvSpPr>
          <p:nvPr/>
        </p:nvSpPr>
        <p:spPr bwMode="auto">
          <a:xfrm>
            <a:off x="8155252" y="4629150"/>
            <a:ext cx="1076590" cy="338138"/>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p>
        </p:txBody>
      </p:sp>
      <p:sp>
        <p:nvSpPr>
          <p:cNvPr id="309297" name="Rectangle 48"/>
          <p:cNvSpPr>
            <a:spLocks noChangeArrowheads="1"/>
          </p:cNvSpPr>
          <p:nvPr/>
        </p:nvSpPr>
        <p:spPr bwMode="auto">
          <a:xfrm>
            <a:off x="7618677" y="4672014"/>
            <a:ext cx="536575" cy="255587"/>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p>
        </p:txBody>
      </p:sp>
      <p:sp>
        <p:nvSpPr>
          <p:cNvPr id="309298" name="Rectangle 49"/>
          <p:cNvSpPr>
            <a:spLocks noChangeArrowheads="1"/>
          </p:cNvSpPr>
          <p:nvPr/>
        </p:nvSpPr>
        <p:spPr bwMode="auto">
          <a:xfrm>
            <a:off x="1699155" y="4672014"/>
            <a:ext cx="753269" cy="255587"/>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p>
        </p:txBody>
      </p:sp>
      <p:sp>
        <p:nvSpPr>
          <p:cNvPr id="309299" name="Text Box 50"/>
          <p:cNvSpPr txBox="1">
            <a:spLocks noChangeArrowheads="1"/>
          </p:cNvSpPr>
          <p:nvPr/>
        </p:nvSpPr>
        <p:spPr bwMode="auto">
          <a:xfrm>
            <a:off x="1697435" y="4903789"/>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900" b="1">
                <a:solidFill>
                  <a:srgbClr val="000000"/>
                </a:solidFill>
                <a:latin typeface="Arial" panose="020B0604020202020204" pitchFamily="34" charset="0"/>
                <a:ea typeface="黑体" panose="02010609060101010101" pitchFamily="2" charset="-122"/>
              </a:defRPr>
            </a:lvl1pPr>
            <a:lvl2pPr marL="742950" indent="-285750">
              <a:defRPr sz="2500" b="1">
                <a:solidFill>
                  <a:srgbClr val="000000"/>
                </a:solidFill>
                <a:latin typeface="Arial" panose="020B0604020202020204" pitchFamily="34" charset="0"/>
                <a:ea typeface="黑体" panose="02010609060101010101" pitchFamily="2" charset="-122"/>
              </a:defRPr>
            </a:lvl2pPr>
            <a:lvl3pPr marL="1143000" indent="-228600">
              <a:defRPr sz="2200" b="1">
                <a:solidFill>
                  <a:srgbClr val="000000"/>
                </a:solidFill>
                <a:latin typeface="Arial" panose="020B0604020202020204" pitchFamily="34" charset="0"/>
                <a:ea typeface="黑体" panose="02010609060101010101" pitchFamily="2" charset="-122"/>
              </a:defRPr>
            </a:lvl3pPr>
            <a:lvl4pPr marL="1600200" indent="-228600">
              <a:defRPr b="1">
                <a:solidFill>
                  <a:srgbClr val="000000"/>
                </a:solidFill>
                <a:latin typeface="Arial" panose="020B0604020202020204" pitchFamily="34" charset="0"/>
                <a:ea typeface="黑体" panose="02010609060101010101" pitchFamily="2" charset="-122"/>
              </a:defRPr>
            </a:lvl4pPr>
            <a:lvl5pPr marL="2057400" indent="-228600">
              <a:defRPr b="1">
                <a:solidFill>
                  <a:srgbClr val="000000"/>
                </a:solidFill>
                <a:latin typeface="Arial" panose="020B0604020202020204" pitchFamily="34" charset="0"/>
                <a:ea typeface="黑体" panose="02010609060101010101" pitchFamily="2" charset="-122"/>
              </a:defRPr>
            </a:lvl5pPr>
            <a:lvl6pPr marL="25146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6pPr>
            <a:lvl7pPr marL="29718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7pPr>
            <a:lvl8pPr marL="34290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8pPr>
            <a:lvl9pPr marL="38862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9pPr>
          </a:lstStyle>
          <a:p>
            <a:pPr eaLnBrk="1" hangingPunct="1"/>
            <a:r>
              <a:rPr kumimoji="1" lang="en-US" altLang="zh-CN" sz="2000">
                <a:solidFill>
                  <a:srgbClr val="000099"/>
                </a:solidFill>
              </a:rPr>
              <a:t>UDP</a:t>
            </a:r>
          </a:p>
        </p:txBody>
      </p:sp>
      <p:sp>
        <p:nvSpPr>
          <p:cNvPr id="309300" name="Text Box 51"/>
          <p:cNvSpPr txBox="1">
            <a:spLocks noChangeArrowheads="1"/>
          </p:cNvSpPr>
          <p:nvPr/>
        </p:nvSpPr>
        <p:spPr bwMode="auto">
          <a:xfrm>
            <a:off x="7419182" y="4903789"/>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900" b="1">
                <a:solidFill>
                  <a:srgbClr val="000000"/>
                </a:solidFill>
                <a:latin typeface="Arial" panose="020B0604020202020204" pitchFamily="34" charset="0"/>
                <a:ea typeface="黑体" panose="02010609060101010101" pitchFamily="2" charset="-122"/>
              </a:defRPr>
            </a:lvl1pPr>
            <a:lvl2pPr marL="742950" indent="-285750">
              <a:defRPr sz="2500" b="1">
                <a:solidFill>
                  <a:srgbClr val="000000"/>
                </a:solidFill>
                <a:latin typeface="Arial" panose="020B0604020202020204" pitchFamily="34" charset="0"/>
                <a:ea typeface="黑体" panose="02010609060101010101" pitchFamily="2" charset="-122"/>
              </a:defRPr>
            </a:lvl2pPr>
            <a:lvl3pPr marL="1143000" indent="-228600">
              <a:defRPr sz="2200" b="1">
                <a:solidFill>
                  <a:srgbClr val="000000"/>
                </a:solidFill>
                <a:latin typeface="Arial" panose="020B0604020202020204" pitchFamily="34" charset="0"/>
                <a:ea typeface="黑体" panose="02010609060101010101" pitchFamily="2" charset="-122"/>
              </a:defRPr>
            </a:lvl3pPr>
            <a:lvl4pPr marL="1600200" indent="-228600">
              <a:defRPr b="1">
                <a:solidFill>
                  <a:srgbClr val="000000"/>
                </a:solidFill>
                <a:latin typeface="Arial" panose="020B0604020202020204" pitchFamily="34" charset="0"/>
                <a:ea typeface="黑体" panose="02010609060101010101" pitchFamily="2" charset="-122"/>
              </a:defRPr>
            </a:lvl4pPr>
            <a:lvl5pPr marL="2057400" indent="-228600">
              <a:defRPr b="1">
                <a:solidFill>
                  <a:srgbClr val="000000"/>
                </a:solidFill>
                <a:latin typeface="Arial" panose="020B0604020202020204" pitchFamily="34" charset="0"/>
                <a:ea typeface="黑体" panose="02010609060101010101" pitchFamily="2" charset="-122"/>
              </a:defRPr>
            </a:lvl5pPr>
            <a:lvl6pPr marL="25146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6pPr>
            <a:lvl7pPr marL="29718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7pPr>
            <a:lvl8pPr marL="34290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8pPr>
            <a:lvl9pPr marL="38862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9pPr>
          </a:lstStyle>
          <a:p>
            <a:pPr eaLnBrk="1" hangingPunct="1"/>
            <a:r>
              <a:rPr kumimoji="1" lang="en-US" altLang="zh-CN" sz="2000">
                <a:solidFill>
                  <a:srgbClr val="000099"/>
                </a:solidFill>
              </a:rPr>
              <a:t>UDP</a:t>
            </a:r>
          </a:p>
        </p:txBody>
      </p:sp>
      <p:sp>
        <p:nvSpPr>
          <p:cNvPr id="309301" name="Line 52"/>
          <p:cNvSpPr>
            <a:spLocks noChangeShapeType="1"/>
          </p:cNvSpPr>
          <p:nvPr/>
        </p:nvSpPr>
        <p:spPr bwMode="auto">
          <a:xfrm flipH="1">
            <a:off x="2452423" y="5411788"/>
            <a:ext cx="5166254" cy="0"/>
          </a:xfrm>
          <a:prstGeom prst="line">
            <a:avLst/>
          </a:prstGeom>
          <a:noFill/>
          <a:ln w="57150">
            <a:solidFill>
              <a:schemeClr val="hlink"/>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09302" name="Rectangle 53"/>
          <p:cNvSpPr>
            <a:spLocks noChangeArrowheads="1"/>
          </p:cNvSpPr>
          <p:nvPr/>
        </p:nvSpPr>
        <p:spPr bwMode="auto">
          <a:xfrm>
            <a:off x="624286" y="5240339"/>
            <a:ext cx="1074869" cy="338137"/>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p>
        </p:txBody>
      </p:sp>
      <p:sp>
        <p:nvSpPr>
          <p:cNvPr id="309303" name="Rectangle 54"/>
          <p:cNvSpPr>
            <a:spLocks noChangeArrowheads="1"/>
          </p:cNvSpPr>
          <p:nvPr/>
        </p:nvSpPr>
        <p:spPr bwMode="auto">
          <a:xfrm>
            <a:off x="3529012" y="5283200"/>
            <a:ext cx="2904729" cy="255588"/>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DHCPACK</a:t>
            </a:r>
          </a:p>
        </p:txBody>
      </p:sp>
      <p:sp>
        <p:nvSpPr>
          <p:cNvPr id="309304" name="Rectangle 55"/>
          <p:cNvSpPr>
            <a:spLocks noChangeArrowheads="1"/>
          </p:cNvSpPr>
          <p:nvPr/>
        </p:nvSpPr>
        <p:spPr bwMode="auto">
          <a:xfrm>
            <a:off x="8155252" y="5240339"/>
            <a:ext cx="1076590" cy="338137"/>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p>
        </p:txBody>
      </p:sp>
      <p:sp>
        <p:nvSpPr>
          <p:cNvPr id="309305" name="Rectangle 56"/>
          <p:cNvSpPr>
            <a:spLocks noChangeArrowheads="1"/>
          </p:cNvSpPr>
          <p:nvPr/>
        </p:nvSpPr>
        <p:spPr bwMode="auto">
          <a:xfrm>
            <a:off x="7618677" y="5283200"/>
            <a:ext cx="536575" cy="255588"/>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p>
        </p:txBody>
      </p:sp>
      <p:sp>
        <p:nvSpPr>
          <p:cNvPr id="309306" name="Rectangle 57"/>
          <p:cNvSpPr>
            <a:spLocks noChangeArrowheads="1"/>
          </p:cNvSpPr>
          <p:nvPr/>
        </p:nvSpPr>
        <p:spPr bwMode="auto">
          <a:xfrm>
            <a:off x="1699155" y="5283200"/>
            <a:ext cx="753269" cy="255588"/>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p>
        </p:txBody>
      </p:sp>
      <p:sp>
        <p:nvSpPr>
          <p:cNvPr id="309307" name="Text Box 58"/>
          <p:cNvSpPr txBox="1">
            <a:spLocks noChangeArrowheads="1"/>
          </p:cNvSpPr>
          <p:nvPr/>
        </p:nvSpPr>
        <p:spPr bwMode="auto">
          <a:xfrm>
            <a:off x="1697435" y="5514976"/>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900" b="1">
                <a:solidFill>
                  <a:srgbClr val="000000"/>
                </a:solidFill>
                <a:latin typeface="Arial" panose="020B0604020202020204" pitchFamily="34" charset="0"/>
                <a:ea typeface="黑体" panose="02010609060101010101" pitchFamily="2" charset="-122"/>
              </a:defRPr>
            </a:lvl1pPr>
            <a:lvl2pPr marL="742950" indent="-285750">
              <a:defRPr sz="2500" b="1">
                <a:solidFill>
                  <a:srgbClr val="000000"/>
                </a:solidFill>
                <a:latin typeface="Arial" panose="020B0604020202020204" pitchFamily="34" charset="0"/>
                <a:ea typeface="黑体" panose="02010609060101010101" pitchFamily="2" charset="-122"/>
              </a:defRPr>
            </a:lvl2pPr>
            <a:lvl3pPr marL="1143000" indent="-228600">
              <a:defRPr sz="2200" b="1">
                <a:solidFill>
                  <a:srgbClr val="000000"/>
                </a:solidFill>
                <a:latin typeface="Arial" panose="020B0604020202020204" pitchFamily="34" charset="0"/>
                <a:ea typeface="黑体" panose="02010609060101010101" pitchFamily="2" charset="-122"/>
              </a:defRPr>
            </a:lvl3pPr>
            <a:lvl4pPr marL="1600200" indent="-228600">
              <a:defRPr b="1">
                <a:solidFill>
                  <a:srgbClr val="000000"/>
                </a:solidFill>
                <a:latin typeface="Arial" panose="020B0604020202020204" pitchFamily="34" charset="0"/>
                <a:ea typeface="黑体" panose="02010609060101010101" pitchFamily="2" charset="-122"/>
              </a:defRPr>
            </a:lvl4pPr>
            <a:lvl5pPr marL="2057400" indent="-228600">
              <a:defRPr b="1">
                <a:solidFill>
                  <a:srgbClr val="000000"/>
                </a:solidFill>
                <a:latin typeface="Arial" panose="020B0604020202020204" pitchFamily="34" charset="0"/>
                <a:ea typeface="黑体" panose="02010609060101010101" pitchFamily="2" charset="-122"/>
              </a:defRPr>
            </a:lvl5pPr>
            <a:lvl6pPr marL="25146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6pPr>
            <a:lvl7pPr marL="29718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7pPr>
            <a:lvl8pPr marL="34290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8pPr>
            <a:lvl9pPr marL="38862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9pPr>
          </a:lstStyle>
          <a:p>
            <a:pPr eaLnBrk="1" hangingPunct="1"/>
            <a:r>
              <a:rPr kumimoji="1" lang="en-US" altLang="zh-CN" sz="2000">
                <a:solidFill>
                  <a:srgbClr val="000099"/>
                </a:solidFill>
              </a:rPr>
              <a:t>UDP</a:t>
            </a:r>
          </a:p>
        </p:txBody>
      </p:sp>
      <p:sp>
        <p:nvSpPr>
          <p:cNvPr id="309308" name="Text Box 59"/>
          <p:cNvSpPr txBox="1">
            <a:spLocks noChangeArrowheads="1"/>
          </p:cNvSpPr>
          <p:nvPr/>
        </p:nvSpPr>
        <p:spPr bwMode="auto">
          <a:xfrm>
            <a:off x="7419182" y="5514976"/>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900" b="1">
                <a:solidFill>
                  <a:srgbClr val="000000"/>
                </a:solidFill>
                <a:latin typeface="Arial" panose="020B0604020202020204" pitchFamily="34" charset="0"/>
                <a:ea typeface="黑体" panose="02010609060101010101" pitchFamily="2" charset="-122"/>
              </a:defRPr>
            </a:lvl1pPr>
            <a:lvl2pPr marL="742950" indent="-285750">
              <a:defRPr sz="2500" b="1">
                <a:solidFill>
                  <a:srgbClr val="000000"/>
                </a:solidFill>
                <a:latin typeface="Arial" panose="020B0604020202020204" pitchFamily="34" charset="0"/>
                <a:ea typeface="黑体" panose="02010609060101010101" pitchFamily="2" charset="-122"/>
              </a:defRPr>
            </a:lvl2pPr>
            <a:lvl3pPr marL="1143000" indent="-228600">
              <a:defRPr sz="2200" b="1">
                <a:solidFill>
                  <a:srgbClr val="000000"/>
                </a:solidFill>
                <a:latin typeface="Arial" panose="020B0604020202020204" pitchFamily="34" charset="0"/>
                <a:ea typeface="黑体" panose="02010609060101010101" pitchFamily="2" charset="-122"/>
              </a:defRPr>
            </a:lvl3pPr>
            <a:lvl4pPr marL="1600200" indent="-228600">
              <a:defRPr b="1">
                <a:solidFill>
                  <a:srgbClr val="000000"/>
                </a:solidFill>
                <a:latin typeface="Arial" panose="020B0604020202020204" pitchFamily="34" charset="0"/>
                <a:ea typeface="黑体" panose="02010609060101010101" pitchFamily="2" charset="-122"/>
              </a:defRPr>
            </a:lvl4pPr>
            <a:lvl5pPr marL="2057400" indent="-228600">
              <a:defRPr b="1">
                <a:solidFill>
                  <a:srgbClr val="000000"/>
                </a:solidFill>
                <a:latin typeface="Arial" panose="020B0604020202020204" pitchFamily="34" charset="0"/>
                <a:ea typeface="黑体" panose="02010609060101010101" pitchFamily="2" charset="-122"/>
              </a:defRPr>
            </a:lvl5pPr>
            <a:lvl6pPr marL="25146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6pPr>
            <a:lvl7pPr marL="29718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7pPr>
            <a:lvl8pPr marL="34290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8pPr>
            <a:lvl9pPr marL="38862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9pPr>
          </a:lstStyle>
          <a:p>
            <a:pPr eaLnBrk="1" hangingPunct="1"/>
            <a:r>
              <a:rPr kumimoji="1" lang="en-US" altLang="zh-CN" sz="2000">
                <a:solidFill>
                  <a:srgbClr val="000099"/>
                </a:solidFill>
              </a:rPr>
              <a:t>UDP</a:t>
            </a:r>
          </a:p>
        </p:txBody>
      </p:sp>
      <p:sp>
        <p:nvSpPr>
          <p:cNvPr id="309309" name="Line 60"/>
          <p:cNvSpPr>
            <a:spLocks noChangeShapeType="1"/>
          </p:cNvSpPr>
          <p:nvPr/>
        </p:nvSpPr>
        <p:spPr bwMode="auto">
          <a:xfrm>
            <a:off x="2454143" y="6256338"/>
            <a:ext cx="5164534" cy="0"/>
          </a:xfrm>
          <a:prstGeom prst="line">
            <a:avLst/>
          </a:prstGeom>
          <a:noFill/>
          <a:ln w="5715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09310" name="Rectangle 61"/>
          <p:cNvSpPr>
            <a:spLocks noChangeArrowheads="1"/>
          </p:cNvSpPr>
          <p:nvPr/>
        </p:nvSpPr>
        <p:spPr bwMode="auto">
          <a:xfrm>
            <a:off x="624285" y="6086475"/>
            <a:ext cx="1076590" cy="338138"/>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p>
        </p:txBody>
      </p:sp>
      <p:sp>
        <p:nvSpPr>
          <p:cNvPr id="309311" name="Rectangle 62"/>
          <p:cNvSpPr>
            <a:spLocks noChangeArrowheads="1"/>
          </p:cNvSpPr>
          <p:nvPr/>
        </p:nvSpPr>
        <p:spPr bwMode="auto">
          <a:xfrm>
            <a:off x="3529012" y="6129338"/>
            <a:ext cx="2904729" cy="254000"/>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DHCPRELEASE</a:t>
            </a:r>
          </a:p>
        </p:txBody>
      </p:sp>
      <p:sp>
        <p:nvSpPr>
          <p:cNvPr id="309312" name="Rectangle 63"/>
          <p:cNvSpPr>
            <a:spLocks noChangeArrowheads="1"/>
          </p:cNvSpPr>
          <p:nvPr/>
        </p:nvSpPr>
        <p:spPr bwMode="auto">
          <a:xfrm>
            <a:off x="8155252" y="6086475"/>
            <a:ext cx="1076590" cy="338138"/>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p>
        </p:txBody>
      </p:sp>
      <p:sp>
        <p:nvSpPr>
          <p:cNvPr id="309313" name="Rectangle 64"/>
          <p:cNvSpPr>
            <a:spLocks noChangeArrowheads="1"/>
          </p:cNvSpPr>
          <p:nvPr/>
        </p:nvSpPr>
        <p:spPr bwMode="auto">
          <a:xfrm>
            <a:off x="7618677" y="6129338"/>
            <a:ext cx="536575" cy="254000"/>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p>
        </p:txBody>
      </p:sp>
      <p:sp>
        <p:nvSpPr>
          <p:cNvPr id="309314" name="Rectangle 65"/>
          <p:cNvSpPr>
            <a:spLocks noChangeArrowheads="1"/>
          </p:cNvSpPr>
          <p:nvPr/>
        </p:nvSpPr>
        <p:spPr bwMode="auto">
          <a:xfrm>
            <a:off x="1700875" y="6129338"/>
            <a:ext cx="753269" cy="254000"/>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p>
        </p:txBody>
      </p:sp>
      <p:sp>
        <p:nvSpPr>
          <p:cNvPr id="309315" name="Text Box 66"/>
          <p:cNvSpPr txBox="1">
            <a:spLocks noChangeArrowheads="1"/>
          </p:cNvSpPr>
          <p:nvPr/>
        </p:nvSpPr>
        <p:spPr bwMode="auto">
          <a:xfrm>
            <a:off x="1697435" y="6361114"/>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900" b="1">
                <a:solidFill>
                  <a:srgbClr val="000000"/>
                </a:solidFill>
                <a:latin typeface="Arial" panose="020B0604020202020204" pitchFamily="34" charset="0"/>
                <a:ea typeface="黑体" panose="02010609060101010101" pitchFamily="2" charset="-122"/>
              </a:defRPr>
            </a:lvl1pPr>
            <a:lvl2pPr marL="742950" indent="-285750">
              <a:defRPr sz="2500" b="1">
                <a:solidFill>
                  <a:srgbClr val="000000"/>
                </a:solidFill>
                <a:latin typeface="Arial" panose="020B0604020202020204" pitchFamily="34" charset="0"/>
                <a:ea typeface="黑体" panose="02010609060101010101" pitchFamily="2" charset="-122"/>
              </a:defRPr>
            </a:lvl2pPr>
            <a:lvl3pPr marL="1143000" indent="-228600">
              <a:defRPr sz="2200" b="1">
                <a:solidFill>
                  <a:srgbClr val="000000"/>
                </a:solidFill>
                <a:latin typeface="Arial" panose="020B0604020202020204" pitchFamily="34" charset="0"/>
                <a:ea typeface="黑体" panose="02010609060101010101" pitchFamily="2" charset="-122"/>
              </a:defRPr>
            </a:lvl3pPr>
            <a:lvl4pPr marL="1600200" indent="-228600">
              <a:defRPr b="1">
                <a:solidFill>
                  <a:srgbClr val="000000"/>
                </a:solidFill>
                <a:latin typeface="Arial" panose="020B0604020202020204" pitchFamily="34" charset="0"/>
                <a:ea typeface="黑体" panose="02010609060101010101" pitchFamily="2" charset="-122"/>
              </a:defRPr>
            </a:lvl4pPr>
            <a:lvl5pPr marL="2057400" indent="-228600">
              <a:defRPr b="1">
                <a:solidFill>
                  <a:srgbClr val="000000"/>
                </a:solidFill>
                <a:latin typeface="Arial" panose="020B0604020202020204" pitchFamily="34" charset="0"/>
                <a:ea typeface="黑体" panose="02010609060101010101" pitchFamily="2" charset="-122"/>
              </a:defRPr>
            </a:lvl5pPr>
            <a:lvl6pPr marL="25146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6pPr>
            <a:lvl7pPr marL="29718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7pPr>
            <a:lvl8pPr marL="34290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8pPr>
            <a:lvl9pPr marL="38862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9pPr>
          </a:lstStyle>
          <a:p>
            <a:pPr eaLnBrk="1" hangingPunct="1"/>
            <a:r>
              <a:rPr kumimoji="1" lang="en-US" altLang="zh-CN" sz="2000">
                <a:solidFill>
                  <a:srgbClr val="000099"/>
                </a:solidFill>
              </a:rPr>
              <a:t>UDP</a:t>
            </a:r>
          </a:p>
        </p:txBody>
      </p:sp>
      <p:sp>
        <p:nvSpPr>
          <p:cNvPr id="309316" name="Text Box 67"/>
          <p:cNvSpPr txBox="1">
            <a:spLocks noChangeArrowheads="1"/>
          </p:cNvSpPr>
          <p:nvPr/>
        </p:nvSpPr>
        <p:spPr bwMode="auto">
          <a:xfrm>
            <a:off x="7419182" y="6361114"/>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900" b="1">
                <a:solidFill>
                  <a:srgbClr val="000000"/>
                </a:solidFill>
                <a:latin typeface="Arial" panose="020B0604020202020204" pitchFamily="34" charset="0"/>
                <a:ea typeface="黑体" panose="02010609060101010101" pitchFamily="2" charset="-122"/>
              </a:defRPr>
            </a:lvl1pPr>
            <a:lvl2pPr marL="742950" indent="-285750">
              <a:defRPr sz="2500" b="1">
                <a:solidFill>
                  <a:srgbClr val="000000"/>
                </a:solidFill>
                <a:latin typeface="Arial" panose="020B0604020202020204" pitchFamily="34" charset="0"/>
                <a:ea typeface="黑体" panose="02010609060101010101" pitchFamily="2" charset="-122"/>
              </a:defRPr>
            </a:lvl2pPr>
            <a:lvl3pPr marL="1143000" indent="-228600">
              <a:defRPr sz="2200" b="1">
                <a:solidFill>
                  <a:srgbClr val="000000"/>
                </a:solidFill>
                <a:latin typeface="Arial" panose="020B0604020202020204" pitchFamily="34" charset="0"/>
                <a:ea typeface="黑体" panose="02010609060101010101" pitchFamily="2" charset="-122"/>
              </a:defRPr>
            </a:lvl3pPr>
            <a:lvl4pPr marL="1600200" indent="-228600">
              <a:defRPr b="1">
                <a:solidFill>
                  <a:srgbClr val="000000"/>
                </a:solidFill>
                <a:latin typeface="Arial" panose="020B0604020202020204" pitchFamily="34" charset="0"/>
                <a:ea typeface="黑体" panose="02010609060101010101" pitchFamily="2" charset="-122"/>
              </a:defRPr>
            </a:lvl4pPr>
            <a:lvl5pPr marL="2057400" indent="-228600">
              <a:defRPr b="1">
                <a:solidFill>
                  <a:srgbClr val="000000"/>
                </a:solidFill>
                <a:latin typeface="Arial" panose="020B0604020202020204" pitchFamily="34" charset="0"/>
                <a:ea typeface="黑体" panose="02010609060101010101" pitchFamily="2" charset="-122"/>
              </a:defRPr>
            </a:lvl5pPr>
            <a:lvl6pPr marL="25146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6pPr>
            <a:lvl7pPr marL="29718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7pPr>
            <a:lvl8pPr marL="34290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8pPr>
            <a:lvl9pPr marL="38862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9pPr>
          </a:lstStyle>
          <a:p>
            <a:pPr eaLnBrk="1" hangingPunct="1"/>
            <a:r>
              <a:rPr kumimoji="1" lang="en-US" altLang="zh-CN" sz="2000">
                <a:solidFill>
                  <a:srgbClr val="000099"/>
                </a:solidFill>
              </a:rPr>
              <a:t>UDP</a:t>
            </a:r>
          </a:p>
        </p:txBody>
      </p:sp>
      <p:sp>
        <p:nvSpPr>
          <p:cNvPr id="309317" name="Rectangle 68"/>
          <p:cNvSpPr>
            <a:spLocks noChangeArrowheads="1"/>
          </p:cNvSpPr>
          <p:nvPr/>
        </p:nvSpPr>
        <p:spPr bwMode="auto">
          <a:xfrm>
            <a:off x="8155252" y="936625"/>
            <a:ext cx="1076590" cy="338138"/>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p>
        </p:txBody>
      </p:sp>
      <p:sp>
        <p:nvSpPr>
          <p:cNvPr id="309318" name="Rectangle 69"/>
          <p:cNvSpPr>
            <a:spLocks noChangeArrowheads="1"/>
          </p:cNvSpPr>
          <p:nvPr/>
        </p:nvSpPr>
        <p:spPr bwMode="auto">
          <a:xfrm>
            <a:off x="7618677" y="977900"/>
            <a:ext cx="536575" cy="254000"/>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p>
        </p:txBody>
      </p:sp>
      <p:sp>
        <p:nvSpPr>
          <p:cNvPr id="309319" name="Text Box 70"/>
          <p:cNvSpPr txBox="1">
            <a:spLocks noChangeArrowheads="1"/>
          </p:cNvSpPr>
          <p:nvPr/>
        </p:nvSpPr>
        <p:spPr bwMode="auto">
          <a:xfrm>
            <a:off x="7419182" y="1209676"/>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900" b="1">
                <a:solidFill>
                  <a:srgbClr val="000000"/>
                </a:solidFill>
                <a:latin typeface="Arial" panose="020B0604020202020204" pitchFamily="34" charset="0"/>
                <a:ea typeface="黑体" panose="02010609060101010101" pitchFamily="2" charset="-122"/>
              </a:defRPr>
            </a:lvl1pPr>
            <a:lvl2pPr marL="742950" indent="-285750">
              <a:defRPr sz="2500" b="1">
                <a:solidFill>
                  <a:srgbClr val="000000"/>
                </a:solidFill>
                <a:latin typeface="Arial" panose="020B0604020202020204" pitchFamily="34" charset="0"/>
                <a:ea typeface="黑体" panose="02010609060101010101" pitchFamily="2" charset="-122"/>
              </a:defRPr>
            </a:lvl2pPr>
            <a:lvl3pPr marL="1143000" indent="-228600">
              <a:defRPr sz="2200" b="1">
                <a:solidFill>
                  <a:srgbClr val="000000"/>
                </a:solidFill>
                <a:latin typeface="Arial" panose="020B0604020202020204" pitchFamily="34" charset="0"/>
                <a:ea typeface="黑体" panose="02010609060101010101" pitchFamily="2" charset="-122"/>
              </a:defRPr>
            </a:lvl3pPr>
            <a:lvl4pPr marL="1600200" indent="-228600">
              <a:defRPr b="1">
                <a:solidFill>
                  <a:srgbClr val="000000"/>
                </a:solidFill>
                <a:latin typeface="Arial" panose="020B0604020202020204" pitchFamily="34" charset="0"/>
                <a:ea typeface="黑体" panose="02010609060101010101" pitchFamily="2" charset="-122"/>
              </a:defRPr>
            </a:lvl4pPr>
            <a:lvl5pPr marL="2057400" indent="-228600">
              <a:defRPr b="1">
                <a:solidFill>
                  <a:srgbClr val="000000"/>
                </a:solidFill>
                <a:latin typeface="Arial" panose="020B0604020202020204" pitchFamily="34" charset="0"/>
                <a:ea typeface="黑体" panose="02010609060101010101" pitchFamily="2" charset="-122"/>
              </a:defRPr>
            </a:lvl5pPr>
            <a:lvl6pPr marL="25146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6pPr>
            <a:lvl7pPr marL="29718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7pPr>
            <a:lvl8pPr marL="34290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8pPr>
            <a:lvl9pPr marL="38862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9pPr>
          </a:lstStyle>
          <a:p>
            <a:pPr eaLnBrk="1" hangingPunct="1"/>
            <a:r>
              <a:rPr kumimoji="1" lang="en-US" altLang="zh-CN" sz="2000">
                <a:solidFill>
                  <a:srgbClr val="000099"/>
                </a:solidFill>
              </a:rPr>
              <a:t>UDP</a:t>
            </a:r>
          </a:p>
        </p:txBody>
      </p:sp>
      <p:sp>
        <p:nvSpPr>
          <p:cNvPr id="309320" name="Text Box 71"/>
          <p:cNvSpPr txBox="1">
            <a:spLocks noChangeArrowheads="1"/>
          </p:cNvSpPr>
          <p:nvPr/>
        </p:nvSpPr>
        <p:spPr bwMode="auto">
          <a:xfrm>
            <a:off x="6218766" y="692151"/>
            <a:ext cx="12105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900" b="1">
                <a:solidFill>
                  <a:srgbClr val="000000"/>
                </a:solidFill>
                <a:latin typeface="Arial" panose="020B0604020202020204" pitchFamily="34" charset="0"/>
                <a:ea typeface="黑体" panose="02010609060101010101" pitchFamily="2" charset="-122"/>
              </a:defRPr>
            </a:lvl1pPr>
            <a:lvl2pPr marL="742950" indent="-285750">
              <a:defRPr sz="2500" b="1">
                <a:solidFill>
                  <a:srgbClr val="000000"/>
                </a:solidFill>
                <a:latin typeface="Arial" panose="020B0604020202020204" pitchFamily="34" charset="0"/>
                <a:ea typeface="黑体" panose="02010609060101010101" pitchFamily="2" charset="-122"/>
              </a:defRPr>
            </a:lvl2pPr>
            <a:lvl3pPr marL="1143000" indent="-228600">
              <a:defRPr sz="2200" b="1">
                <a:solidFill>
                  <a:srgbClr val="000000"/>
                </a:solidFill>
                <a:latin typeface="Arial" panose="020B0604020202020204" pitchFamily="34" charset="0"/>
                <a:ea typeface="黑体" panose="02010609060101010101" pitchFamily="2" charset="-122"/>
              </a:defRPr>
            </a:lvl3pPr>
            <a:lvl4pPr marL="1600200" indent="-228600">
              <a:defRPr b="1">
                <a:solidFill>
                  <a:srgbClr val="000000"/>
                </a:solidFill>
                <a:latin typeface="Arial" panose="020B0604020202020204" pitchFamily="34" charset="0"/>
                <a:ea typeface="黑体" panose="02010609060101010101" pitchFamily="2" charset="-122"/>
              </a:defRPr>
            </a:lvl4pPr>
            <a:lvl5pPr marL="2057400" indent="-228600">
              <a:defRPr b="1">
                <a:solidFill>
                  <a:srgbClr val="000000"/>
                </a:solidFill>
                <a:latin typeface="Arial" panose="020B0604020202020204" pitchFamily="34" charset="0"/>
                <a:ea typeface="黑体" panose="02010609060101010101" pitchFamily="2" charset="-122"/>
              </a:defRPr>
            </a:lvl5pPr>
            <a:lvl6pPr marL="25146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6pPr>
            <a:lvl7pPr marL="29718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7pPr>
            <a:lvl8pPr marL="34290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8pPr>
            <a:lvl9pPr marL="38862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9pPr>
          </a:lstStyle>
          <a:p>
            <a:pPr eaLnBrk="1" hangingPunct="1"/>
            <a:r>
              <a:rPr kumimoji="1" lang="zh-CN" altLang="en-US" sz="2000">
                <a:solidFill>
                  <a:srgbClr val="000099"/>
                </a:solidFill>
              </a:rPr>
              <a:t>被动打开</a:t>
            </a:r>
          </a:p>
        </p:txBody>
      </p:sp>
      <p:sp>
        <p:nvSpPr>
          <p:cNvPr id="309321" name="Text Box 72"/>
          <p:cNvSpPr txBox="1">
            <a:spLocks noChangeArrowheads="1"/>
          </p:cNvSpPr>
          <p:nvPr/>
        </p:nvSpPr>
        <p:spPr bwMode="auto">
          <a:xfrm>
            <a:off x="9237002" y="820738"/>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900" b="1">
                <a:solidFill>
                  <a:srgbClr val="000000"/>
                </a:solidFill>
                <a:latin typeface="Arial" panose="020B0604020202020204" pitchFamily="34" charset="0"/>
                <a:ea typeface="黑体" panose="02010609060101010101" pitchFamily="2" charset="-122"/>
              </a:defRPr>
            </a:lvl1pPr>
            <a:lvl2pPr marL="742950" indent="-285750">
              <a:defRPr sz="2500" b="1">
                <a:solidFill>
                  <a:srgbClr val="000000"/>
                </a:solidFill>
                <a:latin typeface="Arial" panose="020B0604020202020204" pitchFamily="34" charset="0"/>
                <a:ea typeface="黑体" panose="02010609060101010101" pitchFamily="2" charset="-122"/>
              </a:defRPr>
            </a:lvl2pPr>
            <a:lvl3pPr marL="1143000" indent="-228600">
              <a:defRPr sz="2200" b="1">
                <a:solidFill>
                  <a:srgbClr val="000000"/>
                </a:solidFill>
                <a:latin typeface="Arial" panose="020B0604020202020204" pitchFamily="34" charset="0"/>
                <a:ea typeface="黑体" panose="02010609060101010101" pitchFamily="2" charset="-122"/>
              </a:defRPr>
            </a:lvl3pPr>
            <a:lvl4pPr marL="1600200" indent="-228600">
              <a:defRPr b="1">
                <a:solidFill>
                  <a:srgbClr val="000000"/>
                </a:solidFill>
                <a:latin typeface="Arial" panose="020B0604020202020204" pitchFamily="34" charset="0"/>
                <a:ea typeface="黑体" panose="02010609060101010101" pitchFamily="2" charset="-122"/>
              </a:defRPr>
            </a:lvl4pPr>
            <a:lvl5pPr marL="2057400" indent="-228600">
              <a:defRPr b="1">
                <a:solidFill>
                  <a:srgbClr val="000000"/>
                </a:solidFill>
                <a:latin typeface="Arial" panose="020B0604020202020204" pitchFamily="34" charset="0"/>
                <a:ea typeface="黑体" panose="02010609060101010101" pitchFamily="2" charset="-122"/>
              </a:defRPr>
            </a:lvl5pPr>
            <a:lvl6pPr marL="25146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6pPr>
            <a:lvl7pPr marL="29718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7pPr>
            <a:lvl8pPr marL="34290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8pPr>
            <a:lvl9pPr marL="38862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9pPr>
          </a:lstStyle>
          <a:p>
            <a:pPr eaLnBrk="1" hangingPunct="1"/>
            <a:r>
              <a:rPr kumimoji="1" lang="en-US" altLang="zh-CN" sz="2800">
                <a:solidFill>
                  <a:srgbClr val="000099"/>
                </a:solidFill>
                <a:sym typeface="Wingdings" panose="05000000000000000000" pitchFamily="2" charset="2"/>
              </a:rPr>
              <a:t></a:t>
            </a:r>
          </a:p>
        </p:txBody>
      </p:sp>
      <p:sp>
        <p:nvSpPr>
          <p:cNvPr id="309322" name="Text Box 73"/>
          <p:cNvSpPr txBox="1">
            <a:spLocks noChangeArrowheads="1"/>
          </p:cNvSpPr>
          <p:nvPr/>
        </p:nvSpPr>
        <p:spPr bwMode="auto">
          <a:xfrm>
            <a:off x="85990" y="1435101"/>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900" b="1">
                <a:solidFill>
                  <a:srgbClr val="000000"/>
                </a:solidFill>
                <a:latin typeface="Arial" panose="020B0604020202020204" pitchFamily="34" charset="0"/>
                <a:ea typeface="黑体" panose="02010609060101010101" pitchFamily="2" charset="-122"/>
              </a:defRPr>
            </a:lvl1pPr>
            <a:lvl2pPr marL="742950" indent="-285750">
              <a:defRPr sz="2500" b="1">
                <a:solidFill>
                  <a:srgbClr val="000000"/>
                </a:solidFill>
                <a:latin typeface="Arial" panose="020B0604020202020204" pitchFamily="34" charset="0"/>
                <a:ea typeface="黑体" panose="02010609060101010101" pitchFamily="2" charset="-122"/>
              </a:defRPr>
            </a:lvl2pPr>
            <a:lvl3pPr marL="1143000" indent="-228600">
              <a:defRPr sz="2200" b="1">
                <a:solidFill>
                  <a:srgbClr val="000000"/>
                </a:solidFill>
                <a:latin typeface="Arial" panose="020B0604020202020204" pitchFamily="34" charset="0"/>
                <a:ea typeface="黑体" panose="02010609060101010101" pitchFamily="2" charset="-122"/>
              </a:defRPr>
            </a:lvl3pPr>
            <a:lvl4pPr marL="1600200" indent="-228600">
              <a:defRPr b="1">
                <a:solidFill>
                  <a:srgbClr val="000000"/>
                </a:solidFill>
                <a:latin typeface="Arial" panose="020B0604020202020204" pitchFamily="34" charset="0"/>
                <a:ea typeface="黑体" panose="02010609060101010101" pitchFamily="2" charset="-122"/>
              </a:defRPr>
            </a:lvl4pPr>
            <a:lvl5pPr marL="2057400" indent="-228600">
              <a:defRPr b="1">
                <a:solidFill>
                  <a:srgbClr val="000000"/>
                </a:solidFill>
                <a:latin typeface="Arial" panose="020B0604020202020204" pitchFamily="34" charset="0"/>
                <a:ea typeface="黑体" panose="02010609060101010101" pitchFamily="2" charset="-122"/>
              </a:defRPr>
            </a:lvl5pPr>
            <a:lvl6pPr marL="25146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6pPr>
            <a:lvl7pPr marL="29718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7pPr>
            <a:lvl8pPr marL="34290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8pPr>
            <a:lvl9pPr marL="38862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9pPr>
          </a:lstStyle>
          <a:p>
            <a:pPr eaLnBrk="1" hangingPunct="1"/>
            <a:r>
              <a:rPr kumimoji="1" lang="en-US" altLang="zh-CN" sz="2800">
                <a:solidFill>
                  <a:srgbClr val="000099"/>
                </a:solidFill>
                <a:sym typeface="Wingdings" panose="05000000000000000000" pitchFamily="2" charset="2"/>
              </a:rPr>
              <a:t></a:t>
            </a:r>
          </a:p>
        </p:txBody>
      </p:sp>
      <p:sp>
        <p:nvSpPr>
          <p:cNvPr id="309323" name="Text Box 74"/>
          <p:cNvSpPr txBox="1">
            <a:spLocks noChangeArrowheads="1"/>
          </p:cNvSpPr>
          <p:nvPr/>
        </p:nvSpPr>
        <p:spPr bwMode="auto">
          <a:xfrm>
            <a:off x="9237002" y="2057401"/>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900" b="1">
                <a:solidFill>
                  <a:srgbClr val="000000"/>
                </a:solidFill>
                <a:latin typeface="Arial" panose="020B0604020202020204" pitchFamily="34" charset="0"/>
                <a:ea typeface="黑体" panose="02010609060101010101" pitchFamily="2" charset="-122"/>
              </a:defRPr>
            </a:lvl1pPr>
            <a:lvl2pPr marL="742950" indent="-285750">
              <a:defRPr sz="2500" b="1">
                <a:solidFill>
                  <a:srgbClr val="000000"/>
                </a:solidFill>
                <a:latin typeface="Arial" panose="020B0604020202020204" pitchFamily="34" charset="0"/>
                <a:ea typeface="黑体" panose="02010609060101010101" pitchFamily="2" charset="-122"/>
              </a:defRPr>
            </a:lvl2pPr>
            <a:lvl3pPr marL="1143000" indent="-228600">
              <a:defRPr sz="2200" b="1">
                <a:solidFill>
                  <a:srgbClr val="000000"/>
                </a:solidFill>
                <a:latin typeface="Arial" panose="020B0604020202020204" pitchFamily="34" charset="0"/>
                <a:ea typeface="黑体" panose="02010609060101010101" pitchFamily="2" charset="-122"/>
              </a:defRPr>
            </a:lvl3pPr>
            <a:lvl4pPr marL="1600200" indent="-228600">
              <a:defRPr b="1">
                <a:solidFill>
                  <a:srgbClr val="000000"/>
                </a:solidFill>
                <a:latin typeface="Arial" panose="020B0604020202020204" pitchFamily="34" charset="0"/>
                <a:ea typeface="黑体" panose="02010609060101010101" pitchFamily="2" charset="-122"/>
              </a:defRPr>
            </a:lvl4pPr>
            <a:lvl5pPr marL="2057400" indent="-228600">
              <a:defRPr b="1">
                <a:solidFill>
                  <a:srgbClr val="000000"/>
                </a:solidFill>
                <a:latin typeface="Arial" panose="020B0604020202020204" pitchFamily="34" charset="0"/>
                <a:ea typeface="黑体" panose="02010609060101010101" pitchFamily="2" charset="-122"/>
              </a:defRPr>
            </a:lvl5pPr>
            <a:lvl6pPr marL="25146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6pPr>
            <a:lvl7pPr marL="29718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7pPr>
            <a:lvl8pPr marL="34290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8pPr>
            <a:lvl9pPr marL="38862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9pPr>
          </a:lstStyle>
          <a:p>
            <a:pPr eaLnBrk="1" hangingPunct="1"/>
            <a:r>
              <a:rPr kumimoji="1" lang="en-US" altLang="zh-CN" sz="2800">
                <a:solidFill>
                  <a:srgbClr val="000099"/>
                </a:solidFill>
                <a:sym typeface="Wingdings" panose="05000000000000000000" pitchFamily="2" charset="2"/>
              </a:rPr>
              <a:t></a:t>
            </a:r>
          </a:p>
        </p:txBody>
      </p:sp>
      <p:sp>
        <p:nvSpPr>
          <p:cNvPr id="309324" name="Text Box 75"/>
          <p:cNvSpPr txBox="1">
            <a:spLocks noChangeArrowheads="1"/>
          </p:cNvSpPr>
          <p:nvPr/>
        </p:nvSpPr>
        <p:spPr bwMode="auto">
          <a:xfrm>
            <a:off x="85990" y="2654301"/>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900" b="1">
                <a:solidFill>
                  <a:srgbClr val="000000"/>
                </a:solidFill>
                <a:latin typeface="Arial" panose="020B0604020202020204" pitchFamily="34" charset="0"/>
                <a:ea typeface="黑体" panose="02010609060101010101" pitchFamily="2" charset="-122"/>
              </a:defRPr>
            </a:lvl1pPr>
            <a:lvl2pPr marL="742950" indent="-285750">
              <a:defRPr sz="2500" b="1">
                <a:solidFill>
                  <a:srgbClr val="000000"/>
                </a:solidFill>
                <a:latin typeface="Arial" panose="020B0604020202020204" pitchFamily="34" charset="0"/>
                <a:ea typeface="黑体" panose="02010609060101010101" pitchFamily="2" charset="-122"/>
              </a:defRPr>
            </a:lvl2pPr>
            <a:lvl3pPr marL="1143000" indent="-228600">
              <a:defRPr sz="2200" b="1">
                <a:solidFill>
                  <a:srgbClr val="000000"/>
                </a:solidFill>
                <a:latin typeface="Arial" panose="020B0604020202020204" pitchFamily="34" charset="0"/>
                <a:ea typeface="黑体" panose="02010609060101010101" pitchFamily="2" charset="-122"/>
              </a:defRPr>
            </a:lvl3pPr>
            <a:lvl4pPr marL="1600200" indent="-228600">
              <a:defRPr b="1">
                <a:solidFill>
                  <a:srgbClr val="000000"/>
                </a:solidFill>
                <a:latin typeface="Arial" panose="020B0604020202020204" pitchFamily="34" charset="0"/>
                <a:ea typeface="黑体" panose="02010609060101010101" pitchFamily="2" charset="-122"/>
              </a:defRPr>
            </a:lvl4pPr>
            <a:lvl5pPr marL="2057400" indent="-228600">
              <a:defRPr b="1">
                <a:solidFill>
                  <a:srgbClr val="000000"/>
                </a:solidFill>
                <a:latin typeface="Arial" panose="020B0604020202020204" pitchFamily="34" charset="0"/>
                <a:ea typeface="黑体" panose="02010609060101010101" pitchFamily="2" charset="-122"/>
              </a:defRPr>
            </a:lvl5pPr>
            <a:lvl6pPr marL="25146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6pPr>
            <a:lvl7pPr marL="29718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7pPr>
            <a:lvl8pPr marL="34290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8pPr>
            <a:lvl9pPr marL="38862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9pPr>
          </a:lstStyle>
          <a:p>
            <a:pPr eaLnBrk="1" hangingPunct="1"/>
            <a:r>
              <a:rPr kumimoji="1" lang="en-US" altLang="zh-CN" sz="2800">
                <a:solidFill>
                  <a:srgbClr val="000099"/>
                </a:solidFill>
                <a:sym typeface="Wingdings" panose="05000000000000000000" pitchFamily="2" charset="2"/>
              </a:rPr>
              <a:t></a:t>
            </a:r>
          </a:p>
        </p:txBody>
      </p:sp>
      <p:sp>
        <p:nvSpPr>
          <p:cNvPr id="309325" name="Text Box 76"/>
          <p:cNvSpPr txBox="1">
            <a:spLocks noChangeArrowheads="1"/>
          </p:cNvSpPr>
          <p:nvPr/>
        </p:nvSpPr>
        <p:spPr bwMode="auto">
          <a:xfrm>
            <a:off x="9231842" y="3278188"/>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900" b="1">
                <a:solidFill>
                  <a:srgbClr val="000000"/>
                </a:solidFill>
                <a:latin typeface="Arial" panose="020B0604020202020204" pitchFamily="34" charset="0"/>
                <a:ea typeface="黑体" panose="02010609060101010101" pitchFamily="2" charset="-122"/>
              </a:defRPr>
            </a:lvl1pPr>
            <a:lvl2pPr marL="742950" indent="-285750">
              <a:defRPr sz="2500" b="1">
                <a:solidFill>
                  <a:srgbClr val="000000"/>
                </a:solidFill>
                <a:latin typeface="Arial" panose="020B0604020202020204" pitchFamily="34" charset="0"/>
                <a:ea typeface="黑体" panose="02010609060101010101" pitchFamily="2" charset="-122"/>
              </a:defRPr>
            </a:lvl2pPr>
            <a:lvl3pPr marL="1143000" indent="-228600">
              <a:defRPr sz="2200" b="1">
                <a:solidFill>
                  <a:srgbClr val="000000"/>
                </a:solidFill>
                <a:latin typeface="Arial" panose="020B0604020202020204" pitchFamily="34" charset="0"/>
                <a:ea typeface="黑体" panose="02010609060101010101" pitchFamily="2" charset="-122"/>
              </a:defRPr>
            </a:lvl3pPr>
            <a:lvl4pPr marL="1600200" indent="-228600">
              <a:defRPr b="1">
                <a:solidFill>
                  <a:srgbClr val="000000"/>
                </a:solidFill>
                <a:latin typeface="Arial" panose="020B0604020202020204" pitchFamily="34" charset="0"/>
                <a:ea typeface="黑体" panose="02010609060101010101" pitchFamily="2" charset="-122"/>
              </a:defRPr>
            </a:lvl4pPr>
            <a:lvl5pPr marL="2057400" indent="-228600">
              <a:defRPr b="1">
                <a:solidFill>
                  <a:srgbClr val="000000"/>
                </a:solidFill>
                <a:latin typeface="Arial" panose="020B0604020202020204" pitchFamily="34" charset="0"/>
                <a:ea typeface="黑体" panose="02010609060101010101" pitchFamily="2" charset="-122"/>
              </a:defRPr>
            </a:lvl5pPr>
            <a:lvl6pPr marL="25146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6pPr>
            <a:lvl7pPr marL="29718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7pPr>
            <a:lvl8pPr marL="34290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8pPr>
            <a:lvl9pPr marL="38862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9pPr>
          </a:lstStyle>
          <a:p>
            <a:pPr eaLnBrk="1" hangingPunct="1"/>
            <a:r>
              <a:rPr kumimoji="1" lang="en-US" altLang="zh-CN" sz="2800">
                <a:solidFill>
                  <a:srgbClr val="000099"/>
                </a:solidFill>
                <a:sym typeface="Wingdings" panose="05000000000000000000" pitchFamily="2" charset="2"/>
              </a:rPr>
              <a:t></a:t>
            </a:r>
          </a:p>
        </p:txBody>
      </p:sp>
      <p:sp>
        <p:nvSpPr>
          <p:cNvPr id="309326" name="Text Box 77"/>
          <p:cNvSpPr txBox="1">
            <a:spLocks noChangeArrowheads="1"/>
          </p:cNvSpPr>
          <p:nvPr/>
        </p:nvSpPr>
        <p:spPr bwMode="auto">
          <a:xfrm>
            <a:off x="85990" y="3902076"/>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900" b="1">
                <a:solidFill>
                  <a:srgbClr val="000000"/>
                </a:solidFill>
                <a:latin typeface="Arial" panose="020B0604020202020204" pitchFamily="34" charset="0"/>
                <a:ea typeface="黑体" panose="02010609060101010101" pitchFamily="2" charset="-122"/>
              </a:defRPr>
            </a:lvl1pPr>
            <a:lvl2pPr marL="742950" indent="-285750">
              <a:defRPr sz="2500" b="1">
                <a:solidFill>
                  <a:srgbClr val="000000"/>
                </a:solidFill>
                <a:latin typeface="Arial" panose="020B0604020202020204" pitchFamily="34" charset="0"/>
                <a:ea typeface="黑体" panose="02010609060101010101" pitchFamily="2" charset="-122"/>
              </a:defRPr>
            </a:lvl2pPr>
            <a:lvl3pPr marL="1143000" indent="-228600">
              <a:defRPr sz="2200" b="1">
                <a:solidFill>
                  <a:srgbClr val="000000"/>
                </a:solidFill>
                <a:latin typeface="Arial" panose="020B0604020202020204" pitchFamily="34" charset="0"/>
                <a:ea typeface="黑体" panose="02010609060101010101" pitchFamily="2" charset="-122"/>
              </a:defRPr>
            </a:lvl3pPr>
            <a:lvl4pPr marL="1600200" indent="-228600">
              <a:defRPr b="1">
                <a:solidFill>
                  <a:srgbClr val="000000"/>
                </a:solidFill>
                <a:latin typeface="Arial" panose="020B0604020202020204" pitchFamily="34" charset="0"/>
                <a:ea typeface="黑体" panose="02010609060101010101" pitchFamily="2" charset="-122"/>
              </a:defRPr>
            </a:lvl4pPr>
            <a:lvl5pPr marL="2057400" indent="-228600">
              <a:defRPr b="1">
                <a:solidFill>
                  <a:srgbClr val="000000"/>
                </a:solidFill>
                <a:latin typeface="Arial" panose="020B0604020202020204" pitchFamily="34" charset="0"/>
                <a:ea typeface="黑体" panose="02010609060101010101" pitchFamily="2" charset="-122"/>
              </a:defRPr>
            </a:lvl5pPr>
            <a:lvl6pPr marL="25146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6pPr>
            <a:lvl7pPr marL="29718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7pPr>
            <a:lvl8pPr marL="34290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8pPr>
            <a:lvl9pPr marL="38862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9pPr>
          </a:lstStyle>
          <a:p>
            <a:pPr eaLnBrk="1" hangingPunct="1"/>
            <a:r>
              <a:rPr kumimoji="1" lang="en-US" altLang="zh-CN" sz="2800">
                <a:solidFill>
                  <a:srgbClr val="000099"/>
                </a:solidFill>
                <a:sym typeface="Wingdings" panose="05000000000000000000" pitchFamily="2" charset="2"/>
              </a:rPr>
              <a:t></a:t>
            </a:r>
          </a:p>
        </p:txBody>
      </p:sp>
      <p:sp>
        <p:nvSpPr>
          <p:cNvPr id="309327" name="Text Box 78"/>
          <p:cNvSpPr txBox="1">
            <a:spLocks noChangeArrowheads="1"/>
          </p:cNvSpPr>
          <p:nvPr/>
        </p:nvSpPr>
        <p:spPr bwMode="auto">
          <a:xfrm>
            <a:off x="9231842" y="4486276"/>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900" b="1">
                <a:solidFill>
                  <a:srgbClr val="000000"/>
                </a:solidFill>
                <a:latin typeface="Arial" panose="020B0604020202020204" pitchFamily="34" charset="0"/>
                <a:ea typeface="黑体" panose="02010609060101010101" pitchFamily="2" charset="-122"/>
              </a:defRPr>
            </a:lvl1pPr>
            <a:lvl2pPr marL="742950" indent="-285750">
              <a:defRPr sz="2500" b="1">
                <a:solidFill>
                  <a:srgbClr val="000000"/>
                </a:solidFill>
                <a:latin typeface="Arial" panose="020B0604020202020204" pitchFamily="34" charset="0"/>
                <a:ea typeface="黑体" panose="02010609060101010101" pitchFamily="2" charset="-122"/>
              </a:defRPr>
            </a:lvl2pPr>
            <a:lvl3pPr marL="1143000" indent="-228600">
              <a:defRPr sz="2200" b="1">
                <a:solidFill>
                  <a:srgbClr val="000000"/>
                </a:solidFill>
                <a:latin typeface="Arial" panose="020B0604020202020204" pitchFamily="34" charset="0"/>
                <a:ea typeface="黑体" panose="02010609060101010101" pitchFamily="2" charset="-122"/>
              </a:defRPr>
            </a:lvl3pPr>
            <a:lvl4pPr marL="1600200" indent="-228600">
              <a:defRPr b="1">
                <a:solidFill>
                  <a:srgbClr val="000000"/>
                </a:solidFill>
                <a:latin typeface="Arial" panose="020B0604020202020204" pitchFamily="34" charset="0"/>
                <a:ea typeface="黑体" panose="02010609060101010101" pitchFamily="2" charset="-122"/>
              </a:defRPr>
            </a:lvl4pPr>
            <a:lvl5pPr marL="2057400" indent="-228600">
              <a:defRPr b="1">
                <a:solidFill>
                  <a:srgbClr val="000000"/>
                </a:solidFill>
                <a:latin typeface="Arial" panose="020B0604020202020204" pitchFamily="34" charset="0"/>
                <a:ea typeface="黑体" panose="02010609060101010101" pitchFamily="2" charset="-122"/>
              </a:defRPr>
            </a:lvl5pPr>
            <a:lvl6pPr marL="25146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6pPr>
            <a:lvl7pPr marL="29718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7pPr>
            <a:lvl8pPr marL="34290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8pPr>
            <a:lvl9pPr marL="38862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9pPr>
          </a:lstStyle>
          <a:p>
            <a:pPr eaLnBrk="1" hangingPunct="1"/>
            <a:r>
              <a:rPr kumimoji="1" lang="en-US" altLang="zh-CN" sz="2800">
                <a:solidFill>
                  <a:srgbClr val="000099"/>
                </a:solidFill>
                <a:sym typeface="Wingdings" panose="05000000000000000000" pitchFamily="2" charset="2"/>
              </a:rPr>
              <a:t></a:t>
            </a:r>
          </a:p>
        </p:txBody>
      </p:sp>
      <p:sp>
        <p:nvSpPr>
          <p:cNvPr id="309328" name="Text Box 79"/>
          <p:cNvSpPr txBox="1">
            <a:spLocks noChangeArrowheads="1"/>
          </p:cNvSpPr>
          <p:nvPr/>
        </p:nvSpPr>
        <p:spPr bwMode="auto">
          <a:xfrm>
            <a:off x="9231842" y="5110163"/>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900" b="1">
                <a:solidFill>
                  <a:srgbClr val="000000"/>
                </a:solidFill>
                <a:latin typeface="Arial" panose="020B0604020202020204" pitchFamily="34" charset="0"/>
                <a:ea typeface="黑体" panose="02010609060101010101" pitchFamily="2" charset="-122"/>
              </a:defRPr>
            </a:lvl1pPr>
            <a:lvl2pPr marL="742950" indent="-285750">
              <a:defRPr sz="2500" b="1">
                <a:solidFill>
                  <a:srgbClr val="000000"/>
                </a:solidFill>
                <a:latin typeface="Arial" panose="020B0604020202020204" pitchFamily="34" charset="0"/>
                <a:ea typeface="黑体" panose="02010609060101010101" pitchFamily="2" charset="-122"/>
              </a:defRPr>
            </a:lvl2pPr>
            <a:lvl3pPr marL="1143000" indent="-228600">
              <a:defRPr sz="2200" b="1">
                <a:solidFill>
                  <a:srgbClr val="000000"/>
                </a:solidFill>
                <a:latin typeface="Arial" panose="020B0604020202020204" pitchFamily="34" charset="0"/>
                <a:ea typeface="黑体" panose="02010609060101010101" pitchFamily="2" charset="-122"/>
              </a:defRPr>
            </a:lvl3pPr>
            <a:lvl4pPr marL="1600200" indent="-228600">
              <a:defRPr b="1">
                <a:solidFill>
                  <a:srgbClr val="000000"/>
                </a:solidFill>
                <a:latin typeface="Arial" panose="020B0604020202020204" pitchFamily="34" charset="0"/>
                <a:ea typeface="黑体" panose="02010609060101010101" pitchFamily="2" charset="-122"/>
              </a:defRPr>
            </a:lvl4pPr>
            <a:lvl5pPr marL="2057400" indent="-228600">
              <a:defRPr b="1">
                <a:solidFill>
                  <a:srgbClr val="000000"/>
                </a:solidFill>
                <a:latin typeface="Arial" panose="020B0604020202020204" pitchFamily="34" charset="0"/>
                <a:ea typeface="黑体" panose="02010609060101010101" pitchFamily="2" charset="-122"/>
              </a:defRPr>
            </a:lvl5pPr>
            <a:lvl6pPr marL="25146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6pPr>
            <a:lvl7pPr marL="29718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7pPr>
            <a:lvl8pPr marL="34290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8pPr>
            <a:lvl9pPr marL="38862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9pPr>
          </a:lstStyle>
          <a:p>
            <a:pPr eaLnBrk="1" hangingPunct="1"/>
            <a:r>
              <a:rPr kumimoji="1" lang="en-US" altLang="zh-CN" sz="2800">
                <a:solidFill>
                  <a:srgbClr val="000099"/>
                </a:solidFill>
                <a:sym typeface="Wingdings" panose="05000000000000000000" pitchFamily="2" charset="2"/>
              </a:rPr>
              <a:t></a:t>
            </a:r>
          </a:p>
        </p:txBody>
      </p:sp>
      <p:sp>
        <p:nvSpPr>
          <p:cNvPr id="309329" name="Text Box 80"/>
          <p:cNvSpPr txBox="1">
            <a:spLocks noChangeArrowheads="1"/>
          </p:cNvSpPr>
          <p:nvPr/>
        </p:nvSpPr>
        <p:spPr bwMode="auto">
          <a:xfrm rot="-5400000">
            <a:off x="4385625" y="5480734"/>
            <a:ext cx="6463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900" b="1">
                <a:solidFill>
                  <a:srgbClr val="000000"/>
                </a:solidFill>
                <a:latin typeface="Arial" panose="020B0604020202020204" pitchFamily="34" charset="0"/>
                <a:ea typeface="黑体" panose="02010609060101010101" pitchFamily="2" charset="-122"/>
              </a:defRPr>
            </a:lvl1pPr>
            <a:lvl2pPr marL="742950" indent="-285750">
              <a:defRPr sz="2500" b="1">
                <a:solidFill>
                  <a:srgbClr val="000000"/>
                </a:solidFill>
                <a:latin typeface="Arial" panose="020B0604020202020204" pitchFamily="34" charset="0"/>
                <a:ea typeface="黑体" panose="02010609060101010101" pitchFamily="2" charset="-122"/>
              </a:defRPr>
            </a:lvl2pPr>
            <a:lvl3pPr marL="1143000" indent="-228600">
              <a:defRPr sz="2200" b="1">
                <a:solidFill>
                  <a:srgbClr val="000000"/>
                </a:solidFill>
                <a:latin typeface="Arial" panose="020B0604020202020204" pitchFamily="34" charset="0"/>
                <a:ea typeface="黑体" panose="02010609060101010101" pitchFamily="2" charset="-122"/>
              </a:defRPr>
            </a:lvl3pPr>
            <a:lvl4pPr marL="1600200" indent="-228600">
              <a:defRPr b="1">
                <a:solidFill>
                  <a:srgbClr val="000000"/>
                </a:solidFill>
                <a:latin typeface="Arial" panose="020B0604020202020204" pitchFamily="34" charset="0"/>
                <a:ea typeface="黑体" panose="02010609060101010101" pitchFamily="2" charset="-122"/>
              </a:defRPr>
            </a:lvl4pPr>
            <a:lvl5pPr marL="2057400" indent="-228600">
              <a:defRPr b="1">
                <a:solidFill>
                  <a:srgbClr val="000000"/>
                </a:solidFill>
                <a:latin typeface="Arial" panose="020B0604020202020204" pitchFamily="34" charset="0"/>
                <a:ea typeface="黑体" panose="02010609060101010101" pitchFamily="2" charset="-122"/>
              </a:defRPr>
            </a:lvl5pPr>
            <a:lvl6pPr marL="25146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6pPr>
            <a:lvl7pPr marL="29718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7pPr>
            <a:lvl8pPr marL="34290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8pPr>
            <a:lvl9pPr marL="38862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9pPr>
          </a:lstStyle>
          <a:p>
            <a:pPr eaLnBrk="1" hangingPunct="1"/>
            <a:r>
              <a:rPr kumimoji="1" lang="en-US" altLang="zh-CN" sz="3600">
                <a:solidFill>
                  <a:srgbClr val="000099"/>
                </a:solidFill>
              </a:rPr>
              <a:t>…</a:t>
            </a:r>
          </a:p>
        </p:txBody>
      </p:sp>
      <p:sp>
        <p:nvSpPr>
          <p:cNvPr id="309330" name="Text Box 81"/>
          <p:cNvSpPr txBox="1">
            <a:spLocks noChangeArrowheads="1"/>
          </p:cNvSpPr>
          <p:nvPr/>
        </p:nvSpPr>
        <p:spPr bwMode="auto">
          <a:xfrm>
            <a:off x="85990" y="5892801"/>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900" b="1">
                <a:solidFill>
                  <a:srgbClr val="000000"/>
                </a:solidFill>
                <a:latin typeface="Arial" panose="020B0604020202020204" pitchFamily="34" charset="0"/>
                <a:ea typeface="黑体" panose="02010609060101010101" pitchFamily="2" charset="-122"/>
              </a:defRPr>
            </a:lvl1pPr>
            <a:lvl2pPr marL="742950" indent="-285750">
              <a:defRPr sz="2500" b="1">
                <a:solidFill>
                  <a:srgbClr val="000000"/>
                </a:solidFill>
                <a:latin typeface="Arial" panose="020B0604020202020204" pitchFamily="34" charset="0"/>
                <a:ea typeface="黑体" panose="02010609060101010101" pitchFamily="2" charset="-122"/>
              </a:defRPr>
            </a:lvl2pPr>
            <a:lvl3pPr marL="1143000" indent="-228600">
              <a:defRPr sz="2200" b="1">
                <a:solidFill>
                  <a:srgbClr val="000000"/>
                </a:solidFill>
                <a:latin typeface="Arial" panose="020B0604020202020204" pitchFamily="34" charset="0"/>
                <a:ea typeface="黑体" panose="02010609060101010101" pitchFamily="2" charset="-122"/>
              </a:defRPr>
            </a:lvl3pPr>
            <a:lvl4pPr marL="1600200" indent="-228600">
              <a:defRPr b="1">
                <a:solidFill>
                  <a:srgbClr val="000000"/>
                </a:solidFill>
                <a:latin typeface="Arial" panose="020B0604020202020204" pitchFamily="34" charset="0"/>
                <a:ea typeface="黑体" panose="02010609060101010101" pitchFamily="2" charset="-122"/>
              </a:defRPr>
            </a:lvl4pPr>
            <a:lvl5pPr marL="2057400" indent="-228600">
              <a:defRPr b="1">
                <a:solidFill>
                  <a:srgbClr val="000000"/>
                </a:solidFill>
                <a:latin typeface="Arial" panose="020B0604020202020204" pitchFamily="34" charset="0"/>
                <a:ea typeface="黑体" panose="02010609060101010101" pitchFamily="2" charset="-122"/>
              </a:defRPr>
            </a:lvl5pPr>
            <a:lvl6pPr marL="25146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6pPr>
            <a:lvl7pPr marL="29718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7pPr>
            <a:lvl8pPr marL="34290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8pPr>
            <a:lvl9pPr marL="38862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9pPr>
          </a:lstStyle>
          <a:p>
            <a:pPr eaLnBrk="1" hangingPunct="1"/>
            <a:r>
              <a:rPr kumimoji="1" lang="en-US" altLang="zh-CN" sz="2800">
                <a:solidFill>
                  <a:srgbClr val="000099"/>
                </a:solidFill>
                <a:sym typeface="Wingdings" panose="05000000000000000000" pitchFamily="2" charset="2"/>
              </a:rPr>
              <a:t></a:t>
            </a:r>
          </a:p>
        </p:txBody>
      </p:sp>
      <p:sp>
        <p:nvSpPr>
          <p:cNvPr id="309331" name="Rectangle 83"/>
          <p:cNvSpPr>
            <a:spLocks noChangeArrowheads="1"/>
          </p:cNvSpPr>
          <p:nvPr/>
        </p:nvSpPr>
        <p:spPr bwMode="auto">
          <a:xfrm>
            <a:off x="0" y="4622800"/>
            <a:ext cx="9906000" cy="2235200"/>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zh-CN" sz="2800" b="1">
              <a:solidFill>
                <a:srgbClr val="000099"/>
              </a:solidFill>
            </a:endParaRPr>
          </a:p>
        </p:txBody>
      </p:sp>
      <p:sp>
        <p:nvSpPr>
          <p:cNvPr id="309332" name="Text Box 85"/>
          <p:cNvSpPr txBox="1">
            <a:spLocks noChangeArrowheads="1"/>
          </p:cNvSpPr>
          <p:nvPr/>
        </p:nvSpPr>
        <p:spPr bwMode="auto">
          <a:xfrm>
            <a:off x="818621" y="5013325"/>
            <a:ext cx="8580041" cy="1504950"/>
          </a:xfrm>
          <a:prstGeom prst="rect">
            <a:avLst/>
          </a:prstGeom>
          <a:solidFill>
            <a:srgbClr val="FFFF99"/>
          </a:solidFill>
          <a:ln w="9525">
            <a:solidFill>
              <a:srgbClr val="33339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900" b="1">
                <a:solidFill>
                  <a:srgbClr val="000000"/>
                </a:solidFill>
                <a:latin typeface="Arial" panose="020B0604020202020204" pitchFamily="34" charset="0"/>
                <a:ea typeface="黑体" panose="02010609060101010101" pitchFamily="2" charset="-122"/>
              </a:defRPr>
            </a:lvl1pPr>
            <a:lvl2pPr marL="742950" indent="-285750">
              <a:defRPr sz="2500" b="1">
                <a:solidFill>
                  <a:srgbClr val="000000"/>
                </a:solidFill>
                <a:latin typeface="Arial" panose="020B0604020202020204" pitchFamily="34" charset="0"/>
                <a:ea typeface="黑体" panose="02010609060101010101" pitchFamily="2" charset="-122"/>
              </a:defRPr>
            </a:lvl2pPr>
            <a:lvl3pPr marL="1143000" indent="-228600">
              <a:defRPr sz="2200" b="1">
                <a:solidFill>
                  <a:srgbClr val="000000"/>
                </a:solidFill>
                <a:latin typeface="Arial" panose="020B0604020202020204" pitchFamily="34" charset="0"/>
                <a:ea typeface="黑体" panose="02010609060101010101" pitchFamily="2" charset="-122"/>
              </a:defRPr>
            </a:lvl3pPr>
            <a:lvl4pPr marL="1600200" indent="-228600">
              <a:defRPr b="1">
                <a:solidFill>
                  <a:srgbClr val="000000"/>
                </a:solidFill>
                <a:latin typeface="Arial" panose="020B0604020202020204" pitchFamily="34" charset="0"/>
                <a:ea typeface="黑体" panose="02010609060101010101" pitchFamily="2" charset="-122"/>
              </a:defRPr>
            </a:lvl4pPr>
            <a:lvl5pPr marL="2057400" indent="-228600">
              <a:defRPr b="1">
                <a:solidFill>
                  <a:srgbClr val="000000"/>
                </a:solidFill>
                <a:latin typeface="Arial" panose="020B0604020202020204" pitchFamily="34" charset="0"/>
                <a:ea typeface="黑体" panose="02010609060101010101" pitchFamily="2" charset="-122"/>
              </a:defRPr>
            </a:lvl5pPr>
            <a:lvl6pPr marL="25146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6pPr>
            <a:lvl7pPr marL="29718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7pPr>
            <a:lvl8pPr marL="34290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8pPr>
            <a:lvl9pPr marL="3886200" indent="-228600" eaLnBrk="0" hangingPunct="0">
              <a:lnSpc>
                <a:spcPct val="110000"/>
              </a:lnSpc>
              <a:spcBef>
                <a:spcPts val="550"/>
              </a:spcBef>
              <a:buClr>
                <a:srgbClr val="333399"/>
              </a:buClr>
              <a:buSzPct val="60000"/>
              <a:defRPr b="1">
                <a:solidFill>
                  <a:srgbClr val="000000"/>
                </a:solidFill>
                <a:latin typeface="Arial" panose="020B0604020202020204" pitchFamily="34" charset="0"/>
                <a:ea typeface="黑体" panose="02010609060101010101" pitchFamily="2" charset="-122"/>
              </a:defRPr>
            </a:lvl9pPr>
          </a:lstStyle>
          <a:p>
            <a:pPr algn="just" eaLnBrk="1" hangingPunct="1"/>
            <a:r>
              <a:rPr lang="en-US" altLang="zh-CN" sz="3600" dirty="0">
                <a:solidFill>
                  <a:srgbClr val="000099"/>
                </a:solidFill>
                <a:sym typeface="Wingdings" panose="05000000000000000000" pitchFamily="2" charset="2"/>
              </a:rPr>
              <a:t></a:t>
            </a:r>
            <a:r>
              <a:rPr lang="zh-CN" altLang="en-US" sz="2800" dirty="0">
                <a:solidFill>
                  <a:srgbClr val="000099"/>
                </a:solidFill>
              </a:rPr>
              <a:t>：凡收到 </a:t>
            </a:r>
            <a:r>
              <a:rPr lang="en-US" altLang="zh-CN" sz="2800" dirty="0">
                <a:solidFill>
                  <a:srgbClr val="000099"/>
                </a:solidFill>
              </a:rPr>
              <a:t>DHCP </a:t>
            </a:r>
            <a:r>
              <a:rPr lang="zh-CN" altLang="en-US" sz="2800" dirty="0">
                <a:solidFill>
                  <a:srgbClr val="000099"/>
                </a:solidFill>
              </a:rPr>
              <a:t>发现报文的 </a:t>
            </a:r>
            <a:r>
              <a:rPr lang="en-US" altLang="zh-CN" sz="2800" dirty="0">
                <a:solidFill>
                  <a:srgbClr val="000099"/>
                </a:solidFill>
              </a:rPr>
              <a:t>DHCP </a:t>
            </a:r>
            <a:r>
              <a:rPr lang="zh-CN" altLang="en-US" sz="2800" dirty="0">
                <a:solidFill>
                  <a:srgbClr val="000099"/>
                </a:solidFill>
              </a:rPr>
              <a:t>服务器</a:t>
            </a:r>
          </a:p>
          <a:p>
            <a:pPr algn="just" eaLnBrk="1" hangingPunct="1"/>
            <a:r>
              <a:rPr lang="zh-CN" altLang="en-US" sz="2800" dirty="0">
                <a:solidFill>
                  <a:srgbClr val="000099"/>
                </a:solidFill>
              </a:rPr>
              <a:t>       都发出 </a:t>
            </a:r>
            <a:r>
              <a:rPr lang="en-US" altLang="zh-CN" sz="2800" dirty="0">
                <a:solidFill>
                  <a:srgbClr val="000099"/>
                </a:solidFill>
              </a:rPr>
              <a:t>DHCP </a:t>
            </a:r>
            <a:r>
              <a:rPr lang="zh-CN" altLang="en-US" sz="2800" dirty="0">
                <a:solidFill>
                  <a:srgbClr val="000099"/>
                </a:solidFill>
              </a:rPr>
              <a:t>提供报文，因此 </a:t>
            </a:r>
            <a:r>
              <a:rPr lang="en-US" altLang="zh-CN" sz="2800" dirty="0">
                <a:solidFill>
                  <a:srgbClr val="000099"/>
                </a:solidFill>
              </a:rPr>
              <a:t>DHCP </a:t>
            </a:r>
            <a:r>
              <a:rPr lang="zh-CN" altLang="en-US" sz="2800" dirty="0">
                <a:solidFill>
                  <a:srgbClr val="000099"/>
                </a:solidFill>
              </a:rPr>
              <a:t>客户</a:t>
            </a:r>
          </a:p>
          <a:p>
            <a:pPr algn="just" eaLnBrk="1" hangingPunct="1"/>
            <a:r>
              <a:rPr lang="zh-CN" altLang="en-US" sz="2800" dirty="0">
                <a:solidFill>
                  <a:srgbClr val="000099"/>
                </a:solidFill>
              </a:rPr>
              <a:t>       </a:t>
            </a:r>
            <a:r>
              <a:rPr lang="zh-CN" altLang="en-US" sz="2800" dirty="0">
                <a:solidFill>
                  <a:srgbClr val="FF0000"/>
                </a:solidFill>
              </a:rPr>
              <a:t>可能收到多个 </a:t>
            </a:r>
            <a:r>
              <a:rPr lang="en-US" altLang="zh-CN" sz="2800" dirty="0">
                <a:solidFill>
                  <a:srgbClr val="FF0000"/>
                </a:solidFill>
              </a:rPr>
              <a:t>DHCP </a:t>
            </a:r>
            <a:r>
              <a:rPr lang="zh-CN" altLang="en-US" sz="2800" dirty="0">
                <a:solidFill>
                  <a:srgbClr val="FF0000"/>
                </a:solidFill>
              </a:rPr>
              <a:t>提供报文</a:t>
            </a:r>
            <a:r>
              <a:rPr lang="zh-CN" altLang="en-US" sz="2800" dirty="0">
                <a:solidFill>
                  <a:srgbClr val="000099"/>
                </a:solidFill>
              </a:rPr>
              <a:t>。</a:t>
            </a:r>
          </a:p>
        </p:txBody>
      </p:sp>
      <p:sp>
        <p:nvSpPr>
          <p:cNvPr id="85" name="Rectangle 2"/>
          <p:cNvSpPr txBox="1">
            <a:spLocks noChangeArrowheads="1"/>
          </p:cNvSpPr>
          <p:nvPr/>
        </p:nvSpPr>
        <p:spPr bwMode="auto">
          <a:xfrm>
            <a:off x="704528" y="188913"/>
            <a:ext cx="8442325" cy="539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l" rtl="0" eaLnBrk="1" fontAlgn="base" hangingPunct="1">
              <a:spcBef>
                <a:spcPct val="0"/>
              </a:spcBef>
              <a:spcAft>
                <a:spcPct val="0"/>
              </a:spcAft>
              <a:defRPr lang="zh-CN" altLang="en-US" sz="4400" b="1" smtClean="0">
                <a:solidFill>
                  <a:srgbClr val="333399"/>
                </a:solidFill>
                <a:latin typeface="+mj-lt"/>
                <a:ea typeface="+mj-ea"/>
                <a:cs typeface="+mj-cs"/>
              </a:defRPr>
            </a:lvl1pPr>
            <a:lvl2pPr algn="l" rtl="0" eaLnBrk="1" fontAlgn="base" hangingPunct="1">
              <a:spcBef>
                <a:spcPct val="0"/>
              </a:spcBef>
              <a:spcAft>
                <a:spcPct val="0"/>
              </a:spcAft>
              <a:defRPr sz="4400">
                <a:solidFill>
                  <a:srgbClr val="333399"/>
                </a:solidFill>
                <a:latin typeface="Arial" panose="020B0604020202020204" pitchFamily="34" charset="0"/>
                <a:ea typeface="黑体" panose="02010609060101010101" pitchFamily="2" charset="-122"/>
              </a:defRPr>
            </a:lvl2pPr>
            <a:lvl3pPr algn="l" rtl="0" eaLnBrk="1" fontAlgn="base" hangingPunct="1">
              <a:spcBef>
                <a:spcPct val="0"/>
              </a:spcBef>
              <a:spcAft>
                <a:spcPct val="0"/>
              </a:spcAft>
              <a:defRPr sz="4400">
                <a:solidFill>
                  <a:srgbClr val="333399"/>
                </a:solidFill>
                <a:latin typeface="Arial" panose="020B0604020202020204" pitchFamily="34" charset="0"/>
                <a:ea typeface="黑体" panose="02010609060101010101" pitchFamily="2" charset="-122"/>
              </a:defRPr>
            </a:lvl3pPr>
            <a:lvl4pPr algn="l" rtl="0" eaLnBrk="1" fontAlgn="base" hangingPunct="1">
              <a:spcBef>
                <a:spcPct val="0"/>
              </a:spcBef>
              <a:spcAft>
                <a:spcPct val="0"/>
              </a:spcAft>
              <a:defRPr sz="4400">
                <a:solidFill>
                  <a:srgbClr val="333399"/>
                </a:solidFill>
                <a:latin typeface="Arial" panose="020B0604020202020204" pitchFamily="34" charset="0"/>
                <a:ea typeface="黑体" panose="02010609060101010101" pitchFamily="2" charset="-122"/>
              </a:defRPr>
            </a:lvl4pPr>
            <a:lvl5pPr algn="l" rtl="0" eaLnBrk="1" fontAlgn="base" hangingPunct="1">
              <a:spcBef>
                <a:spcPct val="0"/>
              </a:spcBef>
              <a:spcAft>
                <a:spcPct val="0"/>
              </a:spcAft>
              <a:defRPr sz="4400">
                <a:solidFill>
                  <a:srgbClr val="333399"/>
                </a:solidFill>
                <a:latin typeface="Arial" panose="020B0604020202020204" pitchFamily="34" charset="0"/>
                <a:ea typeface="黑体" panose="02010609060101010101" pitchFamily="2" charset="-122"/>
              </a:defRPr>
            </a:lvl5pPr>
            <a:lvl6pPr marL="457200" algn="l" rtl="0" eaLnBrk="1" fontAlgn="base" hangingPunct="1">
              <a:spcBef>
                <a:spcPct val="0"/>
              </a:spcBef>
              <a:spcAft>
                <a:spcPct val="0"/>
              </a:spcAft>
              <a:defRPr sz="4400">
                <a:solidFill>
                  <a:srgbClr val="333399"/>
                </a:solidFill>
                <a:latin typeface="Arial" panose="020B0604020202020204" pitchFamily="34" charset="0"/>
                <a:ea typeface="黑体" panose="02010609060101010101" pitchFamily="2" charset="-122"/>
              </a:defRPr>
            </a:lvl6pPr>
            <a:lvl7pPr marL="914400" algn="l" rtl="0" eaLnBrk="1" fontAlgn="base" hangingPunct="1">
              <a:spcBef>
                <a:spcPct val="0"/>
              </a:spcBef>
              <a:spcAft>
                <a:spcPct val="0"/>
              </a:spcAft>
              <a:defRPr sz="4400">
                <a:solidFill>
                  <a:srgbClr val="333399"/>
                </a:solidFill>
                <a:latin typeface="Arial" panose="020B0604020202020204" pitchFamily="34" charset="0"/>
                <a:ea typeface="黑体" panose="02010609060101010101" pitchFamily="2" charset="-122"/>
              </a:defRPr>
            </a:lvl7pPr>
            <a:lvl8pPr marL="1371600" algn="l" rtl="0" eaLnBrk="1" fontAlgn="base" hangingPunct="1">
              <a:spcBef>
                <a:spcPct val="0"/>
              </a:spcBef>
              <a:spcAft>
                <a:spcPct val="0"/>
              </a:spcAft>
              <a:defRPr sz="4400">
                <a:solidFill>
                  <a:srgbClr val="333399"/>
                </a:solidFill>
                <a:latin typeface="Arial" panose="020B0604020202020204" pitchFamily="34" charset="0"/>
                <a:ea typeface="黑体" panose="02010609060101010101" pitchFamily="2" charset="-122"/>
              </a:defRPr>
            </a:lvl8pPr>
            <a:lvl9pPr marL="1828800" algn="l" rtl="0" eaLnBrk="1" fontAlgn="base" hangingPunct="1">
              <a:spcBef>
                <a:spcPct val="0"/>
              </a:spcBef>
              <a:spcAft>
                <a:spcPct val="0"/>
              </a:spcAft>
              <a:defRPr sz="4400">
                <a:solidFill>
                  <a:srgbClr val="333399"/>
                </a:solidFill>
                <a:latin typeface="Arial" panose="020B0604020202020204" pitchFamily="34" charset="0"/>
                <a:ea typeface="黑体" panose="02010609060101010101" pitchFamily="2" charset="-122"/>
              </a:defRPr>
            </a:lvl9pPr>
          </a:lstStyle>
          <a:p>
            <a:pPr algn="ctr">
              <a:defRPr/>
            </a:pPr>
            <a:r>
              <a:rPr lang="en-US" altLang="zh-CN" kern="0" dirty="0"/>
              <a:t>DHCP </a:t>
            </a:r>
            <a:r>
              <a:rPr lang="zh-CN" altLang="en-US" kern="0" dirty="0"/>
              <a:t>协议的工作过程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09331"/>
                                        </p:tgtEl>
                                        <p:attrNameLst>
                                          <p:attrName>style.visibility</p:attrName>
                                        </p:attrNameLst>
                                      </p:cBhvr>
                                      <p:to>
                                        <p:strVal val="visible"/>
                                      </p:to>
                                    </p:set>
                                    <p:animEffect transition="in" filter="fade">
                                      <p:cBhvr>
                                        <p:cTn id="7" dur="500"/>
                                        <p:tgtEl>
                                          <p:spTgt spid="3093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9331" grpId="0" animBg="1"/>
    </p:bldLst>
  </p:timing>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1298" name="页脚占位符 4"/>
          <p:cNvSpPr>
            <a:spLocks noGrp="1"/>
          </p:cNvSpPr>
          <p:nvPr>
            <p:ph type="ftr" sz="quarter" idx="4294967295"/>
          </p:nvPr>
        </p:nvSpPr>
        <p:spPr>
          <a:xfrm>
            <a:off x="3384550" y="6356350"/>
            <a:ext cx="3136900" cy="457200"/>
          </a:xfrm>
          <a:prstGeom prst="rect">
            <a:avLst/>
          </a:prstGeom>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r>
              <a:rPr lang="zh-CN" altLang="en-US" sz="1400"/>
              <a:t>课件制作人：谢希仁</a:t>
            </a:r>
          </a:p>
        </p:txBody>
      </p:sp>
      <p:sp>
        <p:nvSpPr>
          <p:cNvPr id="311300" name="Line 3"/>
          <p:cNvSpPr>
            <a:spLocks noChangeShapeType="1"/>
          </p:cNvSpPr>
          <p:nvPr/>
        </p:nvSpPr>
        <p:spPr bwMode="auto">
          <a:xfrm flipH="1">
            <a:off x="6131058" y="1100138"/>
            <a:ext cx="1506538" cy="0"/>
          </a:xfrm>
          <a:prstGeom prst="line">
            <a:avLst/>
          </a:prstGeom>
          <a:noFill/>
          <a:ln w="5715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11301" name="Line 4"/>
          <p:cNvSpPr>
            <a:spLocks noChangeShapeType="1"/>
          </p:cNvSpPr>
          <p:nvPr/>
        </p:nvSpPr>
        <p:spPr bwMode="auto">
          <a:xfrm>
            <a:off x="2454143" y="1747838"/>
            <a:ext cx="5164534" cy="0"/>
          </a:xfrm>
          <a:prstGeom prst="line">
            <a:avLst/>
          </a:prstGeom>
          <a:noFill/>
          <a:ln w="5715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11302" name="Rectangle 5"/>
          <p:cNvSpPr>
            <a:spLocks noChangeArrowheads="1"/>
          </p:cNvSpPr>
          <p:nvPr/>
        </p:nvSpPr>
        <p:spPr bwMode="auto">
          <a:xfrm>
            <a:off x="624285" y="1576388"/>
            <a:ext cx="1076590" cy="341312"/>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p>
        </p:txBody>
      </p:sp>
      <p:sp>
        <p:nvSpPr>
          <p:cNvPr id="311303" name="Rectangle 6"/>
          <p:cNvSpPr>
            <a:spLocks noChangeArrowheads="1"/>
          </p:cNvSpPr>
          <p:nvPr/>
        </p:nvSpPr>
        <p:spPr bwMode="auto">
          <a:xfrm>
            <a:off x="3529012" y="1617664"/>
            <a:ext cx="2904729" cy="257175"/>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DHCPDISCOVER</a:t>
            </a:r>
          </a:p>
        </p:txBody>
      </p:sp>
      <p:sp>
        <p:nvSpPr>
          <p:cNvPr id="311304" name="Rectangle 7"/>
          <p:cNvSpPr>
            <a:spLocks noChangeArrowheads="1"/>
          </p:cNvSpPr>
          <p:nvPr/>
        </p:nvSpPr>
        <p:spPr bwMode="auto">
          <a:xfrm>
            <a:off x="8155252" y="1576388"/>
            <a:ext cx="1076590" cy="341312"/>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p>
        </p:txBody>
      </p:sp>
      <p:sp>
        <p:nvSpPr>
          <p:cNvPr id="311305" name="Rectangle 8"/>
          <p:cNvSpPr>
            <a:spLocks noChangeArrowheads="1"/>
          </p:cNvSpPr>
          <p:nvPr/>
        </p:nvSpPr>
        <p:spPr bwMode="auto">
          <a:xfrm>
            <a:off x="7618677" y="1617664"/>
            <a:ext cx="536575" cy="257175"/>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p>
        </p:txBody>
      </p:sp>
      <p:sp>
        <p:nvSpPr>
          <p:cNvPr id="311306" name="Rectangle 9"/>
          <p:cNvSpPr>
            <a:spLocks noChangeArrowheads="1"/>
          </p:cNvSpPr>
          <p:nvPr/>
        </p:nvSpPr>
        <p:spPr bwMode="auto">
          <a:xfrm>
            <a:off x="1700875" y="1617664"/>
            <a:ext cx="753269" cy="257175"/>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p>
        </p:txBody>
      </p:sp>
      <p:sp>
        <p:nvSpPr>
          <p:cNvPr id="311307" name="Text Box 10"/>
          <p:cNvSpPr txBox="1">
            <a:spLocks noChangeArrowheads="1"/>
          </p:cNvSpPr>
          <p:nvPr/>
        </p:nvSpPr>
        <p:spPr bwMode="auto">
          <a:xfrm>
            <a:off x="1697435" y="1854201"/>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11308" name="Text Box 11"/>
          <p:cNvSpPr txBox="1">
            <a:spLocks noChangeArrowheads="1"/>
          </p:cNvSpPr>
          <p:nvPr/>
        </p:nvSpPr>
        <p:spPr bwMode="auto">
          <a:xfrm>
            <a:off x="7419182" y="1851026"/>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11309" name="Line 12"/>
          <p:cNvSpPr>
            <a:spLocks noChangeShapeType="1"/>
          </p:cNvSpPr>
          <p:nvPr/>
        </p:nvSpPr>
        <p:spPr bwMode="auto">
          <a:xfrm flipH="1">
            <a:off x="2452423" y="2359025"/>
            <a:ext cx="5166254" cy="0"/>
          </a:xfrm>
          <a:prstGeom prst="line">
            <a:avLst/>
          </a:prstGeom>
          <a:noFill/>
          <a:ln w="57150">
            <a:solidFill>
              <a:schemeClr val="hlink"/>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11310" name="Rectangle 13"/>
          <p:cNvSpPr>
            <a:spLocks noChangeArrowheads="1"/>
          </p:cNvSpPr>
          <p:nvPr/>
        </p:nvSpPr>
        <p:spPr bwMode="auto">
          <a:xfrm>
            <a:off x="624286" y="2187576"/>
            <a:ext cx="1074869" cy="339725"/>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p>
        </p:txBody>
      </p:sp>
      <p:sp>
        <p:nvSpPr>
          <p:cNvPr id="311311" name="Rectangle 14"/>
          <p:cNvSpPr>
            <a:spLocks noChangeArrowheads="1"/>
          </p:cNvSpPr>
          <p:nvPr/>
        </p:nvSpPr>
        <p:spPr bwMode="auto">
          <a:xfrm>
            <a:off x="3529012" y="2230439"/>
            <a:ext cx="2904729" cy="255587"/>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DHCPOFFER</a:t>
            </a:r>
          </a:p>
        </p:txBody>
      </p:sp>
      <p:sp>
        <p:nvSpPr>
          <p:cNvPr id="311312" name="Rectangle 15"/>
          <p:cNvSpPr>
            <a:spLocks noChangeArrowheads="1"/>
          </p:cNvSpPr>
          <p:nvPr/>
        </p:nvSpPr>
        <p:spPr bwMode="auto">
          <a:xfrm>
            <a:off x="8155252" y="2187576"/>
            <a:ext cx="1076590" cy="339725"/>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p>
        </p:txBody>
      </p:sp>
      <p:sp>
        <p:nvSpPr>
          <p:cNvPr id="311313" name="Rectangle 16"/>
          <p:cNvSpPr>
            <a:spLocks noChangeArrowheads="1"/>
          </p:cNvSpPr>
          <p:nvPr/>
        </p:nvSpPr>
        <p:spPr bwMode="auto">
          <a:xfrm>
            <a:off x="7618677" y="2230439"/>
            <a:ext cx="536575" cy="255587"/>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p>
        </p:txBody>
      </p:sp>
      <p:sp>
        <p:nvSpPr>
          <p:cNvPr id="311314" name="Rectangle 17"/>
          <p:cNvSpPr>
            <a:spLocks noChangeArrowheads="1"/>
          </p:cNvSpPr>
          <p:nvPr/>
        </p:nvSpPr>
        <p:spPr bwMode="auto">
          <a:xfrm>
            <a:off x="1699155" y="2230439"/>
            <a:ext cx="753269" cy="255587"/>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p>
        </p:txBody>
      </p:sp>
      <p:sp>
        <p:nvSpPr>
          <p:cNvPr id="311315" name="Text Box 18"/>
          <p:cNvSpPr txBox="1">
            <a:spLocks noChangeArrowheads="1"/>
          </p:cNvSpPr>
          <p:nvPr/>
        </p:nvSpPr>
        <p:spPr bwMode="auto">
          <a:xfrm>
            <a:off x="1697435" y="2462214"/>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11316" name="Text Box 19"/>
          <p:cNvSpPr txBox="1">
            <a:spLocks noChangeArrowheads="1"/>
          </p:cNvSpPr>
          <p:nvPr/>
        </p:nvSpPr>
        <p:spPr bwMode="auto">
          <a:xfrm>
            <a:off x="7419182" y="2462214"/>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11317" name="Line 20"/>
          <p:cNvSpPr>
            <a:spLocks noChangeShapeType="1"/>
          </p:cNvSpPr>
          <p:nvPr/>
        </p:nvSpPr>
        <p:spPr bwMode="auto">
          <a:xfrm>
            <a:off x="2454143" y="2968625"/>
            <a:ext cx="5164534" cy="0"/>
          </a:xfrm>
          <a:prstGeom prst="line">
            <a:avLst/>
          </a:prstGeom>
          <a:noFill/>
          <a:ln w="5715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11318" name="Rectangle 21"/>
          <p:cNvSpPr>
            <a:spLocks noChangeArrowheads="1"/>
          </p:cNvSpPr>
          <p:nvPr/>
        </p:nvSpPr>
        <p:spPr bwMode="auto">
          <a:xfrm>
            <a:off x="624285" y="2798763"/>
            <a:ext cx="1076590" cy="341312"/>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p>
        </p:txBody>
      </p:sp>
      <p:sp>
        <p:nvSpPr>
          <p:cNvPr id="311319" name="Rectangle 22"/>
          <p:cNvSpPr>
            <a:spLocks noChangeArrowheads="1"/>
          </p:cNvSpPr>
          <p:nvPr/>
        </p:nvSpPr>
        <p:spPr bwMode="auto">
          <a:xfrm>
            <a:off x="3529012" y="2841625"/>
            <a:ext cx="2904729" cy="255588"/>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DHCPREQUEST</a:t>
            </a:r>
          </a:p>
        </p:txBody>
      </p:sp>
      <p:sp>
        <p:nvSpPr>
          <p:cNvPr id="311320" name="Rectangle 23"/>
          <p:cNvSpPr>
            <a:spLocks noChangeArrowheads="1"/>
          </p:cNvSpPr>
          <p:nvPr/>
        </p:nvSpPr>
        <p:spPr bwMode="auto">
          <a:xfrm>
            <a:off x="8155252" y="2798763"/>
            <a:ext cx="1076590" cy="341312"/>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p>
        </p:txBody>
      </p:sp>
      <p:sp>
        <p:nvSpPr>
          <p:cNvPr id="311321" name="Rectangle 24"/>
          <p:cNvSpPr>
            <a:spLocks noChangeArrowheads="1"/>
          </p:cNvSpPr>
          <p:nvPr/>
        </p:nvSpPr>
        <p:spPr bwMode="auto">
          <a:xfrm>
            <a:off x="7618677" y="2841625"/>
            <a:ext cx="536575" cy="255588"/>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p>
        </p:txBody>
      </p:sp>
      <p:sp>
        <p:nvSpPr>
          <p:cNvPr id="311322" name="Rectangle 25"/>
          <p:cNvSpPr>
            <a:spLocks noChangeArrowheads="1"/>
          </p:cNvSpPr>
          <p:nvPr/>
        </p:nvSpPr>
        <p:spPr bwMode="auto">
          <a:xfrm>
            <a:off x="1700875" y="2841625"/>
            <a:ext cx="753269" cy="255588"/>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p>
        </p:txBody>
      </p:sp>
      <p:sp>
        <p:nvSpPr>
          <p:cNvPr id="311323" name="Text Box 26"/>
          <p:cNvSpPr txBox="1">
            <a:spLocks noChangeArrowheads="1"/>
          </p:cNvSpPr>
          <p:nvPr/>
        </p:nvSpPr>
        <p:spPr bwMode="auto">
          <a:xfrm>
            <a:off x="1697435" y="3074989"/>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11324" name="Text Box 27"/>
          <p:cNvSpPr txBox="1">
            <a:spLocks noChangeArrowheads="1"/>
          </p:cNvSpPr>
          <p:nvPr/>
        </p:nvSpPr>
        <p:spPr bwMode="auto">
          <a:xfrm>
            <a:off x="7419182" y="3074989"/>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11325" name="Line 28"/>
          <p:cNvSpPr>
            <a:spLocks noChangeShapeType="1"/>
          </p:cNvSpPr>
          <p:nvPr/>
        </p:nvSpPr>
        <p:spPr bwMode="auto">
          <a:xfrm flipH="1">
            <a:off x="2452423" y="3579813"/>
            <a:ext cx="5166254" cy="0"/>
          </a:xfrm>
          <a:prstGeom prst="line">
            <a:avLst/>
          </a:prstGeom>
          <a:noFill/>
          <a:ln w="57150">
            <a:solidFill>
              <a:schemeClr val="hlink"/>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11326" name="Rectangle 29"/>
          <p:cNvSpPr>
            <a:spLocks noChangeArrowheads="1"/>
          </p:cNvSpPr>
          <p:nvPr/>
        </p:nvSpPr>
        <p:spPr bwMode="auto">
          <a:xfrm>
            <a:off x="624286" y="3409950"/>
            <a:ext cx="1074869" cy="339725"/>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p>
        </p:txBody>
      </p:sp>
      <p:sp>
        <p:nvSpPr>
          <p:cNvPr id="311327" name="Rectangle 30"/>
          <p:cNvSpPr>
            <a:spLocks noChangeArrowheads="1"/>
          </p:cNvSpPr>
          <p:nvPr/>
        </p:nvSpPr>
        <p:spPr bwMode="auto">
          <a:xfrm>
            <a:off x="3529012" y="3452813"/>
            <a:ext cx="2904729" cy="254000"/>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DHCPACK</a:t>
            </a:r>
          </a:p>
        </p:txBody>
      </p:sp>
      <p:sp>
        <p:nvSpPr>
          <p:cNvPr id="311328" name="Rectangle 31"/>
          <p:cNvSpPr>
            <a:spLocks noChangeArrowheads="1"/>
          </p:cNvSpPr>
          <p:nvPr/>
        </p:nvSpPr>
        <p:spPr bwMode="auto">
          <a:xfrm>
            <a:off x="8155252" y="3409950"/>
            <a:ext cx="1076590" cy="339725"/>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p>
        </p:txBody>
      </p:sp>
      <p:sp>
        <p:nvSpPr>
          <p:cNvPr id="311329" name="Rectangle 32"/>
          <p:cNvSpPr>
            <a:spLocks noChangeArrowheads="1"/>
          </p:cNvSpPr>
          <p:nvPr/>
        </p:nvSpPr>
        <p:spPr bwMode="auto">
          <a:xfrm>
            <a:off x="7618677" y="3452813"/>
            <a:ext cx="536575" cy="254000"/>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p>
        </p:txBody>
      </p:sp>
      <p:sp>
        <p:nvSpPr>
          <p:cNvPr id="311330" name="Rectangle 33"/>
          <p:cNvSpPr>
            <a:spLocks noChangeArrowheads="1"/>
          </p:cNvSpPr>
          <p:nvPr/>
        </p:nvSpPr>
        <p:spPr bwMode="auto">
          <a:xfrm>
            <a:off x="1699155" y="3452813"/>
            <a:ext cx="753269" cy="254000"/>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p>
        </p:txBody>
      </p:sp>
      <p:sp>
        <p:nvSpPr>
          <p:cNvPr id="311331" name="Text Box 34"/>
          <p:cNvSpPr txBox="1">
            <a:spLocks noChangeArrowheads="1"/>
          </p:cNvSpPr>
          <p:nvPr/>
        </p:nvSpPr>
        <p:spPr bwMode="auto">
          <a:xfrm>
            <a:off x="1697435" y="3684589"/>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11332" name="Text Box 35"/>
          <p:cNvSpPr txBox="1">
            <a:spLocks noChangeArrowheads="1"/>
          </p:cNvSpPr>
          <p:nvPr/>
        </p:nvSpPr>
        <p:spPr bwMode="auto">
          <a:xfrm>
            <a:off x="7419182" y="3684589"/>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11333" name="Line 36"/>
          <p:cNvSpPr>
            <a:spLocks noChangeShapeType="1"/>
          </p:cNvSpPr>
          <p:nvPr/>
        </p:nvSpPr>
        <p:spPr bwMode="auto">
          <a:xfrm>
            <a:off x="2454143" y="4187825"/>
            <a:ext cx="5164534" cy="0"/>
          </a:xfrm>
          <a:prstGeom prst="line">
            <a:avLst/>
          </a:prstGeom>
          <a:noFill/>
          <a:ln w="5715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11334" name="Rectangle 37"/>
          <p:cNvSpPr>
            <a:spLocks noChangeArrowheads="1"/>
          </p:cNvSpPr>
          <p:nvPr/>
        </p:nvSpPr>
        <p:spPr bwMode="auto">
          <a:xfrm>
            <a:off x="624285" y="4017964"/>
            <a:ext cx="1076590" cy="338137"/>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p>
        </p:txBody>
      </p:sp>
      <p:sp>
        <p:nvSpPr>
          <p:cNvPr id="311335" name="Rectangle 38"/>
          <p:cNvSpPr>
            <a:spLocks noChangeArrowheads="1"/>
          </p:cNvSpPr>
          <p:nvPr/>
        </p:nvSpPr>
        <p:spPr bwMode="auto">
          <a:xfrm>
            <a:off x="3529012" y="4060825"/>
            <a:ext cx="2904729" cy="254000"/>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DHCPREQUEST</a:t>
            </a:r>
          </a:p>
        </p:txBody>
      </p:sp>
      <p:sp>
        <p:nvSpPr>
          <p:cNvPr id="311336" name="Rectangle 39"/>
          <p:cNvSpPr>
            <a:spLocks noChangeArrowheads="1"/>
          </p:cNvSpPr>
          <p:nvPr/>
        </p:nvSpPr>
        <p:spPr bwMode="auto">
          <a:xfrm>
            <a:off x="8155252" y="4017964"/>
            <a:ext cx="1076590" cy="338137"/>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p>
        </p:txBody>
      </p:sp>
      <p:sp>
        <p:nvSpPr>
          <p:cNvPr id="311337" name="Rectangle 40"/>
          <p:cNvSpPr>
            <a:spLocks noChangeArrowheads="1"/>
          </p:cNvSpPr>
          <p:nvPr/>
        </p:nvSpPr>
        <p:spPr bwMode="auto">
          <a:xfrm>
            <a:off x="7618677" y="4060825"/>
            <a:ext cx="536575" cy="254000"/>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p>
        </p:txBody>
      </p:sp>
      <p:sp>
        <p:nvSpPr>
          <p:cNvPr id="311338" name="Rectangle 41"/>
          <p:cNvSpPr>
            <a:spLocks noChangeArrowheads="1"/>
          </p:cNvSpPr>
          <p:nvPr/>
        </p:nvSpPr>
        <p:spPr bwMode="auto">
          <a:xfrm>
            <a:off x="1700875" y="4060825"/>
            <a:ext cx="753269" cy="254000"/>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p>
        </p:txBody>
      </p:sp>
      <p:sp>
        <p:nvSpPr>
          <p:cNvPr id="311339" name="Text Box 42"/>
          <p:cNvSpPr txBox="1">
            <a:spLocks noChangeArrowheads="1"/>
          </p:cNvSpPr>
          <p:nvPr/>
        </p:nvSpPr>
        <p:spPr bwMode="auto">
          <a:xfrm>
            <a:off x="1697435" y="4292601"/>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11340" name="Text Box 43"/>
          <p:cNvSpPr txBox="1">
            <a:spLocks noChangeArrowheads="1"/>
          </p:cNvSpPr>
          <p:nvPr/>
        </p:nvSpPr>
        <p:spPr bwMode="auto">
          <a:xfrm>
            <a:off x="7419182" y="4292601"/>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11341" name="Line 44"/>
          <p:cNvSpPr>
            <a:spLocks noChangeShapeType="1"/>
          </p:cNvSpPr>
          <p:nvPr/>
        </p:nvSpPr>
        <p:spPr bwMode="auto">
          <a:xfrm flipH="1">
            <a:off x="2452423" y="4800600"/>
            <a:ext cx="5166254" cy="0"/>
          </a:xfrm>
          <a:prstGeom prst="line">
            <a:avLst/>
          </a:prstGeom>
          <a:noFill/>
          <a:ln w="57150">
            <a:solidFill>
              <a:schemeClr val="hlink"/>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11342" name="Rectangle 45"/>
          <p:cNvSpPr>
            <a:spLocks noChangeArrowheads="1"/>
          </p:cNvSpPr>
          <p:nvPr/>
        </p:nvSpPr>
        <p:spPr bwMode="auto">
          <a:xfrm>
            <a:off x="624286" y="4629150"/>
            <a:ext cx="1074869" cy="338138"/>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p>
        </p:txBody>
      </p:sp>
      <p:sp>
        <p:nvSpPr>
          <p:cNvPr id="311343" name="Rectangle 46"/>
          <p:cNvSpPr>
            <a:spLocks noChangeArrowheads="1"/>
          </p:cNvSpPr>
          <p:nvPr/>
        </p:nvSpPr>
        <p:spPr bwMode="auto">
          <a:xfrm>
            <a:off x="3529012" y="4672014"/>
            <a:ext cx="2904729" cy="255587"/>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DHCPNACK</a:t>
            </a:r>
          </a:p>
        </p:txBody>
      </p:sp>
      <p:sp>
        <p:nvSpPr>
          <p:cNvPr id="311344" name="Rectangle 47"/>
          <p:cNvSpPr>
            <a:spLocks noChangeArrowheads="1"/>
          </p:cNvSpPr>
          <p:nvPr/>
        </p:nvSpPr>
        <p:spPr bwMode="auto">
          <a:xfrm>
            <a:off x="8155252" y="4629150"/>
            <a:ext cx="1076590" cy="338138"/>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p>
        </p:txBody>
      </p:sp>
      <p:sp>
        <p:nvSpPr>
          <p:cNvPr id="311345" name="Rectangle 48"/>
          <p:cNvSpPr>
            <a:spLocks noChangeArrowheads="1"/>
          </p:cNvSpPr>
          <p:nvPr/>
        </p:nvSpPr>
        <p:spPr bwMode="auto">
          <a:xfrm>
            <a:off x="7618677" y="4672014"/>
            <a:ext cx="536575" cy="255587"/>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p>
        </p:txBody>
      </p:sp>
      <p:sp>
        <p:nvSpPr>
          <p:cNvPr id="311346" name="Rectangle 49"/>
          <p:cNvSpPr>
            <a:spLocks noChangeArrowheads="1"/>
          </p:cNvSpPr>
          <p:nvPr/>
        </p:nvSpPr>
        <p:spPr bwMode="auto">
          <a:xfrm>
            <a:off x="1699155" y="4672014"/>
            <a:ext cx="753269" cy="255587"/>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p>
        </p:txBody>
      </p:sp>
      <p:sp>
        <p:nvSpPr>
          <p:cNvPr id="311347" name="Text Box 50"/>
          <p:cNvSpPr txBox="1">
            <a:spLocks noChangeArrowheads="1"/>
          </p:cNvSpPr>
          <p:nvPr/>
        </p:nvSpPr>
        <p:spPr bwMode="auto">
          <a:xfrm>
            <a:off x="1697435" y="4903789"/>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11348" name="Text Box 51"/>
          <p:cNvSpPr txBox="1">
            <a:spLocks noChangeArrowheads="1"/>
          </p:cNvSpPr>
          <p:nvPr/>
        </p:nvSpPr>
        <p:spPr bwMode="auto">
          <a:xfrm>
            <a:off x="7419182" y="4903789"/>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11349" name="Line 52"/>
          <p:cNvSpPr>
            <a:spLocks noChangeShapeType="1"/>
          </p:cNvSpPr>
          <p:nvPr/>
        </p:nvSpPr>
        <p:spPr bwMode="auto">
          <a:xfrm flipH="1">
            <a:off x="2452423" y="5411788"/>
            <a:ext cx="5166254" cy="0"/>
          </a:xfrm>
          <a:prstGeom prst="line">
            <a:avLst/>
          </a:prstGeom>
          <a:noFill/>
          <a:ln w="57150">
            <a:solidFill>
              <a:schemeClr val="hlink"/>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11350" name="Rectangle 53"/>
          <p:cNvSpPr>
            <a:spLocks noChangeArrowheads="1"/>
          </p:cNvSpPr>
          <p:nvPr/>
        </p:nvSpPr>
        <p:spPr bwMode="auto">
          <a:xfrm>
            <a:off x="624286" y="5240339"/>
            <a:ext cx="1074869" cy="338137"/>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p>
        </p:txBody>
      </p:sp>
      <p:sp>
        <p:nvSpPr>
          <p:cNvPr id="311351" name="Rectangle 54"/>
          <p:cNvSpPr>
            <a:spLocks noChangeArrowheads="1"/>
          </p:cNvSpPr>
          <p:nvPr/>
        </p:nvSpPr>
        <p:spPr bwMode="auto">
          <a:xfrm>
            <a:off x="3529012" y="5283200"/>
            <a:ext cx="2904729" cy="255588"/>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DHCPACK</a:t>
            </a:r>
          </a:p>
        </p:txBody>
      </p:sp>
      <p:sp>
        <p:nvSpPr>
          <p:cNvPr id="311352" name="Rectangle 55"/>
          <p:cNvSpPr>
            <a:spLocks noChangeArrowheads="1"/>
          </p:cNvSpPr>
          <p:nvPr/>
        </p:nvSpPr>
        <p:spPr bwMode="auto">
          <a:xfrm>
            <a:off x="8155252" y="5240339"/>
            <a:ext cx="1076590" cy="338137"/>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p>
        </p:txBody>
      </p:sp>
      <p:sp>
        <p:nvSpPr>
          <p:cNvPr id="311353" name="Rectangle 56"/>
          <p:cNvSpPr>
            <a:spLocks noChangeArrowheads="1"/>
          </p:cNvSpPr>
          <p:nvPr/>
        </p:nvSpPr>
        <p:spPr bwMode="auto">
          <a:xfrm>
            <a:off x="7618677" y="5283200"/>
            <a:ext cx="536575" cy="255588"/>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p>
        </p:txBody>
      </p:sp>
      <p:sp>
        <p:nvSpPr>
          <p:cNvPr id="311354" name="Rectangle 57"/>
          <p:cNvSpPr>
            <a:spLocks noChangeArrowheads="1"/>
          </p:cNvSpPr>
          <p:nvPr/>
        </p:nvSpPr>
        <p:spPr bwMode="auto">
          <a:xfrm>
            <a:off x="1699155" y="5283200"/>
            <a:ext cx="753269" cy="255588"/>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p>
        </p:txBody>
      </p:sp>
      <p:sp>
        <p:nvSpPr>
          <p:cNvPr id="311355" name="Text Box 58"/>
          <p:cNvSpPr txBox="1">
            <a:spLocks noChangeArrowheads="1"/>
          </p:cNvSpPr>
          <p:nvPr/>
        </p:nvSpPr>
        <p:spPr bwMode="auto">
          <a:xfrm>
            <a:off x="1697435" y="5514976"/>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11356" name="Text Box 59"/>
          <p:cNvSpPr txBox="1">
            <a:spLocks noChangeArrowheads="1"/>
          </p:cNvSpPr>
          <p:nvPr/>
        </p:nvSpPr>
        <p:spPr bwMode="auto">
          <a:xfrm>
            <a:off x="7419182" y="5514976"/>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11357" name="Line 60"/>
          <p:cNvSpPr>
            <a:spLocks noChangeShapeType="1"/>
          </p:cNvSpPr>
          <p:nvPr/>
        </p:nvSpPr>
        <p:spPr bwMode="auto">
          <a:xfrm>
            <a:off x="2454143" y="6256338"/>
            <a:ext cx="5164534" cy="0"/>
          </a:xfrm>
          <a:prstGeom prst="line">
            <a:avLst/>
          </a:prstGeom>
          <a:noFill/>
          <a:ln w="5715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11358" name="Rectangle 61"/>
          <p:cNvSpPr>
            <a:spLocks noChangeArrowheads="1"/>
          </p:cNvSpPr>
          <p:nvPr/>
        </p:nvSpPr>
        <p:spPr bwMode="auto">
          <a:xfrm>
            <a:off x="624285" y="6086475"/>
            <a:ext cx="1076590" cy="338138"/>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p>
        </p:txBody>
      </p:sp>
      <p:sp>
        <p:nvSpPr>
          <p:cNvPr id="311359" name="Rectangle 62"/>
          <p:cNvSpPr>
            <a:spLocks noChangeArrowheads="1"/>
          </p:cNvSpPr>
          <p:nvPr/>
        </p:nvSpPr>
        <p:spPr bwMode="auto">
          <a:xfrm>
            <a:off x="3529012" y="6129338"/>
            <a:ext cx="2904729" cy="254000"/>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DHCPRELEASE</a:t>
            </a:r>
          </a:p>
        </p:txBody>
      </p:sp>
      <p:sp>
        <p:nvSpPr>
          <p:cNvPr id="311360" name="Rectangle 63"/>
          <p:cNvSpPr>
            <a:spLocks noChangeArrowheads="1"/>
          </p:cNvSpPr>
          <p:nvPr/>
        </p:nvSpPr>
        <p:spPr bwMode="auto">
          <a:xfrm>
            <a:off x="8155252" y="6086475"/>
            <a:ext cx="1076590" cy="338138"/>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p>
        </p:txBody>
      </p:sp>
      <p:sp>
        <p:nvSpPr>
          <p:cNvPr id="311361" name="Rectangle 64"/>
          <p:cNvSpPr>
            <a:spLocks noChangeArrowheads="1"/>
          </p:cNvSpPr>
          <p:nvPr/>
        </p:nvSpPr>
        <p:spPr bwMode="auto">
          <a:xfrm>
            <a:off x="7618677" y="6129338"/>
            <a:ext cx="536575" cy="254000"/>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p>
        </p:txBody>
      </p:sp>
      <p:sp>
        <p:nvSpPr>
          <p:cNvPr id="311362" name="Rectangle 65"/>
          <p:cNvSpPr>
            <a:spLocks noChangeArrowheads="1"/>
          </p:cNvSpPr>
          <p:nvPr/>
        </p:nvSpPr>
        <p:spPr bwMode="auto">
          <a:xfrm>
            <a:off x="1700875" y="6129338"/>
            <a:ext cx="753269" cy="254000"/>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p>
        </p:txBody>
      </p:sp>
      <p:sp>
        <p:nvSpPr>
          <p:cNvPr id="311363" name="Text Box 66"/>
          <p:cNvSpPr txBox="1">
            <a:spLocks noChangeArrowheads="1"/>
          </p:cNvSpPr>
          <p:nvPr/>
        </p:nvSpPr>
        <p:spPr bwMode="auto">
          <a:xfrm>
            <a:off x="1697435" y="6361114"/>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a:solidFill>
                  <a:srgbClr val="333399"/>
                </a:solidFill>
                <a:latin typeface="Arial" panose="020B0604020202020204" pitchFamily="34" charset="0"/>
                <a:ea typeface="黑体" panose="02010609060101010101" pitchFamily="2" charset="-122"/>
              </a:rPr>
              <a:t>UDP</a:t>
            </a:r>
          </a:p>
        </p:txBody>
      </p:sp>
      <p:sp>
        <p:nvSpPr>
          <p:cNvPr id="311364" name="Text Box 67"/>
          <p:cNvSpPr txBox="1">
            <a:spLocks noChangeArrowheads="1"/>
          </p:cNvSpPr>
          <p:nvPr/>
        </p:nvSpPr>
        <p:spPr bwMode="auto">
          <a:xfrm>
            <a:off x="7419182" y="6361114"/>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a:solidFill>
                  <a:srgbClr val="333399"/>
                </a:solidFill>
                <a:latin typeface="Arial" panose="020B0604020202020204" pitchFamily="34" charset="0"/>
                <a:ea typeface="黑体" panose="02010609060101010101" pitchFamily="2" charset="-122"/>
              </a:rPr>
              <a:t>UDP</a:t>
            </a:r>
          </a:p>
        </p:txBody>
      </p:sp>
      <p:sp>
        <p:nvSpPr>
          <p:cNvPr id="311365" name="Rectangle 68"/>
          <p:cNvSpPr>
            <a:spLocks noChangeArrowheads="1"/>
          </p:cNvSpPr>
          <p:nvPr/>
        </p:nvSpPr>
        <p:spPr bwMode="auto">
          <a:xfrm>
            <a:off x="8155252" y="936625"/>
            <a:ext cx="1076590" cy="338138"/>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p>
        </p:txBody>
      </p:sp>
      <p:sp>
        <p:nvSpPr>
          <p:cNvPr id="311366" name="Rectangle 69"/>
          <p:cNvSpPr>
            <a:spLocks noChangeArrowheads="1"/>
          </p:cNvSpPr>
          <p:nvPr/>
        </p:nvSpPr>
        <p:spPr bwMode="auto">
          <a:xfrm>
            <a:off x="7618677" y="977900"/>
            <a:ext cx="536575" cy="254000"/>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p>
        </p:txBody>
      </p:sp>
      <p:sp>
        <p:nvSpPr>
          <p:cNvPr id="311367" name="Text Box 70"/>
          <p:cNvSpPr txBox="1">
            <a:spLocks noChangeArrowheads="1"/>
          </p:cNvSpPr>
          <p:nvPr/>
        </p:nvSpPr>
        <p:spPr bwMode="auto">
          <a:xfrm>
            <a:off x="7419182" y="1209676"/>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11368" name="Text Box 71"/>
          <p:cNvSpPr txBox="1">
            <a:spLocks noChangeArrowheads="1"/>
          </p:cNvSpPr>
          <p:nvPr/>
        </p:nvSpPr>
        <p:spPr bwMode="auto">
          <a:xfrm>
            <a:off x="6218766" y="692151"/>
            <a:ext cx="12105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000" b="1">
                <a:solidFill>
                  <a:srgbClr val="000099"/>
                </a:solidFill>
                <a:latin typeface="Arial" panose="020B0604020202020204" pitchFamily="34" charset="0"/>
                <a:ea typeface="黑体" panose="02010609060101010101" pitchFamily="2" charset="-122"/>
              </a:rPr>
              <a:t>被动打开</a:t>
            </a:r>
          </a:p>
        </p:txBody>
      </p:sp>
      <p:sp>
        <p:nvSpPr>
          <p:cNvPr id="311369" name="Text Box 72"/>
          <p:cNvSpPr txBox="1">
            <a:spLocks noChangeArrowheads="1"/>
          </p:cNvSpPr>
          <p:nvPr/>
        </p:nvSpPr>
        <p:spPr bwMode="auto">
          <a:xfrm>
            <a:off x="9237002" y="820738"/>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p>
        </p:txBody>
      </p:sp>
      <p:sp>
        <p:nvSpPr>
          <p:cNvPr id="311370" name="Text Box 73"/>
          <p:cNvSpPr txBox="1">
            <a:spLocks noChangeArrowheads="1"/>
          </p:cNvSpPr>
          <p:nvPr/>
        </p:nvSpPr>
        <p:spPr bwMode="auto">
          <a:xfrm>
            <a:off x="85990" y="1435101"/>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p>
        </p:txBody>
      </p:sp>
      <p:sp>
        <p:nvSpPr>
          <p:cNvPr id="311371" name="Text Box 74"/>
          <p:cNvSpPr txBox="1">
            <a:spLocks noChangeArrowheads="1"/>
          </p:cNvSpPr>
          <p:nvPr/>
        </p:nvSpPr>
        <p:spPr bwMode="auto">
          <a:xfrm>
            <a:off x="9237002" y="2057401"/>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p>
        </p:txBody>
      </p:sp>
      <p:sp>
        <p:nvSpPr>
          <p:cNvPr id="311372" name="Text Box 75"/>
          <p:cNvSpPr txBox="1">
            <a:spLocks noChangeArrowheads="1"/>
          </p:cNvSpPr>
          <p:nvPr/>
        </p:nvSpPr>
        <p:spPr bwMode="auto">
          <a:xfrm>
            <a:off x="85990" y="2654301"/>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p>
        </p:txBody>
      </p:sp>
      <p:sp>
        <p:nvSpPr>
          <p:cNvPr id="311373" name="Text Box 76"/>
          <p:cNvSpPr txBox="1">
            <a:spLocks noChangeArrowheads="1"/>
          </p:cNvSpPr>
          <p:nvPr/>
        </p:nvSpPr>
        <p:spPr bwMode="auto">
          <a:xfrm>
            <a:off x="9231842" y="3278188"/>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p>
        </p:txBody>
      </p:sp>
      <p:sp>
        <p:nvSpPr>
          <p:cNvPr id="311374" name="Text Box 77"/>
          <p:cNvSpPr txBox="1">
            <a:spLocks noChangeArrowheads="1"/>
          </p:cNvSpPr>
          <p:nvPr/>
        </p:nvSpPr>
        <p:spPr bwMode="auto">
          <a:xfrm>
            <a:off x="85990" y="3902076"/>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p>
        </p:txBody>
      </p:sp>
      <p:sp>
        <p:nvSpPr>
          <p:cNvPr id="311375" name="Text Box 78"/>
          <p:cNvSpPr txBox="1">
            <a:spLocks noChangeArrowheads="1"/>
          </p:cNvSpPr>
          <p:nvPr/>
        </p:nvSpPr>
        <p:spPr bwMode="auto">
          <a:xfrm>
            <a:off x="9231842" y="4486276"/>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p>
        </p:txBody>
      </p:sp>
      <p:sp>
        <p:nvSpPr>
          <p:cNvPr id="311376" name="Text Box 79"/>
          <p:cNvSpPr txBox="1">
            <a:spLocks noChangeArrowheads="1"/>
          </p:cNvSpPr>
          <p:nvPr/>
        </p:nvSpPr>
        <p:spPr bwMode="auto">
          <a:xfrm>
            <a:off x="9231842" y="5110163"/>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p>
        </p:txBody>
      </p:sp>
      <p:sp>
        <p:nvSpPr>
          <p:cNvPr id="311377" name="Text Box 80"/>
          <p:cNvSpPr txBox="1">
            <a:spLocks noChangeArrowheads="1"/>
          </p:cNvSpPr>
          <p:nvPr/>
        </p:nvSpPr>
        <p:spPr bwMode="auto">
          <a:xfrm rot="-5400000">
            <a:off x="4385625" y="5480734"/>
            <a:ext cx="6463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b="1">
                <a:solidFill>
                  <a:srgbClr val="000099"/>
                </a:solidFill>
                <a:latin typeface="Arial" panose="020B0604020202020204" pitchFamily="34" charset="0"/>
                <a:ea typeface="黑体" panose="02010609060101010101" pitchFamily="2" charset="-122"/>
              </a:rPr>
              <a:t>…</a:t>
            </a:r>
          </a:p>
        </p:txBody>
      </p:sp>
      <p:sp>
        <p:nvSpPr>
          <p:cNvPr id="311378" name="Text Box 81"/>
          <p:cNvSpPr txBox="1">
            <a:spLocks noChangeArrowheads="1"/>
          </p:cNvSpPr>
          <p:nvPr/>
        </p:nvSpPr>
        <p:spPr bwMode="auto">
          <a:xfrm>
            <a:off x="85990" y="5892801"/>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p>
        </p:txBody>
      </p:sp>
      <p:sp>
        <p:nvSpPr>
          <p:cNvPr id="311379" name="Rectangle 83"/>
          <p:cNvSpPr>
            <a:spLocks noChangeArrowheads="1"/>
          </p:cNvSpPr>
          <p:nvPr/>
        </p:nvSpPr>
        <p:spPr bwMode="auto">
          <a:xfrm>
            <a:off x="0" y="4622800"/>
            <a:ext cx="9906000" cy="2235200"/>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zh-CN" sz="2800"/>
          </a:p>
        </p:txBody>
      </p:sp>
      <p:sp>
        <p:nvSpPr>
          <p:cNvPr id="311380" name="Text Box 85"/>
          <p:cNvSpPr txBox="1">
            <a:spLocks noChangeArrowheads="1"/>
          </p:cNvSpPr>
          <p:nvPr/>
        </p:nvSpPr>
        <p:spPr bwMode="auto">
          <a:xfrm>
            <a:off x="818621" y="5013325"/>
            <a:ext cx="8268758" cy="1504950"/>
          </a:xfrm>
          <a:prstGeom prst="rect">
            <a:avLst/>
          </a:prstGeom>
          <a:solidFill>
            <a:srgbClr val="FFFF99"/>
          </a:solidFill>
          <a:ln w="9525">
            <a:solidFill>
              <a:srgbClr val="33339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algn="just" eaLnBrk="1" hangingPunct="1"/>
            <a:r>
              <a:rPr lang="en-US" altLang="zh-CN" b="1" dirty="0">
                <a:solidFill>
                  <a:srgbClr val="000099"/>
                </a:solidFill>
                <a:latin typeface="Arial" panose="020B0604020202020204" pitchFamily="34" charset="0"/>
                <a:ea typeface="黑体" panose="02010609060101010101" pitchFamily="2" charset="-122"/>
                <a:sym typeface="Wingdings" panose="05000000000000000000" pitchFamily="2" charset="2"/>
              </a:rPr>
              <a:t></a:t>
            </a:r>
            <a:r>
              <a:rPr lang="zh-CN" altLang="en-US" sz="2800" b="1" dirty="0">
                <a:solidFill>
                  <a:srgbClr val="000099"/>
                </a:solidFill>
                <a:latin typeface="Arial" panose="020B0604020202020204" pitchFamily="34" charset="0"/>
                <a:ea typeface="黑体" panose="02010609060101010101" pitchFamily="2" charset="-122"/>
              </a:rPr>
              <a:t>：</a:t>
            </a:r>
            <a:r>
              <a:rPr lang="en-US" altLang="zh-CN" sz="2800" b="1" dirty="0">
                <a:solidFill>
                  <a:srgbClr val="000099"/>
                </a:solidFill>
                <a:latin typeface="Arial" panose="020B0604020202020204" pitchFamily="34" charset="0"/>
                <a:ea typeface="黑体" panose="02010609060101010101" pitchFamily="2" charset="-122"/>
              </a:rPr>
              <a:t>DHCP </a:t>
            </a:r>
            <a:r>
              <a:rPr lang="zh-CN" altLang="en-US" sz="2800" b="1" dirty="0">
                <a:solidFill>
                  <a:srgbClr val="000099"/>
                </a:solidFill>
                <a:latin typeface="Arial" panose="020B0604020202020204" pitchFamily="34" charset="0"/>
                <a:ea typeface="黑体" panose="02010609060101010101" pitchFamily="2" charset="-122"/>
              </a:rPr>
              <a:t>客户从几个 </a:t>
            </a:r>
            <a:r>
              <a:rPr lang="en-US" altLang="zh-CN" sz="2800" b="1" dirty="0">
                <a:solidFill>
                  <a:srgbClr val="000099"/>
                </a:solidFill>
                <a:latin typeface="Arial" panose="020B0604020202020204" pitchFamily="34" charset="0"/>
                <a:ea typeface="黑体" panose="02010609060101010101" pitchFamily="2" charset="-122"/>
              </a:rPr>
              <a:t>DHCP </a:t>
            </a:r>
            <a:r>
              <a:rPr lang="zh-CN" altLang="en-US" sz="2800" b="1" dirty="0">
                <a:solidFill>
                  <a:srgbClr val="000099"/>
                </a:solidFill>
                <a:latin typeface="Arial" panose="020B0604020202020204" pitchFamily="34" charset="0"/>
                <a:ea typeface="黑体" panose="02010609060101010101" pitchFamily="2" charset="-122"/>
              </a:rPr>
              <a:t>服务器中</a:t>
            </a:r>
            <a:r>
              <a:rPr lang="zh-CN" altLang="en-US" sz="2800" b="1" dirty="0">
                <a:solidFill>
                  <a:srgbClr val="FF0000"/>
                </a:solidFill>
                <a:latin typeface="Arial" panose="020B0604020202020204" pitchFamily="34" charset="0"/>
                <a:ea typeface="黑体" panose="02010609060101010101" pitchFamily="2" charset="-122"/>
              </a:rPr>
              <a:t>选择</a:t>
            </a:r>
          </a:p>
          <a:p>
            <a:pPr algn="just" eaLnBrk="1" hangingPunct="1"/>
            <a:r>
              <a:rPr lang="zh-CN" altLang="en-US" sz="2800" b="1" dirty="0">
                <a:solidFill>
                  <a:srgbClr val="FF0000"/>
                </a:solidFill>
                <a:latin typeface="Arial" panose="020B0604020202020204" pitchFamily="34" charset="0"/>
                <a:ea typeface="黑体" panose="02010609060101010101" pitchFamily="2" charset="-122"/>
              </a:rPr>
              <a:t>       其中的一个</a:t>
            </a:r>
            <a:r>
              <a:rPr lang="zh-CN" altLang="en-US" sz="2800" b="1" dirty="0">
                <a:solidFill>
                  <a:srgbClr val="000099"/>
                </a:solidFill>
                <a:latin typeface="Arial" panose="020B0604020202020204" pitchFamily="34" charset="0"/>
                <a:ea typeface="黑体" panose="02010609060101010101" pitchFamily="2" charset="-122"/>
              </a:rPr>
              <a:t>，并向所选择的 </a:t>
            </a:r>
            <a:r>
              <a:rPr lang="en-US" altLang="zh-CN" sz="2800" b="1" dirty="0">
                <a:solidFill>
                  <a:srgbClr val="000099"/>
                </a:solidFill>
                <a:latin typeface="Arial" panose="020B0604020202020204" pitchFamily="34" charset="0"/>
                <a:ea typeface="黑体" panose="02010609060101010101" pitchFamily="2" charset="-122"/>
              </a:rPr>
              <a:t>DHCP </a:t>
            </a:r>
            <a:r>
              <a:rPr lang="zh-CN" altLang="en-US" sz="2800" b="1" dirty="0">
                <a:solidFill>
                  <a:srgbClr val="000099"/>
                </a:solidFill>
                <a:latin typeface="Arial" panose="020B0604020202020204" pitchFamily="34" charset="0"/>
                <a:ea typeface="黑体" panose="02010609060101010101" pitchFamily="2" charset="-122"/>
              </a:rPr>
              <a:t>服务</a:t>
            </a:r>
          </a:p>
          <a:p>
            <a:pPr algn="just" eaLnBrk="1" hangingPunct="1"/>
            <a:r>
              <a:rPr lang="zh-CN" altLang="en-US" sz="2800" b="1" dirty="0">
                <a:solidFill>
                  <a:srgbClr val="000099"/>
                </a:solidFill>
                <a:latin typeface="Arial" panose="020B0604020202020204" pitchFamily="34" charset="0"/>
                <a:ea typeface="黑体" panose="02010609060101010101" pitchFamily="2" charset="-122"/>
              </a:rPr>
              <a:t>        器发送 </a:t>
            </a:r>
            <a:r>
              <a:rPr lang="en-US" altLang="zh-CN" sz="2800" b="1" dirty="0">
                <a:solidFill>
                  <a:srgbClr val="FF0000"/>
                </a:solidFill>
                <a:latin typeface="Arial" panose="020B0604020202020204" pitchFamily="34" charset="0"/>
                <a:ea typeface="黑体" panose="02010609060101010101" pitchFamily="2" charset="-122"/>
              </a:rPr>
              <a:t>DHCP </a:t>
            </a:r>
            <a:r>
              <a:rPr lang="zh-CN" altLang="en-US" sz="2800" b="1" dirty="0">
                <a:solidFill>
                  <a:srgbClr val="FF0000"/>
                </a:solidFill>
                <a:latin typeface="Arial" panose="020B0604020202020204" pitchFamily="34" charset="0"/>
                <a:ea typeface="黑体" panose="02010609060101010101" pitchFamily="2" charset="-122"/>
              </a:rPr>
              <a:t>请求报文</a:t>
            </a:r>
            <a:r>
              <a:rPr lang="zh-CN" altLang="en-US" sz="2800" b="1" dirty="0">
                <a:solidFill>
                  <a:srgbClr val="000099"/>
                </a:solidFill>
                <a:latin typeface="Arial" panose="020B0604020202020204" pitchFamily="34" charset="0"/>
                <a:ea typeface="黑体" panose="02010609060101010101" pitchFamily="2" charset="-122"/>
              </a:rPr>
              <a:t>。</a:t>
            </a:r>
          </a:p>
        </p:txBody>
      </p:sp>
      <p:sp>
        <p:nvSpPr>
          <p:cNvPr id="85" name="Rectangle 2"/>
          <p:cNvSpPr txBox="1">
            <a:spLocks noChangeArrowheads="1"/>
          </p:cNvSpPr>
          <p:nvPr/>
        </p:nvSpPr>
        <p:spPr bwMode="auto">
          <a:xfrm>
            <a:off x="704528" y="188913"/>
            <a:ext cx="8442325" cy="539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l" rtl="0" eaLnBrk="1" fontAlgn="base" hangingPunct="1">
              <a:spcBef>
                <a:spcPct val="0"/>
              </a:spcBef>
              <a:spcAft>
                <a:spcPct val="0"/>
              </a:spcAft>
              <a:defRPr lang="zh-CN" altLang="en-US" sz="4400" b="1" smtClean="0">
                <a:solidFill>
                  <a:srgbClr val="333399"/>
                </a:solidFill>
                <a:latin typeface="+mj-lt"/>
                <a:ea typeface="+mj-ea"/>
                <a:cs typeface="+mj-cs"/>
              </a:defRPr>
            </a:lvl1pPr>
            <a:lvl2pPr algn="l" rtl="0" eaLnBrk="1" fontAlgn="base" hangingPunct="1">
              <a:spcBef>
                <a:spcPct val="0"/>
              </a:spcBef>
              <a:spcAft>
                <a:spcPct val="0"/>
              </a:spcAft>
              <a:defRPr sz="4400">
                <a:solidFill>
                  <a:srgbClr val="333399"/>
                </a:solidFill>
                <a:latin typeface="Arial" panose="020B0604020202020204" pitchFamily="34" charset="0"/>
                <a:ea typeface="黑体" panose="02010609060101010101" pitchFamily="2" charset="-122"/>
              </a:defRPr>
            </a:lvl2pPr>
            <a:lvl3pPr algn="l" rtl="0" eaLnBrk="1" fontAlgn="base" hangingPunct="1">
              <a:spcBef>
                <a:spcPct val="0"/>
              </a:spcBef>
              <a:spcAft>
                <a:spcPct val="0"/>
              </a:spcAft>
              <a:defRPr sz="4400">
                <a:solidFill>
                  <a:srgbClr val="333399"/>
                </a:solidFill>
                <a:latin typeface="Arial" panose="020B0604020202020204" pitchFamily="34" charset="0"/>
                <a:ea typeface="黑体" panose="02010609060101010101" pitchFamily="2" charset="-122"/>
              </a:defRPr>
            </a:lvl3pPr>
            <a:lvl4pPr algn="l" rtl="0" eaLnBrk="1" fontAlgn="base" hangingPunct="1">
              <a:spcBef>
                <a:spcPct val="0"/>
              </a:spcBef>
              <a:spcAft>
                <a:spcPct val="0"/>
              </a:spcAft>
              <a:defRPr sz="4400">
                <a:solidFill>
                  <a:srgbClr val="333399"/>
                </a:solidFill>
                <a:latin typeface="Arial" panose="020B0604020202020204" pitchFamily="34" charset="0"/>
                <a:ea typeface="黑体" panose="02010609060101010101" pitchFamily="2" charset="-122"/>
              </a:defRPr>
            </a:lvl4pPr>
            <a:lvl5pPr algn="l" rtl="0" eaLnBrk="1" fontAlgn="base" hangingPunct="1">
              <a:spcBef>
                <a:spcPct val="0"/>
              </a:spcBef>
              <a:spcAft>
                <a:spcPct val="0"/>
              </a:spcAft>
              <a:defRPr sz="4400">
                <a:solidFill>
                  <a:srgbClr val="333399"/>
                </a:solidFill>
                <a:latin typeface="Arial" panose="020B0604020202020204" pitchFamily="34" charset="0"/>
                <a:ea typeface="黑体" panose="02010609060101010101" pitchFamily="2" charset="-122"/>
              </a:defRPr>
            </a:lvl5pPr>
            <a:lvl6pPr marL="457200" algn="l" rtl="0" eaLnBrk="1" fontAlgn="base" hangingPunct="1">
              <a:spcBef>
                <a:spcPct val="0"/>
              </a:spcBef>
              <a:spcAft>
                <a:spcPct val="0"/>
              </a:spcAft>
              <a:defRPr sz="4400">
                <a:solidFill>
                  <a:srgbClr val="333399"/>
                </a:solidFill>
                <a:latin typeface="Arial" panose="020B0604020202020204" pitchFamily="34" charset="0"/>
                <a:ea typeface="黑体" panose="02010609060101010101" pitchFamily="2" charset="-122"/>
              </a:defRPr>
            </a:lvl6pPr>
            <a:lvl7pPr marL="914400" algn="l" rtl="0" eaLnBrk="1" fontAlgn="base" hangingPunct="1">
              <a:spcBef>
                <a:spcPct val="0"/>
              </a:spcBef>
              <a:spcAft>
                <a:spcPct val="0"/>
              </a:spcAft>
              <a:defRPr sz="4400">
                <a:solidFill>
                  <a:srgbClr val="333399"/>
                </a:solidFill>
                <a:latin typeface="Arial" panose="020B0604020202020204" pitchFamily="34" charset="0"/>
                <a:ea typeface="黑体" panose="02010609060101010101" pitchFamily="2" charset="-122"/>
              </a:defRPr>
            </a:lvl7pPr>
            <a:lvl8pPr marL="1371600" algn="l" rtl="0" eaLnBrk="1" fontAlgn="base" hangingPunct="1">
              <a:spcBef>
                <a:spcPct val="0"/>
              </a:spcBef>
              <a:spcAft>
                <a:spcPct val="0"/>
              </a:spcAft>
              <a:defRPr sz="4400">
                <a:solidFill>
                  <a:srgbClr val="333399"/>
                </a:solidFill>
                <a:latin typeface="Arial" panose="020B0604020202020204" pitchFamily="34" charset="0"/>
                <a:ea typeface="黑体" panose="02010609060101010101" pitchFamily="2" charset="-122"/>
              </a:defRPr>
            </a:lvl8pPr>
            <a:lvl9pPr marL="1828800" algn="l" rtl="0" eaLnBrk="1" fontAlgn="base" hangingPunct="1">
              <a:spcBef>
                <a:spcPct val="0"/>
              </a:spcBef>
              <a:spcAft>
                <a:spcPct val="0"/>
              </a:spcAft>
              <a:defRPr sz="4400">
                <a:solidFill>
                  <a:srgbClr val="333399"/>
                </a:solidFill>
                <a:latin typeface="Arial" panose="020B0604020202020204" pitchFamily="34" charset="0"/>
                <a:ea typeface="黑体" panose="02010609060101010101" pitchFamily="2" charset="-122"/>
              </a:defRPr>
            </a:lvl9pPr>
          </a:lstStyle>
          <a:p>
            <a:pPr algn="ctr">
              <a:defRPr/>
            </a:pPr>
            <a:r>
              <a:rPr lang="en-US" altLang="zh-CN" kern="0" dirty="0"/>
              <a:t>DHCP </a:t>
            </a:r>
            <a:r>
              <a:rPr lang="zh-CN" altLang="en-US" kern="0" dirty="0"/>
              <a:t>协议的工作过程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11379"/>
                                        </p:tgtEl>
                                        <p:attrNameLst>
                                          <p:attrName>style.visibility</p:attrName>
                                        </p:attrNameLst>
                                      </p:cBhvr>
                                      <p:to>
                                        <p:strVal val="visible"/>
                                      </p:to>
                                    </p:set>
                                    <p:animEffect transition="in" filter="fade">
                                      <p:cBhvr>
                                        <p:cTn id="7" dur="500"/>
                                        <p:tgtEl>
                                          <p:spTgt spid="3113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1379" grpId="0" animBg="1"/>
    </p:bldLst>
  </p:timing>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3346" name="页脚占位符 4"/>
          <p:cNvSpPr>
            <a:spLocks noGrp="1"/>
          </p:cNvSpPr>
          <p:nvPr>
            <p:ph type="ftr" sz="quarter" idx="4294967295"/>
          </p:nvPr>
        </p:nvSpPr>
        <p:spPr>
          <a:xfrm>
            <a:off x="3384550" y="6356350"/>
            <a:ext cx="3136900" cy="457200"/>
          </a:xfrm>
          <a:prstGeom prst="rect">
            <a:avLst/>
          </a:prstGeom>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r>
              <a:rPr lang="zh-CN" altLang="en-US" sz="1400" b="1">
                <a:solidFill>
                  <a:srgbClr val="000099"/>
                </a:solidFill>
              </a:rPr>
              <a:t>课件制作人：谢希仁</a:t>
            </a:r>
          </a:p>
        </p:txBody>
      </p:sp>
      <p:sp>
        <p:nvSpPr>
          <p:cNvPr id="313348" name="Line 3"/>
          <p:cNvSpPr>
            <a:spLocks noChangeShapeType="1"/>
          </p:cNvSpPr>
          <p:nvPr/>
        </p:nvSpPr>
        <p:spPr bwMode="auto">
          <a:xfrm flipH="1">
            <a:off x="6131058" y="1100138"/>
            <a:ext cx="1506538" cy="0"/>
          </a:xfrm>
          <a:prstGeom prst="line">
            <a:avLst/>
          </a:prstGeom>
          <a:noFill/>
          <a:ln w="5715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13349" name="Line 4"/>
          <p:cNvSpPr>
            <a:spLocks noChangeShapeType="1"/>
          </p:cNvSpPr>
          <p:nvPr/>
        </p:nvSpPr>
        <p:spPr bwMode="auto">
          <a:xfrm>
            <a:off x="2454143" y="1747838"/>
            <a:ext cx="5164534" cy="0"/>
          </a:xfrm>
          <a:prstGeom prst="line">
            <a:avLst/>
          </a:prstGeom>
          <a:noFill/>
          <a:ln w="5715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13350" name="Rectangle 5"/>
          <p:cNvSpPr>
            <a:spLocks noChangeArrowheads="1"/>
          </p:cNvSpPr>
          <p:nvPr/>
        </p:nvSpPr>
        <p:spPr bwMode="auto">
          <a:xfrm>
            <a:off x="624285" y="1576388"/>
            <a:ext cx="1076590" cy="341312"/>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p>
        </p:txBody>
      </p:sp>
      <p:sp>
        <p:nvSpPr>
          <p:cNvPr id="313351" name="Rectangle 6"/>
          <p:cNvSpPr>
            <a:spLocks noChangeArrowheads="1"/>
          </p:cNvSpPr>
          <p:nvPr/>
        </p:nvSpPr>
        <p:spPr bwMode="auto">
          <a:xfrm>
            <a:off x="3529012" y="1617664"/>
            <a:ext cx="2904729" cy="257175"/>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DHCPDISCOVER</a:t>
            </a:r>
          </a:p>
        </p:txBody>
      </p:sp>
      <p:sp>
        <p:nvSpPr>
          <p:cNvPr id="313352" name="Rectangle 7"/>
          <p:cNvSpPr>
            <a:spLocks noChangeArrowheads="1"/>
          </p:cNvSpPr>
          <p:nvPr/>
        </p:nvSpPr>
        <p:spPr bwMode="auto">
          <a:xfrm>
            <a:off x="8155252" y="1576388"/>
            <a:ext cx="1076590" cy="341312"/>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p>
        </p:txBody>
      </p:sp>
      <p:sp>
        <p:nvSpPr>
          <p:cNvPr id="313353" name="Rectangle 8"/>
          <p:cNvSpPr>
            <a:spLocks noChangeArrowheads="1"/>
          </p:cNvSpPr>
          <p:nvPr/>
        </p:nvSpPr>
        <p:spPr bwMode="auto">
          <a:xfrm>
            <a:off x="7618677" y="1617664"/>
            <a:ext cx="536575" cy="257175"/>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p>
        </p:txBody>
      </p:sp>
      <p:sp>
        <p:nvSpPr>
          <p:cNvPr id="313354" name="Rectangle 9"/>
          <p:cNvSpPr>
            <a:spLocks noChangeArrowheads="1"/>
          </p:cNvSpPr>
          <p:nvPr/>
        </p:nvSpPr>
        <p:spPr bwMode="auto">
          <a:xfrm>
            <a:off x="1700875" y="1617664"/>
            <a:ext cx="753269" cy="257175"/>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p>
        </p:txBody>
      </p:sp>
      <p:sp>
        <p:nvSpPr>
          <p:cNvPr id="313355" name="Text Box 10"/>
          <p:cNvSpPr txBox="1">
            <a:spLocks noChangeArrowheads="1"/>
          </p:cNvSpPr>
          <p:nvPr/>
        </p:nvSpPr>
        <p:spPr bwMode="auto">
          <a:xfrm>
            <a:off x="1697435" y="1854201"/>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13356" name="Text Box 11"/>
          <p:cNvSpPr txBox="1">
            <a:spLocks noChangeArrowheads="1"/>
          </p:cNvSpPr>
          <p:nvPr/>
        </p:nvSpPr>
        <p:spPr bwMode="auto">
          <a:xfrm>
            <a:off x="7419182" y="1851026"/>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13357" name="Line 12"/>
          <p:cNvSpPr>
            <a:spLocks noChangeShapeType="1"/>
          </p:cNvSpPr>
          <p:nvPr/>
        </p:nvSpPr>
        <p:spPr bwMode="auto">
          <a:xfrm flipH="1">
            <a:off x="2452423" y="2359025"/>
            <a:ext cx="5166254" cy="0"/>
          </a:xfrm>
          <a:prstGeom prst="line">
            <a:avLst/>
          </a:prstGeom>
          <a:noFill/>
          <a:ln w="57150">
            <a:solidFill>
              <a:schemeClr val="hlink"/>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13358" name="Rectangle 13"/>
          <p:cNvSpPr>
            <a:spLocks noChangeArrowheads="1"/>
          </p:cNvSpPr>
          <p:nvPr/>
        </p:nvSpPr>
        <p:spPr bwMode="auto">
          <a:xfrm>
            <a:off x="624286" y="2187576"/>
            <a:ext cx="1074869" cy="339725"/>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p>
        </p:txBody>
      </p:sp>
      <p:sp>
        <p:nvSpPr>
          <p:cNvPr id="313359" name="Rectangle 14"/>
          <p:cNvSpPr>
            <a:spLocks noChangeArrowheads="1"/>
          </p:cNvSpPr>
          <p:nvPr/>
        </p:nvSpPr>
        <p:spPr bwMode="auto">
          <a:xfrm>
            <a:off x="3529012" y="2230439"/>
            <a:ext cx="2904729" cy="255587"/>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DHCPOFFER</a:t>
            </a:r>
          </a:p>
        </p:txBody>
      </p:sp>
      <p:sp>
        <p:nvSpPr>
          <p:cNvPr id="313360" name="Rectangle 15"/>
          <p:cNvSpPr>
            <a:spLocks noChangeArrowheads="1"/>
          </p:cNvSpPr>
          <p:nvPr/>
        </p:nvSpPr>
        <p:spPr bwMode="auto">
          <a:xfrm>
            <a:off x="8155252" y="2187576"/>
            <a:ext cx="1076590" cy="339725"/>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p>
        </p:txBody>
      </p:sp>
      <p:sp>
        <p:nvSpPr>
          <p:cNvPr id="313361" name="Rectangle 16"/>
          <p:cNvSpPr>
            <a:spLocks noChangeArrowheads="1"/>
          </p:cNvSpPr>
          <p:nvPr/>
        </p:nvSpPr>
        <p:spPr bwMode="auto">
          <a:xfrm>
            <a:off x="7618677" y="2230439"/>
            <a:ext cx="536575" cy="255587"/>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p>
        </p:txBody>
      </p:sp>
      <p:sp>
        <p:nvSpPr>
          <p:cNvPr id="313362" name="Rectangle 17"/>
          <p:cNvSpPr>
            <a:spLocks noChangeArrowheads="1"/>
          </p:cNvSpPr>
          <p:nvPr/>
        </p:nvSpPr>
        <p:spPr bwMode="auto">
          <a:xfrm>
            <a:off x="1699155" y="2230439"/>
            <a:ext cx="753269" cy="255587"/>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p>
        </p:txBody>
      </p:sp>
      <p:sp>
        <p:nvSpPr>
          <p:cNvPr id="313363" name="Text Box 18"/>
          <p:cNvSpPr txBox="1">
            <a:spLocks noChangeArrowheads="1"/>
          </p:cNvSpPr>
          <p:nvPr/>
        </p:nvSpPr>
        <p:spPr bwMode="auto">
          <a:xfrm>
            <a:off x="1697435" y="2462214"/>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13364" name="Text Box 19"/>
          <p:cNvSpPr txBox="1">
            <a:spLocks noChangeArrowheads="1"/>
          </p:cNvSpPr>
          <p:nvPr/>
        </p:nvSpPr>
        <p:spPr bwMode="auto">
          <a:xfrm>
            <a:off x="7419182" y="2462214"/>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13365" name="Line 20"/>
          <p:cNvSpPr>
            <a:spLocks noChangeShapeType="1"/>
          </p:cNvSpPr>
          <p:nvPr/>
        </p:nvSpPr>
        <p:spPr bwMode="auto">
          <a:xfrm>
            <a:off x="2454143" y="2968625"/>
            <a:ext cx="5164534" cy="0"/>
          </a:xfrm>
          <a:prstGeom prst="line">
            <a:avLst/>
          </a:prstGeom>
          <a:noFill/>
          <a:ln w="5715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13366" name="Rectangle 21"/>
          <p:cNvSpPr>
            <a:spLocks noChangeArrowheads="1"/>
          </p:cNvSpPr>
          <p:nvPr/>
        </p:nvSpPr>
        <p:spPr bwMode="auto">
          <a:xfrm>
            <a:off x="624285" y="2798763"/>
            <a:ext cx="1076590" cy="341312"/>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p>
        </p:txBody>
      </p:sp>
      <p:sp>
        <p:nvSpPr>
          <p:cNvPr id="313367" name="Rectangle 22"/>
          <p:cNvSpPr>
            <a:spLocks noChangeArrowheads="1"/>
          </p:cNvSpPr>
          <p:nvPr/>
        </p:nvSpPr>
        <p:spPr bwMode="auto">
          <a:xfrm>
            <a:off x="3529012" y="2841625"/>
            <a:ext cx="2904729" cy="255588"/>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DHCPREQUEST</a:t>
            </a:r>
          </a:p>
        </p:txBody>
      </p:sp>
      <p:sp>
        <p:nvSpPr>
          <p:cNvPr id="313368" name="Rectangle 23"/>
          <p:cNvSpPr>
            <a:spLocks noChangeArrowheads="1"/>
          </p:cNvSpPr>
          <p:nvPr/>
        </p:nvSpPr>
        <p:spPr bwMode="auto">
          <a:xfrm>
            <a:off x="8155252" y="2798763"/>
            <a:ext cx="1076590" cy="341312"/>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p>
        </p:txBody>
      </p:sp>
      <p:sp>
        <p:nvSpPr>
          <p:cNvPr id="313369" name="Rectangle 24"/>
          <p:cNvSpPr>
            <a:spLocks noChangeArrowheads="1"/>
          </p:cNvSpPr>
          <p:nvPr/>
        </p:nvSpPr>
        <p:spPr bwMode="auto">
          <a:xfrm>
            <a:off x="7618677" y="2841625"/>
            <a:ext cx="536575" cy="255588"/>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p>
        </p:txBody>
      </p:sp>
      <p:sp>
        <p:nvSpPr>
          <p:cNvPr id="313370" name="Rectangle 25"/>
          <p:cNvSpPr>
            <a:spLocks noChangeArrowheads="1"/>
          </p:cNvSpPr>
          <p:nvPr/>
        </p:nvSpPr>
        <p:spPr bwMode="auto">
          <a:xfrm>
            <a:off x="1700875" y="2841625"/>
            <a:ext cx="753269" cy="255588"/>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p>
        </p:txBody>
      </p:sp>
      <p:sp>
        <p:nvSpPr>
          <p:cNvPr id="313371" name="Text Box 26"/>
          <p:cNvSpPr txBox="1">
            <a:spLocks noChangeArrowheads="1"/>
          </p:cNvSpPr>
          <p:nvPr/>
        </p:nvSpPr>
        <p:spPr bwMode="auto">
          <a:xfrm>
            <a:off x="1697435" y="3074989"/>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13372" name="Text Box 27"/>
          <p:cNvSpPr txBox="1">
            <a:spLocks noChangeArrowheads="1"/>
          </p:cNvSpPr>
          <p:nvPr/>
        </p:nvSpPr>
        <p:spPr bwMode="auto">
          <a:xfrm>
            <a:off x="7419182" y="3074989"/>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13373" name="Line 28"/>
          <p:cNvSpPr>
            <a:spLocks noChangeShapeType="1"/>
          </p:cNvSpPr>
          <p:nvPr/>
        </p:nvSpPr>
        <p:spPr bwMode="auto">
          <a:xfrm flipH="1">
            <a:off x="2452423" y="3579813"/>
            <a:ext cx="5166254" cy="0"/>
          </a:xfrm>
          <a:prstGeom prst="line">
            <a:avLst/>
          </a:prstGeom>
          <a:noFill/>
          <a:ln w="57150">
            <a:solidFill>
              <a:schemeClr val="hlink"/>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13374" name="Rectangle 29"/>
          <p:cNvSpPr>
            <a:spLocks noChangeArrowheads="1"/>
          </p:cNvSpPr>
          <p:nvPr/>
        </p:nvSpPr>
        <p:spPr bwMode="auto">
          <a:xfrm>
            <a:off x="624286" y="3409950"/>
            <a:ext cx="1074869" cy="339725"/>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p>
        </p:txBody>
      </p:sp>
      <p:sp>
        <p:nvSpPr>
          <p:cNvPr id="313375" name="Rectangle 30"/>
          <p:cNvSpPr>
            <a:spLocks noChangeArrowheads="1"/>
          </p:cNvSpPr>
          <p:nvPr/>
        </p:nvSpPr>
        <p:spPr bwMode="auto">
          <a:xfrm>
            <a:off x="3529012" y="3452813"/>
            <a:ext cx="2904729" cy="254000"/>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DHCPACK</a:t>
            </a:r>
          </a:p>
        </p:txBody>
      </p:sp>
      <p:sp>
        <p:nvSpPr>
          <p:cNvPr id="313376" name="Rectangle 31"/>
          <p:cNvSpPr>
            <a:spLocks noChangeArrowheads="1"/>
          </p:cNvSpPr>
          <p:nvPr/>
        </p:nvSpPr>
        <p:spPr bwMode="auto">
          <a:xfrm>
            <a:off x="8155252" y="3409950"/>
            <a:ext cx="1076590" cy="339725"/>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p>
        </p:txBody>
      </p:sp>
      <p:sp>
        <p:nvSpPr>
          <p:cNvPr id="313377" name="Rectangle 32"/>
          <p:cNvSpPr>
            <a:spLocks noChangeArrowheads="1"/>
          </p:cNvSpPr>
          <p:nvPr/>
        </p:nvSpPr>
        <p:spPr bwMode="auto">
          <a:xfrm>
            <a:off x="7618677" y="3452813"/>
            <a:ext cx="536575" cy="254000"/>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p>
        </p:txBody>
      </p:sp>
      <p:sp>
        <p:nvSpPr>
          <p:cNvPr id="313378" name="Rectangle 33"/>
          <p:cNvSpPr>
            <a:spLocks noChangeArrowheads="1"/>
          </p:cNvSpPr>
          <p:nvPr/>
        </p:nvSpPr>
        <p:spPr bwMode="auto">
          <a:xfrm>
            <a:off x="1699155" y="3452813"/>
            <a:ext cx="753269" cy="254000"/>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p>
        </p:txBody>
      </p:sp>
      <p:sp>
        <p:nvSpPr>
          <p:cNvPr id="313379" name="Text Box 34"/>
          <p:cNvSpPr txBox="1">
            <a:spLocks noChangeArrowheads="1"/>
          </p:cNvSpPr>
          <p:nvPr/>
        </p:nvSpPr>
        <p:spPr bwMode="auto">
          <a:xfrm>
            <a:off x="1697435" y="3684589"/>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13380" name="Text Box 35"/>
          <p:cNvSpPr txBox="1">
            <a:spLocks noChangeArrowheads="1"/>
          </p:cNvSpPr>
          <p:nvPr/>
        </p:nvSpPr>
        <p:spPr bwMode="auto">
          <a:xfrm>
            <a:off x="7419182" y="3684589"/>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13381" name="Line 36"/>
          <p:cNvSpPr>
            <a:spLocks noChangeShapeType="1"/>
          </p:cNvSpPr>
          <p:nvPr/>
        </p:nvSpPr>
        <p:spPr bwMode="auto">
          <a:xfrm>
            <a:off x="2454143" y="4187825"/>
            <a:ext cx="5164534" cy="0"/>
          </a:xfrm>
          <a:prstGeom prst="line">
            <a:avLst/>
          </a:prstGeom>
          <a:noFill/>
          <a:ln w="5715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13382" name="Rectangle 37"/>
          <p:cNvSpPr>
            <a:spLocks noChangeArrowheads="1"/>
          </p:cNvSpPr>
          <p:nvPr/>
        </p:nvSpPr>
        <p:spPr bwMode="auto">
          <a:xfrm>
            <a:off x="624285" y="4017964"/>
            <a:ext cx="1076590" cy="338137"/>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p>
        </p:txBody>
      </p:sp>
      <p:sp>
        <p:nvSpPr>
          <p:cNvPr id="313383" name="Rectangle 38"/>
          <p:cNvSpPr>
            <a:spLocks noChangeArrowheads="1"/>
          </p:cNvSpPr>
          <p:nvPr/>
        </p:nvSpPr>
        <p:spPr bwMode="auto">
          <a:xfrm>
            <a:off x="3529012" y="4060825"/>
            <a:ext cx="2904729" cy="254000"/>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DHCPREQUEST</a:t>
            </a:r>
          </a:p>
        </p:txBody>
      </p:sp>
      <p:sp>
        <p:nvSpPr>
          <p:cNvPr id="313384" name="Rectangle 39"/>
          <p:cNvSpPr>
            <a:spLocks noChangeArrowheads="1"/>
          </p:cNvSpPr>
          <p:nvPr/>
        </p:nvSpPr>
        <p:spPr bwMode="auto">
          <a:xfrm>
            <a:off x="8155252" y="4017964"/>
            <a:ext cx="1076590" cy="338137"/>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p>
        </p:txBody>
      </p:sp>
      <p:sp>
        <p:nvSpPr>
          <p:cNvPr id="313385" name="Rectangle 40"/>
          <p:cNvSpPr>
            <a:spLocks noChangeArrowheads="1"/>
          </p:cNvSpPr>
          <p:nvPr/>
        </p:nvSpPr>
        <p:spPr bwMode="auto">
          <a:xfrm>
            <a:off x="7618677" y="4060825"/>
            <a:ext cx="536575" cy="254000"/>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p>
        </p:txBody>
      </p:sp>
      <p:sp>
        <p:nvSpPr>
          <p:cNvPr id="313386" name="Rectangle 41"/>
          <p:cNvSpPr>
            <a:spLocks noChangeArrowheads="1"/>
          </p:cNvSpPr>
          <p:nvPr/>
        </p:nvSpPr>
        <p:spPr bwMode="auto">
          <a:xfrm>
            <a:off x="1700875" y="4060825"/>
            <a:ext cx="753269" cy="254000"/>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p>
        </p:txBody>
      </p:sp>
      <p:sp>
        <p:nvSpPr>
          <p:cNvPr id="313387" name="Text Box 42"/>
          <p:cNvSpPr txBox="1">
            <a:spLocks noChangeArrowheads="1"/>
          </p:cNvSpPr>
          <p:nvPr/>
        </p:nvSpPr>
        <p:spPr bwMode="auto">
          <a:xfrm>
            <a:off x="1697435" y="4292601"/>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13388" name="Text Box 43"/>
          <p:cNvSpPr txBox="1">
            <a:spLocks noChangeArrowheads="1"/>
          </p:cNvSpPr>
          <p:nvPr/>
        </p:nvSpPr>
        <p:spPr bwMode="auto">
          <a:xfrm>
            <a:off x="7419182" y="4292601"/>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13389" name="Line 44"/>
          <p:cNvSpPr>
            <a:spLocks noChangeShapeType="1"/>
          </p:cNvSpPr>
          <p:nvPr/>
        </p:nvSpPr>
        <p:spPr bwMode="auto">
          <a:xfrm flipH="1">
            <a:off x="2452423" y="4800600"/>
            <a:ext cx="5166254" cy="0"/>
          </a:xfrm>
          <a:prstGeom prst="line">
            <a:avLst/>
          </a:prstGeom>
          <a:noFill/>
          <a:ln w="57150">
            <a:solidFill>
              <a:schemeClr val="hlink"/>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13390" name="Rectangle 45"/>
          <p:cNvSpPr>
            <a:spLocks noChangeArrowheads="1"/>
          </p:cNvSpPr>
          <p:nvPr/>
        </p:nvSpPr>
        <p:spPr bwMode="auto">
          <a:xfrm>
            <a:off x="624286" y="4629150"/>
            <a:ext cx="1074869" cy="338138"/>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p>
        </p:txBody>
      </p:sp>
      <p:sp>
        <p:nvSpPr>
          <p:cNvPr id="313391" name="Rectangle 46"/>
          <p:cNvSpPr>
            <a:spLocks noChangeArrowheads="1"/>
          </p:cNvSpPr>
          <p:nvPr/>
        </p:nvSpPr>
        <p:spPr bwMode="auto">
          <a:xfrm>
            <a:off x="3529012" y="4672014"/>
            <a:ext cx="2904729" cy="255587"/>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DHCPNACK</a:t>
            </a:r>
          </a:p>
        </p:txBody>
      </p:sp>
      <p:sp>
        <p:nvSpPr>
          <p:cNvPr id="313392" name="Rectangle 47"/>
          <p:cNvSpPr>
            <a:spLocks noChangeArrowheads="1"/>
          </p:cNvSpPr>
          <p:nvPr/>
        </p:nvSpPr>
        <p:spPr bwMode="auto">
          <a:xfrm>
            <a:off x="8155252" y="4629150"/>
            <a:ext cx="1076590" cy="338138"/>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p>
        </p:txBody>
      </p:sp>
      <p:sp>
        <p:nvSpPr>
          <p:cNvPr id="313393" name="Rectangle 48"/>
          <p:cNvSpPr>
            <a:spLocks noChangeArrowheads="1"/>
          </p:cNvSpPr>
          <p:nvPr/>
        </p:nvSpPr>
        <p:spPr bwMode="auto">
          <a:xfrm>
            <a:off x="7618677" y="4672014"/>
            <a:ext cx="536575" cy="255587"/>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p>
        </p:txBody>
      </p:sp>
      <p:sp>
        <p:nvSpPr>
          <p:cNvPr id="313394" name="Rectangle 49"/>
          <p:cNvSpPr>
            <a:spLocks noChangeArrowheads="1"/>
          </p:cNvSpPr>
          <p:nvPr/>
        </p:nvSpPr>
        <p:spPr bwMode="auto">
          <a:xfrm>
            <a:off x="1699155" y="4672014"/>
            <a:ext cx="753269" cy="255587"/>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p>
        </p:txBody>
      </p:sp>
      <p:sp>
        <p:nvSpPr>
          <p:cNvPr id="313395" name="Text Box 50"/>
          <p:cNvSpPr txBox="1">
            <a:spLocks noChangeArrowheads="1"/>
          </p:cNvSpPr>
          <p:nvPr/>
        </p:nvSpPr>
        <p:spPr bwMode="auto">
          <a:xfrm>
            <a:off x="1697435" y="4903789"/>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13396" name="Text Box 51"/>
          <p:cNvSpPr txBox="1">
            <a:spLocks noChangeArrowheads="1"/>
          </p:cNvSpPr>
          <p:nvPr/>
        </p:nvSpPr>
        <p:spPr bwMode="auto">
          <a:xfrm>
            <a:off x="7419182" y="4903789"/>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13397" name="Line 52"/>
          <p:cNvSpPr>
            <a:spLocks noChangeShapeType="1"/>
          </p:cNvSpPr>
          <p:nvPr/>
        </p:nvSpPr>
        <p:spPr bwMode="auto">
          <a:xfrm flipH="1">
            <a:off x="2452423" y="5411788"/>
            <a:ext cx="5166254" cy="0"/>
          </a:xfrm>
          <a:prstGeom prst="line">
            <a:avLst/>
          </a:prstGeom>
          <a:noFill/>
          <a:ln w="57150">
            <a:solidFill>
              <a:schemeClr val="hlink"/>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13398" name="Rectangle 53"/>
          <p:cNvSpPr>
            <a:spLocks noChangeArrowheads="1"/>
          </p:cNvSpPr>
          <p:nvPr/>
        </p:nvSpPr>
        <p:spPr bwMode="auto">
          <a:xfrm>
            <a:off x="624286" y="5240339"/>
            <a:ext cx="1074869" cy="338137"/>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p>
        </p:txBody>
      </p:sp>
      <p:sp>
        <p:nvSpPr>
          <p:cNvPr id="313399" name="Rectangle 54"/>
          <p:cNvSpPr>
            <a:spLocks noChangeArrowheads="1"/>
          </p:cNvSpPr>
          <p:nvPr/>
        </p:nvSpPr>
        <p:spPr bwMode="auto">
          <a:xfrm>
            <a:off x="3529012" y="5283200"/>
            <a:ext cx="2904729" cy="255588"/>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DHCPACK</a:t>
            </a:r>
          </a:p>
        </p:txBody>
      </p:sp>
      <p:sp>
        <p:nvSpPr>
          <p:cNvPr id="313400" name="Rectangle 55"/>
          <p:cNvSpPr>
            <a:spLocks noChangeArrowheads="1"/>
          </p:cNvSpPr>
          <p:nvPr/>
        </p:nvSpPr>
        <p:spPr bwMode="auto">
          <a:xfrm>
            <a:off x="8155252" y="5240339"/>
            <a:ext cx="1076590" cy="338137"/>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p>
        </p:txBody>
      </p:sp>
      <p:sp>
        <p:nvSpPr>
          <p:cNvPr id="313401" name="Rectangle 56"/>
          <p:cNvSpPr>
            <a:spLocks noChangeArrowheads="1"/>
          </p:cNvSpPr>
          <p:nvPr/>
        </p:nvSpPr>
        <p:spPr bwMode="auto">
          <a:xfrm>
            <a:off x="7618677" y="5283200"/>
            <a:ext cx="536575" cy="255588"/>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p>
        </p:txBody>
      </p:sp>
      <p:sp>
        <p:nvSpPr>
          <p:cNvPr id="313402" name="Rectangle 57"/>
          <p:cNvSpPr>
            <a:spLocks noChangeArrowheads="1"/>
          </p:cNvSpPr>
          <p:nvPr/>
        </p:nvSpPr>
        <p:spPr bwMode="auto">
          <a:xfrm>
            <a:off x="1699155" y="5283200"/>
            <a:ext cx="753269" cy="255588"/>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p>
        </p:txBody>
      </p:sp>
      <p:sp>
        <p:nvSpPr>
          <p:cNvPr id="313403" name="Text Box 58"/>
          <p:cNvSpPr txBox="1">
            <a:spLocks noChangeArrowheads="1"/>
          </p:cNvSpPr>
          <p:nvPr/>
        </p:nvSpPr>
        <p:spPr bwMode="auto">
          <a:xfrm>
            <a:off x="1697435" y="5514976"/>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13404" name="Text Box 59"/>
          <p:cNvSpPr txBox="1">
            <a:spLocks noChangeArrowheads="1"/>
          </p:cNvSpPr>
          <p:nvPr/>
        </p:nvSpPr>
        <p:spPr bwMode="auto">
          <a:xfrm>
            <a:off x="7419182" y="5514976"/>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13405" name="Line 60"/>
          <p:cNvSpPr>
            <a:spLocks noChangeShapeType="1"/>
          </p:cNvSpPr>
          <p:nvPr/>
        </p:nvSpPr>
        <p:spPr bwMode="auto">
          <a:xfrm>
            <a:off x="2454143" y="6256338"/>
            <a:ext cx="5164534" cy="0"/>
          </a:xfrm>
          <a:prstGeom prst="line">
            <a:avLst/>
          </a:prstGeom>
          <a:noFill/>
          <a:ln w="5715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13406" name="Rectangle 61"/>
          <p:cNvSpPr>
            <a:spLocks noChangeArrowheads="1"/>
          </p:cNvSpPr>
          <p:nvPr/>
        </p:nvSpPr>
        <p:spPr bwMode="auto">
          <a:xfrm>
            <a:off x="624285" y="6086475"/>
            <a:ext cx="1076590" cy="338138"/>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p>
        </p:txBody>
      </p:sp>
      <p:sp>
        <p:nvSpPr>
          <p:cNvPr id="313407" name="Rectangle 62"/>
          <p:cNvSpPr>
            <a:spLocks noChangeArrowheads="1"/>
          </p:cNvSpPr>
          <p:nvPr/>
        </p:nvSpPr>
        <p:spPr bwMode="auto">
          <a:xfrm>
            <a:off x="3529012" y="6129338"/>
            <a:ext cx="2904729" cy="254000"/>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DHCPRELEASE</a:t>
            </a:r>
          </a:p>
        </p:txBody>
      </p:sp>
      <p:sp>
        <p:nvSpPr>
          <p:cNvPr id="313408" name="Rectangle 63"/>
          <p:cNvSpPr>
            <a:spLocks noChangeArrowheads="1"/>
          </p:cNvSpPr>
          <p:nvPr/>
        </p:nvSpPr>
        <p:spPr bwMode="auto">
          <a:xfrm>
            <a:off x="8155252" y="6086475"/>
            <a:ext cx="1076590" cy="338138"/>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p>
        </p:txBody>
      </p:sp>
      <p:sp>
        <p:nvSpPr>
          <p:cNvPr id="313409" name="Rectangle 64"/>
          <p:cNvSpPr>
            <a:spLocks noChangeArrowheads="1"/>
          </p:cNvSpPr>
          <p:nvPr/>
        </p:nvSpPr>
        <p:spPr bwMode="auto">
          <a:xfrm>
            <a:off x="7618677" y="6129338"/>
            <a:ext cx="536575" cy="254000"/>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p>
        </p:txBody>
      </p:sp>
      <p:sp>
        <p:nvSpPr>
          <p:cNvPr id="313410" name="Rectangle 65"/>
          <p:cNvSpPr>
            <a:spLocks noChangeArrowheads="1"/>
          </p:cNvSpPr>
          <p:nvPr/>
        </p:nvSpPr>
        <p:spPr bwMode="auto">
          <a:xfrm>
            <a:off x="1700875" y="6129338"/>
            <a:ext cx="753269" cy="254000"/>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p>
        </p:txBody>
      </p:sp>
      <p:sp>
        <p:nvSpPr>
          <p:cNvPr id="313411" name="Text Box 66"/>
          <p:cNvSpPr txBox="1">
            <a:spLocks noChangeArrowheads="1"/>
          </p:cNvSpPr>
          <p:nvPr/>
        </p:nvSpPr>
        <p:spPr bwMode="auto">
          <a:xfrm>
            <a:off x="1697435" y="6361114"/>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13412" name="Text Box 67"/>
          <p:cNvSpPr txBox="1">
            <a:spLocks noChangeArrowheads="1"/>
          </p:cNvSpPr>
          <p:nvPr/>
        </p:nvSpPr>
        <p:spPr bwMode="auto">
          <a:xfrm>
            <a:off x="7419182" y="6361114"/>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13413" name="Rectangle 68"/>
          <p:cNvSpPr>
            <a:spLocks noChangeArrowheads="1"/>
          </p:cNvSpPr>
          <p:nvPr/>
        </p:nvSpPr>
        <p:spPr bwMode="auto">
          <a:xfrm>
            <a:off x="8155252" y="936625"/>
            <a:ext cx="1076590" cy="338138"/>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p>
        </p:txBody>
      </p:sp>
      <p:sp>
        <p:nvSpPr>
          <p:cNvPr id="313414" name="Rectangle 69"/>
          <p:cNvSpPr>
            <a:spLocks noChangeArrowheads="1"/>
          </p:cNvSpPr>
          <p:nvPr/>
        </p:nvSpPr>
        <p:spPr bwMode="auto">
          <a:xfrm>
            <a:off x="7618677" y="977900"/>
            <a:ext cx="536575" cy="254000"/>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p>
        </p:txBody>
      </p:sp>
      <p:sp>
        <p:nvSpPr>
          <p:cNvPr id="313415" name="Text Box 70"/>
          <p:cNvSpPr txBox="1">
            <a:spLocks noChangeArrowheads="1"/>
          </p:cNvSpPr>
          <p:nvPr/>
        </p:nvSpPr>
        <p:spPr bwMode="auto">
          <a:xfrm>
            <a:off x="7419182" y="1209676"/>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13416" name="Text Box 71"/>
          <p:cNvSpPr txBox="1">
            <a:spLocks noChangeArrowheads="1"/>
          </p:cNvSpPr>
          <p:nvPr/>
        </p:nvSpPr>
        <p:spPr bwMode="auto">
          <a:xfrm>
            <a:off x="6218766" y="692151"/>
            <a:ext cx="12105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000" b="1">
                <a:solidFill>
                  <a:srgbClr val="000099"/>
                </a:solidFill>
                <a:latin typeface="Arial" panose="020B0604020202020204" pitchFamily="34" charset="0"/>
                <a:ea typeface="黑体" panose="02010609060101010101" pitchFamily="2" charset="-122"/>
              </a:rPr>
              <a:t>被动打开</a:t>
            </a:r>
          </a:p>
        </p:txBody>
      </p:sp>
      <p:sp>
        <p:nvSpPr>
          <p:cNvPr id="313417" name="Text Box 72"/>
          <p:cNvSpPr txBox="1">
            <a:spLocks noChangeArrowheads="1"/>
          </p:cNvSpPr>
          <p:nvPr/>
        </p:nvSpPr>
        <p:spPr bwMode="auto">
          <a:xfrm>
            <a:off x="9237002" y="820738"/>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p>
        </p:txBody>
      </p:sp>
      <p:sp>
        <p:nvSpPr>
          <p:cNvPr id="313418" name="Text Box 73"/>
          <p:cNvSpPr txBox="1">
            <a:spLocks noChangeArrowheads="1"/>
          </p:cNvSpPr>
          <p:nvPr/>
        </p:nvSpPr>
        <p:spPr bwMode="auto">
          <a:xfrm>
            <a:off x="85990" y="1435101"/>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p>
        </p:txBody>
      </p:sp>
      <p:sp>
        <p:nvSpPr>
          <p:cNvPr id="313419" name="Text Box 74"/>
          <p:cNvSpPr txBox="1">
            <a:spLocks noChangeArrowheads="1"/>
          </p:cNvSpPr>
          <p:nvPr/>
        </p:nvSpPr>
        <p:spPr bwMode="auto">
          <a:xfrm>
            <a:off x="9237002" y="2057401"/>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p>
        </p:txBody>
      </p:sp>
      <p:sp>
        <p:nvSpPr>
          <p:cNvPr id="313420" name="Text Box 75"/>
          <p:cNvSpPr txBox="1">
            <a:spLocks noChangeArrowheads="1"/>
          </p:cNvSpPr>
          <p:nvPr/>
        </p:nvSpPr>
        <p:spPr bwMode="auto">
          <a:xfrm>
            <a:off x="85990" y="2654301"/>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p>
        </p:txBody>
      </p:sp>
      <p:sp>
        <p:nvSpPr>
          <p:cNvPr id="313421" name="Text Box 76"/>
          <p:cNvSpPr txBox="1">
            <a:spLocks noChangeArrowheads="1"/>
          </p:cNvSpPr>
          <p:nvPr/>
        </p:nvSpPr>
        <p:spPr bwMode="auto">
          <a:xfrm>
            <a:off x="9231842" y="3278188"/>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p>
        </p:txBody>
      </p:sp>
      <p:sp>
        <p:nvSpPr>
          <p:cNvPr id="313422" name="Text Box 77"/>
          <p:cNvSpPr txBox="1">
            <a:spLocks noChangeArrowheads="1"/>
          </p:cNvSpPr>
          <p:nvPr/>
        </p:nvSpPr>
        <p:spPr bwMode="auto">
          <a:xfrm>
            <a:off x="85990" y="3902076"/>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p>
        </p:txBody>
      </p:sp>
      <p:sp>
        <p:nvSpPr>
          <p:cNvPr id="313423" name="Text Box 78"/>
          <p:cNvSpPr txBox="1">
            <a:spLocks noChangeArrowheads="1"/>
          </p:cNvSpPr>
          <p:nvPr/>
        </p:nvSpPr>
        <p:spPr bwMode="auto">
          <a:xfrm>
            <a:off x="9231842" y="4486276"/>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p>
        </p:txBody>
      </p:sp>
      <p:sp>
        <p:nvSpPr>
          <p:cNvPr id="313424" name="Text Box 79"/>
          <p:cNvSpPr txBox="1">
            <a:spLocks noChangeArrowheads="1"/>
          </p:cNvSpPr>
          <p:nvPr/>
        </p:nvSpPr>
        <p:spPr bwMode="auto">
          <a:xfrm>
            <a:off x="9231842" y="5110163"/>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p>
        </p:txBody>
      </p:sp>
      <p:sp>
        <p:nvSpPr>
          <p:cNvPr id="313425" name="Text Box 80"/>
          <p:cNvSpPr txBox="1">
            <a:spLocks noChangeArrowheads="1"/>
          </p:cNvSpPr>
          <p:nvPr/>
        </p:nvSpPr>
        <p:spPr bwMode="auto">
          <a:xfrm rot="-5400000">
            <a:off x="4385625" y="5480734"/>
            <a:ext cx="6463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b="1">
                <a:solidFill>
                  <a:srgbClr val="000099"/>
                </a:solidFill>
                <a:latin typeface="Arial" panose="020B0604020202020204" pitchFamily="34" charset="0"/>
                <a:ea typeface="黑体" panose="02010609060101010101" pitchFamily="2" charset="-122"/>
              </a:rPr>
              <a:t>…</a:t>
            </a:r>
          </a:p>
        </p:txBody>
      </p:sp>
      <p:sp>
        <p:nvSpPr>
          <p:cNvPr id="313426" name="Text Box 81"/>
          <p:cNvSpPr txBox="1">
            <a:spLocks noChangeArrowheads="1"/>
          </p:cNvSpPr>
          <p:nvPr/>
        </p:nvSpPr>
        <p:spPr bwMode="auto">
          <a:xfrm>
            <a:off x="85990" y="5892801"/>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p>
        </p:txBody>
      </p:sp>
      <p:sp>
        <p:nvSpPr>
          <p:cNvPr id="313427" name="Rectangle 83"/>
          <p:cNvSpPr>
            <a:spLocks noChangeArrowheads="1"/>
          </p:cNvSpPr>
          <p:nvPr/>
        </p:nvSpPr>
        <p:spPr bwMode="auto">
          <a:xfrm>
            <a:off x="0" y="4622800"/>
            <a:ext cx="9906000" cy="2235200"/>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zh-CN" sz="2800" b="1">
              <a:solidFill>
                <a:srgbClr val="000099"/>
              </a:solidFill>
            </a:endParaRPr>
          </a:p>
        </p:txBody>
      </p:sp>
      <p:sp>
        <p:nvSpPr>
          <p:cNvPr id="313428" name="Text Box 85"/>
          <p:cNvSpPr txBox="1">
            <a:spLocks noChangeArrowheads="1"/>
          </p:cNvSpPr>
          <p:nvPr/>
        </p:nvSpPr>
        <p:spPr bwMode="auto">
          <a:xfrm>
            <a:off x="897731" y="4941888"/>
            <a:ext cx="8346150" cy="1504950"/>
          </a:xfrm>
          <a:prstGeom prst="rect">
            <a:avLst/>
          </a:prstGeom>
          <a:solidFill>
            <a:srgbClr val="FFFF99"/>
          </a:solidFill>
          <a:ln w="9525">
            <a:solidFill>
              <a:srgbClr val="33339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algn="just" eaLnBrk="1" hangingPunct="1"/>
            <a:r>
              <a:rPr lang="en-US" altLang="zh-CN" b="1" dirty="0">
                <a:solidFill>
                  <a:srgbClr val="000099"/>
                </a:solidFill>
                <a:latin typeface="Arial" panose="020B0604020202020204" pitchFamily="34" charset="0"/>
                <a:ea typeface="黑体" panose="02010609060101010101" pitchFamily="2" charset="-122"/>
                <a:sym typeface="Wingdings" panose="05000000000000000000" pitchFamily="2" charset="2"/>
              </a:rPr>
              <a:t></a:t>
            </a:r>
            <a:r>
              <a:rPr lang="zh-CN" altLang="en-US" sz="2800" b="1" dirty="0">
                <a:solidFill>
                  <a:srgbClr val="000099"/>
                </a:solidFill>
                <a:latin typeface="Arial" panose="020B0604020202020204" pitchFamily="34" charset="0"/>
                <a:ea typeface="黑体" panose="02010609060101010101" pitchFamily="2" charset="-122"/>
              </a:rPr>
              <a:t>：被选择的 </a:t>
            </a:r>
            <a:r>
              <a:rPr lang="en-US" altLang="zh-CN" sz="2800" b="1" dirty="0">
                <a:solidFill>
                  <a:srgbClr val="000099"/>
                </a:solidFill>
                <a:latin typeface="Arial" panose="020B0604020202020204" pitchFamily="34" charset="0"/>
                <a:ea typeface="黑体" panose="02010609060101010101" pitchFamily="2" charset="-122"/>
              </a:rPr>
              <a:t>DHCP </a:t>
            </a:r>
            <a:r>
              <a:rPr lang="zh-CN" altLang="en-US" sz="2800" b="1" dirty="0">
                <a:solidFill>
                  <a:srgbClr val="000099"/>
                </a:solidFill>
                <a:latin typeface="Arial" panose="020B0604020202020204" pitchFamily="34" charset="0"/>
                <a:ea typeface="黑体" panose="02010609060101010101" pitchFamily="2" charset="-122"/>
              </a:rPr>
              <a:t>服务器发送</a:t>
            </a:r>
            <a:r>
              <a:rPr lang="zh-CN" altLang="en-US" sz="2800" b="1" dirty="0">
                <a:solidFill>
                  <a:srgbClr val="FF0000"/>
                </a:solidFill>
                <a:latin typeface="Arial" panose="020B0604020202020204" pitchFamily="34" charset="0"/>
                <a:ea typeface="黑体" panose="02010609060101010101" pitchFamily="2" charset="-122"/>
              </a:rPr>
              <a:t>确认报文</a:t>
            </a:r>
          </a:p>
          <a:p>
            <a:pPr algn="just" eaLnBrk="1" hangingPunct="1"/>
            <a:r>
              <a:rPr lang="zh-CN" altLang="en-US" sz="2800" b="1" dirty="0">
                <a:solidFill>
                  <a:srgbClr val="FF0000"/>
                </a:solidFill>
                <a:latin typeface="Arial" panose="020B0604020202020204" pitchFamily="34" charset="0"/>
                <a:ea typeface="黑体" panose="02010609060101010101" pitchFamily="2" charset="-122"/>
              </a:rPr>
              <a:t>       </a:t>
            </a:r>
            <a:r>
              <a:rPr lang="en-US" altLang="zh-CN" sz="2800" b="1" dirty="0">
                <a:solidFill>
                  <a:srgbClr val="FF0000"/>
                </a:solidFill>
                <a:latin typeface="Arial" panose="020B0604020202020204" pitchFamily="34" charset="0"/>
                <a:ea typeface="黑体" panose="02010609060101010101" pitchFamily="2" charset="-122"/>
              </a:rPr>
              <a:t>DHCPACK</a:t>
            </a:r>
            <a:r>
              <a:rPr lang="zh-CN" altLang="en-US" sz="2800" b="1" dirty="0">
                <a:solidFill>
                  <a:srgbClr val="000099"/>
                </a:solidFill>
                <a:latin typeface="Arial" panose="020B0604020202020204" pitchFamily="34" charset="0"/>
                <a:ea typeface="黑体" panose="02010609060101010101" pitchFamily="2" charset="-122"/>
              </a:rPr>
              <a:t>，进入已</a:t>
            </a:r>
            <a:r>
              <a:rPr lang="zh-CN" altLang="en-US" sz="2800" b="1" dirty="0">
                <a:solidFill>
                  <a:srgbClr val="FF0000"/>
                </a:solidFill>
                <a:latin typeface="Arial" panose="020B0604020202020204" pitchFamily="34" charset="0"/>
                <a:ea typeface="黑体" panose="02010609060101010101" pitchFamily="2" charset="-122"/>
              </a:rPr>
              <a:t>绑定状态</a:t>
            </a:r>
            <a:r>
              <a:rPr lang="zh-CN" altLang="en-US" sz="2800" b="1" dirty="0">
                <a:solidFill>
                  <a:srgbClr val="000099"/>
                </a:solidFill>
                <a:latin typeface="Arial" panose="020B0604020202020204" pitchFamily="34" charset="0"/>
                <a:ea typeface="黑体" panose="02010609060101010101" pitchFamily="2" charset="-122"/>
              </a:rPr>
              <a:t>，并可</a:t>
            </a:r>
          </a:p>
          <a:p>
            <a:pPr algn="just" eaLnBrk="1" hangingPunct="1"/>
            <a:r>
              <a:rPr lang="zh-CN" altLang="en-US" sz="2800" b="1" dirty="0">
                <a:solidFill>
                  <a:srgbClr val="000099"/>
                </a:solidFill>
                <a:latin typeface="Arial" panose="020B0604020202020204" pitchFamily="34" charset="0"/>
                <a:ea typeface="黑体" panose="02010609060101010101" pitchFamily="2" charset="-122"/>
              </a:rPr>
              <a:t>       开始使用得到的临时 </a:t>
            </a:r>
            <a:r>
              <a:rPr lang="en-US" altLang="zh-CN" sz="2800" b="1" dirty="0">
                <a:solidFill>
                  <a:srgbClr val="000099"/>
                </a:solidFill>
                <a:latin typeface="Arial" panose="020B0604020202020204" pitchFamily="34" charset="0"/>
                <a:ea typeface="黑体" panose="02010609060101010101" pitchFamily="2" charset="-122"/>
              </a:rPr>
              <a:t>IP </a:t>
            </a:r>
            <a:r>
              <a:rPr lang="zh-CN" altLang="en-US" sz="2800" b="1" dirty="0">
                <a:solidFill>
                  <a:srgbClr val="000099"/>
                </a:solidFill>
                <a:latin typeface="Arial" panose="020B0604020202020204" pitchFamily="34" charset="0"/>
                <a:ea typeface="黑体" panose="02010609060101010101" pitchFamily="2" charset="-122"/>
              </a:rPr>
              <a:t>地址了。</a:t>
            </a:r>
          </a:p>
        </p:txBody>
      </p:sp>
      <p:sp>
        <p:nvSpPr>
          <p:cNvPr id="85" name="Rectangle 2"/>
          <p:cNvSpPr txBox="1">
            <a:spLocks noChangeArrowheads="1"/>
          </p:cNvSpPr>
          <p:nvPr/>
        </p:nvSpPr>
        <p:spPr bwMode="auto">
          <a:xfrm>
            <a:off x="704528" y="188913"/>
            <a:ext cx="8442325" cy="539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l" rtl="0" eaLnBrk="1" fontAlgn="base" hangingPunct="1">
              <a:spcBef>
                <a:spcPct val="0"/>
              </a:spcBef>
              <a:spcAft>
                <a:spcPct val="0"/>
              </a:spcAft>
              <a:defRPr lang="zh-CN" altLang="en-US" sz="4400" b="1" smtClean="0">
                <a:solidFill>
                  <a:srgbClr val="333399"/>
                </a:solidFill>
                <a:latin typeface="+mj-lt"/>
                <a:ea typeface="+mj-ea"/>
                <a:cs typeface="+mj-cs"/>
              </a:defRPr>
            </a:lvl1pPr>
            <a:lvl2pPr algn="l" rtl="0" eaLnBrk="1" fontAlgn="base" hangingPunct="1">
              <a:spcBef>
                <a:spcPct val="0"/>
              </a:spcBef>
              <a:spcAft>
                <a:spcPct val="0"/>
              </a:spcAft>
              <a:defRPr sz="4400">
                <a:solidFill>
                  <a:srgbClr val="333399"/>
                </a:solidFill>
                <a:latin typeface="Arial" panose="020B0604020202020204" pitchFamily="34" charset="0"/>
                <a:ea typeface="黑体" panose="02010609060101010101" pitchFamily="2" charset="-122"/>
              </a:defRPr>
            </a:lvl2pPr>
            <a:lvl3pPr algn="l" rtl="0" eaLnBrk="1" fontAlgn="base" hangingPunct="1">
              <a:spcBef>
                <a:spcPct val="0"/>
              </a:spcBef>
              <a:spcAft>
                <a:spcPct val="0"/>
              </a:spcAft>
              <a:defRPr sz="4400">
                <a:solidFill>
                  <a:srgbClr val="333399"/>
                </a:solidFill>
                <a:latin typeface="Arial" panose="020B0604020202020204" pitchFamily="34" charset="0"/>
                <a:ea typeface="黑体" panose="02010609060101010101" pitchFamily="2" charset="-122"/>
              </a:defRPr>
            </a:lvl3pPr>
            <a:lvl4pPr algn="l" rtl="0" eaLnBrk="1" fontAlgn="base" hangingPunct="1">
              <a:spcBef>
                <a:spcPct val="0"/>
              </a:spcBef>
              <a:spcAft>
                <a:spcPct val="0"/>
              </a:spcAft>
              <a:defRPr sz="4400">
                <a:solidFill>
                  <a:srgbClr val="333399"/>
                </a:solidFill>
                <a:latin typeface="Arial" panose="020B0604020202020204" pitchFamily="34" charset="0"/>
                <a:ea typeface="黑体" panose="02010609060101010101" pitchFamily="2" charset="-122"/>
              </a:defRPr>
            </a:lvl4pPr>
            <a:lvl5pPr algn="l" rtl="0" eaLnBrk="1" fontAlgn="base" hangingPunct="1">
              <a:spcBef>
                <a:spcPct val="0"/>
              </a:spcBef>
              <a:spcAft>
                <a:spcPct val="0"/>
              </a:spcAft>
              <a:defRPr sz="4400">
                <a:solidFill>
                  <a:srgbClr val="333399"/>
                </a:solidFill>
                <a:latin typeface="Arial" panose="020B0604020202020204" pitchFamily="34" charset="0"/>
                <a:ea typeface="黑体" panose="02010609060101010101" pitchFamily="2" charset="-122"/>
              </a:defRPr>
            </a:lvl5pPr>
            <a:lvl6pPr marL="457200" algn="l" rtl="0" eaLnBrk="1" fontAlgn="base" hangingPunct="1">
              <a:spcBef>
                <a:spcPct val="0"/>
              </a:spcBef>
              <a:spcAft>
                <a:spcPct val="0"/>
              </a:spcAft>
              <a:defRPr sz="4400">
                <a:solidFill>
                  <a:srgbClr val="333399"/>
                </a:solidFill>
                <a:latin typeface="Arial" panose="020B0604020202020204" pitchFamily="34" charset="0"/>
                <a:ea typeface="黑体" panose="02010609060101010101" pitchFamily="2" charset="-122"/>
              </a:defRPr>
            </a:lvl6pPr>
            <a:lvl7pPr marL="914400" algn="l" rtl="0" eaLnBrk="1" fontAlgn="base" hangingPunct="1">
              <a:spcBef>
                <a:spcPct val="0"/>
              </a:spcBef>
              <a:spcAft>
                <a:spcPct val="0"/>
              </a:spcAft>
              <a:defRPr sz="4400">
                <a:solidFill>
                  <a:srgbClr val="333399"/>
                </a:solidFill>
                <a:latin typeface="Arial" panose="020B0604020202020204" pitchFamily="34" charset="0"/>
                <a:ea typeface="黑体" panose="02010609060101010101" pitchFamily="2" charset="-122"/>
              </a:defRPr>
            </a:lvl7pPr>
            <a:lvl8pPr marL="1371600" algn="l" rtl="0" eaLnBrk="1" fontAlgn="base" hangingPunct="1">
              <a:spcBef>
                <a:spcPct val="0"/>
              </a:spcBef>
              <a:spcAft>
                <a:spcPct val="0"/>
              </a:spcAft>
              <a:defRPr sz="4400">
                <a:solidFill>
                  <a:srgbClr val="333399"/>
                </a:solidFill>
                <a:latin typeface="Arial" panose="020B0604020202020204" pitchFamily="34" charset="0"/>
                <a:ea typeface="黑体" panose="02010609060101010101" pitchFamily="2" charset="-122"/>
              </a:defRPr>
            </a:lvl8pPr>
            <a:lvl9pPr marL="1828800" algn="l" rtl="0" eaLnBrk="1" fontAlgn="base" hangingPunct="1">
              <a:spcBef>
                <a:spcPct val="0"/>
              </a:spcBef>
              <a:spcAft>
                <a:spcPct val="0"/>
              </a:spcAft>
              <a:defRPr sz="4400">
                <a:solidFill>
                  <a:srgbClr val="333399"/>
                </a:solidFill>
                <a:latin typeface="Arial" panose="020B0604020202020204" pitchFamily="34" charset="0"/>
                <a:ea typeface="黑体" panose="02010609060101010101" pitchFamily="2" charset="-122"/>
              </a:defRPr>
            </a:lvl9pPr>
          </a:lstStyle>
          <a:p>
            <a:pPr algn="ctr">
              <a:defRPr/>
            </a:pPr>
            <a:r>
              <a:rPr lang="en-US" altLang="zh-CN" kern="0" dirty="0"/>
              <a:t>DHCP </a:t>
            </a:r>
            <a:r>
              <a:rPr lang="zh-CN" altLang="en-US" kern="0" dirty="0"/>
              <a:t>协议的工作过程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13427"/>
                                        </p:tgtEl>
                                        <p:attrNameLst>
                                          <p:attrName>style.visibility</p:attrName>
                                        </p:attrNameLst>
                                      </p:cBhvr>
                                      <p:to>
                                        <p:strVal val="visible"/>
                                      </p:to>
                                    </p:set>
                                    <p:animEffect transition="in" filter="fade">
                                      <p:cBhvr>
                                        <p:cTn id="7" dur="500"/>
                                        <p:tgtEl>
                                          <p:spTgt spid="3134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3427" grpId="0" animBg="1"/>
    </p:bldLst>
  </p:timing>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394" name="页脚占位符 4"/>
          <p:cNvSpPr>
            <a:spLocks noGrp="1"/>
          </p:cNvSpPr>
          <p:nvPr>
            <p:ph type="ftr" sz="quarter" idx="4294967295"/>
          </p:nvPr>
        </p:nvSpPr>
        <p:spPr>
          <a:xfrm>
            <a:off x="3384550" y="6356350"/>
            <a:ext cx="3136900" cy="457200"/>
          </a:xfrm>
          <a:prstGeom prst="rect">
            <a:avLst/>
          </a:prstGeom>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r>
              <a:rPr lang="zh-CN" altLang="en-US" sz="1400" b="1">
                <a:solidFill>
                  <a:srgbClr val="000099"/>
                </a:solidFill>
              </a:rPr>
              <a:t>课件制作人：谢希仁</a:t>
            </a:r>
          </a:p>
        </p:txBody>
      </p:sp>
      <p:sp>
        <p:nvSpPr>
          <p:cNvPr id="315396" name="Line 3"/>
          <p:cNvSpPr>
            <a:spLocks noChangeShapeType="1"/>
          </p:cNvSpPr>
          <p:nvPr/>
        </p:nvSpPr>
        <p:spPr bwMode="auto">
          <a:xfrm flipH="1">
            <a:off x="6131058" y="1100138"/>
            <a:ext cx="1506538" cy="0"/>
          </a:xfrm>
          <a:prstGeom prst="line">
            <a:avLst/>
          </a:prstGeom>
          <a:noFill/>
          <a:ln w="5715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15397" name="Line 4"/>
          <p:cNvSpPr>
            <a:spLocks noChangeShapeType="1"/>
          </p:cNvSpPr>
          <p:nvPr/>
        </p:nvSpPr>
        <p:spPr bwMode="auto">
          <a:xfrm>
            <a:off x="2454143" y="1747838"/>
            <a:ext cx="5164534" cy="0"/>
          </a:xfrm>
          <a:prstGeom prst="line">
            <a:avLst/>
          </a:prstGeom>
          <a:noFill/>
          <a:ln w="5715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15398" name="Rectangle 5"/>
          <p:cNvSpPr>
            <a:spLocks noChangeArrowheads="1"/>
          </p:cNvSpPr>
          <p:nvPr/>
        </p:nvSpPr>
        <p:spPr bwMode="auto">
          <a:xfrm>
            <a:off x="624285" y="1576388"/>
            <a:ext cx="1076590" cy="341312"/>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p>
        </p:txBody>
      </p:sp>
      <p:sp>
        <p:nvSpPr>
          <p:cNvPr id="315399" name="Rectangle 6"/>
          <p:cNvSpPr>
            <a:spLocks noChangeArrowheads="1"/>
          </p:cNvSpPr>
          <p:nvPr/>
        </p:nvSpPr>
        <p:spPr bwMode="auto">
          <a:xfrm>
            <a:off x="3529012" y="1617664"/>
            <a:ext cx="2904729" cy="257175"/>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DHCPDISCOVER</a:t>
            </a:r>
          </a:p>
        </p:txBody>
      </p:sp>
      <p:sp>
        <p:nvSpPr>
          <p:cNvPr id="315400" name="Rectangle 7"/>
          <p:cNvSpPr>
            <a:spLocks noChangeArrowheads="1"/>
          </p:cNvSpPr>
          <p:nvPr/>
        </p:nvSpPr>
        <p:spPr bwMode="auto">
          <a:xfrm>
            <a:off x="8155252" y="1576388"/>
            <a:ext cx="1076590" cy="341312"/>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p>
        </p:txBody>
      </p:sp>
      <p:sp>
        <p:nvSpPr>
          <p:cNvPr id="315401" name="Rectangle 8"/>
          <p:cNvSpPr>
            <a:spLocks noChangeArrowheads="1"/>
          </p:cNvSpPr>
          <p:nvPr/>
        </p:nvSpPr>
        <p:spPr bwMode="auto">
          <a:xfrm>
            <a:off x="7618677" y="1617664"/>
            <a:ext cx="536575" cy="257175"/>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p>
        </p:txBody>
      </p:sp>
      <p:sp>
        <p:nvSpPr>
          <p:cNvPr id="315402" name="Rectangle 9"/>
          <p:cNvSpPr>
            <a:spLocks noChangeArrowheads="1"/>
          </p:cNvSpPr>
          <p:nvPr/>
        </p:nvSpPr>
        <p:spPr bwMode="auto">
          <a:xfrm>
            <a:off x="1700875" y="1617664"/>
            <a:ext cx="753269" cy="257175"/>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p>
        </p:txBody>
      </p:sp>
      <p:sp>
        <p:nvSpPr>
          <p:cNvPr id="315403" name="Text Box 10"/>
          <p:cNvSpPr txBox="1">
            <a:spLocks noChangeArrowheads="1"/>
          </p:cNvSpPr>
          <p:nvPr/>
        </p:nvSpPr>
        <p:spPr bwMode="auto">
          <a:xfrm>
            <a:off x="1697435" y="1854201"/>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15404" name="Text Box 11"/>
          <p:cNvSpPr txBox="1">
            <a:spLocks noChangeArrowheads="1"/>
          </p:cNvSpPr>
          <p:nvPr/>
        </p:nvSpPr>
        <p:spPr bwMode="auto">
          <a:xfrm>
            <a:off x="7419182" y="1851026"/>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15405" name="Line 12"/>
          <p:cNvSpPr>
            <a:spLocks noChangeShapeType="1"/>
          </p:cNvSpPr>
          <p:nvPr/>
        </p:nvSpPr>
        <p:spPr bwMode="auto">
          <a:xfrm flipH="1">
            <a:off x="2452423" y="2359025"/>
            <a:ext cx="5166254" cy="0"/>
          </a:xfrm>
          <a:prstGeom prst="line">
            <a:avLst/>
          </a:prstGeom>
          <a:noFill/>
          <a:ln w="57150">
            <a:solidFill>
              <a:schemeClr val="hlink"/>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15406" name="Rectangle 13"/>
          <p:cNvSpPr>
            <a:spLocks noChangeArrowheads="1"/>
          </p:cNvSpPr>
          <p:nvPr/>
        </p:nvSpPr>
        <p:spPr bwMode="auto">
          <a:xfrm>
            <a:off x="624286" y="2187576"/>
            <a:ext cx="1074869" cy="339725"/>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p>
        </p:txBody>
      </p:sp>
      <p:sp>
        <p:nvSpPr>
          <p:cNvPr id="315407" name="Rectangle 14"/>
          <p:cNvSpPr>
            <a:spLocks noChangeArrowheads="1"/>
          </p:cNvSpPr>
          <p:nvPr/>
        </p:nvSpPr>
        <p:spPr bwMode="auto">
          <a:xfrm>
            <a:off x="3529012" y="2230439"/>
            <a:ext cx="2904729" cy="255587"/>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DHCPOFFER</a:t>
            </a:r>
          </a:p>
        </p:txBody>
      </p:sp>
      <p:sp>
        <p:nvSpPr>
          <p:cNvPr id="315408" name="Rectangle 15"/>
          <p:cNvSpPr>
            <a:spLocks noChangeArrowheads="1"/>
          </p:cNvSpPr>
          <p:nvPr/>
        </p:nvSpPr>
        <p:spPr bwMode="auto">
          <a:xfrm>
            <a:off x="8155252" y="2187576"/>
            <a:ext cx="1076590" cy="339725"/>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p>
        </p:txBody>
      </p:sp>
      <p:sp>
        <p:nvSpPr>
          <p:cNvPr id="315409" name="Rectangle 16"/>
          <p:cNvSpPr>
            <a:spLocks noChangeArrowheads="1"/>
          </p:cNvSpPr>
          <p:nvPr/>
        </p:nvSpPr>
        <p:spPr bwMode="auto">
          <a:xfrm>
            <a:off x="7618677" y="2230439"/>
            <a:ext cx="536575" cy="255587"/>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p>
        </p:txBody>
      </p:sp>
      <p:sp>
        <p:nvSpPr>
          <p:cNvPr id="315410" name="Rectangle 17"/>
          <p:cNvSpPr>
            <a:spLocks noChangeArrowheads="1"/>
          </p:cNvSpPr>
          <p:nvPr/>
        </p:nvSpPr>
        <p:spPr bwMode="auto">
          <a:xfrm>
            <a:off x="1699155" y="2230439"/>
            <a:ext cx="753269" cy="255587"/>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p>
        </p:txBody>
      </p:sp>
      <p:sp>
        <p:nvSpPr>
          <p:cNvPr id="315411" name="Text Box 18"/>
          <p:cNvSpPr txBox="1">
            <a:spLocks noChangeArrowheads="1"/>
          </p:cNvSpPr>
          <p:nvPr/>
        </p:nvSpPr>
        <p:spPr bwMode="auto">
          <a:xfrm>
            <a:off x="1697435" y="2462214"/>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15412" name="Text Box 19"/>
          <p:cNvSpPr txBox="1">
            <a:spLocks noChangeArrowheads="1"/>
          </p:cNvSpPr>
          <p:nvPr/>
        </p:nvSpPr>
        <p:spPr bwMode="auto">
          <a:xfrm>
            <a:off x="7419182" y="2462214"/>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15413" name="Line 20"/>
          <p:cNvSpPr>
            <a:spLocks noChangeShapeType="1"/>
          </p:cNvSpPr>
          <p:nvPr/>
        </p:nvSpPr>
        <p:spPr bwMode="auto">
          <a:xfrm>
            <a:off x="2454143" y="2968625"/>
            <a:ext cx="5164534" cy="0"/>
          </a:xfrm>
          <a:prstGeom prst="line">
            <a:avLst/>
          </a:prstGeom>
          <a:noFill/>
          <a:ln w="5715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15414" name="Rectangle 21"/>
          <p:cNvSpPr>
            <a:spLocks noChangeArrowheads="1"/>
          </p:cNvSpPr>
          <p:nvPr/>
        </p:nvSpPr>
        <p:spPr bwMode="auto">
          <a:xfrm>
            <a:off x="624285" y="2798763"/>
            <a:ext cx="1076590" cy="341312"/>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p>
        </p:txBody>
      </p:sp>
      <p:sp>
        <p:nvSpPr>
          <p:cNvPr id="315415" name="Rectangle 22"/>
          <p:cNvSpPr>
            <a:spLocks noChangeArrowheads="1"/>
          </p:cNvSpPr>
          <p:nvPr/>
        </p:nvSpPr>
        <p:spPr bwMode="auto">
          <a:xfrm>
            <a:off x="3529012" y="2841625"/>
            <a:ext cx="2904729" cy="255588"/>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DHCPREQUEST</a:t>
            </a:r>
          </a:p>
        </p:txBody>
      </p:sp>
      <p:sp>
        <p:nvSpPr>
          <p:cNvPr id="315416" name="Rectangle 23"/>
          <p:cNvSpPr>
            <a:spLocks noChangeArrowheads="1"/>
          </p:cNvSpPr>
          <p:nvPr/>
        </p:nvSpPr>
        <p:spPr bwMode="auto">
          <a:xfrm>
            <a:off x="8155252" y="2798763"/>
            <a:ext cx="1076590" cy="341312"/>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p>
        </p:txBody>
      </p:sp>
      <p:sp>
        <p:nvSpPr>
          <p:cNvPr id="315417" name="Rectangle 24"/>
          <p:cNvSpPr>
            <a:spLocks noChangeArrowheads="1"/>
          </p:cNvSpPr>
          <p:nvPr/>
        </p:nvSpPr>
        <p:spPr bwMode="auto">
          <a:xfrm>
            <a:off x="7618677" y="2841625"/>
            <a:ext cx="536575" cy="255588"/>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p>
        </p:txBody>
      </p:sp>
      <p:sp>
        <p:nvSpPr>
          <p:cNvPr id="315418" name="Rectangle 25"/>
          <p:cNvSpPr>
            <a:spLocks noChangeArrowheads="1"/>
          </p:cNvSpPr>
          <p:nvPr/>
        </p:nvSpPr>
        <p:spPr bwMode="auto">
          <a:xfrm>
            <a:off x="1700875" y="2841625"/>
            <a:ext cx="753269" cy="255588"/>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p>
        </p:txBody>
      </p:sp>
      <p:sp>
        <p:nvSpPr>
          <p:cNvPr id="315419" name="Text Box 26"/>
          <p:cNvSpPr txBox="1">
            <a:spLocks noChangeArrowheads="1"/>
          </p:cNvSpPr>
          <p:nvPr/>
        </p:nvSpPr>
        <p:spPr bwMode="auto">
          <a:xfrm>
            <a:off x="1697435" y="3074989"/>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15420" name="Text Box 27"/>
          <p:cNvSpPr txBox="1">
            <a:spLocks noChangeArrowheads="1"/>
          </p:cNvSpPr>
          <p:nvPr/>
        </p:nvSpPr>
        <p:spPr bwMode="auto">
          <a:xfrm>
            <a:off x="7419182" y="3074989"/>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15421" name="Line 28"/>
          <p:cNvSpPr>
            <a:spLocks noChangeShapeType="1"/>
          </p:cNvSpPr>
          <p:nvPr/>
        </p:nvSpPr>
        <p:spPr bwMode="auto">
          <a:xfrm flipH="1">
            <a:off x="2452423" y="3579813"/>
            <a:ext cx="5166254" cy="0"/>
          </a:xfrm>
          <a:prstGeom prst="line">
            <a:avLst/>
          </a:prstGeom>
          <a:noFill/>
          <a:ln w="57150">
            <a:solidFill>
              <a:schemeClr val="hlink"/>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15422" name="Rectangle 29"/>
          <p:cNvSpPr>
            <a:spLocks noChangeArrowheads="1"/>
          </p:cNvSpPr>
          <p:nvPr/>
        </p:nvSpPr>
        <p:spPr bwMode="auto">
          <a:xfrm>
            <a:off x="624286" y="3409950"/>
            <a:ext cx="1074869" cy="339725"/>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p>
        </p:txBody>
      </p:sp>
      <p:sp>
        <p:nvSpPr>
          <p:cNvPr id="315423" name="Rectangle 30"/>
          <p:cNvSpPr>
            <a:spLocks noChangeArrowheads="1"/>
          </p:cNvSpPr>
          <p:nvPr/>
        </p:nvSpPr>
        <p:spPr bwMode="auto">
          <a:xfrm>
            <a:off x="3529012" y="3452813"/>
            <a:ext cx="2904729" cy="254000"/>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DHCPACK</a:t>
            </a:r>
          </a:p>
        </p:txBody>
      </p:sp>
      <p:sp>
        <p:nvSpPr>
          <p:cNvPr id="315424" name="Rectangle 31"/>
          <p:cNvSpPr>
            <a:spLocks noChangeArrowheads="1"/>
          </p:cNvSpPr>
          <p:nvPr/>
        </p:nvSpPr>
        <p:spPr bwMode="auto">
          <a:xfrm>
            <a:off x="8155252" y="3409950"/>
            <a:ext cx="1076590" cy="339725"/>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p>
        </p:txBody>
      </p:sp>
      <p:sp>
        <p:nvSpPr>
          <p:cNvPr id="315425" name="Rectangle 32"/>
          <p:cNvSpPr>
            <a:spLocks noChangeArrowheads="1"/>
          </p:cNvSpPr>
          <p:nvPr/>
        </p:nvSpPr>
        <p:spPr bwMode="auto">
          <a:xfrm>
            <a:off x="7618677" y="3452813"/>
            <a:ext cx="536575" cy="254000"/>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p>
        </p:txBody>
      </p:sp>
      <p:sp>
        <p:nvSpPr>
          <p:cNvPr id="315426" name="Rectangle 33"/>
          <p:cNvSpPr>
            <a:spLocks noChangeArrowheads="1"/>
          </p:cNvSpPr>
          <p:nvPr/>
        </p:nvSpPr>
        <p:spPr bwMode="auto">
          <a:xfrm>
            <a:off x="1699155" y="3452813"/>
            <a:ext cx="753269" cy="254000"/>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p>
        </p:txBody>
      </p:sp>
      <p:sp>
        <p:nvSpPr>
          <p:cNvPr id="315427" name="Text Box 34"/>
          <p:cNvSpPr txBox="1">
            <a:spLocks noChangeArrowheads="1"/>
          </p:cNvSpPr>
          <p:nvPr/>
        </p:nvSpPr>
        <p:spPr bwMode="auto">
          <a:xfrm>
            <a:off x="1697435" y="3684589"/>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15428" name="Text Box 35"/>
          <p:cNvSpPr txBox="1">
            <a:spLocks noChangeArrowheads="1"/>
          </p:cNvSpPr>
          <p:nvPr/>
        </p:nvSpPr>
        <p:spPr bwMode="auto">
          <a:xfrm>
            <a:off x="7419182" y="3684589"/>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15429" name="Line 36"/>
          <p:cNvSpPr>
            <a:spLocks noChangeShapeType="1"/>
          </p:cNvSpPr>
          <p:nvPr/>
        </p:nvSpPr>
        <p:spPr bwMode="auto">
          <a:xfrm>
            <a:off x="2454143" y="4187825"/>
            <a:ext cx="5164534" cy="0"/>
          </a:xfrm>
          <a:prstGeom prst="line">
            <a:avLst/>
          </a:prstGeom>
          <a:noFill/>
          <a:ln w="5715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15430" name="Rectangle 37"/>
          <p:cNvSpPr>
            <a:spLocks noChangeArrowheads="1"/>
          </p:cNvSpPr>
          <p:nvPr/>
        </p:nvSpPr>
        <p:spPr bwMode="auto">
          <a:xfrm>
            <a:off x="624285" y="4017964"/>
            <a:ext cx="1076590" cy="338137"/>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p>
        </p:txBody>
      </p:sp>
      <p:sp>
        <p:nvSpPr>
          <p:cNvPr id="315431" name="Rectangle 38"/>
          <p:cNvSpPr>
            <a:spLocks noChangeArrowheads="1"/>
          </p:cNvSpPr>
          <p:nvPr/>
        </p:nvSpPr>
        <p:spPr bwMode="auto">
          <a:xfrm>
            <a:off x="3529012" y="4060825"/>
            <a:ext cx="2904729" cy="254000"/>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DHCPREQUEST</a:t>
            </a:r>
          </a:p>
        </p:txBody>
      </p:sp>
      <p:sp>
        <p:nvSpPr>
          <p:cNvPr id="315432" name="Rectangle 39"/>
          <p:cNvSpPr>
            <a:spLocks noChangeArrowheads="1"/>
          </p:cNvSpPr>
          <p:nvPr/>
        </p:nvSpPr>
        <p:spPr bwMode="auto">
          <a:xfrm>
            <a:off x="8155252" y="4017964"/>
            <a:ext cx="1076590" cy="338137"/>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p>
        </p:txBody>
      </p:sp>
      <p:sp>
        <p:nvSpPr>
          <p:cNvPr id="315433" name="Rectangle 40"/>
          <p:cNvSpPr>
            <a:spLocks noChangeArrowheads="1"/>
          </p:cNvSpPr>
          <p:nvPr/>
        </p:nvSpPr>
        <p:spPr bwMode="auto">
          <a:xfrm>
            <a:off x="7618677" y="4060825"/>
            <a:ext cx="536575" cy="254000"/>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p>
        </p:txBody>
      </p:sp>
      <p:sp>
        <p:nvSpPr>
          <p:cNvPr id="315434" name="Rectangle 41"/>
          <p:cNvSpPr>
            <a:spLocks noChangeArrowheads="1"/>
          </p:cNvSpPr>
          <p:nvPr/>
        </p:nvSpPr>
        <p:spPr bwMode="auto">
          <a:xfrm>
            <a:off x="1700875" y="4060825"/>
            <a:ext cx="753269" cy="254000"/>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p>
        </p:txBody>
      </p:sp>
      <p:sp>
        <p:nvSpPr>
          <p:cNvPr id="315435" name="Text Box 42"/>
          <p:cNvSpPr txBox="1">
            <a:spLocks noChangeArrowheads="1"/>
          </p:cNvSpPr>
          <p:nvPr/>
        </p:nvSpPr>
        <p:spPr bwMode="auto">
          <a:xfrm>
            <a:off x="1697435" y="4292601"/>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15436" name="Text Box 43"/>
          <p:cNvSpPr txBox="1">
            <a:spLocks noChangeArrowheads="1"/>
          </p:cNvSpPr>
          <p:nvPr/>
        </p:nvSpPr>
        <p:spPr bwMode="auto">
          <a:xfrm>
            <a:off x="7419182" y="4292601"/>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15437" name="Line 44"/>
          <p:cNvSpPr>
            <a:spLocks noChangeShapeType="1"/>
          </p:cNvSpPr>
          <p:nvPr/>
        </p:nvSpPr>
        <p:spPr bwMode="auto">
          <a:xfrm flipH="1">
            <a:off x="2452423" y="4800600"/>
            <a:ext cx="5166254" cy="0"/>
          </a:xfrm>
          <a:prstGeom prst="line">
            <a:avLst/>
          </a:prstGeom>
          <a:noFill/>
          <a:ln w="57150">
            <a:solidFill>
              <a:schemeClr val="hlink"/>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15438" name="Rectangle 45"/>
          <p:cNvSpPr>
            <a:spLocks noChangeArrowheads="1"/>
          </p:cNvSpPr>
          <p:nvPr/>
        </p:nvSpPr>
        <p:spPr bwMode="auto">
          <a:xfrm>
            <a:off x="624286" y="4629150"/>
            <a:ext cx="1074869" cy="338138"/>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p>
        </p:txBody>
      </p:sp>
      <p:sp>
        <p:nvSpPr>
          <p:cNvPr id="315439" name="Rectangle 46"/>
          <p:cNvSpPr>
            <a:spLocks noChangeArrowheads="1"/>
          </p:cNvSpPr>
          <p:nvPr/>
        </p:nvSpPr>
        <p:spPr bwMode="auto">
          <a:xfrm>
            <a:off x="3529012" y="4672014"/>
            <a:ext cx="2904729" cy="255587"/>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DHCPNACK</a:t>
            </a:r>
          </a:p>
        </p:txBody>
      </p:sp>
      <p:sp>
        <p:nvSpPr>
          <p:cNvPr id="315440" name="Rectangle 47"/>
          <p:cNvSpPr>
            <a:spLocks noChangeArrowheads="1"/>
          </p:cNvSpPr>
          <p:nvPr/>
        </p:nvSpPr>
        <p:spPr bwMode="auto">
          <a:xfrm>
            <a:off x="8155252" y="4629150"/>
            <a:ext cx="1076590" cy="338138"/>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p>
        </p:txBody>
      </p:sp>
      <p:sp>
        <p:nvSpPr>
          <p:cNvPr id="315441" name="Rectangle 48"/>
          <p:cNvSpPr>
            <a:spLocks noChangeArrowheads="1"/>
          </p:cNvSpPr>
          <p:nvPr/>
        </p:nvSpPr>
        <p:spPr bwMode="auto">
          <a:xfrm>
            <a:off x="7618677" y="4672014"/>
            <a:ext cx="536575" cy="255587"/>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p>
        </p:txBody>
      </p:sp>
      <p:sp>
        <p:nvSpPr>
          <p:cNvPr id="315442" name="Rectangle 49"/>
          <p:cNvSpPr>
            <a:spLocks noChangeArrowheads="1"/>
          </p:cNvSpPr>
          <p:nvPr/>
        </p:nvSpPr>
        <p:spPr bwMode="auto">
          <a:xfrm>
            <a:off x="1699155" y="4672014"/>
            <a:ext cx="753269" cy="255587"/>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p>
        </p:txBody>
      </p:sp>
      <p:sp>
        <p:nvSpPr>
          <p:cNvPr id="315443" name="Text Box 50"/>
          <p:cNvSpPr txBox="1">
            <a:spLocks noChangeArrowheads="1"/>
          </p:cNvSpPr>
          <p:nvPr/>
        </p:nvSpPr>
        <p:spPr bwMode="auto">
          <a:xfrm>
            <a:off x="1697435" y="4903789"/>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15444" name="Text Box 51"/>
          <p:cNvSpPr txBox="1">
            <a:spLocks noChangeArrowheads="1"/>
          </p:cNvSpPr>
          <p:nvPr/>
        </p:nvSpPr>
        <p:spPr bwMode="auto">
          <a:xfrm>
            <a:off x="7419182" y="4903789"/>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15445" name="Line 52"/>
          <p:cNvSpPr>
            <a:spLocks noChangeShapeType="1"/>
          </p:cNvSpPr>
          <p:nvPr/>
        </p:nvSpPr>
        <p:spPr bwMode="auto">
          <a:xfrm flipH="1">
            <a:off x="2452423" y="5411788"/>
            <a:ext cx="5166254" cy="0"/>
          </a:xfrm>
          <a:prstGeom prst="line">
            <a:avLst/>
          </a:prstGeom>
          <a:noFill/>
          <a:ln w="57150">
            <a:solidFill>
              <a:schemeClr val="hlink"/>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15446" name="Rectangle 53"/>
          <p:cNvSpPr>
            <a:spLocks noChangeArrowheads="1"/>
          </p:cNvSpPr>
          <p:nvPr/>
        </p:nvSpPr>
        <p:spPr bwMode="auto">
          <a:xfrm>
            <a:off x="624286" y="5240339"/>
            <a:ext cx="1074869" cy="338137"/>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p>
        </p:txBody>
      </p:sp>
      <p:sp>
        <p:nvSpPr>
          <p:cNvPr id="315447" name="Rectangle 54"/>
          <p:cNvSpPr>
            <a:spLocks noChangeArrowheads="1"/>
          </p:cNvSpPr>
          <p:nvPr/>
        </p:nvSpPr>
        <p:spPr bwMode="auto">
          <a:xfrm>
            <a:off x="3529012" y="5283200"/>
            <a:ext cx="2904729" cy="255588"/>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DHCPACK</a:t>
            </a:r>
          </a:p>
        </p:txBody>
      </p:sp>
      <p:sp>
        <p:nvSpPr>
          <p:cNvPr id="315448" name="Rectangle 55"/>
          <p:cNvSpPr>
            <a:spLocks noChangeArrowheads="1"/>
          </p:cNvSpPr>
          <p:nvPr/>
        </p:nvSpPr>
        <p:spPr bwMode="auto">
          <a:xfrm>
            <a:off x="8155252" y="5240339"/>
            <a:ext cx="1076590" cy="338137"/>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p>
        </p:txBody>
      </p:sp>
      <p:sp>
        <p:nvSpPr>
          <p:cNvPr id="315449" name="Rectangle 56"/>
          <p:cNvSpPr>
            <a:spLocks noChangeArrowheads="1"/>
          </p:cNvSpPr>
          <p:nvPr/>
        </p:nvSpPr>
        <p:spPr bwMode="auto">
          <a:xfrm>
            <a:off x="7618677" y="5283200"/>
            <a:ext cx="536575" cy="255588"/>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p>
        </p:txBody>
      </p:sp>
      <p:sp>
        <p:nvSpPr>
          <p:cNvPr id="315450" name="Rectangle 57"/>
          <p:cNvSpPr>
            <a:spLocks noChangeArrowheads="1"/>
          </p:cNvSpPr>
          <p:nvPr/>
        </p:nvSpPr>
        <p:spPr bwMode="auto">
          <a:xfrm>
            <a:off x="1699155" y="5283200"/>
            <a:ext cx="753269" cy="255588"/>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p>
        </p:txBody>
      </p:sp>
      <p:sp>
        <p:nvSpPr>
          <p:cNvPr id="315451" name="Text Box 58"/>
          <p:cNvSpPr txBox="1">
            <a:spLocks noChangeArrowheads="1"/>
          </p:cNvSpPr>
          <p:nvPr/>
        </p:nvSpPr>
        <p:spPr bwMode="auto">
          <a:xfrm>
            <a:off x="1697435" y="5514976"/>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15452" name="Text Box 59"/>
          <p:cNvSpPr txBox="1">
            <a:spLocks noChangeArrowheads="1"/>
          </p:cNvSpPr>
          <p:nvPr/>
        </p:nvSpPr>
        <p:spPr bwMode="auto">
          <a:xfrm>
            <a:off x="7419182" y="5514976"/>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15453" name="Line 60"/>
          <p:cNvSpPr>
            <a:spLocks noChangeShapeType="1"/>
          </p:cNvSpPr>
          <p:nvPr/>
        </p:nvSpPr>
        <p:spPr bwMode="auto">
          <a:xfrm>
            <a:off x="2454143" y="6256338"/>
            <a:ext cx="5164534" cy="0"/>
          </a:xfrm>
          <a:prstGeom prst="line">
            <a:avLst/>
          </a:prstGeom>
          <a:noFill/>
          <a:ln w="5715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15454" name="Rectangle 61"/>
          <p:cNvSpPr>
            <a:spLocks noChangeArrowheads="1"/>
          </p:cNvSpPr>
          <p:nvPr/>
        </p:nvSpPr>
        <p:spPr bwMode="auto">
          <a:xfrm>
            <a:off x="624285" y="6086475"/>
            <a:ext cx="1076590" cy="338138"/>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p>
        </p:txBody>
      </p:sp>
      <p:sp>
        <p:nvSpPr>
          <p:cNvPr id="315455" name="Rectangle 62"/>
          <p:cNvSpPr>
            <a:spLocks noChangeArrowheads="1"/>
          </p:cNvSpPr>
          <p:nvPr/>
        </p:nvSpPr>
        <p:spPr bwMode="auto">
          <a:xfrm>
            <a:off x="3529012" y="6129338"/>
            <a:ext cx="2904729" cy="254000"/>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DHCPRELEASE</a:t>
            </a:r>
          </a:p>
        </p:txBody>
      </p:sp>
      <p:sp>
        <p:nvSpPr>
          <p:cNvPr id="315456" name="Rectangle 63"/>
          <p:cNvSpPr>
            <a:spLocks noChangeArrowheads="1"/>
          </p:cNvSpPr>
          <p:nvPr/>
        </p:nvSpPr>
        <p:spPr bwMode="auto">
          <a:xfrm>
            <a:off x="8155252" y="6086475"/>
            <a:ext cx="1076590" cy="338138"/>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p>
        </p:txBody>
      </p:sp>
      <p:sp>
        <p:nvSpPr>
          <p:cNvPr id="315457" name="Rectangle 64"/>
          <p:cNvSpPr>
            <a:spLocks noChangeArrowheads="1"/>
          </p:cNvSpPr>
          <p:nvPr/>
        </p:nvSpPr>
        <p:spPr bwMode="auto">
          <a:xfrm>
            <a:off x="7618677" y="6129338"/>
            <a:ext cx="536575" cy="254000"/>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p>
        </p:txBody>
      </p:sp>
      <p:sp>
        <p:nvSpPr>
          <p:cNvPr id="315458" name="Rectangle 65"/>
          <p:cNvSpPr>
            <a:spLocks noChangeArrowheads="1"/>
          </p:cNvSpPr>
          <p:nvPr/>
        </p:nvSpPr>
        <p:spPr bwMode="auto">
          <a:xfrm>
            <a:off x="1700875" y="6129338"/>
            <a:ext cx="753269" cy="254000"/>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p>
        </p:txBody>
      </p:sp>
      <p:sp>
        <p:nvSpPr>
          <p:cNvPr id="315459" name="Text Box 66"/>
          <p:cNvSpPr txBox="1">
            <a:spLocks noChangeArrowheads="1"/>
          </p:cNvSpPr>
          <p:nvPr/>
        </p:nvSpPr>
        <p:spPr bwMode="auto">
          <a:xfrm>
            <a:off x="1697435" y="6361114"/>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15460" name="Text Box 67"/>
          <p:cNvSpPr txBox="1">
            <a:spLocks noChangeArrowheads="1"/>
          </p:cNvSpPr>
          <p:nvPr/>
        </p:nvSpPr>
        <p:spPr bwMode="auto">
          <a:xfrm>
            <a:off x="7419182" y="6361114"/>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15461" name="Rectangle 68"/>
          <p:cNvSpPr>
            <a:spLocks noChangeArrowheads="1"/>
          </p:cNvSpPr>
          <p:nvPr/>
        </p:nvSpPr>
        <p:spPr bwMode="auto">
          <a:xfrm>
            <a:off x="8155252" y="936625"/>
            <a:ext cx="1076590" cy="338138"/>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p>
        </p:txBody>
      </p:sp>
      <p:sp>
        <p:nvSpPr>
          <p:cNvPr id="315462" name="Rectangle 69"/>
          <p:cNvSpPr>
            <a:spLocks noChangeArrowheads="1"/>
          </p:cNvSpPr>
          <p:nvPr/>
        </p:nvSpPr>
        <p:spPr bwMode="auto">
          <a:xfrm>
            <a:off x="7618677" y="977900"/>
            <a:ext cx="536575" cy="254000"/>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p>
        </p:txBody>
      </p:sp>
      <p:sp>
        <p:nvSpPr>
          <p:cNvPr id="315463" name="Text Box 70"/>
          <p:cNvSpPr txBox="1">
            <a:spLocks noChangeArrowheads="1"/>
          </p:cNvSpPr>
          <p:nvPr/>
        </p:nvSpPr>
        <p:spPr bwMode="auto">
          <a:xfrm>
            <a:off x="7419182" y="1209676"/>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15464" name="Text Box 71"/>
          <p:cNvSpPr txBox="1">
            <a:spLocks noChangeArrowheads="1"/>
          </p:cNvSpPr>
          <p:nvPr/>
        </p:nvSpPr>
        <p:spPr bwMode="auto">
          <a:xfrm>
            <a:off x="6218766" y="692151"/>
            <a:ext cx="12105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000" b="1">
                <a:solidFill>
                  <a:srgbClr val="000099"/>
                </a:solidFill>
                <a:latin typeface="Arial" panose="020B0604020202020204" pitchFamily="34" charset="0"/>
                <a:ea typeface="黑体" panose="02010609060101010101" pitchFamily="2" charset="-122"/>
              </a:rPr>
              <a:t>被动打开</a:t>
            </a:r>
          </a:p>
        </p:txBody>
      </p:sp>
      <p:sp>
        <p:nvSpPr>
          <p:cNvPr id="315465" name="Text Box 72"/>
          <p:cNvSpPr txBox="1">
            <a:spLocks noChangeArrowheads="1"/>
          </p:cNvSpPr>
          <p:nvPr/>
        </p:nvSpPr>
        <p:spPr bwMode="auto">
          <a:xfrm>
            <a:off x="9237002" y="820738"/>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p>
        </p:txBody>
      </p:sp>
      <p:sp>
        <p:nvSpPr>
          <p:cNvPr id="315466" name="Text Box 73"/>
          <p:cNvSpPr txBox="1">
            <a:spLocks noChangeArrowheads="1"/>
          </p:cNvSpPr>
          <p:nvPr/>
        </p:nvSpPr>
        <p:spPr bwMode="auto">
          <a:xfrm>
            <a:off x="85990" y="1435101"/>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p>
        </p:txBody>
      </p:sp>
      <p:sp>
        <p:nvSpPr>
          <p:cNvPr id="315467" name="Text Box 74"/>
          <p:cNvSpPr txBox="1">
            <a:spLocks noChangeArrowheads="1"/>
          </p:cNvSpPr>
          <p:nvPr/>
        </p:nvSpPr>
        <p:spPr bwMode="auto">
          <a:xfrm>
            <a:off x="9237002" y="2057401"/>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p>
        </p:txBody>
      </p:sp>
      <p:sp>
        <p:nvSpPr>
          <p:cNvPr id="315468" name="Text Box 75"/>
          <p:cNvSpPr txBox="1">
            <a:spLocks noChangeArrowheads="1"/>
          </p:cNvSpPr>
          <p:nvPr/>
        </p:nvSpPr>
        <p:spPr bwMode="auto">
          <a:xfrm>
            <a:off x="85990" y="2654301"/>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p>
        </p:txBody>
      </p:sp>
      <p:sp>
        <p:nvSpPr>
          <p:cNvPr id="315469" name="Text Box 76"/>
          <p:cNvSpPr txBox="1">
            <a:spLocks noChangeArrowheads="1"/>
          </p:cNvSpPr>
          <p:nvPr/>
        </p:nvSpPr>
        <p:spPr bwMode="auto">
          <a:xfrm>
            <a:off x="9231842" y="3278188"/>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p>
        </p:txBody>
      </p:sp>
      <p:sp>
        <p:nvSpPr>
          <p:cNvPr id="315470" name="Text Box 77"/>
          <p:cNvSpPr txBox="1">
            <a:spLocks noChangeArrowheads="1"/>
          </p:cNvSpPr>
          <p:nvPr/>
        </p:nvSpPr>
        <p:spPr bwMode="auto">
          <a:xfrm>
            <a:off x="85990" y="3902076"/>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p>
        </p:txBody>
      </p:sp>
      <p:sp>
        <p:nvSpPr>
          <p:cNvPr id="315471" name="Text Box 78"/>
          <p:cNvSpPr txBox="1">
            <a:spLocks noChangeArrowheads="1"/>
          </p:cNvSpPr>
          <p:nvPr/>
        </p:nvSpPr>
        <p:spPr bwMode="auto">
          <a:xfrm>
            <a:off x="9231842" y="4486276"/>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p>
        </p:txBody>
      </p:sp>
      <p:sp>
        <p:nvSpPr>
          <p:cNvPr id="315472" name="Text Box 79"/>
          <p:cNvSpPr txBox="1">
            <a:spLocks noChangeArrowheads="1"/>
          </p:cNvSpPr>
          <p:nvPr/>
        </p:nvSpPr>
        <p:spPr bwMode="auto">
          <a:xfrm>
            <a:off x="9231842" y="5110163"/>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p>
        </p:txBody>
      </p:sp>
      <p:sp>
        <p:nvSpPr>
          <p:cNvPr id="315473" name="Text Box 80"/>
          <p:cNvSpPr txBox="1">
            <a:spLocks noChangeArrowheads="1"/>
          </p:cNvSpPr>
          <p:nvPr/>
        </p:nvSpPr>
        <p:spPr bwMode="auto">
          <a:xfrm rot="-5400000">
            <a:off x="4385625" y="5480734"/>
            <a:ext cx="6463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b="1">
                <a:solidFill>
                  <a:srgbClr val="000099"/>
                </a:solidFill>
                <a:latin typeface="Arial" panose="020B0604020202020204" pitchFamily="34" charset="0"/>
                <a:ea typeface="黑体" panose="02010609060101010101" pitchFamily="2" charset="-122"/>
              </a:rPr>
              <a:t>…</a:t>
            </a:r>
          </a:p>
        </p:txBody>
      </p:sp>
      <p:sp>
        <p:nvSpPr>
          <p:cNvPr id="315474" name="Text Box 81"/>
          <p:cNvSpPr txBox="1">
            <a:spLocks noChangeArrowheads="1"/>
          </p:cNvSpPr>
          <p:nvPr/>
        </p:nvSpPr>
        <p:spPr bwMode="auto">
          <a:xfrm>
            <a:off x="85990" y="5892801"/>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p>
        </p:txBody>
      </p:sp>
      <p:sp>
        <p:nvSpPr>
          <p:cNvPr id="315475" name="Rectangle 83"/>
          <p:cNvSpPr>
            <a:spLocks noChangeArrowheads="1"/>
          </p:cNvSpPr>
          <p:nvPr/>
        </p:nvSpPr>
        <p:spPr bwMode="auto">
          <a:xfrm>
            <a:off x="0" y="4622800"/>
            <a:ext cx="9906000" cy="2235200"/>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zh-CN" sz="2800" b="1">
              <a:solidFill>
                <a:srgbClr val="000099"/>
              </a:solidFill>
            </a:endParaRPr>
          </a:p>
        </p:txBody>
      </p:sp>
      <p:sp>
        <p:nvSpPr>
          <p:cNvPr id="315476" name="Text Box 85"/>
          <p:cNvSpPr txBox="1">
            <a:spLocks noChangeArrowheads="1"/>
          </p:cNvSpPr>
          <p:nvPr/>
        </p:nvSpPr>
        <p:spPr bwMode="auto">
          <a:xfrm>
            <a:off x="507339" y="4941888"/>
            <a:ext cx="9126934" cy="1382712"/>
          </a:xfrm>
          <a:prstGeom prst="rect">
            <a:avLst/>
          </a:prstGeom>
          <a:solidFill>
            <a:srgbClr val="FFFF99"/>
          </a:solidFill>
          <a:ln w="9525">
            <a:solidFill>
              <a:srgbClr val="33339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algn="just" eaLnBrk="1" hangingPunct="1"/>
            <a:r>
              <a:rPr lang="en-US" altLang="zh-CN" sz="2800" b="1" dirty="0">
                <a:solidFill>
                  <a:srgbClr val="000099"/>
                </a:solidFill>
                <a:latin typeface="Arial" panose="020B0604020202020204" pitchFamily="34" charset="0"/>
                <a:ea typeface="黑体" panose="02010609060101010101" pitchFamily="2" charset="-122"/>
              </a:rPr>
              <a:t>DHCP</a:t>
            </a:r>
            <a:r>
              <a:rPr lang="en-US" altLang="zh-CN" sz="2000" b="1" dirty="0">
                <a:solidFill>
                  <a:srgbClr val="000099"/>
                </a:solidFill>
                <a:latin typeface="Arial" panose="020B0604020202020204" pitchFamily="34" charset="0"/>
                <a:ea typeface="黑体" panose="02010609060101010101" pitchFamily="2" charset="-122"/>
              </a:rPr>
              <a:t> </a:t>
            </a:r>
            <a:r>
              <a:rPr lang="zh-CN" altLang="en-US" sz="2800" b="1" dirty="0">
                <a:solidFill>
                  <a:srgbClr val="000099"/>
                </a:solidFill>
                <a:latin typeface="Arial" panose="020B0604020202020204" pitchFamily="34" charset="0"/>
                <a:ea typeface="黑体" panose="02010609060101010101" pitchFamily="2" charset="-122"/>
              </a:rPr>
              <a:t>客户现在要根据</a:t>
            </a:r>
            <a:r>
              <a:rPr lang="zh-CN" altLang="en-US" sz="2800" b="1" dirty="0">
                <a:solidFill>
                  <a:srgbClr val="FF0000"/>
                </a:solidFill>
                <a:latin typeface="Arial" panose="020B0604020202020204" pitchFamily="34" charset="0"/>
                <a:ea typeface="黑体" panose="02010609060101010101" pitchFamily="2" charset="-122"/>
              </a:rPr>
              <a:t>服务器</a:t>
            </a:r>
            <a:r>
              <a:rPr lang="zh-CN" altLang="en-US" sz="2800" b="1" dirty="0">
                <a:solidFill>
                  <a:srgbClr val="000099"/>
                </a:solidFill>
                <a:latin typeface="Arial" panose="020B0604020202020204" pitchFamily="34" charset="0"/>
                <a:ea typeface="黑体" panose="02010609060101010101" pitchFamily="2" charset="-122"/>
              </a:rPr>
              <a:t>提供的</a:t>
            </a:r>
            <a:r>
              <a:rPr lang="zh-CN" altLang="en-US" sz="2800" b="1" dirty="0">
                <a:solidFill>
                  <a:srgbClr val="FF0000"/>
                </a:solidFill>
                <a:latin typeface="Arial" panose="020B0604020202020204" pitchFamily="34" charset="0"/>
                <a:ea typeface="黑体" panose="02010609060101010101" pitchFamily="2" charset="-122"/>
              </a:rPr>
              <a:t>租用期</a:t>
            </a:r>
            <a:r>
              <a:rPr lang="zh-CN" altLang="en-US" sz="1600" b="1" dirty="0">
                <a:solidFill>
                  <a:srgbClr val="FF0000"/>
                </a:solidFill>
                <a:latin typeface="Arial" panose="020B0604020202020204" pitchFamily="34" charset="0"/>
                <a:ea typeface="黑体" panose="02010609060101010101" pitchFamily="2" charset="-122"/>
              </a:rPr>
              <a:t> </a:t>
            </a:r>
            <a:r>
              <a:rPr lang="en-US" altLang="zh-CN" sz="2800" b="1" dirty="0">
                <a:solidFill>
                  <a:srgbClr val="FF0000"/>
                </a:solidFill>
                <a:latin typeface="Arial" panose="020B0604020202020204" pitchFamily="34" charset="0"/>
                <a:ea typeface="黑体" panose="02010609060101010101" pitchFamily="2" charset="-122"/>
              </a:rPr>
              <a:t>T</a:t>
            </a:r>
            <a:r>
              <a:rPr lang="en-US" altLang="zh-CN" sz="1600" b="1" dirty="0">
                <a:solidFill>
                  <a:srgbClr val="FF0000"/>
                </a:solidFill>
                <a:latin typeface="Arial" panose="020B0604020202020204" pitchFamily="34" charset="0"/>
                <a:ea typeface="黑体" panose="02010609060101010101" pitchFamily="2" charset="-122"/>
              </a:rPr>
              <a:t> </a:t>
            </a:r>
            <a:r>
              <a:rPr lang="zh-CN" altLang="en-US" sz="2800" b="1" dirty="0">
                <a:solidFill>
                  <a:srgbClr val="000099"/>
                </a:solidFill>
                <a:latin typeface="Arial" panose="020B0604020202020204" pitchFamily="34" charset="0"/>
                <a:ea typeface="黑体" panose="02010609060101010101" pitchFamily="2" charset="-122"/>
              </a:rPr>
              <a:t>设置两个计时器</a:t>
            </a:r>
            <a:r>
              <a:rPr lang="zh-CN" altLang="en-US" sz="1600" b="1" dirty="0">
                <a:solidFill>
                  <a:srgbClr val="000099"/>
                </a:solidFill>
                <a:latin typeface="Arial" panose="020B0604020202020204" pitchFamily="34" charset="0"/>
                <a:ea typeface="黑体" panose="02010609060101010101" pitchFamily="2" charset="-122"/>
              </a:rPr>
              <a:t> </a:t>
            </a:r>
            <a:r>
              <a:rPr lang="en-US" altLang="zh-CN" sz="2800" b="1" dirty="0">
                <a:solidFill>
                  <a:srgbClr val="000099"/>
                </a:solidFill>
                <a:latin typeface="Arial" panose="020B0604020202020204" pitchFamily="34" charset="0"/>
                <a:ea typeface="黑体" panose="02010609060101010101" pitchFamily="2" charset="-122"/>
              </a:rPr>
              <a:t>T</a:t>
            </a:r>
            <a:r>
              <a:rPr lang="en-US" altLang="zh-CN" sz="2800" b="1" baseline="-25000" dirty="0">
                <a:solidFill>
                  <a:srgbClr val="000099"/>
                </a:solidFill>
                <a:latin typeface="Arial" panose="020B0604020202020204" pitchFamily="34" charset="0"/>
                <a:ea typeface="黑体" panose="02010609060101010101" pitchFamily="2" charset="-122"/>
              </a:rPr>
              <a:t>1</a:t>
            </a:r>
            <a:r>
              <a:rPr lang="en-US" altLang="zh-CN" sz="1600" b="1" dirty="0">
                <a:solidFill>
                  <a:srgbClr val="000099"/>
                </a:solidFill>
                <a:latin typeface="Arial" panose="020B0604020202020204" pitchFamily="34" charset="0"/>
                <a:ea typeface="黑体" panose="02010609060101010101" pitchFamily="2" charset="-122"/>
              </a:rPr>
              <a:t> </a:t>
            </a:r>
            <a:r>
              <a:rPr lang="zh-CN" altLang="en-US" sz="2800" b="1" dirty="0">
                <a:solidFill>
                  <a:srgbClr val="000099"/>
                </a:solidFill>
                <a:latin typeface="Arial" panose="020B0604020202020204" pitchFamily="34" charset="0"/>
                <a:ea typeface="黑体" panose="02010609060101010101" pitchFamily="2" charset="-122"/>
              </a:rPr>
              <a:t>和</a:t>
            </a:r>
            <a:r>
              <a:rPr lang="zh-CN" altLang="en-US" sz="700" b="1" dirty="0">
                <a:solidFill>
                  <a:srgbClr val="000099"/>
                </a:solidFill>
                <a:latin typeface="Arial" panose="020B0604020202020204" pitchFamily="34" charset="0"/>
                <a:ea typeface="黑体" panose="02010609060101010101" pitchFamily="2" charset="-122"/>
              </a:rPr>
              <a:t> </a:t>
            </a:r>
            <a:r>
              <a:rPr lang="en-US" altLang="zh-CN" sz="2800" b="1" dirty="0">
                <a:solidFill>
                  <a:srgbClr val="000099"/>
                </a:solidFill>
                <a:latin typeface="Arial" panose="020B0604020202020204" pitchFamily="34" charset="0"/>
                <a:ea typeface="黑体" panose="02010609060101010101" pitchFamily="2" charset="-122"/>
              </a:rPr>
              <a:t>T</a:t>
            </a:r>
            <a:r>
              <a:rPr lang="en-US" altLang="zh-CN" sz="2800" b="1" baseline="-25000" dirty="0">
                <a:solidFill>
                  <a:srgbClr val="000099"/>
                </a:solidFill>
                <a:latin typeface="Arial" panose="020B0604020202020204" pitchFamily="34" charset="0"/>
                <a:ea typeface="黑体" panose="02010609060101010101" pitchFamily="2" charset="-122"/>
              </a:rPr>
              <a:t>2</a:t>
            </a:r>
            <a:r>
              <a:rPr lang="zh-CN" altLang="en-US" sz="2800" b="1" dirty="0">
                <a:solidFill>
                  <a:srgbClr val="000099"/>
                </a:solidFill>
                <a:latin typeface="Arial" panose="020B0604020202020204" pitchFamily="34" charset="0"/>
                <a:ea typeface="黑体" panose="02010609060101010101" pitchFamily="2" charset="-122"/>
              </a:rPr>
              <a:t>，它们的超时时间分别是</a:t>
            </a:r>
            <a:r>
              <a:rPr lang="zh-CN" altLang="en-US" sz="1400" b="1" dirty="0">
                <a:solidFill>
                  <a:srgbClr val="000099"/>
                </a:solidFill>
                <a:latin typeface="Arial" panose="020B0604020202020204" pitchFamily="34" charset="0"/>
                <a:ea typeface="黑体" panose="02010609060101010101" pitchFamily="2" charset="-122"/>
              </a:rPr>
              <a:t> </a:t>
            </a:r>
            <a:r>
              <a:rPr lang="en-US" altLang="zh-CN" sz="2800" b="1" dirty="0">
                <a:solidFill>
                  <a:srgbClr val="000099"/>
                </a:solidFill>
                <a:latin typeface="Arial" panose="020B0604020202020204" pitchFamily="34" charset="0"/>
                <a:ea typeface="黑体" panose="02010609060101010101" pitchFamily="2" charset="-122"/>
              </a:rPr>
              <a:t>0.5T </a:t>
            </a:r>
            <a:r>
              <a:rPr lang="zh-CN" altLang="en-US" sz="2800" b="1" dirty="0">
                <a:solidFill>
                  <a:srgbClr val="000099"/>
                </a:solidFill>
                <a:latin typeface="Arial" panose="020B0604020202020204" pitchFamily="34" charset="0"/>
                <a:ea typeface="黑体" panose="02010609060101010101" pitchFamily="2" charset="-122"/>
              </a:rPr>
              <a:t>和 </a:t>
            </a:r>
            <a:r>
              <a:rPr lang="en-US" altLang="zh-CN" sz="2800" b="1" dirty="0">
                <a:solidFill>
                  <a:srgbClr val="000099"/>
                </a:solidFill>
                <a:latin typeface="Arial" panose="020B0604020202020204" pitchFamily="34" charset="0"/>
                <a:ea typeface="黑体" panose="02010609060101010101" pitchFamily="2" charset="-122"/>
              </a:rPr>
              <a:t>0.875T</a:t>
            </a:r>
            <a:r>
              <a:rPr lang="zh-CN" altLang="en-US" sz="2800" b="1" dirty="0">
                <a:solidFill>
                  <a:srgbClr val="000099"/>
                </a:solidFill>
                <a:latin typeface="Arial" panose="020B0604020202020204" pitchFamily="34" charset="0"/>
                <a:ea typeface="黑体" panose="02010609060101010101" pitchFamily="2" charset="-122"/>
              </a:rPr>
              <a:t>。当超时时间到就要请求</a:t>
            </a:r>
            <a:r>
              <a:rPr lang="zh-CN" altLang="en-US" sz="2800" b="1" dirty="0">
                <a:solidFill>
                  <a:srgbClr val="FF0000"/>
                </a:solidFill>
                <a:latin typeface="Arial" panose="020B0604020202020204" pitchFamily="34" charset="0"/>
                <a:ea typeface="黑体" panose="02010609060101010101" pitchFamily="2" charset="-122"/>
              </a:rPr>
              <a:t>更新租用期</a:t>
            </a:r>
            <a:r>
              <a:rPr lang="zh-CN" altLang="en-US" sz="2800" b="1" dirty="0">
                <a:solidFill>
                  <a:srgbClr val="000099"/>
                </a:solidFill>
                <a:latin typeface="Arial" panose="020B0604020202020204" pitchFamily="34" charset="0"/>
                <a:ea typeface="黑体" panose="02010609060101010101" pitchFamily="2" charset="-122"/>
              </a:rPr>
              <a:t>。</a:t>
            </a:r>
          </a:p>
        </p:txBody>
      </p:sp>
      <p:sp>
        <p:nvSpPr>
          <p:cNvPr id="85" name="Rectangle 2"/>
          <p:cNvSpPr txBox="1">
            <a:spLocks noChangeArrowheads="1"/>
          </p:cNvSpPr>
          <p:nvPr/>
        </p:nvSpPr>
        <p:spPr bwMode="auto">
          <a:xfrm>
            <a:off x="704528" y="188913"/>
            <a:ext cx="8442325" cy="539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l" rtl="0" eaLnBrk="1" fontAlgn="base" hangingPunct="1">
              <a:spcBef>
                <a:spcPct val="0"/>
              </a:spcBef>
              <a:spcAft>
                <a:spcPct val="0"/>
              </a:spcAft>
              <a:defRPr lang="zh-CN" altLang="en-US" sz="4400" b="1" smtClean="0">
                <a:solidFill>
                  <a:srgbClr val="333399"/>
                </a:solidFill>
                <a:latin typeface="+mj-lt"/>
                <a:ea typeface="+mj-ea"/>
                <a:cs typeface="+mj-cs"/>
              </a:defRPr>
            </a:lvl1pPr>
            <a:lvl2pPr algn="l" rtl="0" eaLnBrk="1" fontAlgn="base" hangingPunct="1">
              <a:spcBef>
                <a:spcPct val="0"/>
              </a:spcBef>
              <a:spcAft>
                <a:spcPct val="0"/>
              </a:spcAft>
              <a:defRPr sz="4400">
                <a:solidFill>
                  <a:srgbClr val="333399"/>
                </a:solidFill>
                <a:latin typeface="Arial" panose="020B0604020202020204" pitchFamily="34" charset="0"/>
                <a:ea typeface="黑体" panose="02010609060101010101" pitchFamily="2" charset="-122"/>
              </a:defRPr>
            </a:lvl2pPr>
            <a:lvl3pPr algn="l" rtl="0" eaLnBrk="1" fontAlgn="base" hangingPunct="1">
              <a:spcBef>
                <a:spcPct val="0"/>
              </a:spcBef>
              <a:spcAft>
                <a:spcPct val="0"/>
              </a:spcAft>
              <a:defRPr sz="4400">
                <a:solidFill>
                  <a:srgbClr val="333399"/>
                </a:solidFill>
                <a:latin typeface="Arial" panose="020B0604020202020204" pitchFamily="34" charset="0"/>
                <a:ea typeface="黑体" panose="02010609060101010101" pitchFamily="2" charset="-122"/>
              </a:defRPr>
            </a:lvl3pPr>
            <a:lvl4pPr algn="l" rtl="0" eaLnBrk="1" fontAlgn="base" hangingPunct="1">
              <a:spcBef>
                <a:spcPct val="0"/>
              </a:spcBef>
              <a:spcAft>
                <a:spcPct val="0"/>
              </a:spcAft>
              <a:defRPr sz="4400">
                <a:solidFill>
                  <a:srgbClr val="333399"/>
                </a:solidFill>
                <a:latin typeface="Arial" panose="020B0604020202020204" pitchFamily="34" charset="0"/>
                <a:ea typeface="黑体" panose="02010609060101010101" pitchFamily="2" charset="-122"/>
              </a:defRPr>
            </a:lvl4pPr>
            <a:lvl5pPr algn="l" rtl="0" eaLnBrk="1" fontAlgn="base" hangingPunct="1">
              <a:spcBef>
                <a:spcPct val="0"/>
              </a:spcBef>
              <a:spcAft>
                <a:spcPct val="0"/>
              </a:spcAft>
              <a:defRPr sz="4400">
                <a:solidFill>
                  <a:srgbClr val="333399"/>
                </a:solidFill>
                <a:latin typeface="Arial" panose="020B0604020202020204" pitchFamily="34" charset="0"/>
                <a:ea typeface="黑体" panose="02010609060101010101" pitchFamily="2" charset="-122"/>
              </a:defRPr>
            </a:lvl5pPr>
            <a:lvl6pPr marL="457200" algn="l" rtl="0" eaLnBrk="1" fontAlgn="base" hangingPunct="1">
              <a:spcBef>
                <a:spcPct val="0"/>
              </a:spcBef>
              <a:spcAft>
                <a:spcPct val="0"/>
              </a:spcAft>
              <a:defRPr sz="4400">
                <a:solidFill>
                  <a:srgbClr val="333399"/>
                </a:solidFill>
                <a:latin typeface="Arial" panose="020B0604020202020204" pitchFamily="34" charset="0"/>
                <a:ea typeface="黑体" panose="02010609060101010101" pitchFamily="2" charset="-122"/>
              </a:defRPr>
            </a:lvl6pPr>
            <a:lvl7pPr marL="914400" algn="l" rtl="0" eaLnBrk="1" fontAlgn="base" hangingPunct="1">
              <a:spcBef>
                <a:spcPct val="0"/>
              </a:spcBef>
              <a:spcAft>
                <a:spcPct val="0"/>
              </a:spcAft>
              <a:defRPr sz="4400">
                <a:solidFill>
                  <a:srgbClr val="333399"/>
                </a:solidFill>
                <a:latin typeface="Arial" panose="020B0604020202020204" pitchFamily="34" charset="0"/>
                <a:ea typeface="黑体" panose="02010609060101010101" pitchFamily="2" charset="-122"/>
              </a:defRPr>
            </a:lvl7pPr>
            <a:lvl8pPr marL="1371600" algn="l" rtl="0" eaLnBrk="1" fontAlgn="base" hangingPunct="1">
              <a:spcBef>
                <a:spcPct val="0"/>
              </a:spcBef>
              <a:spcAft>
                <a:spcPct val="0"/>
              </a:spcAft>
              <a:defRPr sz="4400">
                <a:solidFill>
                  <a:srgbClr val="333399"/>
                </a:solidFill>
                <a:latin typeface="Arial" panose="020B0604020202020204" pitchFamily="34" charset="0"/>
                <a:ea typeface="黑体" panose="02010609060101010101" pitchFamily="2" charset="-122"/>
              </a:defRPr>
            </a:lvl8pPr>
            <a:lvl9pPr marL="1828800" algn="l" rtl="0" eaLnBrk="1" fontAlgn="base" hangingPunct="1">
              <a:spcBef>
                <a:spcPct val="0"/>
              </a:spcBef>
              <a:spcAft>
                <a:spcPct val="0"/>
              </a:spcAft>
              <a:defRPr sz="4400">
                <a:solidFill>
                  <a:srgbClr val="333399"/>
                </a:solidFill>
                <a:latin typeface="Arial" panose="020B0604020202020204" pitchFamily="34" charset="0"/>
                <a:ea typeface="黑体" panose="02010609060101010101" pitchFamily="2" charset="-122"/>
              </a:defRPr>
            </a:lvl9pPr>
          </a:lstStyle>
          <a:p>
            <a:pPr algn="ctr">
              <a:defRPr/>
            </a:pPr>
            <a:r>
              <a:rPr lang="en-US" altLang="zh-CN" kern="0" dirty="0"/>
              <a:t>DHCP </a:t>
            </a:r>
            <a:r>
              <a:rPr lang="zh-CN" altLang="en-US" kern="0" dirty="0"/>
              <a:t>协议的工作过程 </a:t>
            </a:r>
          </a:p>
        </p:txBody>
      </p:sp>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42" name="页脚占位符 4"/>
          <p:cNvSpPr>
            <a:spLocks noGrp="1"/>
          </p:cNvSpPr>
          <p:nvPr>
            <p:ph type="ftr" sz="quarter" idx="4294967295"/>
          </p:nvPr>
        </p:nvSpPr>
        <p:spPr>
          <a:xfrm>
            <a:off x="3384550" y="6356350"/>
            <a:ext cx="3136900" cy="457200"/>
          </a:xfrm>
          <a:prstGeom prst="rect">
            <a:avLst/>
          </a:prstGeom>
          <a:noFill/>
        </p:spPr>
        <p:txBody>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r>
              <a:rPr lang="zh-CN" altLang="en-US" sz="1400" b="1">
                <a:solidFill>
                  <a:srgbClr val="000099"/>
                </a:solidFill>
              </a:rPr>
              <a:t>课件制作人：谢希仁</a:t>
            </a:r>
          </a:p>
        </p:txBody>
      </p:sp>
      <p:sp>
        <p:nvSpPr>
          <p:cNvPr id="317444" name="Line 3"/>
          <p:cNvSpPr>
            <a:spLocks noChangeShapeType="1"/>
          </p:cNvSpPr>
          <p:nvPr/>
        </p:nvSpPr>
        <p:spPr bwMode="auto">
          <a:xfrm flipH="1">
            <a:off x="6131058" y="1100138"/>
            <a:ext cx="1506538" cy="0"/>
          </a:xfrm>
          <a:prstGeom prst="line">
            <a:avLst/>
          </a:prstGeom>
          <a:noFill/>
          <a:ln w="5715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17445" name="Line 4"/>
          <p:cNvSpPr>
            <a:spLocks noChangeShapeType="1"/>
          </p:cNvSpPr>
          <p:nvPr/>
        </p:nvSpPr>
        <p:spPr bwMode="auto">
          <a:xfrm>
            <a:off x="2454143" y="1747838"/>
            <a:ext cx="5164534" cy="0"/>
          </a:xfrm>
          <a:prstGeom prst="line">
            <a:avLst/>
          </a:prstGeom>
          <a:noFill/>
          <a:ln w="5715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17446" name="Rectangle 5"/>
          <p:cNvSpPr>
            <a:spLocks noChangeArrowheads="1"/>
          </p:cNvSpPr>
          <p:nvPr/>
        </p:nvSpPr>
        <p:spPr bwMode="auto">
          <a:xfrm>
            <a:off x="624285" y="1576388"/>
            <a:ext cx="1076590" cy="341312"/>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p>
        </p:txBody>
      </p:sp>
      <p:sp>
        <p:nvSpPr>
          <p:cNvPr id="317447" name="Rectangle 6"/>
          <p:cNvSpPr>
            <a:spLocks noChangeArrowheads="1"/>
          </p:cNvSpPr>
          <p:nvPr/>
        </p:nvSpPr>
        <p:spPr bwMode="auto">
          <a:xfrm>
            <a:off x="3529012" y="1617664"/>
            <a:ext cx="2904729" cy="257175"/>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DHCPDISCOVER</a:t>
            </a:r>
          </a:p>
        </p:txBody>
      </p:sp>
      <p:sp>
        <p:nvSpPr>
          <p:cNvPr id="317448" name="Rectangle 7"/>
          <p:cNvSpPr>
            <a:spLocks noChangeArrowheads="1"/>
          </p:cNvSpPr>
          <p:nvPr/>
        </p:nvSpPr>
        <p:spPr bwMode="auto">
          <a:xfrm>
            <a:off x="8155252" y="1576388"/>
            <a:ext cx="1076590" cy="341312"/>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p>
        </p:txBody>
      </p:sp>
      <p:sp>
        <p:nvSpPr>
          <p:cNvPr id="317449" name="Rectangle 8"/>
          <p:cNvSpPr>
            <a:spLocks noChangeArrowheads="1"/>
          </p:cNvSpPr>
          <p:nvPr/>
        </p:nvSpPr>
        <p:spPr bwMode="auto">
          <a:xfrm>
            <a:off x="7618677" y="1617664"/>
            <a:ext cx="536575" cy="257175"/>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p>
        </p:txBody>
      </p:sp>
      <p:sp>
        <p:nvSpPr>
          <p:cNvPr id="317450" name="Rectangle 9"/>
          <p:cNvSpPr>
            <a:spLocks noChangeArrowheads="1"/>
          </p:cNvSpPr>
          <p:nvPr/>
        </p:nvSpPr>
        <p:spPr bwMode="auto">
          <a:xfrm>
            <a:off x="1700875" y="1617664"/>
            <a:ext cx="753269" cy="257175"/>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p>
        </p:txBody>
      </p:sp>
      <p:sp>
        <p:nvSpPr>
          <p:cNvPr id="317451" name="Text Box 10"/>
          <p:cNvSpPr txBox="1">
            <a:spLocks noChangeArrowheads="1"/>
          </p:cNvSpPr>
          <p:nvPr/>
        </p:nvSpPr>
        <p:spPr bwMode="auto">
          <a:xfrm>
            <a:off x="1697435" y="1854201"/>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17452" name="Text Box 11"/>
          <p:cNvSpPr txBox="1">
            <a:spLocks noChangeArrowheads="1"/>
          </p:cNvSpPr>
          <p:nvPr/>
        </p:nvSpPr>
        <p:spPr bwMode="auto">
          <a:xfrm>
            <a:off x="7419182" y="1851026"/>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17453" name="Line 12"/>
          <p:cNvSpPr>
            <a:spLocks noChangeShapeType="1"/>
          </p:cNvSpPr>
          <p:nvPr/>
        </p:nvSpPr>
        <p:spPr bwMode="auto">
          <a:xfrm flipH="1">
            <a:off x="2452423" y="2359025"/>
            <a:ext cx="5166254" cy="0"/>
          </a:xfrm>
          <a:prstGeom prst="line">
            <a:avLst/>
          </a:prstGeom>
          <a:noFill/>
          <a:ln w="57150">
            <a:solidFill>
              <a:schemeClr val="hlink"/>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17454" name="Rectangle 13"/>
          <p:cNvSpPr>
            <a:spLocks noChangeArrowheads="1"/>
          </p:cNvSpPr>
          <p:nvPr/>
        </p:nvSpPr>
        <p:spPr bwMode="auto">
          <a:xfrm>
            <a:off x="624286" y="2187576"/>
            <a:ext cx="1074869" cy="339725"/>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p>
        </p:txBody>
      </p:sp>
      <p:sp>
        <p:nvSpPr>
          <p:cNvPr id="317455" name="Rectangle 14"/>
          <p:cNvSpPr>
            <a:spLocks noChangeArrowheads="1"/>
          </p:cNvSpPr>
          <p:nvPr/>
        </p:nvSpPr>
        <p:spPr bwMode="auto">
          <a:xfrm>
            <a:off x="3529012" y="2230439"/>
            <a:ext cx="2904729" cy="255587"/>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DHCPOFFER</a:t>
            </a:r>
          </a:p>
        </p:txBody>
      </p:sp>
      <p:sp>
        <p:nvSpPr>
          <p:cNvPr id="317456" name="Rectangle 15"/>
          <p:cNvSpPr>
            <a:spLocks noChangeArrowheads="1"/>
          </p:cNvSpPr>
          <p:nvPr/>
        </p:nvSpPr>
        <p:spPr bwMode="auto">
          <a:xfrm>
            <a:off x="8155252" y="2187576"/>
            <a:ext cx="1076590" cy="339725"/>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p>
        </p:txBody>
      </p:sp>
      <p:sp>
        <p:nvSpPr>
          <p:cNvPr id="317457" name="Rectangle 16"/>
          <p:cNvSpPr>
            <a:spLocks noChangeArrowheads="1"/>
          </p:cNvSpPr>
          <p:nvPr/>
        </p:nvSpPr>
        <p:spPr bwMode="auto">
          <a:xfrm>
            <a:off x="7618677" y="2230439"/>
            <a:ext cx="536575" cy="255587"/>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p>
        </p:txBody>
      </p:sp>
      <p:sp>
        <p:nvSpPr>
          <p:cNvPr id="317458" name="Rectangle 17"/>
          <p:cNvSpPr>
            <a:spLocks noChangeArrowheads="1"/>
          </p:cNvSpPr>
          <p:nvPr/>
        </p:nvSpPr>
        <p:spPr bwMode="auto">
          <a:xfrm>
            <a:off x="1699155" y="2230439"/>
            <a:ext cx="753269" cy="255587"/>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p>
        </p:txBody>
      </p:sp>
      <p:sp>
        <p:nvSpPr>
          <p:cNvPr id="317459" name="Text Box 18"/>
          <p:cNvSpPr txBox="1">
            <a:spLocks noChangeArrowheads="1"/>
          </p:cNvSpPr>
          <p:nvPr/>
        </p:nvSpPr>
        <p:spPr bwMode="auto">
          <a:xfrm>
            <a:off x="1697435" y="2462214"/>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17460" name="Text Box 19"/>
          <p:cNvSpPr txBox="1">
            <a:spLocks noChangeArrowheads="1"/>
          </p:cNvSpPr>
          <p:nvPr/>
        </p:nvSpPr>
        <p:spPr bwMode="auto">
          <a:xfrm>
            <a:off x="7419182" y="2462214"/>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17461" name="Line 20"/>
          <p:cNvSpPr>
            <a:spLocks noChangeShapeType="1"/>
          </p:cNvSpPr>
          <p:nvPr/>
        </p:nvSpPr>
        <p:spPr bwMode="auto">
          <a:xfrm>
            <a:off x="2454143" y="2968625"/>
            <a:ext cx="5164534" cy="0"/>
          </a:xfrm>
          <a:prstGeom prst="line">
            <a:avLst/>
          </a:prstGeom>
          <a:noFill/>
          <a:ln w="5715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17462" name="Rectangle 21"/>
          <p:cNvSpPr>
            <a:spLocks noChangeArrowheads="1"/>
          </p:cNvSpPr>
          <p:nvPr/>
        </p:nvSpPr>
        <p:spPr bwMode="auto">
          <a:xfrm>
            <a:off x="624285" y="2798763"/>
            <a:ext cx="1076590" cy="341312"/>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p>
        </p:txBody>
      </p:sp>
      <p:sp>
        <p:nvSpPr>
          <p:cNvPr id="317463" name="Rectangle 22"/>
          <p:cNvSpPr>
            <a:spLocks noChangeArrowheads="1"/>
          </p:cNvSpPr>
          <p:nvPr/>
        </p:nvSpPr>
        <p:spPr bwMode="auto">
          <a:xfrm>
            <a:off x="3529012" y="2841625"/>
            <a:ext cx="2904729" cy="255588"/>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DHCPREQUEST</a:t>
            </a:r>
          </a:p>
        </p:txBody>
      </p:sp>
      <p:sp>
        <p:nvSpPr>
          <p:cNvPr id="317464" name="Rectangle 23"/>
          <p:cNvSpPr>
            <a:spLocks noChangeArrowheads="1"/>
          </p:cNvSpPr>
          <p:nvPr/>
        </p:nvSpPr>
        <p:spPr bwMode="auto">
          <a:xfrm>
            <a:off x="8155252" y="2798763"/>
            <a:ext cx="1076590" cy="341312"/>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p>
        </p:txBody>
      </p:sp>
      <p:sp>
        <p:nvSpPr>
          <p:cNvPr id="317465" name="Rectangle 24"/>
          <p:cNvSpPr>
            <a:spLocks noChangeArrowheads="1"/>
          </p:cNvSpPr>
          <p:nvPr/>
        </p:nvSpPr>
        <p:spPr bwMode="auto">
          <a:xfrm>
            <a:off x="7618677" y="2841625"/>
            <a:ext cx="536575" cy="255588"/>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p>
        </p:txBody>
      </p:sp>
      <p:sp>
        <p:nvSpPr>
          <p:cNvPr id="317466" name="Rectangle 25"/>
          <p:cNvSpPr>
            <a:spLocks noChangeArrowheads="1"/>
          </p:cNvSpPr>
          <p:nvPr/>
        </p:nvSpPr>
        <p:spPr bwMode="auto">
          <a:xfrm>
            <a:off x="1700875" y="2841625"/>
            <a:ext cx="753269" cy="255588"/>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p>
        </p:txBody>
      </p:sp>
      <p:sp>
        <p:nvSpPr>
          <p:cNvPr id="317467" name="Text Box 26"/>
          <p:cNvSpPr txBox="1">
            <a:spLocks noChangeArrowheads="1"/>
          </p:cNvSpPr>
          <p:nvPr/>
        </p:nvSpPr>
        <p:spPr bwMode="auto">
          <a:xfrm>
            <a:off x="1697435" y="3074989"/>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17468" name="Text Box 27"/>
          <p:cNvSpPr txBox="1">
            <a:spLocks noChangeArrowheads="1"/>
          </p:cNvSpPr>
          <p:nvPr/>
        </p:nvSpPr>
        <p:spPr bwMode="auto">
          <a:xfrm>
            <a:off x="7419182" y="3074989"/>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17469" name="Line 28"/>
          <p:cNvSpPr>
            <a:spLocks noChangeShapeType="1"/>
          </p:cNvSpPr>
          <p:nvPr/>
        </p:nvSpPr>
        <p:spPr bwMode="auto">
          <a:xfrm flipH="1">
            <a:off x="2452423" y="3579813"/>
            <a:ext cx="5166254" cy="0"/>
          </a:xfrm>
          <a:prstGeom prst="line">
            <a:avLst/>
          </a:prstGeom>
          <a:noFill/>
          <a:ln w="57150">
            <a:solidFill>
              <a:schemeClr val="hlink"/>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17470" name="Rectangle 29"/>
          <p:cNvSpPr>
            <a:spLocks noChangeArrowheads="1"/>
          </p:cNvSpPr>
          <p:nvPr/>
        </p:nvSpPr>
        <p:spPr bwMode="auto">
          <a:xfrm>
            <a:off x="624286" y="3409950"/>
            <a:ext cx="1074869" cy="339725"/>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p>
        </p:txBody>
      </p:sp>
      <p:sp>
        <p:nvSpPr>
          <p:cNvPr id="317471" name="Rectangle 30"/>
          <p:cNvSpPr>
            <a:spLocks noChangeArrowheads="1"/>
          </p:cNvSpPr>
          <p:nvPr/>
        </p:nvSpPr>
        <p:spPr bwMode="auto">
          <a:xfrm>
            <a:off x="3529012" y="3452813"/>
            <a:ext cx="2904729" cy="254000"/>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DHCPACK</a:t>
            </a:r>
          </a:p>
        </p:txBody>
      </p:sp>
      <p:sp>
        <p:nvSpPr>
          <p:cNvPr id="317472" name="Rectangle 31"/>
          <p:cNvSpPr>
            <a:spLocks noChangeArrowheads="1"/>
          </p:cNvSpPr>
          <p:nvPr/>
        </p:nvSpPr>
        <p:spPr bwMode="auto">
          <a:xfrm>
            <a:off x="8155252" y="3409950"/>
            <a:ext cx="1076590" cy="339725"/>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p>
        </p:txBody>
      </p:sp>
      <p:sp>
        <p:nvSpPr>
          <p:cNvPr id="317473" name="Rectangle 32"/>
          <p:cNvSpPr>
            <a:spLocks noChangeArrowheads="1"/>
          </p:cNvSpPr>
          <p:nvPr/>
        </p:nvSpPr>
        <p:spPr bwMode="auto">
          <a:xfrm>
            <a:off x="7618677" y="3452813"/>
            <a:ext cx="536575" cy="254000"/>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p>
        </p:txBody>
      </p:sp>
      <p:sp>
        <p:nvSpPr>
          <p:cNvPr id="317474" name="Rectangle 33"/>
          <p:cNvSpPr>
            <a:spLocks noChangeArrowheads="1"/>
          </p:cNvSpPr>
          <p:nvPr/>
        </p:nvSpPr>
        <p:spPr bwMode="auto">
          <a:xfrm>
            <a:off x="1699155" y="3452813"/>
            <a:ext cx="753269" cy="254000"/>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p>
        </p:txBody>
      </p:sp>
      <p:sp>
        <p:nvSpPr>
          <p:cNvPr id="317475" name="Text Box 34"/>
          <p:cNvSpPr txBox="1">
            <a:spLocks noChangeArrowheads="1"/>
          </p:cNvSpPr>
          <p:nvPr/>
        </p:nvSpPr>
        <p:spPr bwMode="auto">
          <a:xfrm>
            <a:off x="1697435" y="3684589"/>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17476" name="Text Box 35"/>
          <p:cNvSpPr txBox="1">
            <a:spLocks noChangeArrowheads="1"/>
          </p:cNvSpPr>
          <p:nvPr/>
        </p:nvSpPr>
        <p:spPr bwMode="auto">
          <a:xfrm>
            <a:off x="7419182" y="3684589"/>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17477" name="Line 36"/>
          <p:cNvSpPr>
            <a:spLocks noChangeShapeType="1"/>
          </p:cNvSpPr>
          <p:nvPr/>
        </p:nvSpPr>
        <p:spPr bwMode="auto">
          <a:xfrm>
            <a:off x="2454143" y="4187825"/>
            <a:ext cx="5164534" cy="0"/>
          </a:xfrm>
          <a:prstGeom prst="line">
            <a:avLst/>
          </a:prstGeom>
          <a:noFill/>
          <a:ln w="5715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17478" name="Rectangle 37"/>
          <p:cNvSpPr>
            <a:spLocks noChangeArrowheads="1"/>
          </p:cNvSpPr>
          <p:nvPr/>
        </p:nvSpPr>
        <p:spPr bwMode="auto">
          <a:xfrm>
            <a:off x="624285" y="4017964"/>
            <a:ext cx="1076590" cy="338137"/>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p>
        </p:txBody>
      </p:sp>
      <p:sp>
        <p:nvSpPr>
          <p:cNvPr id="317479" name="Rectangle 38"/>
          <p:cNvSpPr>
            <a:spLocks noChangeArrowheads="1"/>
          </p:cNvSpPr>
          <p:nvPr/>
        </p:nvSpPr>
        <p:spPr bwMode="auto">
          <a:xfrm>
            <a:off x="3529012" y="4060825"/>
            <a:ext cx="2904729" cy="254000"/>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DHCPREQUEST</a:t>
            </a:r>
          </a:p>
        </p:txBody>
      </p:sp>
      <p:sp>
        <p:nvSpPr>
          <p:cNvPr id="317480" name="Rectangle 39"/>
          <p:cNvSpPr>
            <a:spLocks noChangeArrowheads="1"/>
          </p:cNvSpPr>
          <p:nvPr/>
        </p:nvSpPr>
        <p:spPr bwMode="auto">
          <a:xfrm>
            <a:off x="8155252" y="4017964"/>
            <a:ext cx="1076590" cy="338137"/>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p>
        </p:txBody>
      </p:sp>
      <p:sp>
        <p:nvSpPr>
          <p:cNvPr id="317481" name="Rectangle 40"/>
          <p:cNvSpPr>
            <a:spLocks noChangeArrowheads="1"/>
          </p:cNvSpPr>
          <p:nvPr/>
        </p:nvSpPr>
        <p:spPr bwMode="auto">
          <a:xfrm>
            <a:off x="7618677" y="4060825"/>
            <a:ext cx="536575" cy="254000"/>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p>
        </p:txBody>
      </p:sp>
      <p:sp>
        <p:nvSpPr>
          <p:cNvPr id="317482" name="Rectangle 41"/>
          <p:cNvSpPr>
            <a:spLocks noChangeArrowheads="1"/>
          </p:cNvSpPr>
          <p:nvPr/>
        </p:nvSpPr>
        <p:spPr bwMode="auto">
          <a:xfrm>
            <a:off x="1700875" y="4060825"/>
            <a:ext cx="753269" cy="254000"/>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p>
        </p:txBody>
      </p:sp>
      <p:sp>
        <p:nvSpPr>
          <p:cNvPr id="317483" name="Text Box 42"/>
          <p:cNvSpPr txBox="1">
            <a:spLocks noChangeArrowheads="1"/>
          </p:cNvSpPr>
          <p:nvPr/>
        </p:nvSpPr>
        <p:spPr bwMode="auto">
          <a:xfrm>
            <a:off x="1697435" y="4292601"/>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17484" name="Text Box 43"/>
          <p:cNvSpPr txBox="1">
            <a:spLocks noChangeArrowheads="1"/>
          </p:cNvSpPr>
          <p:nvPr/>
        </p:nvSpPr>
        <p:spPr bwMode="auto">
          <a:xfrm>
            <a:off x="7419182" y="4292601"/>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17485" name="Line 44"/>
          <p:cNvSpPr>
            <a:spLocks noChangeShapeType="1"/>
          </p:cNvSpPr>
          <p:nvPr/>
        </p:nvSpPr>
        <p:spPr bwMode="auto">
          <a:xfrm flipH="1">
            <a:off x="2452423" y="4800600"/>
            <a:ext cx="5166254" cy="0"/>
          </a:xfrm>
          <a:prstGeom prst="line">
            <a:avLst/>
          </a:prstGeom>
          <a:noFill/>
          <a:ln w="57150">
            <a:solidFill>
              <a:schemeClr val="hlink"/>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17486" name="Rectangle 45"/>
          <p:cNvSpPr>
            <a:spLocks noChangeArrowheads="1"/>
          </p:cNvSpPr>
          <p:nvPr/>
        </p:nvSpPr>
        <p:spPr bwMode="auto">
          <a:xfrm>
            <a:off x="624286" y="4629150"/>
            <a:ext cx="1074869" cy="338138"/>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p>
        </p:txBody>
      </p:sp>
      <p:sp>
        <p:nvSpPr>
          <p:cNvPr id="317487" name="Rectangle 46"/>
          <p:cNvSpPr>
            <a:spLocks noChangeArrowheads="1"/>
          </p:cNvSpPr>
          <p:nvPr/>
        </p:nvSpPr>
        <p:spPr bwMode="auto">
          <a:xfrm>
            <a:off x="3529012" y="4672014"/>
            <a:ext cx="2904729" cy="255587"/>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DHCPNACK</a:t>
            </a:r>
          </a:p>
        </p:txBody>
      </p:sp>
      <p:sp>
        <p:nvSpPr>
          <p:cNvPr id="317488" name="Rectangle 47"/>
          <p:cNvSpPr>
            <a:spLocks noChangeArrowheads="1"/>
          </p:cNvSpPr>
          <p:nvPr/>
        </p:nvSpPr>
        <p:spPr bwMode="auto">
          <a:xfrm>
            <a:off x="8155252" y="4629150"/>
            <a:ext cx="1076590" cy="338138"/>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p>
        </p:txBody>
      </p:sp>
      <p:sp>
        <p:nvSpPr>
          <p:cNvPr id="317489" name="Rectangle 48"/>
          <p:cNvSpPr>
            <a:spLocks noChangeArrowheads="1"/>
          </p:cNvSpPr>
          <p:nvPr/>
        </p:nvSpPr>
        <p:spPr bwMode="auto">
          <a:xfrm>
            <a:off x="7618677" y="4672014"/>
            <a:ext cx="536575" cy="255587"/>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p>
        </p:txBody>
      </p:sp>
      <p:sp>
        <p:nvSpPr>
          <p:cNvPr id="317490" name="Rectangle 49"/>
          <p:cNvSpPr>
            <a:spLocks noChangeArrowheads="1"/>
          </p:cNvSpPr>
          <p:nvPr/>
        </p:nvSpPr>
        <p:spPr bwMode="auto">
          <a:xfrm>
            <a:off x="1699155" y="4672014"/>
            <a:ext cx="753269" cy="255587"/>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p>
        </p:txBody>
      </p:sp>
      <p:sp>
        <p:nvSpPr>
          <p:cNvPr id="317491" name="Text Box 50"/>
          <p:cNvSpPr txBox="1">
            <a:spLocks noChangeArrowheads="1"/>
          </p:cNvSpPr>
          <p:nvPr/>
        </p:nvSpPr>
        <p:spPr bwMode="auto">
          <a:xfrm>
            <a:off x="1697435" y="4903789"/>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17492" name="Text Box 51"/>
          <p:cNvSpPr txBox="1">
            <a:spLocks noChangeArrowheads="1"/>
          </p:cNvSpPr>
          <p:nvPr/>
        </p:nvSpPr>
        <p:spPr bwMode="auto">
          <a:xfrm>
            <a:off x="7419182" y="4903789"/>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17493" name="Line 52"/>
          <p:cNvSpPr>
            <a:spLocks noChangeShapeType="1"/>
          </p:cNvSpPr>
          <p:nvPr/>
        </p:nvSpPr>
        <p:spPr bwMode="auto">
          <a:xfrm flipH="1">
            <a:off x="2452423" y="5411788"/>
            <a:ext cx="5166254" cy="0"/>
          </a:xfrm>
          <a:prstGeom prst="line">
            <a:avLst/>
          </a:prstGeom>
          <a:noFill/>
          <a:ln w="57150">
            <a:solidFill>
              <a:schemeClr val="hlink"/>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17494" name="Rectangle 53"/>
          <p:cNvSpPr>
            <a:spLocks noChangeArrowheads="1"/>
          </p:cNvSpPr>
          <p:nvPr/>
        </p:nvSpPr>
        <p:spPr bwMode="auto">
          <a:xfrm>
            <a:off x="624286" y="5240339"/>
            <a:ext cx="1074869" cy="338137"/>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p>
        </p:txBody>
      </p:sp>
      <p:sp>
        <p:nvSpPr>
          <p:cNvPr id="317495" name="Rectangle 54"/>
          <p:cNvSpPr>
            <a:spLocks noChangeArrowheads="1"/>
          </p:cNvSpPr>
          <p:nvPr/>
        </p:nvSpPr>
        <p:spPr bwMode="auto">
          <a:xfrm>
            <a:off x="3529012" y="5283200"/>
            <a:ext cx="2904729" cy="255588"/>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DHCPACK</a:t>
            </a:r>
          </a:p>
        </p:txBody>
      </p:sp>
      <p:sp>
        <p:nvSpPr>
          <p:cNvPr id="317496" name="Rectangle 55"/>
          <p:cNvSpPr>
            <a:spLocks noChangeArrowheads="1"/>
          </p:cNvSpPr>
          <p:nvPr/>
        </p:nvSpPr>
        <p:spPr bwMode="auto">
          <a:xfrm>
            <a:off x="8155252" y="5240339"/>
            <a:ext cx="1076590" cy="338137"/>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p>
        </p:txBody>
      </p:sp>
      <p:sp>
        <p:nvSpPr>
          <p:cNvPr id="317497" name="Rectangle 56"/>
          <p:cNvSpPr>
            <a:spLocks noChangeArrowheads="1"/>
          </p:cNvSpPr>
          <p:nvPr/>
        </p:nvSpPr>
        <p:spPr bwMode="auto">
          <a:xfrm>
            <a:off x="7618677" y="5283200"/>
            <a:ext cx="536575" cy="255588"/>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p>
        </p:txBody>
      </p:sp>
      <p:sp>
        <p:nvSpPr>
          <p:cNvPr id="317498" name="Rectangle 57"/>
          <p:cNvSpPr>
            <a:spLocks noChangeArrowheads="1"/>
          </p:cNvSpPr>
          <p:nvPr/>
        </p:nvSpPr>
        <p:spPr bwMode="auto">
          <a:xfrm>
            <a:off x="1699155" y="5283200"/>
            <a:ext cx="753269" cy="255588"/>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p>
        </p:txBody>
      </p:sp>
      <p:sp>
        <p:nvSpPr>
          <p:cNvPr id="317499" name="Text Box 58"/>
          <p:cNvSpPr txBox="1">
            <a:spLocks noChangeArrowheads="1"/>
          </p:cNvSpPr>
          <p:nvPr/>
        </p:nvSpPr>
        <p:spPr bwMode="auto">
          <a:xfrm>
            <a:off x="1697435" y="5514976"/>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17500" name="Text Box 59"/>
          <p:cNvSpPr txBox="1">
            <a:spLocks noChangeArrowheads="1"/>
          </p:cNvSpPr>
          <p:nvPr/>
        </p:nvSpPr>
        <p:spPr bwMode="auto">
          <a:xfrm>
            <a:off x="7419182" y="5514976"/>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17501" name="Line 60"/>
          <p:cNvSpPr>
            <a:spLocks noChangeShapeType="1"/>
          </p:cNvSpPr>
          <p:nvPr/>
        </p:nvSpPr>
        <p:spPr bwMode="auto">
          <a:xfrm>
            <a:off x="2454143" y="6256338"/>
            <a:ext cx="5164534" cy="0"/>
          </a:xfrm>
          <a:prstGeom prst="line">
            <a:avLst/>
          </a:prstGeom>
          <a:noFill/>
          <a:ln w="5715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17502" name="Rectangle 61"/>
          <p:cNvSpPr>
            <a:spLocks noChangeArrowheads="1"/>
          </p:cNvSpPr>
          <p:nvPr/>
        </p:nvSpPr>
        <p:spPr bwMode="auto">
          <a:xfrm>
            <a:off x="624285" y="6086475"/>
            <a:ext cx="1076590" cy="338138"/>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p>
        </p:txBody>
      </p:sp>
      <p:sp>
        <p:nvSpPr>
          <p:cNvPr id="317503" name="Rectangle 62"/>
          <p:cNvSpPr>
            <a:spLocks noChangeArrowheads="1"/>
          </p:cNvSpPr>
          <p:nvPr/>
        </p:nvSpPr>
        <p:spPr bwMode="auto">
          <a:xfrm>
            <a:off x="3529012" y="6129338"/>
            <a:ext cx="2904729" cy="254000"/>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DHCPRELEASE</a:t>
            </a:r>
          </a:p>
        </p:txBody>
      </p:sp>
      <p:sp>
        <p:nvSpPr>
          <p:cNvPr id="317504" name="Rectangle 63"/>
          <p:cNvSpPr>
            <a:spLocks noChangeArrowheads="1"/>
          </p:cNvSpPr>
          <p:nvPr/>
        </p:nvSpPr>
        <p:spPr bwMode="auto">
          <a:xfrm>
            <a:off x="8155252" y="6086475"/>
            <a:ext cx="1076590" cy="338138"/>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p>
        </p:txBody>
      </p:sp>
      <p:sp>
        <p:nvSpPr>
          <p:cNvPr id="317505" name="Rectangle 64"/>
          <p:cNvSpPr>
            <a:spLocks noChangeArrowheads="1"/>
          </p:cNvSpPr>
          <p:nvPr/>
        </p:nvSpPr>
        <p:spPr bwMode="auto">
          <a:xfrm>
            <a:off x="7618677" y="6129338"/>
            <a:ext cx="536575" cy="254000"/>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p>
        </p:txBody>
      </p:sp>
      <p:sp>
        <p:nvSpPr>
          <p:cNvPr id="317506" name="Rectangle 65"/>
          <p:cNvSpPr>
            <a:spLocks noChangeArrowheads="1"/>
          </p:cNvSpPr>
          <p:nvPr/>
        </p:nvSpPr>
        <p:spPr bwMode="auto">
          <a:xfrm>
            <a:off x="1700875" y="6129338"/>
            <a:ext cx="753269" cy="254000"/>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p>
        </p:txBody>
      </p:sp>
      <p:sp>
        <p:nvSpPr>
          <p:cNvPr id="317507" name="Text Box 66"/>
          <p:cNvSpPr txBox="1">
            <a:spLocks noChangeArrowheads="1"/>
          </p:cNvSpPr>
          <p:nvPr/>
        </p:nvSpPr>
        <p:spPr bwMode="auto">
          <a:xfrm>
            <a:off x="1697435" y="6361114"/>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17508" name="Text Box 67"/>
          <p:cNvSpPr txBox="1">
            <a:spLocks noChangeArrowheads="1"/>
          </p:cNvSpPr>
          <p:nvPr/>
        </p:nvSpPr>
        <p:spPr bwMode="auto">
          <a:xfrm>
            <a:off x="7419182" y="6361114"/>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17509" name="Rectangle 68"/>
          <p:cNvSpPr>
            <a:spLocks noChangeArrowheads="1"/>
          </p:cNvSpPr>
          <p:nvPr/>
        </p:nvSpPr>
        <p:spPr bwMode="auto">
          <a:xfrm>
            <a:off x="8155252" y="936625"/>
            <a:ext cx="1076590" cy="338138"/>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p>
        </p:txBody>
      </p:sp>
      <p:sp>
        <p:nvSpPr>
          <p:cNvPr id="317510" name="Rectangle 69"/>
          <p:cNvSpPr>
            <a:spLocks noChangeArrowheads="1"/>
          </p:cNvSpPr>
          <p:nvPr/>
        </p:nvSpPr>
        <p:spPr bwMode="auto">
          <a:xfrm>
            <a:off x="7618677" y="977900"/>
            <a:ext cx="536575" cy="254000"/>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p>
        </p:txBody>
      </p:sp>
      <p:sp>
        <p:nvSpPr>
          <p:cNvPr id="317511" name="Text Box 70"/>
          <p:cNvSpPr txBox="1">
            <a:spLocks noChangeArrowheads="1"/>
          </p:cNvSpPr>
          <p:nvPr/>
        </p:nvSpPr>
        <p:spPr bwMode="auto">
          <a:xfrm>
            <a:off x="7419182" y="1209676"/>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17512" name="Text Box 71"/>
          <p:cNvSpPr txBox="1">
            <a:spLocks noChangeArrowheads="1"/>
          </p:cNvSpPr>
          <p:nvPr/>
        </p:nvSpPr>
        <p:spPr bwMode="auto">
          <a:xfrm>
            <a:off x="6218766" y="692151"/>
            <a:ext cx="12105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000" b="1">
                <a:solidFill>
                  <a:srgbClr val="000099"/>
                </a:solidFill>
                <a:latin typeface="Arial" panose="020B0604020202020204" pitchFamily="34" charset="0"/>
                <a:ea typeface="黑体" panose="02010609060101010101" pitchFamily="2" charset="-122"/>
              </a:rPr>
              <a:t>被动打开</a:t>
            </a:r>
          </a:p>
        </p:txBody>
      </p:sp>
      <p:sp>
        <p:nvSpPr>
          <p:cNvPr id="317513" name="Text Box 72"/>
          <p:cNvSpPr txBox="1">
            <a:spLocks noChangeArrowheads="1"/>
          </p:cNvSpPr>
          <p:nvPr/>
        </p:nvSpPr>
        <p:spPr bwMode="auto">
          <a:xfrm>
            <a:off x="9237002" y="820738"/>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p>
        </p:txBody>
      </p:sp>
      <p:sp>
        <p:nvSpPr>
          <p:cNvPr id="317514" name="Text Box 73"/>
          <p:cNvSpPr txBox="1">
            <a:spLocks noChangeArrowheads="1"/>
          </p:cNvSpPr>
          <p:nvPr/>
        </p:nvSpPr>
        <p:spPr bwMode="auto">
          <a:xfrm>
            <a:off x="85990" y="1435101"/>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p>
        </p:txBody>
      </p:sp>
      <p:sp>
        <p:nvSpPr>
          <p:cNvPr id="317515" name="Text Box 74"/>
          <p:cNvSpPr txBox="1">
            <a:spLocks noChangeArrowheads="1"/>
          </p:cNvSpPr>
          <p:nvPr/>
        </p:nvSpPr>
        <p:spPr bwMode="auto">
          <a:xfrm>
            <a:off x="9237002" y="2057401"/>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p>
        </p:txBody>
      </p:sp>
      <p:sp>
        <p:nvSpPr>
          <p:cNvPr id="317516" name="Text Box 75"/>
          <p:cNvSpPr txBox="1">
            <a:spLocks noChangeArrowheads="1"/>
          </p:cNvSpPr>
          <p:nvPr/>
        </p:nvSpPr>
        <p:spPr bwMode="auto">
          <a:xfrm>
            <a:off x="85990" y="2654301"/>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p>
        </p:txBody>
      </p:sp>
      <p:sp>
        <p:nvSpPr>
          <p:cNvPr id="317517" name="Text Box 76"/>
          <p:cNvSpPr txBox="1">
            <a:spLocks noChangeArrowheads="1"/>
          </p:cNvSpPr>
          <p:nvPr/>
        </p:nvSpPr>
        <p:spPr bwMode="auto">
          <a:xfrm>
            <a:off x="9231842" y="3278188"/>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p>
        </p:txBody>
      </p:sp>
      <p:sp>
        <p:nvSpPr>
          <p:cNvPr id="317518" name="Text Box 77"/>
          <p:cNvSpPr txBox="1">
            <a:spLocks noChangeArrowheads="1"/>
          </p:cNvSpPr>
          <p:nvPr/>
        </p:nvSpPr>
        <p:spPr bwMode="auto">
          <a:xfrm>
            <a:off x="85990" y="3902076"/>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p>
        </p:txBody>
      </p:sp>
      <p:sp>
        <p:nvSpPr>
          <p:cNvPr id="317519" name="Text Box 78"/>
          <p:cNvSpPr txBox="1">
            <a:spLocks noChangeArrowheads="1"/>
          </p:cNvSpPr>
          <p:nvPr/>
        </p:nvSpPr>
        <p:spPr bwMode="auto">
          <a:xfrm>
            <a:off x="9231842" y="4486276"/>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p>
        </p:txBody>
      </p:sp>
      <p:sp>
        <p:nvSpPr>
          <p:cNvPr id="317520" name="Text Box 79"/>
          <p:cNvSpPr txBox="1">
            <a:spLocks noChangeArrowheads="1"/>
          </p:cNvSpPr>
          <p:nvPr/>
        </p:nvSpPr>
        <p:spPr bwMode="auto">
          <a:xfrm>
            <a:off x="9231842" y="5110163"/>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p>
        </p:txBody>
      </p:sp>
      <p:sp>
        <p:nvSpPr>
          <p:cNvPr id="317521" name="Text Box 80"/>
          <p:cNvSpPr txBox="1">
            <a:spLocks noChangeArrowheads="1"/>
          </p:cNvSpPr>
          <p:nvPr/>
        </p:nvSpPr>
        <p:spPr bwMode="auto">
          <a:xfrm rot="-5400000">
            <a:off x="4385625" y="5480734"/>
            <a:ext cx="6463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b="1">
                <a:solidFill>
                  <a:srgbClr val="000099"/>
                </a:solidFill>
                <a:latin typeface="Arial" panose="020B0604020202020204" pitchFamily="34" charset="0"/>
                <a:ea typeface="黑体" panose="02010609060101010101" pitchFamily="2" charset="-122"/>
              </a:rPr>
              <a:t>…</a:t>
            </a:r>
          </a:p>
        </p:txBody>
      </p:sp>
      <p:sp>
        <p:nvSpPr>
          <p:cNvPr id="317522" name="Text Box 81"/>
          <p:cNvSpPr txBox="1">
            <a:spLocks noChangeArrowheads="1"/>
          </p:cNvSpPr>
          <p:nvPr/>
        </p:nvSpPr>
        <p:spPr bwMode="auto">
          <a:xfrm>
            <a:off x="85990" y="5892801"/>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p>
        </p:txBody>
      </p:sp>
      <p:grpSp>
        <p:nvGrpSpPr>
          <p:cNvPr id="2" name="组合 1"/>
          <p:cNvGrpSpPr/>
          <p:nvPr/>
        </p:nvGrpSpPr>
        <p:grpSpPr>
          <a:xfrm>
            <a:off x="0" y="4622800"/>
            <a:ext cx="9906000" cy="2235200"/>
            <a:chOff x="0" y="4622800"/>
            <a:chExt cx="9906000" cy="2235200"/>
          </a:xfrm>
        </p:grpSpPr>
        <p:sp>
          <p:nvSpPr>
            <p:cNvPr id="317523" name="Rectangle 83"/>
            <p:cNvSpPr>
              <a:spLocks noChangeArrowheads="1"/>
            </p:cNvSpPr>
            <p:nvPr/>
          </p:nvSpPr>
          <p:spPr bwMode="auto">
            <a:xfrm>
              <a:off x="0" y="4622800"/>
              <a:ext cx="9906000" cy="2235200"/>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zh-CN" sz="2800" b="1">
                <a:solidFill>
                  <a:srgbClr val="000099"/>
                </a:solidFill>
              </a:endParaRPr>
            </a:p>
          </p:txBody>
        </p:sp>
        <p:sp>
          <p:nvSpPr>
            <p:cNvPr id="317524" name="Text Box 85"/>
            <p:cNvSpPr txBox="1">
              <a:spLocks noChangeArrowheads="1"/>
            </p:cNvSpPr>
            <p:nvPr/>
          </p:nvSpPr>
          <p:spPr bwMode="auto">
            <a:xfrm>
              <a:off x="507339" y="4941888"/>
              <a:ext cx="9126934" cy="1077912"/>
            </a:xfrm>
            <a:prstGeom prst="rect">
              <a:avLst/>
            </a:prstGeom>
            <a:solidFill>
              <a:srgbClr val="FFFF99"/>
            </a:solidFill>
            <a:ln w="9525">
              <a:solidFill>
                <a:srgbClr val="33339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algn="just" eaLnBrk="1" hangingPunct="1"/>
              <a:r>
                <a:rPr lang="en-US" altLang="zh-CN" b="1" dirty="0">
                  <a:solidFill>
                    <a:srgbClr val="000099"/>
                  </a:solidFill>
                  <a:latin typeface="Arial" panose="020B0604020202020204" pitchFamily="34" charset="0"/>
                  <a:ea typeface="黑体" panose="02010609060101010101" pitchFamily="2" charset="-122"/>
                  <a:sym typeface="Wingdings" panose="05000000000000000000" pitchFamily="2" charset="2"/>
                </a:rPr>
                <a:t></a:t>
              </a:r>
              <a:r>
                <a:rPr lang="zh-CN" altLang="en-US" sz="2800" b="1" dirty="0">
                  <a:solidFill>
                    <a:srgbClr val="000099"/>
                  </a:solidFill>
                  <a:latin typeface="Arial" panose="020B0604020202020204" pitchFamily="34" charset="0"/>
                  <a:ea typeface="黑体" panose="02010609060101010101" pitchFamily="2" charset="-122"/>
                </a:rPr>
                <a:t>：租用期过了一半（</a:t>
              </a:r>
              <a:r>
                <a:rPr lang="en-US" altLang="zh-CN" sz="2800" b="1" dirty="0">
                  <a:solidFill>
                    <a:srgbClr val="000099"/>
                  </a:solidFill>
                  <a:latin typeface="Arial" panose="020B0604020202020204" pitchFamily="34" charset="0"/>
                  <a:ea typeface="黑体" panose="02010609060101010101" pitchFamily="2" charset="-122"/>
                </a:rPr>
                <a:t>T1 </a:t>
              </a:r>
              <a:r>
                <a:rPr lang="zh-CN" altLang="en-US" sz="2800" b="1" dirty="0">
                  <a:solidFill>
                    <a:srgbClr val="000099"/>
                  </a:solidFill>
                  <a:latin typeface="Arial" panose="020B0604020202020204" pitchFamily="34" charset="0"/>
                  <a:ea typeface="黑体" panose="02010609060101010101" pitchFamily="2" charset="-122"/>
                </a:rPr>
                <a:t>时间到），</a:t>
              </a:r>
              <a:r>
                <a:rPr lang="en-US" altLang="zh-CN" sz="2800" b="1" dirty="0">
                  <a:solidFill>
                    <a:srgbClr val="000099"/>
                  </a:solidFill>
                  <a:latin typeface="Arial" panose="020B0604020202020204" pitchFamily="34" charset="0"/>
                  <a:ea typeface="黑体" panose="02010609060101010101" pitchFamily="2" charset="-122"/>
                </a:rPr>
                <a:t>DHCP </a:t>
              </a:r>
              <a:r>
                <a:rPr lang="zh-CN" altLang="en-US" sz="2800" b="1" dirty="0">
                  <a:solidFill>
                    <a:srgbClr val="000099"/>
                  </a:solidFill>
                  <a:latin typeface="Arial" panose="020B0604020202020204" pitchFamily="34" charset="0"/>
                  <a:ea typeface="黑体" panose="02010609060101010101" pitchFamily="2" charset="-122"/>
                </a:rPr>
                <a:t>发送</a:t>
              </a:r>
            </a:p>
            <a:p>
              <a:pPr algn="just" eaLnBrk="1" hangingPunct="1"/>
              <a:r>
                <a:rPr lang="zh-CN" altLang="en-US" sz="2800" b="1" dirty="0">
                  <a:solidFill>
                    <a:srgbClr val="000099"/>
                  </a:solidFill>
                  <a:latin typeface="Arial" panose="020B0604020202020204" pitchFamily="34" charset="0"/>
                  <a:ea typeface="黑体" panose="02010609060101010101" pitchFamily="2" charset="-122"/>
                </a:rPr>
                <a:t>       请求报文 </a:t>
              </a:r>
              <a:r>
                <a:rPr lang="en-US" altLang="zh-CN" sz="2800" b="1" dirty="0">
                  <a:solidFill>
                    <a:srgbClr val="000099"/>
                  </a:solidFill>
                  <a:latin typeface="Arial" panose="020B0604020202020204" pitchFamily="34" charset="0"/>
                  <a:ea typeface="黑体" panose="02010609060101010101" pitchFamily="2" charset="-122"/>
                </a:rPr>
                <a:t>DHCPREQUEST </a:t>
              </a:r>
              <a:r>
                <a:rPr lang="zh-CN" altLang="en-US" sz="2800" b="1" dirty="0">
                  <a:solidFill>
                    <a:srgbClr val="000099"/>
                  </a:solidFill>
                  <a:latin typeface="Arial" panose="020B0604020202020204" pitchFamily="34" charset="0"/>
                  <a:ea typeface="黑体" panose="02010609060101010101" pitchFamily="2" charset="-122"/>
                </a:rPr>
                <a:t>要求更新租用期。 </a:t>
              </a:r>
            </a:p>
          </p:txBody>
        </p:sp>
      </p:grpSp>
      <p:sp>
        <p:nvSpPr>
          <p:cNvPr id="85" name="Rectangle 2"/>
          <p:cNvSpPr txBox="1">
            <a:spLocks noChangeArrowheads="1"/>
          </p:cNvSpPr>
          <p:nvPr/>
        </p:nvSpPr>
        <p:spPr bwMode="auto">
          <a:xfrm>
            <a:off x="704528" y="188913"/>
            <a:ext cx="8442325" cy="539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l" rtl="0" eaLnBrk="1" fontAlgn="base" hangingPunct="1">
              <a:spcBef>
                <a:spcPct val="0"/>
              </a:spcBef>
              <a:spcAft>
                <a:spcPct val="0"/>
              </a:spcAft>
              <a:defRPr lang="zh-CN" altLang="en-US" sz="4400" b="1" smtClean="0">
                <a:solidFill>
                  <a:srgbClr val="333399"/>
                </a:solidFill>
                <a:latin typeface="+mj-lt"/>
                <a:ea typeface="+mj-ea"/>
                <a:cs typeface="+mj-cs"/>
              </a:defRPr>
            </a:lvl1pPr>
            <a:lvl2pPr algn="l" rtl="0" eaLnBrk="1" fontAlgn="base" hangingPunct="1">
              <a:spcBef>
                <a:spcPct val="0"/>
              </a:spcBef>
              <a:spcAft>
                <a:spcPct val="0"/>
              </a:spcAft>
              <a:defRPr sz="4400">
                <a:solidFill>
                  <a:srgbClr val="333399"/>
                </a:solidFill>
                <a:latin typeface="Arial" panose="020B0604020202020204" pitchFamily="34" charset="0"/>
                <a:ea typeface="黑体" panose="02010609060101010101" pitchFamily="2" charset="-122"/>
              </a:defRPr>
            </a:lvl2pPr>
            <a:lvl3pPr algn="l" rtl="0" eaLnBrk="1" fontAlgn="base" hangingPunct="1">
              <a:spcBef>
                <a:spcPct val="0"/>
              </a:spcBef>
              <a:spcAft>
                <a:spcPct val="0"/>
              </a:spcAft>
              <a:defRPr sz="4400">
                <a:solidFill>
                  <a:srgbClr val="333399"/>
                </a:solidFill>
                <a:latin typeface="Arial" panose="020B0604020202020204" pitchFamily="34" charset="0"/>
                <a:ea typeface="黑体" panose="02010609060101010101" pitchFamily="2" charset="-122"/>
              </a:defRPr>
            </a:lvl3pPr>
            <a:lvl4pPr algn="l" rtl="0" eaLnBrk="1" fontAlgn="base" hangingPunct="1">
              <a:spcBef>
                <a:spcPct val="0"/>
              </a:spcBef>
              <a:spcAft>
                <a:spcPct val="0"/>
              </a:spcAft>
              <a:defRPr sz="4400">
                <a:solidFill>
                  <a:srgbClr val="333399"/>
                </a:solidFill>
                <a:latin typeface="Arial" panose="020B0604020202020204" pitchFamily="34" charset="0"/>
                <a:ea typeface="黑体" panose="02010609060101010101" pitchFamily="2" charset="-122"/>
              </a:defRPr>
            </a:lvl4pPr>
            <a:lvl5pPr algn="l" rtl="0" eaLnBrk="1" fontAlgn="base" hangingPunct="1">
              <a:spcBef>
                <a:spcPct val="0"/>
              </a:spcBef>
              <a:spcAft>
                <a:spcPct val="0"/>
              </a:spcAft>
              <a:defRPr sz="4400">
                <a:solidFill>
                  <a:srgbClr val="333399"/>
                </a:solidFill>
                <a:latin typeface="Arial" panose="020B0604020202020204" pitchFamily="34" charset="0"/>
                <a:ea typeface="黑体" panose="02010609060101010101" pitchFamily="2" charset="-122"/>
              </a:defRPr>
            </a:lvl5pPr>
            <a:lvl6pPr marL="457200" algn="l" rtl="0" eaLnBrk="1" fontAlgn="base" hangingPunct="1">
              <a:spcBef>
                <a:spcPct val="0"/>
              </a:spcBef>
              <a:spcAft>
                <a:spcPct val="0"/>
              </a:spcAft>
              <a:defRPr sz="4400">
                <a:solidFill>
                  <a:srgbClr val="333399"/>
                </a:solidFill>
                <a:latin typeface="Arial" panose="020B0604020202020204" pitchFamily="34" charset="0"/>
                <a:ea typeface="黑体" panose="02010609060101010101" pitchFamily="2" charset="-122"/>
              </a:defRPr>
            </a:lvl6pPr>
            <a:lvl7pPr marL="914400" algn="l" rtl="0" eaLnBrk="1" fontAlgn="base" hangingPunct="1">
              <a:spcBef>
                <a:spcPct val="0"/>
              </a:spcBef>
              <a:spcAft>
                <a:spcPct val="0"/>
              </a:spcAft>
              <a:defRPr sz="4400">
                <a:solidFill>
                  <a:srgbClr val="333399"/>
                </a:solidFill>
                <a:latin typeface="Arial" panose="020B0604020202020204" pitchFamily="34" charset="0"/>
                <a:ea typeface="黑体" panose="02010609060101010101" pitchFamily="2" charset="-122"/>
              </a:defRPr>
            </a:lvl7pPr>
            <a:lvl8pPr marL="1371600" algn="l" rtl="0" eaLnBrk="1" fontAlgn="base" hangingPunct="1">
              <a:spcBef>
                <a:spcPct val="0"/>
              </a:spcBef>
              <a:spcAft>
                <a:spcPct val="0"/>
              </a:spcAft>
              <a:defRPr sz="4400">
                <a:solidFill>
                  <a:srgbClr val="333399"/>
                </a:solidFill>
                <a:latin typeface="Arial" panose="020B0604020202020204" pitchFamily="34" charset="0"/>
                <a:ea typeface="黑体" panose="02010609060101010101" pitchFamily="2" charset="-122"/>
              </a:defRPr>
            </a:lvl8pPr>
            <a:lvl9pPr marL="1828800" algn="l" rtl="0" eaLnBrk="1" fontAlgn="base" hangingPunct="1">
              <a:spcBef>
                <a:spcPct val="0"/>
              </a:spcBef>
              <a:spcAft>
                <a:spcPct val="0"/>
              </a:spcAft>
              <a:defRPr sz="4400">
                <a:solidFill>
                  <a:srgbClr val="333399"/>
                </a:solidFill>
                <a:latin typeface="Arial" panose="020B0604020202020204" pitchFamily="34" charset="0"/>
                <a:ea typeface="黑体" panose="02010609060101010101" pitchFamily="2" charset="-122"/>
              </a:defRPr>
            </a:lvl9pPr>
          </a:lstStyle>
          <a:p>
            <a:pPr algn="ctr">
              <a:defRPr/>
            </a:pPr>
            <a:r>
              <a:rPr lang="en-US" altLang="zh-CN" kern="0" dirty="0"/>
              <a:t>DHCP </a:t>
            </a:r>
            <a:r>
              <a:rPr lang="zh-CN" altLang="en-US" kern="0" dirty="0"/>
              <a:t>协议的工作过程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9491" name="Line 3"/>
          <p:cNvSpPr>
            <a:spLocks noChangeShapeType="1"/>
          </p:cNvSpPr>
          <p:nvPr/>
        </p:nvSpPr>
        <p:spPr bwMode="auto">
          <a:xfrm flipH="1">
            <a:off x="6131058" y="1100138"/>
            <a:ext cx="1506538" cy="0"/>
          </a:xfrm>
          <a:prstGeom prst="line">
            <a:avLst/>
          </a:prstGeom>
          <a:noFill/>
          <a:ln w="5715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sp>
        <p:nvSpPr>
          <p:cNvPr id="319492" name="Line 4"/>
          <p:cNvSpPr>
            <a:spLocks noChangeShapeType="1"/>
          </p:cNvSpPr>
          <p:nvPr/>
        </p:nvSpPr>
        <p:spPr bwMode="auto">
          <a:xfrm>
            <a:off x="2454143" y="1747838"/>
            <a:ext cx="5164534" cy="0"/>
          </a:xfrm>
          <a:prstGeom prst="line">
            <a:avLst/>
          </a:prstGeom>
          <a:noFill/>
          <a:ln w="5715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sp>
        <p:nvSpPr>
          <p:cNvPr id="319493" name="Rectangle 5"/>
          <p:cNvSpPr>
            <a:spLocks noChangeArrowheads="1"/>
          </p:cNvSpPr>
          <p:nvPr/>
        </p:nvSpPr>
        <p:spPr bwMode="auto">
          <a:xfrm>
            <a:off x="624285" y="1576388"/>
            <a:ext cx="1076590" cy="341312"/>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333399"/>
                </a:solidFill>
                <a:latin typeface="Arial" panose="020B0604020202020204" pitchFamily="34" charset="0"/>
                <a:ea typeface="黑体" panose="02010609060101010101" pitchFamily="2" charset="-122"/>
              </a:rPr>
              <a:t>客户</a:t>
            </a:r>
          </a:p>
        </p:txBody>
      </p:sp>
      <p:sp>
        <p:nvSpPr>
          <p:cNvPr id="319494" name="Rectangle 6"/>
          <p:cNvSpPr>
            <a:spLocks noChangeArrowheads="1"/>
          </p:cNvSpPr>
          <p:nvPr/>
        </p:nvSpPr>
        <p:spPr bwMode="auto">
          <a:xfrm>
            <a:off x="3529012" y="1617664"/>
            <a:ext cx="2904729" cy="257175"/>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333399"/>
                </a:solidFill>
                <a:latin typeface="Arial" panose="020B0604020202020204" pitchFamily="34" charset="0"/>
                <a:ea typeface="黑体" panose="02010609060101010101" pitchFamily="2" charset="-122"/>
              </a:rPr>
              <a:t>DHCPDISCOVER</a:t>
            </a:r>
          </a:p>
        </p:txBody>
      </p:sp>
      <p:sp>
        <p:nvSpPr>
          <p:cNvPr id="319495" name="Rectangle 7"/>
          <p:cNvSpPr>
            <a:spLocks noChangeArrowheads="1"/>
          </p:cNvSpPr>
          <p:nvPr/>
        </p:nvSpPr>
        <p:spPr bwMode="auto">
          <a:xfrm>
            <a:off x="8155252" y="1576388"/>
            <a:ext cx="1076590" cy="341312"/>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333399"/>
                </a:solidFill>
                <a:latin typeface="Arial" panose="020B0604020202020204" pitchFamily="34" charset="0"/>
                <a:ea typeface="黑体" panose="02010609060101010101" pitchFamily="2" charset="-122"/>
              </a:rPr>
              <a:t>服务器</a:t>
            </a:r>
          </a:p>
        </p:txBody>
      </p:sp>
      <p:sp>
        <p:nvSpPr>
          <p:cNvPr id="319496" name="Rectangle 8"/>
          <p:cNvSpPr>
            <a:spLocks noChangeArrowheads="1"/>
          </p:cNvSpPr>
          <p:nvPr/>
        </p:nvSpPr>
        <p:spPr bwMode="auto">
          <a:xfrm>
            <a:off x="7618677" y="1617664"/>
            <a:ext cx="536575" cy="257175"/>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333399"/>
                </a:solidFill>
                <a:latin typeface="Arial" panose="020B0604020202020204" pitchFamily="34" charset="0"/>
                <a:ea typeface="黑体" panose="02010609060101010101" pitchFamily="2" charset="-122"/>
              </a:rPr>
              <a:t>67</a:t>
            </a:r>
          </a:p>
        </p:txBody>
      </p:sp>
      <p:sp>
        <p:nvSpPr>
          <p:cNvPr id="319497" name="Rectangle 9"/>
          <p:cNvSpPr>
            <a:spLocks noChangeArrowheads="1"/>
          </p:cNvSpPr>
          <p:nvPr/>
        </p:nvSpPr>
        <p:spPr bwMode="auto">
          <a:xfrm>
            <a:off x="1700875" y="1617664"/>
            <a:ext cx="753269" cy="257175"/>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333399"/>
                </a:solidFill>
                <a:latin typeface="Arial" panose="020B0604020202020204" pitchFamily="34" charset="0"/>
                <a:ea typeface="黑体" panose="02010609060101010101" pitchFamily="2" charset="-122"/>
              </a:rPr>
              <a:t>68</a:t>
            </a:r>
          </a:p>
        </p:txBody>
      </p:sp>
      <p:sp>
        <p:nvSpPr>
          <p:cNvPr id="319498" name="Text Box 10"/>
          <p:cNvSpPr txBox="1">
            <a:spLocks noChangeArrowheads="1"/>
          </p:cNvSpPr>
          <p:nvPr/>
        </p:nvSpPr>
        <p:spPr bwMode="auto">
          <a:xfrm>
            <a:off x="1697435" y="1854201"/>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333399"/>
                </a:solidFill>
                <a:latin typeface="Arial" panose="020B0604020202020204" pitchFamily="34" charset="0"/>
                <a:ea typeface="黑体" panose="02010609060101010101" pitchFamily="2" charset="-122"/>
              </a:rPr>
              <a:t>UDP</a:t>
            </a:r>
          </a:p>
        </p:txBody>
      </p:sp>
      <p:sp>
        <p:nvSpPr>
          <p:cNvPr id="319499" name="Text Box 11"/>
          <p:cNvSpPr txBox="1">
            <a:spLocks noChangeArrowheads="1"/>
          </p:cNvSpPr>
          <p:nvPr/>
        </p:nvSpPr>
        <p:spPr bwMode="auto">
          <a:xfrm>
            <a:off x="7419182" y="1851026"/>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333399"/>
                </a:solidFill>
                <a:latin typeface="Arial" panose="020B0604020202020204" pitchFamily="34" charset="0"/>
                <a:ea typeface="黑体" panose="02010609060101010101" pitchFamily="2" charset="-122"/>
              </a:rPr>
              <a:t>UDP</a:t>
            </a:r>
          </a:p>
        </p:txBody>
      </p:sp>
      <p:sp>
        <p:nvSpPr>
          <p:cNvPr id="319500" name="Line 12"/>
          <p:cNvSpPr>
            <a:spLocks noChangeShapeType="1"/>
          </p:cNvSpPr>
          <p:nvPr/>
        </p:nvSpPr>
        <p:spPr bwMode="auto">
          <a:xfrm flipH="1">
            <a:off x="2452423" y="2359025"/>
            <a:ext cx="5166254" cy="0"/>
          </a:xfrm>
          <a:prstGeom prst="line">
            <a:avLst/>
          </a:prstGeom>
          <a:noFill/>
          <a:ln w="57150">
            <a:solidFill>
              <a:schemeClr val="hlink"/>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sp>
        <p:nvSpPr>
          <p:cNvPr id="319501" name="Rectangle 13"/>
          <p:cNvSpPr>
            <a:spLocks noChangeArrowheads="1"/>
          </p:cNvSpPr>
          <p:nvPr/>
        </p:nvSpPr>
        <p:spPr bwMode="auto">
          <a:xfrm>
            <a:off x="624286" y="2187576"/>
            <a:ext cx="1074869" cy="339725"/>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333399"/>
                </a:solidFill>
                <a:latin typeface="Arial" panose="020B0604020202020204" pitchFamily="34" charset="0"/>
                <a:ea typeface="黑体" panose="02010609060101010101" pitchFamily="2" charset="-122"/>
              </a:rPr>
              <a:t>客户</a:t>
            </a:r>
          </a:p>
        </p:txBody>
      </p:sp>
      <p:sp>
        <p:nvSpPr>
          <p:cNvPr id="319502" name="Rectangle 14"/>
          <p:cNvSpPr>
            <a:spLocks noChangeArrowheads="1"/>
          </p:cNvSpPr>
          <p:nvPr/>
        </p:nvSpPr>
        <p:spPr bwMode="auto">
          <a:xfrm>
            <a:off x="3529012" y="2230439"/>
            <a:ext cx="2904729" cy="255587"/>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333399"/>
                </a:solidFill>
                <a:latin typeface="Arial" panose="020B0604020202020204" pitchFamily="34" charset="0"/>
                <a:ea typeface="黑体" panose="02010609060101010101" pitchFamily="2" charset="-122"/>
              </a:rPr>
              <a:t>DHCPOFFER</a:t>
            </a:r>
          </a:p>
        </p:txBody>
      </p:sp>
      <p:sp>
        <p:nvSpPr>
          <p:cNvPr id="319503" name="Rectangle 15"/>
          <p:cNvSpPr>
            <a:spLocks noChangeArrowheads="1"/>
          </p:cNvSpPr>
          <p:nvPr/>
        </p:nvSpPr>
        <p:spPr bwMode="auto">
          <a:xfrm>
            <a:off x="8155252" y="2187576"/>
            <a:ext cx="1076590" cy="339725"/>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333399"/>
                </a:solidFill>
                <a:latin typeface="Arial" panose="020B0604020202020204" pitchFamily="34" charset="0"/>
                <a:ea typeface="黑体" panose="02010609060101010101" pitchFamily="2" charset="-122"/>
              </a:rPr>
              <a:t>服务器</a:t>
            </a:r>
          </a:p>
        </p:txBody>
      </p:sp>
      <p:sp>
        <p:nvSpPr>
          <p:cNvPr id="319504" name="Rectangle 16"/>
          <p:cNvSpPr>
            <a:spLocks noChangeArrowheads="1"/>
          </p:cNvSpPr>
          <p:nvPr/>
        </p:nvSpPr>
        <p:spPr bwMode="auto">
          <a:xfrm>
            <a:off x="7618677" y="2230439"/>
            <a:ext cx="536575" cy="255587"/>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333399"/>
                </a:solidFill>
                <a:latin typeface="Arial" panose="020B0604020202020204" pitchFamily="34" charset="0"/>
                <a:ea typeface="黑体" panose="02010609060101010101" pitchFamily="2" charset="-122"/>
              </a:rPr>
              <a:t>67</a:t>
            </a:r>
          </a:p>
        </p:txBody>
      </p:sp>
      <p:sp>
        <p:nvSpPr>
          <p:cNvPr id="319505" name="Rectangle 17"/>
          <p:cNvSpPr>
            <a:spLocks noChangeArrowheads="1"/>
          </p:cNvSpPr>
          <p:nvPr/>
        </p:nvSpPr>
        <p:spPr bwMode="auto">
          <a:xfrm>
            <a:off x="1699155" y="2230439"/>
            <a:ext cx="753269" cy="255587"/>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333399"/>
                </a:solidFill>
                <a:latin typeface="Arial" panose="020B0604020202020204" pitchFamily="34" charset="0"/>
                <a:ea typeface="黑体" panose="02010609060101010101" pitchFamily="2" charset="-122"/>
              </a:rPr>
              <a:t>68</a:t>
            </a:r>
          </a:p>
        </p:txBody>
      </p:sp>
      <p:sp>
        <p:nvSpPr>
          <p:cNvPr id="319506" name="Text Box 18"/>
          <p:cNvSpPr txBox="1">
            <a:spLocks noChangeArrowheads="1"/>
          </p:cNvSpPr>
          <p:nvPr/>
        </p:nvSpPr>
        <p:spPr bwMode="auto">
          <a:xfrm>
            <a:off x="1697435" y="2462214"/>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333399"/>
                </a:solidFill>
                <a:latin typeface="Arial" panose="020B0604020202020204" pitchFamily="34" charset="0"/>
                <a:ea typeface="黑体" panose="02010609060101010101" pitchFamily="2" charset="-122"/>
              </a:rPr>
              <a:t>UDP</a:t>
            </a:r>
          </a:p>
        </p:txBody>
      </p:sp>
      <p:sp>
        <p:nvSpPr>
          <p:cNvPr id="319507" name="Text Box 19"/>
          <p:cNvSpPr txBox="1">
            <a:spLocks noChangeArrowheads="1"/>
          </p:cNvSpPr>
          <p:nvPr/>
        </p:nvSpPr>
        <p:spPr bwMode="auto">
          <a:xfrm>
            <a:off x="7419182" y="2462214"/>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333399"/>
                </a:solidFill>
                <a:latin typeface="Arial" panose="020B0604020202020204" pitchFamily="34" charset="0"/>
                <a:ea typeface="黑体" panose="02010609060101010101" pitchFamily="2" charset="-122"/>
              </a:rPr>
              <a:t>UDP</a:t>
            </a:r>
          </a:p>
        </p:txBody>
      </p:sp>
      <p:sp>
        <p:nvSpPr>
          <p:cNvPr id="319508" name="Line 20"/>
          <p:cNvSpPr>
            <a:spLocks noChangeShapeType="1"/>
          </p:cNvSpPr>
          <p:nvPr/>
        </p:nvSpPr>
        <p:spPr bwMode="auto">
          <a:xfrm>
            <a:off x="2454143" y="2968625"/>
            <a:ext cx="5164534" cy="0"/>
          </a:xfrm>
          <a:prstGeom prst="line">
            <a:avLst/>
          </a:prstGeom>
          <a:noFill/>
          <a:ln w="5715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sp>
        <p:nvSpPr>
          <p:cNvPr id="319509" name="Rectangle 21"/>
          <p:cNvSpPr>
            <a:spLocks noChangeArrowheads="1"/>
          </p:cNvSpPr>
          <p:nvPr/>
        </p:nvSpPr>
        <p:spPr bwMode="auto">
          <a:xfrm>
            <a:off x="624285" y="2798763"/>
            <a:ext cx="1076590" cy="341312"/>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333399"/>
                </a:solidFill>
                <a:latin typeface="Arial" panose="020B0604020202020204" pitchFamily="34" charset="0"/>
                <a:ea typeface="黑体" panose="02010609060101010101" pitchFamily="2" charset="-122"/>
              </a:rPr>
              <a:t>客户</a:t>
            </a:r>
          </a:p>
        </p:txBody>
      </p:sp>
      <p:sp>
        <p:nvSpPr>
          <p:cNvPr id="319510" name="Rectangle 22"/>
          <p:cNvSpPr>
            <a:spLocks noChangeArrowheads="1"/>
          </p:cNvSpPr>
          <p:nvPr/>
        </p:nvSpPr>
        <p:spPr bwMode="auto">
          <a:xfrm>
            <a:off x="3529012" y="2841625"/>
            <a:ext cx="2904729" cy="255588"/>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333399"/>
                </a:solidFill>
                <a:latin typeface="Arial" panose="020B0604020202020204" pitchFamily="34" charset="0"/>
                <a:ea typeface="黑体" panose="02010609060101010101" pitchFamily="2" charset="-122"/>
              </a:rPr>
              <a:t>DHCPREQUEST</a:t>
            </a:r>
          </a:p>
        </p:txBody>
      </p:sp>
      <p:sp>
        <p:nvSpPr>
          <p:cNvPr id="319511" name="Rectangle 23"/>
          <p:cNvSpPr>
            <a:spLocks noChangeArrowheads="1"/>
          </p:cNvSpPr>
          <p:nvPr/>
        </p:nvSpPr>
        <p:spPr bwMode="auto">
          <a:xfrm>
            <a:off x="8155252" y="2798763"/>
            <a:ext cx="1076590" cy="341312"/>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333399"/>
                </a:solidFill>
                <a:latin typeface="Arial" panose="020B0604020202020204" pitchFamily="34" charset="0"/>
                <a:ea typeface="黑体" panose="02010609060101010101" pitchFamily="2" charset="-122"/>
              </a:rPr>
              <a:t>服务器</a:t>
            </a:r>
          </a:p>
        </p:txBody>
      </p:sp>
      <p:sp>
        <p:nvSpPr>
          <p:cNvPr id="319512" name="Rectangle 24"/>
          <p:cNvSpPr>
            <a:spLocks noChangeArrowheads="1"/>
          </p:cNvSpPr>
          <p:nvPr/>
        </p:nvSpPr>
        <p:spPr bwMode="auto">
          <a:xfrm>
            <a:off x="7618677" y="2841625"/>
            <a:ext cx="536575" cy="255588"/>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333399"/>
                </a:solidFill>
                <a:latin typeface="Arial" panose="020B0604020202020204" pitchFamily="34" charset="0"/>
                <a:ea typeface="黑体" panose="02010609060101010101" pitchFamily="2" charset="-122"/>
              </a:rPr>
              <a:t>67</a:t>
            </a:r>
          </a:p>
        </p:txBody>
      </p:sp>
      <p:sp>
        <p:nvSpPr>
          <p:cNvPr id="319513" name="Rectangle 25"/>
          <p:cNvSpPr>
            <a:spLocks noChangeArrowheads="1"/>
          </p:cNvSpPr>
          <p:nvPr/>
        </p:nvSpPr>
        <p:spPr bwMode="auto">
          <a:xfrm>
            <a:off x="1700875" y="2841625"/>
            <a:ext cx="753269" cy="255588"/>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333399"/>
                </a:solidFill>
                <a:latin typeface="Arial" panose="020B0604020202020204" pitchFamily="34" charset="0"/>
                <a:ea typeface="黑体" panose="02010609060101010101" pitchFamily="2" charset="-122"/>
              </a:rPr>
              <a:t>68</a:t>
            </a:r>
          </a:p>
        </p:txBody>
      </p:sp>
      <p:sp>
        <p:nvSpPr>
          <p:cNvPr id="319514" name="Text Box 26"/>
          <p:cNvSpPr txBox="1">
            <a:spLocks noChangeArrowheads="1"/>
          </p:cNvSpPr>
          <p:nvPr/>
        </p:nvSpPr>
        <p:spPr bwMode="auto">
          <a:xfrm>
            <a:off x="1697435" y="3074989"/>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333399"/>
                </a:solidFill>
                <a:latin typeface="Arial" panose="020B0604020202020204" pitchFamily="34" charset="0"/>
                <a:ea typeface="黑体" panose="02010609060101010101" pitchFamily="2" charset="-122"/>
              </a:rPr>
              <a:t>UDP</a:t>
            </a:r>
          </a:p>
        </p:txBody>
      </p:sp>
      <p:sp>
        <p:nvSpPr>
          <p:cNvPr id="319515" name="Text Box 27"/>
          <p:cNvSpPr txBox="1">
            <a:spLocks noChangeArrowheads="1"/>
          </p:cNvSpPr>
          <p:nvPr/>
        </p:nvSpPr>
        <p:spPr bwMode="auto">
          <a:xfrm>
            <a:off x="7419182" y="3074989"/>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333399"/>
                </a:solidFill>
                <a:latin typeface="Arial" panose="020B0604020202020204" pitchFamily="34" charset="0"/>
                <a:ea typeface="黑体" panose="02010609060101010101" pitchFamily="2" charset="-122"/>
              </a:rPr>
              <a:t>UDP</a:t>
            </a:r>
          </a:p>
        </p:txBody>
      </p:sp>
      <p:sp>
        <p:nvSpPr>
          <p:cNvPr id="319516" name="Line 28"/>
          <p:cNvSpPr>
            <a:spLocks noChangeShapeType="1"/>
          </p:cNvSpPr>
          <p:nvPr/>
        </p:nvSpPr>
        <p:spPr bwMode="auto">
          <a:xfrm flipH="1">
            <a:off x="2452423" y="3579813"/>
            <a:ext cx="5166254" cy="0"/>
          </a:xfrm>
          <a:prstGeom prst="line">
            <a:avLst/>
          </a:prstGeom>
          <a:noFill/>
          <a:ln w="57150">
            <a:solidFill>
              <a:schemeClr val="hlink"/>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sp>
        <p:nvSpPr>
          <p:cNvPr id="319517" name="Rectangle 29"/>
          <p:cNvSpPr>
            <a:spLocks noChangeArrowheads="1"/>
          </p:cNvSpPr>
          <p:nvPr/>
        </p:nvSpPr>
        <p:spPr bwMode="auto">
          <a:xfrm>
            <a:off x="624286" y="3409950"/>
            <a:ext cx="1074869" cy="339725"/>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333399"/>
                </a:solidFill>
                <a:latin typeface="Arial" panose="020B0604020202020204" pitchFamily="34" charset="0"/>
                <a:ea typeface="黑体" panose="02010609060101010101" pitchFamily="2" charset="-122"/>
              </a:rPr>
              <a:t>客户</a:t>
            </a:r>
          </a:p>
        </p:txBody>
      </p:sp>
      <p:sp>
        <p:nvSpPr>
          <p:cNvPr id="319518" name="Rectangle 30"/>
          <p:cNvSpPr>
            <a:spLocks noChangeArrowheads="1"/>
          </p:cNvSpPr>
          <p:nvPr/>
        </p:nvSpPr>
        <p:spPr bwMode="auto">
          <a:xfrm>
            <a:off x="3529012" y="3452813"/>
            <a:ext cx="2904729" cy="254000"/>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333399"/>
                </a:solidFill>
                <a:latin typeface="Arial" panose="020B0604020202020204" pitchFamily="34" charset="0"/>
                <a:ea typeface="黑体" panose="02010609060101010101" pitchFamily="2" charset="-122"/>
              </a:rPr>
              <a:t>DHCPACK</a:t>
            </a:r>
          </a:p>
        </p:txBody>
      </p:sp>
      <p:sp>
        <p:nvSpPr>
          <p:cNvPr id="319519" name="Rectangle 31"/>
          <p:cNvSpPr>
            <a:spLocks noChangeArrowheads="1"/>
          </p:cNvSpPr>
          <p:nvPr/>
        </p:nvSpPr>
        <p:spPr bwMode="auto">
          <a:xfrm>
            <a:off x="8155252" y="3409950"/>
            <a:ext cx="1076590" cy="339725"/>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333399"/>
                </a:solidFill>
                <a:latin typeface="Arial" panose="020B0604020202020204" pitchFamily="34" charset="0"/>
                <a:ea typeface="黑体" panose="02010609060101010101" pitchFamily="2" charset="-122"/>
              </a:rPr>
              <a:t>服务器</a:t>
            </a:r>
          </a:p>
        </p:txBody>
      </p:sp>
      <p:sp>
        <p:nvSpPr>
          <p:cNvPr id="319520" name="Rectangle 32"/>
          <p:cNvSpPr>
            <a:spLocks noChangeArrowheads="1"/>
          </p:cNvSpPr>
          <p:nvPr/>
        </p:nvSpPr>
        <p:spPr bwMode="auto">
          <a:xfrm>
            <a:off x="7618677" y="3452813"/>
            <a:ext cx="536575" cy="254000"/>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333399"/>
                </a:solidFill>
                <a:latin typeface="Arial" panose="020B0604020202020204" pitchFamily="34" charset="0"/>
                <a:ea typeface="黑体" panose="02010609060101010101" pitchFamily="2" charset="-122"/>
              </a:rPr>
              <a:t>67</a:t>
            </a:r>
          </a:p>
        </p:txBody>
      </p:sp>
      <p:sp>
        <p:nvSpPr>
          <p:cNvPr id="319521" name="Rectangle 33"/>
          <p:cNvSpPr>
            <a:spLocks noChangeArrowheads="1"/>
          </p:cNvSpPr>
          <p:nvPr/>
        </p:nvSpPr>
        <p:spPr bwMode="auto">
          <a:xfrm>
            <a:off x="1699155" y="3452813"/>
            <a:ext cx="753269" cy="254000"/>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333399"/>
                </a:solidFill>
                <a:latin typeface="Arial" panose="020B0604020202020204" pitchFamily="34" charset="0"/>
                <a:ea typeface="黑体" panose="02010609060101010101" pitchFamily="2" charset="-122"/>
              </a:rPr>
              <a:t>68</a:t>
            </a:r>
          </a:p>
        </p:txBody>
      </p:sp>
      <p:sp>
        <p:nvSpPr>
          <p:cNvPr id="319522" name="Text Box 34"/>
          <p:cNvSpPr txBox="1">
            <a:spLocks noChangeArrowheads="1"/>
          </p:cNvSpPr>
          <p:nvPr/>
        </p:nvSpPr>
        <p:spPr bwMode="auto">
          <a:xfrm>
            <a:off x="1697435" y="3684589"/>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333399"/>
                </a:solidFill>
                <a:latin typeface="Arial" panose="020B0604020202020204" pitchFamily="34" charset="0"/>
                <a:ea typeface="黑体" panose="02010609060101010101" pitchFamily="2" charset="-122"/>
              </a:rPr>
              <a:t>UDP</a:t>
            </a:r>
          </a:p>
        </p:txBody>
      </p:sp>
      <p:sp>
        <p:nvSpPr>
          <p:cNvPr id="319523" name="Text Box 35"/>
          <p:cNvSpPr txBox="1">
            <a:spLocks noChangeArrowheads="1"/>
          </p:cNvSpPr>
          <p:nvPr/>
        </p:nvSpPr>
        <p:spPr bwMode="auto">
          <a:xfrm>
            <a:off x="7419182" y="3684589"/>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333399"/>
                </a:solidFill>
                <a:latin typeface="Arial" panose="020B0604020202020204" pitchFamily="34" charset="0"/>
                <a:ea typeface="黑体" panose="02010609060101010101" pitchFamily="2" charset="-122"/>
              </a:rPr>
              <a:t>UDP</a:t>
            </a:r>
          </a:p>
        </p:txBody>
      </p:sp>
      <p:sp>
        <p:nvSpPr>
          <p:cNvPr id="319524" name="Line 36"/>
          <p:cNvSpPr>
            <a:spLocks noChangeShapeType="1"/>
          </p:cNvSpPr>
          <p:nvPr/>
        </p:nvSpPr>
        <p:spPr bwMode="auto">
          <a:xfrm>
            <a:off x="2454143" y="4187825"/>
            <a:ext cx="5164534" cy="0"/>
          </a:xfrm>
          <a:prstGeom prst="line">
            <a:avLst/>
          </a:prstGeom>
          <a:noFill/>
          <a:ln w="5715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sp>
        <p:nvSpPr>
          <p:cNvPr id="319525" name="Rectangle 37"/>
          <p:cNvSpPr>
            <a:spLocks noChangeArrowheads="1"/>
          </p:cNvSpPr>
          <p:nvPr/>
        </p:nvSpPr>
        <p:spPr bwMode="auto">
          <a:xfrm>
            <a:off x="624285" y="4017964"/>
            <a:ext cx="1076590" cy="338137"/>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333399"/>
                </a:solidFill>
                <a:latin typeface="Arial" panose="020B0604020202020204" pitchFamily="34" charset="0"/>
                <a:ea typeface="黑体" panose="02010609060101010101" pitchFamily="2" charset="-122"/>
              </a:rPr>
              <a:t>客户</a:t>
            </a:r>
          </a:p>
        </p:txBody>
      </p:sp>
      <p:sp>
        <p:nvSpPr>
          <p:cNvPr id="319526" name="Rectangle 38"/>
          <p:cNvSpPr>
            <a:spLocks noChangeArrowheads="1"/>
          </p:cNvSpPr>
          <p:nvPr/>
        </p:nvSpPr>
        <p:spPr bwMode="auto">
          <a:xfrm>
            <a:off x="3529012" y="4060825"/>
            <a:ext cx="2904729" cy="254000"/>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333399"/>
                </a:solidFill>
                <a:latin typeface="Arial" panose="020B0604020202020204" pitchFamily="34" charset="0"/>
                <a:ea typeface="黑体" panose="02010609060101010101" pitchFamily="2" charset="-122"/>
              </a:rPr>
              <a:t>DHCPREQUEST</a:t>
            </a:r>
          </a:p>
        </p:txBody>
      </p:sp>
      <p:sp>
        <p:nvSpPr>
          <p:cNvPr id="319527" name="Rectangle 39"/>
          <p:cNvSpPr>
            <a:spLocks noChangeArrowheads="1"/>
          </p:cNvSpPr>
          <p:nvPr/>
        </p:nvSpPr>
        <p:spPr bwMode="auto">
          <a:xfrm>
            <a:off x="8155252" y="4017964"/>
            <a:ext cx="1076590" cy="338137"/>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333399"/>
                </a:solidFill>
                <a:latin typeface="Arial" panose="020B0604020202020204" pitchFamily="34" charset="0"/>
                <a:ea typeface="黑体" panose="02010609060101010101" pitchFamily="2" charset="-122"/>
              </a:rPr>
              <a:t>服务器</a:t>
            </a:r>
          </a:p>
        </p:txBody>
      </p:sp>
      <p:sp>
        <p:nvSpPr>
          <p:cNvPr id="319528" name="Rectangle 40"/>
          <p:cNvSpPr>
            <a:spLocks noChangeArrowheads="1"/>
          </p:cNvSpPr>
          <p:nvPr/>
        </p:nvSpPr>
        <p:spPr bwMode="auto">
          <a:xfrm>
            <a:off x="7618677" y="4060825"/>
            <a:ext cx="536575" cy="254000"/>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333399"/>
                </a:solidFill>
                <a:latin typeface="Arial" panose="020B0604020202020204" pitchFamily="34" charset="0"/>
                <a:ea typeface="黑体" panose="02010609060101010101" pitchFamily="2" charset="-122"/>
              </a:rPr>
              <a:t>67</a:t>
            </a:r>
          </a:p>
        </p:txBody>
      </p:sp>
      <p:sp>
        <p:nvSpPr>
          <p:cNvPr id="319529" name="Rectangle 41"/>
          <p:cNvSpPr>
            <a:spLocks noChangeArrowheads="1"/>
          </p:cNvSpPr>
          <p:nvPr/>
        </p:nvSpPr>
        <p:spPr bwMode="auto">
          <a:xfrm>
            <a:off x="1700875" y="4060825"/>
            <a:ext cx="753269" cy="254000"/>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333399"/>
                </a:solidFill>
                <a:latin typeface="Arial" panose="020B0604020202020204" pitchFamily="34" charset="0"/>
                <a:ea typeface="黑体" panose="02010609060101010101" pitchFamily="2" charset="-122"/>
              </a:rPr>
              <a:t>68</a:t>
            </a:r>
          </a:p>
        </p:txBody>
      </p:sp>
      <p:sp>
        <p:nvSpPr>
          <p:cNvPr id="319530" name="Text Box 42"/>
          <p:cNvSpPr txBox="1">
            <a:spLocks noChangeArrowheads="1"/>
          </p:cNvSpPr>
          <p:nvPr/>
        </p:nvSpPr>
        <p:spPr bwMode="auto">
          <a:xfrm>
            <a:off x="1697435" y="4292601"/>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333399"/>
                </a:solidFill>
                <a:latin typeface="Arial" panose="020B0604020202020204" pitchFamily="34" charset="0"/>
                <a:ea typeface="黑体" panose="02010609060101010101" pitchFamily="2" charset="-122"/>
              </a:rPr>
              <a:t>UDP</a:t>
            </a:r>
          </a:p>
        </p:txBody>
      </p:sp>
      <p:sp>
        <p:nvSpPr>
          <p:cNvPr id="319531" name="Text Box 43"/>
          <p:cNvSpPr txBox="1">
            <a:spLocks noChangeArrowheads="1"/>
          </p:cNvSpPr>
          <p:nvPr/>
        </p:nvSpPr>
        <p:spPr bwMode="auto">
          <a:xfrm>
            <a:off x="7419182" y="4292601"/>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333399"/>
                </a:solidFill>
                <a:latin typeface="Arial" panose="020B0604020202020204" pitchFamily="34" charset="0"/>
                <a:ea typeface="黑体" panose="02010609060101010101" pitchFamily="2" charset="-122"/>
              </a:rPr>
              <a:t>UDP</a:t>
            </a:r>
          </a:p>
        </p:txBody>
      </p:sp>
      <p:sp>
        <p:nvSpPr>
          <p:cNvPr id="319532" name="Line 44"/>
          <p:cNvSpPr>
            <a:spLocks noChangeShapeType="1"/>
          </p:cNvSpPr>
          <p:nvPr/>
        </p:nvSpPr>
        <p:spPr bwMode="auto">
          <a:xfrm flipH="1">
            <a:off x="2452423" y="4800600"/>
            <a:ext cx="5166254" cy="0"/>
          </a:xfrm>
          <a:prstGeom prst="line">
            <a:avLst/>
          </a:prstGeom>
          <a:noFill/>
          <a:ln w="57150">
            <a:solidFill>
              <a:schemeClr val="hlink"/>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sp>
        <p:nvSpPr>
          <p:cNvPr id="319533" name="Rectangle 45"/>
          <p:cNvSpPr>
            <a:spLocks noChangeArrowheads="1"/>
          </p:cNvSpPr>
          <p:nvPr/>
        </p:nvSpPr>
        <p:spPr bwMode="auto">
          <a:xfrm>
            <a:off x="624286" y="4629150"/>
            <a:ext cx="1074869" cy="338138"/>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333399"/>
                </a:solidFill>
                <a:latin typeface="Arial" panose="020B0604020202020204" pitchFamily="34" charset="0"/>
                <a:ea typeface="黑体" panose="02010609060101010101" pitchFamily="2" charset="-122"/>
              </a:rPr>
              <a:t>客户</a:t>
            </a:r>
          </a:p>
        </p:txBody>
      </p:sp>
      <p:sp>
        <p:nvSpPr>
          <p:cNvPr id="319534" name="Rectangle 46"/>
          <p:cNvSpPr>
            <a:spLocks noChangeArrowheads="1"/>
          </p:cNvSpPr>
          <p:nvPr/>
        </p:nvSpPr>
        <p:spPr bwMode="auto">
          <a:xfrm>
            <a:off x="3529012" y="4672014"/>
            <a:ext cx="2904729" cy="255587"/>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333399"/>
                </a:solidFill>
                <a:latin typeface="Arial" panose="020B0604020202020204" pitchFamily="34" charset="0"/>
                <a:ea typeface="黑体" panose="02010609060101010101" pitchFamily="2" charset="-122"/>
              </a:rPr>
              <a:t>DHCPACK</a:t>
            </a:r>
          </a:p>
        </p:txBody>
      </p:sp>
      <p:sp>
        <p:nvSpPr>
          <p:cNvPr id="319535" name="Rectangle 47"/>
          <p:cNvSpPr>
            <a:spLocks noChangeArrowheads="1"/>
          </p:cNvSpPr>
          <p:nvPr/>
        </p:nvSpPr>
        <p:spPr bwMode="auto">
          <a:xfrm>
            <a:off x="8155252" y="4629150"/>
            <a:ext cx="1076590" cy="338138"/>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333399"/>
                </a:solidFill>
                <a:latin typeface="Arial" panose="020B0604020202020204" pitchFamily="34" charset="0"/>
                <a:ea typeface="黑体" panose="02010609060101010101" pitchFamily="2" charset="-122"/>
              </a:rPr>
              <a:t>服务器</a:t>
            </a:r>
          </a:p>
        </p:txBody>
      </p:sp>
      <p:sp>
        <p:nvSpPr>
          <p:cNvPr id="319536" name="Rectangle 48"/>
          <p:cNvSpPr>
            <a:spLocks noChangeArrowheads="1"/>
          </p:cNvSpPr>
          <p:nvPr/>
        </p:nvSpPr>
        <p:spPr bwMode="auto">
          <a:xfrm>
            <a:off x="7618677" y="4672014"/>
            <a:ext cx="536575" cy="255587"/>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333399"/>
                </a:solidFill>
                <a:latin typeface="Arial" panose="020B0604020202020204" pitchFamily="34" charset="0"/>
                <a:ea typeface="黑体" panose="02010609060101010101" pitchFamily="2" charset="-122"/>
              </a:rPr>
              <a:t>67</a:t>
            </a:r>
          </a:p>
        </p:txBody>
      </p:sp>
      <p:sp>
        <p:nvSpPr>
          <p:cNvPr id="319537" name="Rectangle 49"/>
          <p:cNvSpPr>
            <a:spLocks noChangeArrowheads="1"/>
          </p:cNvSpPr>
          <p:nvPr/>
        </p:nvSpPr>
        <p:spPr bwMode="auto">
          <a:xfrm>
            <a:off x="1699155" y="4672014"/>
            <a:ext cx="753269" cy="255587"/>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333399"/>
                </a:solidFill>
                <a:latin typeface="Arial" panose="020B0604020202020204" pitchFamily="34" charset="0"/>
                <a:ea typeface="黑体" panose="02010609060101010101" pitchFamily="2" charset="-122"/>
              </a:rPr>
              <a:t>68</a:t>
            </a:r>
          </a:p>
        </p:txBody>
      </p:sp>
      <p:sp>
        <p:nvSpPr>
          <p:cNvPr id="319538" name="Text Box 50"/>
          <p:cNvSpPr txBox="1">
            <a:spLocks noChangeArrowheads="1"/>
          </p:cNvSpPr>
          <p:nvPr/>
        </p:nvSpPr>
        <p:spPr bwMode="auto">
          <a:xfrm>
            <a:off x="1697435" y="4903789"/>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333399"/>
                </a:solidFill>
                <a:latin typeface="Arial" panose="020B0604020202020204" pitchFamily="34" charset="0"/>
                <a:ea typeface="黑体" panose="02010609060101010101" pitchFamily="2" charset="-122"/>
              </a:rPr>
              <a:t>UDP</a:t>
            </a:r>
          </a:p>
        </p:txBody>
      </p:sp>
      <p:sp>
        <p:nvSpPr>
          <p:cNvPr id="319539" name="Text Box 51"/>
          <p:cNvSpPr txBox="1">
            <a:spLocks noChangeArrowheads="1"/>
          </p:cNvSpPr>
          <p:nvPr/>
        </p:nvSpPr>
        <p:spPr bwMode="auto">
          <a:xfrm>
            <a:off x="7419182" y="4903789"/>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333399"/>
                </a:solidFill>
                <a:latin typeface="Arial" panose="020B0604020202020204" pitchFamily="34" charset="0"/>
                <a:ea typeface="黑体" panose="02010609060101010101" pitchFamily="2" charset="-122"/>
              </a:rPr>
              <a:t>UDP</a:t>
            </a:r>
          </a:p>
        </p:txBody>
      </p:sp>
      <p:sp>
        <p:nvSpPr>
          <p:cNvPr id="319540" name="Line 52"/>
          <p:cNvSpPr>
            <a:spLocks noChangeShapeType="1"/>
          </p:cNvSpPr>
          <p:nvPr/>
        </p:nvSpPr>
        <p:spPr bwMode="auto">
          <a:xfrm flipH="1">
            <a:off x="2452423" y="5411788"/>
            <a:ext cx="5166254" cy="0"/>
          </a:xfrm>
          <a:prstGeom prst="line">
            <a:avLst/>
          </a:prstGeom>
          <a:noFill/>
          <a:ln w="57150">
            <a:solidFill>
              <a:schemeClr val="hlink"/>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sp>
        <p:nvSpPr>
          <p:cNvPr id="319541" name="Rectangle 53"/>
          <p:cNvSpPr>
            <a:spLocks noChangeArrowheads="1"/>
          </p:cNvSpPr>
          <p:nvPr/>
        </p:nvSpPr>
        <p:spPr bwMode="auto">
          <a:xfrm>
            <a:off x="624286" y="5240339"/>
            <a:ext cx="1074869" cy="338137"/>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333399"/>
                </a:solidFill>
                <a:latin typeface="Arial" panose="020B0604020202020204" pitchFamily="34" charset="0"/>
                <a:ea typeface="黑体" panose="02010609060101010101" pitchFamily="2" charset="-122"/>
              </a:rPr>
              <a:t>客户</a:t>
            </a:r>
          </a:p>
        </p:txBody>
      </p:sp>
      <p:sp>
        <p:nvSpPr>
          <p:cNvPr id="319542" name="Rectangle 54"/>
          <p:cNvSpPr>
            <a:spLocks noChangeArrowheads="1"/>
          </p:cNvSpPr>
          <p:nvPr/>
        </p:nvSpPr>
        <p:spPr bwMode="auto">
          <a:xfrm>
            <a:off x="3529012" y="5283200"/>
            <a:ext cx="2904729" cy="255588"/>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333399"/>
                </a:solidFill>
                <a:latin typeface="Arial" panose="020B0604020202020204" pitchFamily="34" charset="0"/>
                <a:ea typeface="黑体" panose="02010609060101010101" pitchFamily="2" charset="-122"/>
              </a:rPr>
              <a:t>DHCPNACK</a:t>
            </a:r>
          </a:p>
        </p:txBody>
      </p:sp>
      <p:sp>
        <p:nvSpPr>
          <p:cNvPr id="319543" name="Rectangle 55"/>
          <p:cNvSpPr>
            <a:spLocks noChangeArrowheads="1"/>
          </p:cNvSpPr>
          <p:nvPr/>
        </p:nvSpPr>
        <p:spPr bwMode="auto">
          <a:xfrm>
            <a:off x="8155252" y="5240339"/>
            <a:ext cx="1076590" cy="338137"/>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333399"/>
                </a:solidFill>
                <a:latin typeface="Arial" panose="020B0604020202020204" pitchFamily="34" charset="0"/>
                <a:ea typeface="黑体" panose="02010609060101010101" pitchFamily="2" charset="-122"/>
              </a:rPr>
              <a:t>服务器</a:t>
            </a:r>
          </a:p>
        </p:txBody>
      </p:sp>
      <p:sp>
        <p:nvSpPr>
          <p:cNvPr id="319544" name="Rectangle 56"/>
          <p:cNvSpPr>
            <a:spLocks noChangeArrowheads="1"/>
          </p:cNvSpPr>
          <p:nvPr/>
        </p:nvSpPr>
        <p:spPr bwMode="auto">
          <a:xfrm>
            <a:off x="7618677" y="5283200"/>
            <a:ext cx="536575" cy="255588"/>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333399"/>
                </a:solidFill>
                <a:latin typeface="Arial" panose="020B0604020202020204" pitchFamily="34" charset="0"/>
                <a:ea typeface="黑体" panose="02010609060101010101" pitchFamily="2" charset="-122"/>
              </a:rPr>
              <a:t>67</a:t>
            </a:r>
          </a:p>
        </p:txBody>
      </p:sp>
      <p:sp>
        <p:nvSpPr>
          <p:cNvPr id="319545" name="Rectangle 57"/>
          <p:cNvSpPr>
            <a:spLocks noChangeArrowheads="1"/>
          </p:cNvSpPr>
          <p:nvPr/>
        </p:nvSpPr>
        <p:spPr bwMode="auto">
          <a:xfrm>
            <a:off x="1699155" y="5283200"/>
            <a:ext cx="753269" cy="255588"/>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333399"/>
                </a:solidFill>
                <a:latin typeface="Arial" panose="020B0604020202020204" pitchFamily="34" charset="0"/>
                <a:ea typeface="黑体" panose="02010609060101010101" pitchFamily="2" charset="-122"/>
              </a:rPr>
              <a:t>68</a:t>
            </a:r>
          </a:p>
        </p:txBody>
      </p:sp>
      <p:sp>
        <p:nvSpPr>
          <p:cNvPr id="319546" name="Text Box 58"/>
          <p:cNvSpPr txBox="1">
            <a:spLocks noChangeArrowheads="1"/>
          </p:cNvSpPr>
          <p:nvPr/>
        </p:nvSpPr>
        <p:spPr bwMode="auto">
          <a:xfrm>
            <a:off x="1697435" y="5514976"/>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333399"/>
                </a:solidFill>
                <a:latin typeface="Arial" panose="020B0604020202020204" pitchFamily="34" charset="0"/>
                <a:ea typeface="黑体" panose="02010609060101010101" pitchFamily="2" charset="-122"/>
              </a:rPr>
              <a:t>UDP</a:t>
            </a:r>
          </a:p>
        </p:txBody>
      </p:sp>
      <p:sp>
        <p:nvSpPr>
          <p:cNvPr id="319547" name="Text Box 59"/>
          <p:cNvSpPr txBox="1">
            <a:spLocks noChangeArrowheads="1"/>
          </p:cNvSpPr>
          <p:nvPr/>
        </p:nvSpPr>
        <p:spPr bwMode="auto">
          <a:xfrm>
            <a:off x="7419182" y="5514976"/>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333399"/>
                </a:solidFill>
                <a:latin typeface="Arial" panose="020B0604020202020204" pitchFamily="34" charset="0"/>
                <a:ea typeface="黑体" panose="02010609060101010101" pitchFamily="2" charset="-122"/>
              </a:rPr>
              <a:t>UDP</a:t>
            </a:r>
          </a:p>
        </p:txBody>
      </p:sp>
      <p:sp>
        <p:nvSpPr>
          <p:cNvPr id="319548" name="Line 60"/>
          <p:cNvSpPr>
            <a:spLocks noChangeShapeType="1"/>
          </p:cNvSpPr>
          <p:nvPr/>
        </p:nvSpPr>
        <p:spPr bwMode="auto">
          <a:xfrm>
            <a:off x="2454143" y="6256338"/>
            <a:ext cx="5164534" cy="0"/>
          </a:xfrm>
          <a:prstGeom prst="line">
            <a:avLst/>
          </a:prstGeom>
          <a:noFill/>
          <a:ln w="5715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sp>
        <p:nvSpPr>
          <p:cNvPr id="319549" name="Rectangle 61"/>
          <p:cNvSpPr>
            <a:spLocks noChangeArrowheads="1"/>
          </p:cNvSpPr>
          <p:nvPr/>
        </p:nvSpPr>
        <p:spPr bwMode="auto">
          <a:xfrm>
            <a:off x="624285" y="6086475"/>
            <a:ext cx="1076590" cy="338138"/>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333399"/>
                </a:solidFill>
                <a:latin typeface="Arial" panose="020B0604020202020204" pitchFamily="34" charset="0"/>
                <a:ea typeface="黑体" panose="02010609060101010101" pitchFamily="2" charset="-122"/>
              </a:rPr>
              <a:t>客户</a:t>
            </a:r>
          </a:p>
        </p:txBody>
      </p:sp>
      <p:sp>
        <p:nvSpPr>
          <p:cNvPr id="319550" name="Rectangle 62"/>
          <p:cNvSpPr>
            <a:spLocks noChangeArrowheads="1"/>
          </p:cNvSpPr>
          <p:nvPr/>
        </p:nvSpPr>
        <p:spPr bwMode="auto">
          <a:xfrm>
            <a:off x="3529012" y="6129338"/>
            <a:ext cx="2904729" cy="254000"/>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333399"/>
                </a:solidFill>
                <a:latin typeface="Arial" panose="020B0604020202020204" pitchFamily="34" charset="0"/>
                <a:ea typeface="黑体" panose="02010609060101010101" pitchFamily="2" charset="-122"/>
              </a:rPr>
              <a:t>DHCPRELEASE</a:t>
            </a:r>
          </a:p>
        </p:txBody>
      </p:sp>
      <p:sp>
        <p:nvSpPr>
          <p:cNvPr id="319551" name="Rectangle 63"/>
          <p:cNvSpPr>
            <a:spLocks noChangeArrowheads="1"/>
          </p:cNvSpPr>
          <p:nvPr/>
        </p:nvSpPr>
        <p:spPr bwMode="auto">
          <a:xfrm>
            <a:off x="8155252" y="6086475"/>
            <a:ext cx="1076590" cy="338138"/>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333399"/>
                </a:solidFill>
                <a:latin typeface="Arial" panose="020B0604020202020204" pitchFamily="34" charset="0"/>
                <a:ea typeface="黑体" panose="02010609060101010101" pitchFamily="2" charset="-122"/>
              </a:rPr>
              <a:t>服务器</a:t>
            </a:r>
          </a:p>
        </p:txBody>
      </p:sp>
      <p:sp>
        <p:nvSpPr>
          <p:cNvPr id="319552" name="Rectangle 64"/>
          <p:cNvSpPr>
            <a:spLocks noChangeArrowheads="1"/>
          </p:cNvSpPr>
          <p:nvPr/>
        </p:nvSpPr>
        <p:spPr bwMode="auto">
          <a:xfrm>
            <a:off x="7618677" y="6129338"/>
            <a:ext cx="536575" cy="254000"/>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333399"/>
                </a:solidFill>
                <a:latin typeface="Arial" panose="020B0604020202020204" pitchFamily="34" charset="0"/>
                <a:ea typeface="黑体" panose="02010609060101010101" pitchFamily="2" charset="-122"/>
              </a:rPr>
              <a:t>67</a:t>
            </a:r>
          </a:p>
        </p:txBody>
      </p:sp>
      <p:sp>
        <p:nvSpPr>
          <p:cNvPr id="319553" name="Rectangle 65"/>
          <p:cNvSpPr>
            <a:spLocks noChangeArrowheads="1"/>
          </p:cNvSpPr>
          <p:nvPr/>
        </p:nvSpPr>
        <p:spPr bwMode="auto">
          <a:xfrm>
            <a:off x="1700875" y="6129338"/>
            <a:ext cx="753269" cy="254000"/>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333399"/>
                </a:solidFill>
                <a:latin typeface="Arial" panose="020B0604020202020204" pitchFamily="34" charset="0"/>
                <a:ea typeface="黑体" panose="02010609060101010101" pitchFamily="2" charset="-122"/>
              </a:rPr>
              <a:t>68</a:t>
            </a:r>
          </a:p>
        </p:txBody>
      </p:sp>
      <p:sp>
        <p:nvSpPr>
          <p:cNvPr id="319554" name="Text Box 66"/>
          <p:cNvSpPr txBox="1">
            <a:spLocks noChangeArrowheads="1"/>
          </p:cNvSpPr>
          <p:nvPr/>
        </p:nvSpPr>
        <p:spPr bwMode="auto">
          <a:xfrm>
            <a:off x="1697435" y="6361114"/>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333399"/>
                </a:solidFill>
                <a:latin typeface="Arial" panose="020B0604020202020204" pitchFamily="34" charset="0"/>
                <a:ea typeface="黑体" panose="02010609060101010101" pitchFamily="2" charset="-122"/>
              </a:rPr>
              <a:t>UDP</a:t>
            </a:r>
          </a:p>
        </p:txBody>
      </p:sp>
      <p:sp>
        <p:nvSpPr>
          <p:cNvPr id="319555" name="Text Box 67"/>
          <p:cNvSpPr txBox="1">
            <a:spLocks noChangeArrowheads="1"/>
          </p:cNvSpPr>
          <p:nvPr/>
        </p:nvSpPr>
        <p:spPr bwMode="auto">
          <a:xfrm>
            <a:off x="7419182" y="6361114"/>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333399"/>
                </a:solidFill>
                <a:latin typeface="Arial" panose="020B0604020202020204" pitchFamily="34" charset="0"/>
                <a:ea typeface="黑体" panose="02010609060101010101" pitchFamily="2" charset="-122"/>
              </a:rPr>
              <a:t>UDP</a:t>
            </a:r>
          </a:p>
        </p:txBody>
      </p:sp>
      <p:sp>
        <p:nvSpPr>
          <p:cNvPr id="319556" name="Rectangle 68"/>
          <p:cNvSpPr>
            <a:spLocks noChangeArrowheads="1"/>
          </p:cNvSpPr>
          <p:nvPr/>
        </p:nvSpPr>
        <p:spPr bwMode="auto">
          <a:xfrm>
            <a:off x="8155252" y="936625"/>
            <a:ext cx="1076590" cy="338138"/>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333399"/>
                </a:solidFill>
                <a:latin typeface="Arial" panose="020B0604020202020204" pitchFamily="34" charset="0"/>
                <a:ea typeface="黑体" panose="02010609060101010101" pitchFamily="2" charset="-122"/>
              </a:rPr>
              <a:t>服务器</a:t>
            </a:r>
          </a:p>
        </p:txBody>
      </p:sp>
      <p:sp>
        <p:nvSpPr>
          <p:cNvPr id="319557" name="Rectangle 69"/>
          <p:cNvSpPr>
            <a:spLocks noChangeArrowheads="1"/>
          </p:cNvSpPr>
          <p:nvPr/>
        </p:nvSpPr>
        <p:spPr bwMode="auto">
          <a:xfrm>
            <a:off x="7618677" y="977900"/>
            <a:ext cx="536575" cy="254000"/>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333399"/>
                </a:solidFill>
                <a:latin typeface="Arial" panose="020B0604020202020204" pitchFamily="34" charset="0"/>
                <a:ea typeface="黑体" panose="02010609060101010101" pitchFamily="2" charset="-122"/>
              </a:rPr>
              <a:t>67</a:t>
            </a:r>
          </a:p>
        </p:txBody>
      </p:sp>
      <p:sp>
        <p:nvSpPr>
          <p:cNvPr id="319558" name="Text Box 70"/>
          <p:cNvSpPr txBox="1">
            <a:spLocks noChangeArrowheads="1"/>
          </p:cNvSpPr>
          <p:nvPr/>
        </p:nvSpPr>
        <p:spPr bwMode="auto">
          <a:xfrm>
            <a:off x="7419182" y="1209676"/>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333399"/>
                </a:solidFill>
                <a:latin typeface="Arial" panose="020B0604020202020204" pitchFamily="34" charset="0"/>
                <a:ea typeface="黑体" panose="02010609060101010101" pitchFamily="2" charset="-122"/>
              </a:rPr>
              <a:t>UDP</a:t>
            </a:r>
          </a:p>
        </p:txBody>
      </p:sp>
      <p:sp>
        <p:nvSpPr>
          <p:cNvPr id="319559" name="Text Box 71"/>
          <p:cNvSpPr txBox="1">
            <a:spLocks noChangeArrowheads="1"/>
          </p:cNvSpPr>
          <p:nvPr/>
        </p:nvSpPr>
        <p:spPr bwMode="auto">
          <a:xfrm>
            <a:off x="6218766" y="692151"/>
            <a:ext cx="12105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000">
                <a:solidFill>
                  <a:srgbClr val="333399"/>
                </a:solidFill>
                <a:latin typeface="Arial" panose="020B0604020202020204" pitchFamily="34" charset="0"/>
                <a:ea typeface="黑体" panose="02010609060101010101" pitchFamily="2" charset="-122"/>
              </a:rPr>
              <a:t>被动打开</a:t>
            </a:r>
          </a:p>
        </p:txBody>
      </p:sp>
      <p:sp>
        <p:nvSpPr>
          <p:cNvPr id="319560" name="Text Box 72"/>
          <p:cNvSpPr txBox="1">
            <a:spLocks noChangeArrowheads="1"/>
          </p:cNvSpPr>
          <p:nvPr/>
        </p:nvSpPr>
        <p:spPr bwMode="auto">
          <a:xfrm>
            <a:off x="9237002" y="820738"/>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a:solidFill>
                  <a:srgbClr val="333399"/>
                </a:solidFill>
                <a:latin typeface="Arial" panose="020B0604020202020204" pitchFamily="34" charset="0"/>
                <a:ea typeface="黑体" panose="02010609060101010101" pitchFamily="2" charset="-122"/>
                <a:sym typeface="Wingdings" panose="05000000000000000000" pitchFamily="2" charset="2"/>
              </a:rPr>
              <a:t></a:t>
            </a:r>
          </a:p>
        </p:txBody>
      </p:sp>
      <p:sp>
        <p:nvSpPr>
          <p:cNvPr id="319561" name="Text Box 73"/>
          <p:cNvSpPr txBox="1">
            <a:spLocks noChangeArrowheads="1"/>
          </p:cNvSpPr>
          <p:nvPr/>
        </p:nvSpPr>
        <p:spPr bwMode="auto">
          <a:xfrm>
            <a:off x="85990" y="1435101"/>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333399"/>
                </a:solidFill>
                <a:latin typeface="Arial" panose="020B0604020202020204" pitchFamily="34" charset="0"/>
                <a:ea typeface="黑体" panose="02010609060101010101" pitchFamily="2" charset="-122"/>
                <a:sym typeface="Wingdings" panose="05000000000000000000" pitchFamily="2" charset="2"/>
              </a:rPr>
              <a:t></a:t>
            </a:r>
          </a:p>
        </p:txBody>
      </p:sp>
      <p:sp>
        <p:nvSpPr>
          <p:cNvPr id="319562" name="Text Box 74"/>
          <p:cNvSpPr txBox="1">
            <a:spLocks noChangeArrowheads="1"/>
          </p:cNvSpPr>
          <p:nvPr/>
        </p:nvSpPr>
        <p:spPr bwMode="auto">
          <a:xfrm>
            <a:off x="9237002" y="2057401"/>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333399"/>
                </a:solidFill>
                <a:latin typeface="Arial" panose="020B0604020202020204" pitchFamily="34" charset="0"/>
                <a:ea typeface="黑体" panose="02010609060101010101" pitchFamily="2" charset="-122"/>
                <a:sym typeface="Wingdings" panose="05000000000000000000" pitchFamily="2" charset="2"/>
              </a:rPr>
              <a:t></a:t>
            </a:r>
          </a:p>
        </p:txBody>
      </p:sp>
      <p:sp>
        <p:nvSpPr>
          <p:cNvPr id="319563" name="Text Box 75"/>
          <p:cNvSpPr txBox="1">
            <a:spLocks noChangeArrowheads="1"/>
          </p:cNvSpPr>
          <p:nvPr/>
        </p:nvSpPr>
        <p:spPr bwMode="auto">
          <a:xfrm>
            <a:off x="85990" y="2654301"/>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333399"/>
                </a:solidFill>
                <a:latin typeface="Arial" panose="020B0604020202020204" pitchFamily="34" charset="0"/>
                <a:ea typeface="黑体" panose="02010609060101010101" pitchFamily="2" charset="-122"/>
                <a:sym typeface="Wingdings" panose="05000000000000000000" pitchFamily="2" charset="2"/>
              </a:rPr>
              <a:t></a:t>
            </a:r>
          </a:p>
        </p:txBody>
      </p:sp>
      <p:sp>
        <p:nvSpPr>
          <p:cNvPr id="319564" name="Text Box 76"/>
          <p:cNvSpPr txBox="1">
            <a:spLocks noChangeArrowheads="1"/>
          </p:cNvSpPr>
          <p:nvPr/>
        </p:nvSpPr>
        <p:spPr bwMode="auto">
          <a:xfrm>
            <a:off x="9231842" y="3278188"/>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333399"/>
                </a:solidFill>
                <a:latin typeface="Arial" panose="020B0604020202020204" pitchFamily="34" charset="0"/>
                <a:ea typeface="黑体" panose="02010609060101010101" pitchFamily="2" charset="-122"/>
                <a:sym typeface="Wingdings" panose="05000000000000000000" pitchFamily="2" charset="2"/>
              </a:rPr>
              <a:t></a:t>
            </a:r>
          </a:p>
        </p:txBody>
      </p:sp>
      <p:sp>
        <p:nvSpPr>
          <p:cNvPr id="319565" name="Text Box 77"/>
          <p:cNvSpPr txBox="1">
            <a:spLocks noChangeArrowheads="1"/>
          </p:cNvSpPr>
          <p:nvPr/>
        </p:nvSpPr>
        <p:spPr bwMode="auto">
          <a:xfrm>
            <a:off x="85990" y="3902076"/>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333399"/>
                </a:solidFill>
                <a:latin typeface="Arial" panose="020B0604020202020204" pitchFamily="34" charset="0"/>
                <a:ea typeface="黑体" panose="02010609060101010101" pitchFamily="2" charset="-122"/>
                <a:sym typeface="Wingdings" panose="05000000000000000000" pitchFamily="2" charset="2"/>
              </a:rPr>
              <a:t></a:t>
            </a:r>
          </a:p>
        </p:txBody>
      </p:sp>
      <p:sp>
        <p:nvSpPr>
          <p:cNvPr id="319566" name="Text Box 78"/>
          <p:cNvSpPr txBox="1">
            <a:spLocks noChangeArrowheads="1"/>
          </p:cNvSpPr>
          <p:nvPr/>
        </p:nvSpPr>
        <p:spPr bwMode="auto">
          <a:xfrm>
            <a:off x="9231842" y="4486276"/>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333399"/>
                </a:solidFill>
                <a:latin typeface="Arial" panose="020B0604020202020204" pitchFamily="34" charset="0"/>
                <a:ea typeface="黑体" panose="02010609060101010101" pitchFamily="2" charset="-122"/>
                <a:sym typeface="Wingdings" panose="05000000000000000000" pitchFamily="2" charset="2"/>
              </a:rPr>
              <a:t></a:t>
            </a:r>
          </a:p>
        </p:txBody>
      </p:sp>
      <p:sp>
        <p:nvSpPr>
          <p:cNvPr id="319567" name="Text Box 79"/>
          <p:cNvSpPr txBox="1">
            <a:spLocks noChangeArrowheads="1"/>
          </p:cNvSpPr>
          <p:nvPr/>
        </p:nvSpPr>
        <p:spPr bwMode="auto">
          <a:xfrm>
            <a:off x="9231842" y="5110163"/>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333399"/>
                </a:solidFill>
                <a:latin typeface="Arial" panose="020B0604020202020204" pitchFamily="34" charset="0"/>
                <a:ea typeface="黑体" panose="02010609060101010101" pitchFamily="2" charset="-122"/>
                <a:sym typeface="Wingdings" panose="05000000000000000000" pitchFamily="2" charset="2"/>
              </a:rPr>
              <a:t></a:t>
            </a:r>
          </a:p>
        </p:txBody>
      </p:sp>
      <p:sp>
        <p:nvSpPr>
          <p:cNvPr id="319568" name="Text Box 80"/>
          <p:cNvSpPr txBox="1">
            <a:spLocks noChangeArrowheads="1"/>
          </p:cNvSpPr>
          <p:nvPr/>
        </p:nvSpPr>
        <p:spPr bwMode="auto">
          <a:xfrm rot="-5400000">
            <a:off x="4385625" y="5480734"/>
            <a:ext cx="6463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b="1">
                <a:solidFill>
                  <a:srgbClr val="333399"/>
                </a:solidFill>
                <a:latin typeface="Arial" panose="020B0604020202020204" pitchFamily="34" charset="0"/>
                <a:ea typeface="黑体" panose="02010609060101010101" pitchFamily="2" charset="-122"/>
              </a:rPr>
              <a:t>…</a:t>
            </a:r>
          </a:p>
        </p:txBody>
      </p:sp>
      <p:sp>
        <p:nvSpPr>
          <p:cNvPr id="319569" name="Text Box 81"/>
          <p:cNvSpPr txBox="1">
            <a:spLocks noChangeArrowheads="1"/>
          </p:cNvSpPr>
          <p:nvPr/>
        </p:nvSpPr>
        <p:spPr bwMode="auto">
          <a:xfrm>
            <a:off x="85990" y="5892801"/>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333399"/>
                </a:solidFill>
                <a:latin typeface="Arial" panose="020B0604020202020204" pitchFamily="34" charset="0"/>
                <a:ea typeface="黑体" panose="02010609060101010101" pitchFamily="2" charset="-122"/>
                <a:sym typeface="Wingdings" panose="05000000000000000000" pitchFamily="2" charset="2"/>
              </a:rPr>
              <a:t></a:t>
            </a:r>
          </a:p>
        </p:txBody>
      </p:sp>
      <p:grpSp>
        <p:nvGrpSpPr>
          <p:cNvPr id="2" name="组合 1"/>
          <p:cNvGrpSpPr/>
          <p:nvPr/>
        </p:nvGrpSpPr>
        <p:grpSpPr>
          <a:xfrm>
            <a:off x="0" y="765175"/>
            <a:ext cx="9906000" cy="2235200"/>
            <a:chOff x="0" y="765175"/>
            <a:chExt cx="9906000" cy="2235200"/>
          </a:xfrm>
        </p:grpSpPr>
        <p:sp>
          <p:nvSpPr>
            <p:cNvPr id="319570" name="Rectangle 83"/>
            <p:cNvSpPr>
              <a:spLocks noChangeArrowheads="1"/>
            </p:cNvSpPr>
            <p:nvPr/>
          </p:nvSpPr>
          <p:spPr bwMode="auto">
            <a:xfrm>
              <a:off x="0" y="765175"/>
              <a:ext cx="9906000" cy="2235200"/>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zh-CN" sz="2800"/>
            </a:p>
          </p:txBody>
        </p:sp>
        <p:sp>
          <p:nvSpPr>
            <p:cNvPr id="319571" name="Text Box 85"/>
            <p:cNvSpPr txBox="1">
              <a:spLocks noChangeArrowheads="1"/>
            </p:cNvSpPr>
            <p:nvPr/>
          </p:nvSpPr>
          <p:spPr bwMode="auto">
            <a:xfrm>
              <a:off x="428229" y="1128713"/>
              <a:ext cx="9126934" cy="1504950"/>
            </a:xfrm>
            <a:prstGeom prst="rect">
              <a:avLst/>
            </a:prstGeom>
            <a:solidFill>
              <a:srgbClr val="FFFF99"/>
            </a:solidFill>
            <a:ln w="9525">
              <a:solidFill>
                <a:srgbClr val="33339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algn="just" eaLnBrk="1" hangingPunct="1"/>
              <a:r>
                <a:rPr lang="en-US" altLang="zh-CN" b="1" dirty="0">
                  <a:solidFill>
                    <a:srgbClr val="333399"/>
                  </a:solidFill>
                  <a:latin typeface="Arial" panose="020B0604020202020204" pitchFamily="34" charset="0"/>
                  <a:ea typeface="黑体" panose="02010609060101010101" pitchFamily="2" charset="-122"/>
                  <a:sym typeface="Wingdings" panose="05000000000000000000" pitchFamily="2" charset="2"/>
                </a:rPr>
                <a:t></a:t>
              </a:r>
              <a:r>
                <a:rPr lang="zh-CN" altLang="en-US" sz="2800" b="1" dirty="0">
                  <a:solidFill>
                    <a:srgbClr val="333399"/>
                  </a:solidFill>
                  <a:latin typeface="Arial" panose="020B0604020202020204" pitchFamily="34" charset="0"/>
                  <a:ea typeface="黑体" panose="02010609060101010101" pitchFamily="2" charset="-122"/>
                </a:rPr>
                <a:t>：</a:t>
              </a:r>
              <a:r>
                <a:rPr lang="en-US" altLang="zh-CN" sz="2800" b="1" dirty="0">
                  <a:solidFill>
                    <a:srgbClr val="333399"/>
                  </a:solidFill>
                  <a:latin typeface="Arial" panose="020B0604020202020204" pitchFamily="34" charset="0"/>
                  <a:ea typeface="黑体" panose="02010609060101010101" pitchFamily="2" charset="-122"/>
                </a:rPr>
                <a:t>DHCP </a:t>
              </a:r>
              <a:r>
                <a:rPr lang="zh-CN" altLang="en-US" sz="2800" b="1" dirty="0">
                  <a:solidFill>
                    <a:srgbClr val="333399"/>
                  </a:solidFill>
                  <a:latin typeface="Arial" panose="020B0604020202020204" pitchFamily="34" charset="0"/>
                  <a:ea typeface="黑体" panose="02010609060101010101" pitchFamily="2" charset="-122"/>
                </a:rPr>
                <a:t>服务器若同意，则发回确认报文</a:t>
              </a:r>
            </a:p>
            <a:p>
              <a:pPr algn="just" eaLnBrk="1" hangingPunct="1"/>
              <a:r>
                <a:rPr lang="zh-CN" altLang="en-US" sz="2800" b="1" dirty="0">
                  <a:solidFill>
                    <a:srgbClr val="333399"/>
                  </a:solidFill>
                  <a:latin typeface="Arial" panose="020B0604020202020204" pitchFamily="34" charset="0"/>
                  <a:ea typeface="黑体" panose="02010609060101010101" pitchFamily="2" charset="-122"/>
                </a:rPr>
                <a:t>        </a:t>
              </a:r>
              <a:r>
                <a:rPr lang="en-US" altLang="zh-CN" sz="2800" b="1" dirty="0">
                  <a:solidFill>
                    <a:srgbClr val="333399"/>
                  </a:solidFill>
                  <a:latin typeface="Arial" panose="020B0604020202020204" pitchFamily="34" charset="0"/>
                  <a:ea typeface="黑体" panose="02010609060101010101" pitchFamily="2" charset="-122"/>
                </a:rPr>
                <a:t>DHCPACK</a:t>
              </a:r>
              <a:r>
                <a:rPr lang="zh-CN" altLang="en-US" sz="2800" b="1" dirty="0">
                  <a:solidFill>
                    <a:srgbClr val="333399"/>
                  </a:solidFill>
                  <a:latin typeface="Arial" panose="020B0604020202020204" pitchFamily="34" charset="0"/>
                  <a:ea typeface="黑体" panose="02010609060101010101" pitchFamily="2" charset="-122"/>
                </a:rPr>
                <a:t>。</a:t>
              </a:r>
              <a:r>
                <a:rPr lang="en-US" altLang="zh-CN" sz="2800" b="1" dirty="0">
                  <a:solidFill>
                    <a:srgbClr val="333399"/>
                  </a:solidFill>
                  <a:latin typeface="Arial" panose="020B0604020202020204" pitchFamily="34" charset="0"/>
                  <a:ea typeface="黑体" panose="02010609060101010101" pitchFamily="2" charset="-122"/>
                </a:rPr>
                <a:t>DHCP </a:t>
              </a:r>
              <a:r>
                <a:rPr lang="zh-CN" altLang="en-US" sz="2800" b="1" dirty="0">
                  <a:solidFill>
                    <a:srgbClr val="333399"/>
                  </a:solidFill>
                  <a:latin typeface="Arial" panose="020B0604020202020204" pitchFamily="34" charset="0"/>
                  <a:ea typeface="黑体" panose="02010609060101010101" pitchFamily="2" charset="-122"/>
                </a:rPr>
                <a:t>客户得到了新的租</a:t>
              </a:r>
            </a:p>
            <a:p>
              <a:pPr algn="just" eaLnBrk="1" hangingPunct="1"/>
              <a:r>
                <a:rPr lang="zh-CN" altLang="en-US" sz="2800" b="1" dirty="0">
                  <a:solidFill>
                    <a:srgbClr val="333399"/>
                  </a:solidFill>
                  <a:latin typeface="Arial" panose="020B0604020202020204" pitchFamily="34" charset="0"/>
                  <a:ea typeface="黑体" panose="02010609060101010101" pitchFamily="2" charset="-122"/>
                </a:rPr>
                <a:t>        用期，重新设置计时器。</a:t>
              </a:r>
            </a:p>
          </p:txBody>
        </p:sp>
      </p:grpSp>
      <p:sp>
        <p:nvSpPr>
          <p:cNvPr id="85" name="Rectangle 2"/>
          <p:cNvSpPr txBox="1">
            <a:spLocks noChangeArrowheads="1"/>
          </p:cNvSpPr>
          <p:nvPr/>
        </p:nvSpPr>
        <p:spPr bwMode="auto">
          <a:xfrm>
            <a:off x="704528" y="188913"/>
            <a:ext cx="8442325" cy="539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l" rtl="0" eaLnBrk="1" fontAlgn="base" hangingPunct="1">
              <a:spcBef>
                <a:spcPct val="0"/>
              </a:spcBef>
              <a:spcAft>
                <a:spcPct val="0"/>
              </a:spcAft>
              <a:defRPr lang="zh-CN" altLang="en-US" sz="4400" b="1" smtClean="0">
                <a:solidFill>
                  <a:srgbClr val="333399"/>
                </a:solidFill>
                <a:latin typeface="+mj-lt"/>
                <a:ea typeface="+mj-ea"/>
                <a:cs typeface="+mj-cs"/>
              </a:defRPr>
            </a:lvl1pPr>
            <a:lvl2pPr algn="l" rtl="0" eaLnBrk="1" fontAlgn="base" hangingPunct="1">
              <a:spcBef>
                <a:spcPct val="0"/>
              </a:spcBef>
              <a:spcAft>
                <a:spcPct val="0"/>
              </a:spcAft>
              <a:defRPr sz="4400">
                <a:solidFill>
                  <a:srgbClr val="333399"/>
                </a:solidFill>
                <a:latin typeface="Arial" panose="020B0604020202020204" pitchFamily="34" charset="0"/>
                <a:ea typeface="黑体" panose="02010609060101010101" pitchFamily="2" charset="-122"/>
              </a:defRPr>
            </a:lvl2pPr>
            <a:lvl3pPr algn="l" rtl="0" eaLnBrk="1" fontAlgn="base" hangingPunct="1">
              <a:spcBef>
                <a:spcPct val="0"/>
              </a:spcBef>
              <a:spcAft>
                <a:spcPct val="0"/>
              </a:spcAft>
              <a:defRPr sz="4400">
                <a:solidFill>
                  <a:srgbClr val="333399"/>
                </a:solidFill>
                <a:latin typeface="Arial" panose="020B0604020202020204" pitchFamily="34" charset="0"/>
                <a:ea typeface="黑体" panose="02010609060101010101" pitchFamily="2" charset="-122"/>
              </a:defRPr>
            </a:lvl3pPr>
            <a:lvl4pPr algn="l" rtl="0" eaLnBrk="1" fontAlgn="base" hangingPunct="1">
              <a:spcBef>
                <a:spcPct val="0"/>
              </a:spcBef>
              <a:spcAft>
                <a:spcPct val="0"/>
              </a:spcAft>
              <a:defRPr sz="4400">
                <a:solidFill>
                  <a:srgbClr val="333399"/>
                </a:solidFill>
                <a:latin typeface="Arial" panose="020B0604020202020204" pitchFamily="34" charset="0"/>
                <a:ea typeface="黑体" panose="02010609060101010101" pitchFamily="2" charset="-122"/>
              </a:defRPr>
            </a:lvl4pPr>
            <a:lvl5pPr algn="l" rtl="0" eaLnBrk="1" fontAlgn="base" hangingPunct="1">
              <a:spcBef>
                <a:spcPct val="0"/>
              </a:spcBef>
              <a:spcAft>
                <a:spcPct val="0"/>
              </a:spcAft>
              <a:defRPr sz="4400">
                <a:solidFill>
                  <a:srgbClr val="333399"/>
                </a:solidFill>
                <a:latin typeface="Arial" panose="020B0604020202020204" pitchFamily="34" charset="0"/>
                <a:ea typeface="黑体" panose="02010609060101010101" pitchFamily="2" charset="-122"/>
              </a:defRPr>
            </a:lvl5pPr>
            <a:lvl6pPr marL="457200" algn="l" rtl="0" eaLnBrk="1" fontAlgn="base" hangingPunct="1">
              <a:spcBef>
                <a:spcPct val="0"/>
              </a:spcBef>
              <a:spcAft>
                <a:spcPct val="0"/>
              </a:spcAft>
              <a:defRPr sz="4400">
                <a:solidFill>
                  <a:srgbClr val="333399"/>
                </a:solidFill>
                <a:latin typeface="Arial" panose="020B0604020202020204" pitchFamily="34" charset="0"/>
                <a:ea typeface="黑体" panose="02010609060101010101" pitchFamily="2" charset="-122"/>
              </a:defRPr>
            </a:lvl6pPr>
            <a:lvl7pPr marL="914400" algn="l" rtl="0" eaLnBrk="1" fontAlgn="base" hangingPunct="1">
              <a:spcBef>
                <a:spcPct val="0"/>
              </a:spcBef>
              <a:spcAft>
                <a:spcPct val="0"/>
              </a:spcAft>
              <a:defRPr sz="4400">
                <a:solidFill>
                  <a:srgbClr val="333399"/>
                </a:solidFill>
                <a:latin typeface="Arial" panose="020B0604020202020204" pitchFamily="34" charset="0"/>
                <a:ea typeface="黑体" panose="02010609060101010101" pitchFamily="2" charset="-122"/>
              </a:defRPr>
            </a:lvl7pPr>
            <a:lvl8pPr marL="1371600" algn="l" rtl="0" eaLnBrk="1" fontAlgn="base" hangingPunct="1">
              <a:spcBef>
                <a:spcPct val="0"/>
              </a:spcBef>
              <a:spcAft>
                <a:spcPct val="0"/>
              </a:spcAft>
              <a:defRPr sz="4400">
                <a:solidFill>
                  <a:srgbClr val="333399"/>
                </a:solidFill>
                <a:latin typeface="Arial" panose="020B0604020202020204" pitchFamily="34" charset="0"/>
                <a:ea typeface="黑体" panose="02010609060101010101" pitchFamily="2" charset="-122"/>
              </a:defRPr>
            </a:lvl8pPr>
            <a:lvl9pPr marL="1828800" algn="l" rtl="0" eaLnBrk="1" fontAlgn="base" hangingPunct="1">
              <a:spcBef>
                <a:spcPct val="0"/>
              </a:spcBef>
              <a:spcAft>
                <a:spcPct val="0"/>
              </a:spcAft>
              <a:defRPr sz="4400">
                <a:solidFill>
                  <a:srgbClr val="333399"/>
                </a:solidFill>
                <a:latin typeface="Arial" panose="020B0604020202020204" pitchFamily="34" charset="0"/>
                <a:ea typeface="黑体" panose="02010609060101010101" pitchFamily="2" charset="-122"/>
              </a:defRPr>
            </a:lvl9pPr>
          </a:lstStyle>
          <a:p>
            <a:pPr algn="ctr">
              <a:defRPr/>
            </a:pPr>
            <a:r>
              <a:rPr lang="en-US" altLang="zh-CN" kern="0" dirty="0"/>
              <a:t>DHCP </a:t>
            </a:r>
            <a:r>
              <a:rPr lang="zh-CN" altLang="en-US" kern="0" dirty="0"/>
              <a:t>协议的工作过程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1539" name="Line 3"/>
          <p:cNvSpPr>
            <a:spLocks noChangeShapeType="1"/>
          </p:cNvSpPr>
          <p:nvPr/>
        </p:nvSpPr>
        <p:spPr bwMode="auto">
          <a:xfrm flipH="1">
            <a:off x="6131058" y="1100138"/>
            <a:ext cx="1506538" cy="0"/>
          </a:xfrm>
          <a:prstGeom prst="line">
            <a:avLst/>
          </a:prstGeom>
          <a:noFill/>
          <a:ln w="5715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21540" name="Line 4"/>
          <p:cNvSpPr>
            <a:spLocks noChangeShapeType="1"/>
          </p:cNvSpPr>
          <p:nvPr/>
        </p:nvSpPr>
        <p:spPr bwMode="auto">
          <a:xfrm>
            <a:off x="2454143" y="1747838"/>
            <a:ext cx="5164534" cy="0"/>
          </a:xfrm>
          <a:prstGeom prst="line">
            <a:avLst/>
          </a:prstGeom>
          <a:noFill/>
          <a:ln w="5715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21541" name="Rectangle 5"/>
          <p:cNvSpPr>
            <a:spLocks noChangeArrowheads="1"/>
          </p:cNvSpPr>
          <p:nvPr/>
        </p:nvSpPr>
        <p:spPr bwMode="auto">
          <a:xfrm>
            <a:off x="624285" y="1576388"/>
            <a:ext cx="1076590" cy="341312"/>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p>
        </p:txBody>
      </p:sp>
      <p:sp>
        <p:nvSpPr>
          <p:cNvPr id="321542" name="Rectangle 6"/>
          <p:cNvSpPr>
            <a:spLocks noChangeArrowheads="1"/>
          </p:cNvSpPr>
          <p:nvPr/>
        </p:nvSpPr>
        <p:spPr bwMode="auto">
          <a:xfrm>
            <a:off x="3529012" y="1617664"/>
            <a:ext cx="2904729" cy="257175"/>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DHCPDISCOVER</a:t>
            </a:r>
          </a:p>
        </p:txBody>
      </p:sp>
      <p:sp>
        <p:nvSpPr>
          <p:cNvPr id="321543" name="Rectangle 7"/>
          <p:cNvSpPr>
            <a:spLocks noChangeArrowheads="1"/>
          </p:cNvSpPr>
          <p:nvPr/>
        </p:nvSpPr>
        <p:spPr bwMode="auto">
          <a:xfrm>
            <a:off x="8155252" y="1576388"/>
            <a:ext cx="1076590" cy="341312"/>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p>
        </p:txBody>
      </p:sp>
      <p:sp>
        <p:nvSpPr>
          <p:cNvPr id="321544" name="Rectangle 8"/>
          <p:cNvSpPr>
            <a:spLocks noChangeArrowheads="1"/>
          </p:cNvSpPr>
          <p:nvPr/>
        </p:nvSpPr>
        <p:spPr bwMode="auto">
          <a:xfrm>
            <a:off x="7618677" y="1617664"/>
            <a:ext cx="536575" cy="257175"/>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p>
        </p:txBody>
      </p:sp>
      <p:sp>
        <p:nvSpPr>
          <p:cNvPr id="321545" name="Rectangle 9"/>
          <p:cNvSpPr>
            <a:spLocks noChangeArrowheads="1"/>
          </p:cNvSpPr>
          <p:nvPr/>
        </p:nvSpPr>
        <p:spPr bwMode="auto">
          <a:xfrm>
            <a:off x="1700875" y="1617664"/>
            <a:ext cx="753269" cy="257175"/>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p>
        </p:txBody>
      </p:sp>
      <p:sp>
        <p:nvSpPr>
          <p:cNvPr id="321546" name="Text Box 10"/>
          <p:cNvSpPr txBox="1">
            <a:spLocks noChangeArrowheads="1"/>
          </p:cNvSpPr>
          <p:nvPr/>
        </p:nvSpPr>
        <p:spPr bwMode="auto">
          <a:xfrm>
            <a:off x="1697435" y="1854201"/>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21547" name="Text Box 11"/>
          <p:cNvSpPr txBox="1">
            <a:spLocks noChangeArrowheads="1"/>
          </p:cNvSpPr>
          <p:nvPr/>
        </p:nvSpPr>
        <p:spPr bwMode="auto">
          <a:xfrm>
            <a:off x="7419182" y="1851026"/>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21548" name="Line 12"/>
          <p:cNvSpPr>
            <a:spLocks noChangeShapeType="1"/>
          </p:cNvSpPr>
          <p:nvPr/>
        </p:nvSpPr>
        <p:spPr bwMode="auto">
          <a:xfrm flipH="1">
            <a:off x="2452423" y="2359025"/>
            <a:ext cx="5166254" cy="0"/>
          </a:xfrm>
          <a:prstGeom prst="line">
            <a:avLst/>
          </a:prstGeom>
          <a:noFill/>
          <a:ln w="57150">
            <a:solidFill>
              <a:schemeClr val="hlink"/>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21549" name="Rectangle 13"/>
          <p:cNvSpPr>
            <a:spLocks noChangeArrowheads="1"/>
          </p:cNvSpPr>
          <p:nvPr/>
        </p:nvSpPr>
        <p:spPr bwMode="auto">
          <a:xfrm>
            <a:off x="624286" y="2187576"/>
            <a:ext cx="1074869" cy="339725"/>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p>
        </p:txBody>
      </p:sp>
      <p:sp>
        <p:nvSpPr>
          <p:cNvPr id="321550" name="Rectangle 14"/>
          <p:cNvSpPr>
            <a:spLocks noChangeArrowheads="1"/>
          </p:cNvSpPr>
          <p:nvPr/>
        </p:nvSpPr>
        <p:spPr bwMode="auto">
          <a:xfrm>
            <a:off x="3529012" y="2230439"/>
            <a:ext cx="2904729" cy="255587"/>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DHCPOFFER</a:t>
            </a:r>
          </a:p>
        </p:txBody>
      </p:sp>
      <p:sp>
        <p:nvSpPr>
          <p:cNvPr id="321551" name="Rectangle 15"/>
          <p:cNvSpPr>
            <a:spLocks noChangeArrowheads="1"/>
          </p:cNvSpPr>
          <p:nvPr/>
        </p:nvSpPr>
        <p:spPr bwMode="auto">
          <a:xfrm>
            <a:off x="8155252" y="2187576"/>
            <a:ext cx="1076590" cy="339725"/>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p>
        </p:txBody>
      </p:sp>
      <p:sp>
        <p:nvSpPr>
          <p:cNvPr id="321552" name="Rectangle 16"/>
          <p:cNvSpPr>
            <a:spLocks noChangeArrowheads="1"/>
          </p:cNvSpPr>
          <p:nvPr/>
        </p:nvSpPr>
        <p:spPr bwMode="auto">
          <a:xfrm>
            <a:off x="7618677" y="2230439"/>
            <a:ext cx="536575" cy="255587"/>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p>
        </p:txBody>
      </p:sp>
      <p:sp>
        <p:nvSpPr>
          <p:cNvPr id="321553" name="Rectangle 17"/>
          <p:cNvSpPr>
            <a:spLocks noChangeArrowheads="1"/>
          </p:cNvSpPr>
          <p:nvPr/>
        </p:nvSpPr>
        <p:spPr bwMode="auto">
          <a:xfrm>
            <a:off x="1699155" y="2230439"/>
            <a:ext cx="753269" cy="255587"/>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p>
        </p:txBody>
      </p:sp>
      <p:sp>
        <p:nvSpPr>
          <p:cNvPr id="321554" name="Text Box 18"/>
          <p:cNvSpPr txBox="1">
            <a:spLocks noChangeArrowheads="1"/>
          </p:cNvSpPr>
          <p:nvPr/>
        </p:nvSpPr>
        <p:spPr bwMode="auto">
          <a:xfrm>
            <a:off x="1697435" y="2462214"/>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21555" name="Text Box 19"/>
          <p:cNvSpPr txBox="1">
            <a:spLocks noChangeArrowheads="1"/>
          </p:cNvSpPr>
          <p:nvPr/>
        </p:nvSpPr>
        <p:spPr bwMode="auto">
          <a:xfrm>
            <a:off x="7419182" y="2462214"/>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21556" name="Line 20"/>
          <p:cNvSpPr>
            <a:spLocks noChangeShapeType="1"/>
          </p:cNvSpPr>
          <p:nvPr/>
        </p:nvSpPr>
        <p:spPr bwMode="auto">
          <a:xfrm>
            <a:off x="2454143" y="2968625"/>
            <a:ext cx="5164534" cy="0"/>
          </a:xfrm>
          <a:prstGeom prst="line">
            <a:avLst/>
          </a:prstGeom>
          <a:noFill/>
          <a:ln w="5715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21557" name="Rectangle 21"/>
          <p:cNvSpPr>
            <a:spLocks noChangeArrowheads="1"/>
          </p:cNvSpPr>
          <p:nvPr/>
        </p:nvSpPr>
        <p:spPr bwMode="auto">
          <a:xfrm>
            <a:off x="624285" y="2798763"/>
            <a:ext cx="1076590" cy="341312"/>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p>
        </p:txBody>
      </p:sp>
      <p:sp>
        <p:nvSpPr>
          <p:cNvPr id="321558" name="Rectangle 22"/>
          <p:cNvSpPr>
            <a:spLocks noChangeArrowheads="1"/>
          </p:cNvSpPr>
          <p:nvPr/>
        </p:nvSpPr>
        <p:spPr bwMode="auto">
          <a:xfrm>
            <a:off x="3529012" y="2841625"/>
            <a:ext cx="2904729" cy="255588"/>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DHCPREQUEST</a:t>
            </a:r>
          </a:p>
        </p:txBody>
      </p:sp>
      <p:sp>
        <p:nvSpPr>
          <p:cNvPr id="321559" name="Rectangle 23"/>
          <p:cNvSpPr>
            <a:spLocks noChangeArrowheads="1"/>
          </p:cNvSpPr>
          <p:nvPr/>
        </p:nvSpPr>
        <p:spPr bwMode="auto">
          <a:xfrm>
            <a:off x="8155252" y="2798763"/>
            <a:ext cx="1076590" cy="341312"/>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p>
        </p:txBody>
      </p:sp>
      <p:sp>
        <p:nvSpPr>
          <p:cNvPr id="321560" name="Rectangle 24"/>
          <p:cNvSpPr>
            <a:spLocks noChangeArrowheads="1"/>
          </p:cNvSpPr>
          <p:nvPr/>
        </p:nvSpPr>
        <p:spPr bwMode="auto">
          <a:xfrm>
            <a:off x="7618677" y="2841625"/>
            <a:ext cx="536575" cy="255588"/>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p>
        </p:txBody>
      </p:sp>
      <p:sp>
        <p:nvSpPr>
          <p:cNvPr id="321561" name="Rectangle 25"/>
          <p:cNvSpPr>
            <a:spLocks noChangeArrowheads="1"/>
          </p:cNvSpPr>
          <p:nvPr/>
        </p:nvSpPr>
        <p:spPr bwMode="auto">
          <a:xfrm>
            <a:off x="1700875" y="2841625"/>
            <a:ext cx="753269" cy="255588"/>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p>
        </p:txBody>
      </p:sp>
      <p:sp>
        <p:nvSpPr>
          <p:cNvPr id="321562" name="Text Box 26"/>
          <p:cNvSpPr txBox="1">
            <a:spLocks noChangeArrowheads="1"/>
          </p:cNvSpPr>
          <p:nvPr/>
        </p:nvSpPr>
        <p:spPr bwMode="auto">
          <a:xfrm>
            <a:off x="1697435" y="3074989"/>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21563" name="Text Box 27"/>
          <p:cNvSpPr txBox="1">
            <a:spLocks noChangeArrowheads="1"/>
          </p:cNvSpPr>
          <p:nvPr/>
        </p:nvSpPr>
        <p:spPr bwMode="auto">
          <a:xfrm>
            <a:off x="7419182" y="3074989"/>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21564" name="Line 28"/>
          <p:cNvSpPr>
            <a:spLocks noChangeShapeType="1"/>
          </p:cNvSpPr>
          <p:nvPr/>
        </p:nvSpPr>
        <p:spPr bwMode="auto">
          <a:xfrm flipH="1">
            <a:off x="2452423" y="3579813"/>
            <a:ext cx="5166254" cy="0"/>
          </a:xfrm>
          <a:prstGeom prst="line">
            <a:avLst/>
          </a:prstGeom>
          <a:noFill/>
          <a:ln w="57150">
            <a:solidFill>
              <a:schemeClr val="hlink"/>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21565" name="Rectangle 29"/>
          <p:cNvSpPr>
            <a:spLocks noChangeArrowheads="1"/>
          </p:cNvSpPr>
          <p:nvPr/>
        </p:nvSpPr>
        <p:spPr bwMode="auto">
          <a:xfrm>
            <a:off x="624286" y="3409950"/>
            <a:ext cx="1074869" cy="339725"/>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p>
        </p:txBody>
      </p:sp>
      <p:sp>
        <p:nvSpPr>
          <p:cNvPr id="321566" name="Rectangle 30"/>
          <p:cNvSpPr>
            <a:spLocks noChangeArrowheads="1"/>
          </p:cNvSpPr>
          <p:nvPr/>
        </p:nvSpPr>
        <p:spPr bwMode="auto">
          <a:xfrm>
            <a:off x="3529012" y="3452813"/>
            <a:ext cx="2904729" cy="254000"/>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DHCPACK</a:t>
            </a:r>
          </a:p>
        </p:txBody>
      </p:sp>
      <p:sp>
        <p:nvSpPr>
          <p:cNvPr id="321567" name="Rectangle 31"/>
          <p:cNvSpPr>
            <a:spLocks noChangeArrowheads="1"/>
          </p:cNvSpPr>
          <p:nvPr/>
        </p:nvSpPr>
        <p:spPr bwMode="auto">
          <a:xfrm>
            <a:off x="8155252" y="3409950"/>
            <a:ext cx="1076590" cy="339725"/>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p>
        </p:txBody>
      </p:sp>
      <p:sp>
        <p:nvSpPr>
          <p:cNvPr id="321568" name="Rectangle 32"/>
          <p:cNvSpPr>
            <a:spLocks noChangeArrowheads="1"/>
          </p:cNvSpPr>
          <p:nvPr/>
        </p:nvSpPr>
        <p:spPr bwMode="auto">
          <a:xfrm>
            <a:off x="7618677" y="3452813"/>
            <a:ext cx="536575" cy="254000"/>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p>
        </p:txBody>
      </p:sp>
      <p:sp>
        <p:nvSpPr>
          <p:cNvPr id="321569" name="Rectangle 33"/>
          <p:cNvSpPr>
            <a:spLocks noChangeArrowheads="1"/>
          </p:cNvSpPr>
          <p:nvPr/>
        </p:nvSpPr>
        <p:spPr bwMode="auto">
          <a:xfrm>
            <a:off x="1699155" y="3452813"/>
            <a:ext cx="753269" cy="254000"/>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p>
        </p:txBody>
      </p:sp>
      <p:sp>
        <p:nvSpPr>
          <p:cNvPr id="321570" name="Text Box 34"/>
          <p:cNvSpPr txBox="1">
            <a:spLocks noChangeArrowheads="1"/>
          </p:cNvSpPr>
          <p:nvPr/>
        </p:nvSpPr>
        <p:spPr bwMode="auto">
          <a:xfrm>
            <a:off x="1697435" y="3684589"/>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21571" name="Text Box 35"/>
          <p:cNvSpPr txBox="1">
            <a:spLocks noChangeArrowheads="1"/>
          </p:cNvSpPr>
          <p:nvPr/>
        </p:nvSpPr>
        <p:spPr bwMode="auto">
          <a:xfrm>
            <a:off x="7419182" y="3684589"/>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21572" name="Line 36"/>
          <p:cNvSpPr>
            <a:spLocks noChangeShapeType="1"/>
          </p:cNvSpPr>
          <p:nvPr/>
        </p:nvSpPr>
        <p:spPr bwMode="auto">
          <a:xfrm>
            <a:off x="2454143" y="4187825"/>
            <a:ext cx="5164534" cy="0"/>
          </a:xfrm>
          <a:prstGeom prst="line">
            <a:avLst/>
          </a:prstGeom>
          <a:noFill/>
          <a:ln w="5715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21573" name="Rectangle 37"/>
          <p:cNvSpPr>
            <a:spLocks noChangeArrowheads="1"/>
          </p:cNvSpPr>
          <p:nvPr/>
        </p:nvSpPr>
        <p:spPr bwMode="auto">
          <a:xfrm>
            <a:off x="624285" y="4017964"/>
            <a:ext cx="1076590" cy="338137"/>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p>
        </p:txBody>
      </p:sp>
      <p:sp>
        <p:nvSpPr>
          <p:cNvPr id="321574" name="Rectangle 38"/>
          <p:cNvSpPr>
            <a:spLocks noChangeArrowheads="1"/>
          </p:cNvSpPr>
          <p:nvPr/>
        </p:nvSpPr>
        <p:spPr bwMode="auto">
          <a:xfrm>
            <a:off x="3529012" y="4060825"/>
            <a:ext cx="2904729" cy="254000"/>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DHCPREQUEST</a:t>
            </a:r>
          </a:p>
        </p:txBody>
      </p:sp>
      <p:sp>
        <p:nvSpPr>
          <p:cNvPr id="321575" name="Rectangle 39"/>
          <p:cNvSpPr>
            <a:spLocks noChangeArrowheads="1"/>
          </p:cNvSpPr>
          <p:nvPr/>
        </p:nvSpPr>
        <p:spPr bwMode="auto">
          <a:xfrm>
            <a:off x="8155252" y="4017964"/>
            <a:ext cx="1076590" cy="338137"/>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p>
        </p:txBody>
      </p:sp>
      <p:sp>
        <p:nvSpPr>
          <p:cNvPr id="321576" name="Rectangle 40"/>
          <p:cNvSpPr>
            <a:spLocks noChangeArrowheads="1"/>
          </p:cNvSpPr>
          <p:nvPr/>
        </p:nvSpPr>
        <p:spPr bwMode="auto">
          <a:xfrm>
            <a:off x="7618677" y="4060825"/>
            <a:ext cx="536575" cy="254000"/>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p>
        </p:txBody>
      </p:sp>
      <p:sp>
        <p:nvSpPr>
          <p:cNvPr id="321577" name="Rectangle 41"/>
          <p:cNvSpPr>
            <a:spLocks noChangeArrowheads="1"/>
          </p:cNvSpPr>
          <p:nvPr/>
        </p:nvSpPr>
        <p:spPr bwMode="auto">
          <a:xfrm>
            <a:off x="1700875" y="4060825"/>
            <a:ext cx="753269" cy="254000"/>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p>
        </p:txBody>
      </p:sp>
      <p:sp>
        <p:nvSpPr>
          <p:cNvPr id="321578" name="Text Box 42"/>
          <p:cNvSpPr txBox="1">
            <a:spLocks noChangeArrowheads="1"/>
          </p:cNvSpPr>
          <p:nvPr/>
        </p:nvSpPr>
        <p:spPr bwMode="auto">
          <a:xfrm>
            <a:off x="1697435" y="4292601"/>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21579" name="Text Box 43"/>
          <p:cNvSpPr txBox="1">
            <a:spLocks noChangeArrowheads="1"/>
          </p:cNvSpPr>
          <p:nvPr/>
        </p:nvSpPr>
        <p:spPr bwMode="auto">
          <a:xfrm>
            <a:off x="7419182" y="4292601"/>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21580" name="Line 44"/>
          <p:cNvSpPr>
            <a:spLocks noChangeShapeType="1"/>
          </p:cNvSpPr>
          <p:nvPr/>
        </p:nvSpPr>
        <p:spPr bwMode="auto">
          <a:xfrm flipH="1">
            <a:off x="2452423" y="4800600"/>
            <a:ext cx="5166254" cy="0"/>
          </a:xfrm>
          <a:prstGeom prst="line">
            <a:avLst/>
          </a:prstGeom>
          <a:noFill/>
          <a:ln w="57150">
            <a:solidFill>
              <a:schemeClr val="hlink"/>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21581" name="Rectangle 45"/>
          <p:cNvSpPr>
            <a:spLocks noChangeArrowheads="1"/>
          </p:cNvSpPr>
          <p:nvPr/>
        </p:nvSpPr>
        <p:spPr bwMode="auto">
          <a:xfrm>
            <a:off x="624286" y="4629150"/>
            <a:ext cx="1074869" cy="338138"/>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p>
        </p:txBody>
      </p:sp>
      <p:sp>
        <p:nvSpPr>
          <p:cNvPr id="321582" name="Rectangle 46"/>
          <p:cNvSpPr>
            <a:spLocks noChangeArrowheads="1"/>
          </p:cNvSpPr>
          <p:nvPr/>
        </p:nvSpPr>
        <p:spPr bwMode="auto">
          <a:xfrm>
            <a:off x="3529012" y="4672014"/>
            <a:ext cx="2904729" cy="255587"/>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DHCPACK</a:t>
            </a:r>
          </a:p>
        </p:txBody>
      </p:sp>
      <p:sp>
        <p:nvSpPr>
          <p:cNvPr id="321583" name="Rectangle 47"/>
          <p:cNvSpPr>
            <a:spLocks noChangeArrowheads="1"/>
          </p:cNvSpPr>
          <p:nvPr/>
        </p:nvSpPr>
        <p:spPr bwMode="auto">
          <a:xfrm>
            <a:off x="8155252" y="4629150"/>
            <a:ext cx="1076590" cy="338138"/>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p>
        </p:txBody>
      </p:sp>
      <p:sp>
        <p:nvSpPr>
          <p:cNvPr id="321584" name="Rectangle 48"/>
          <p:cNvSpPr>
            <a:spLocks noChangeArrowheads="1"/>
          </p:cNvSpPr>
          <p:nvPr/>
        </p:nvSpPr>
        <p:spPr bwMode="auto">
          <a:xfrm>
            <a:off x="7618677" y="4672014"/>
            <a:ext cx="536575" cy="255587"/>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p>
        </p:txBody>
      </p:sp>
      <p:sp>
        <p:nvSpPr>
          <p:cNvPr id="321585" name="Rectangle 49"/>
          <p:cNvSpPr>
            <a:spLocks noChangeArrowheads="1"/>
          </p:cNvSpPr>
          <p:nvPr/>
        </p:nvSpPr>
        <p:spPr bwMode="auto">
          <a:xfrm>
            <a:off x="1699155" y="4672014"/>
            <a:ext cx="753269" cy="255587"/>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p>
        </p:txBody>
      </p:sp>
      <p:sp>
        <p:nvSpPr>
          <p:cNvPr id="321586" name="Text Box 50"/>
          <p:cNvSpPr txBox="1">
            <a:spLocks noChangeArrowheads="1"/>
          </p:cNvSpPr>
          <p:nvPr/>
        </p:nvSpPr>
        <p:spPr bwMode="auto">
          <a:xfrm>
            <a:off x="1697435" y="4903789"/>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21587" name="Text Box 51"/>
          <p:cNvSpPr txBox="1">
            <a:spLocks noChangeArrowheads="1"/>
          </p:cNvSpPr>
          <p:nvPr/>
        </p:nvSpPr>
        <p:spPr bwMode="auto">
          <a:xfrm>
            <a:off x="7419182" y="4903789"/>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21588" name="Line 52"/>
          <p:cNvSpPr>
            <a:spLocks noChangeShapeType="1"/>
          </p:cNvSpPr>
          <p:nvPr/>
        </p:nvSpPr>
        <p:spPr bwMode="auto">
          <a:xfrm flipH="1">
            <a:off x="2452423" y="5411788"/>
            <a:ext cx="5166254" cy="0"/>
          </a:xfrm>
          <a:prstGeom prst="line">
            <a:avLst/>
          </a:prstGeom>
          <a:noFill/>
          <a:ln w="57150">
            <a:solidFill>
              <a:schemeClr val="hlink"/>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21589" name="Rectangle 53"/>
          <p:cNvSpPr>
            <a:spLocks noChangeArrowheads="1"/>
          </p:cNvSpPr>
          <p:nvPr/>
        </p:nvSpPr>
        <p:spPr bwMode="auto">
          <a:xfrm>
            <a:off x="624286" y="5240339"/>
            <a:ext cx="1074869" cy="338137"/>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p>
        </p:txBody>
      </p:sp>
      <p:sp>
        <p:nvSpPr>
          <p:cNvPr id="321590" name="Rectangle 54"/>
          <p:cNvSpPr>
            <a:spLocks noChangeArrowheads="1"/>
          </p:cNvSpPr>
          <p:nvPr/>
        </p:nvSpPr>
        <p:spPr bwMode="auto">
          <a:xfrm>
            <a:off x="3529012" y="5283200"/>
            <a:ext cx="2904729" cy="255588"/>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DHCPNACK</a:t>
            </a:r>
          </a:p>
        </p:txBody>
      </p:sp>
      <p:sp>
        <p:nvSpPr>
          <p:cNvPr id="321591" name="Rectangle 55"/>
          <p:cNvSpPr>
            <a:spLocks noChangeArrowheads="1"/>
          </p:cNvSpPr>
          <p:nvPr/>
        </p:nvSpPr>
        <p:spPr bwMode="auto">
          <a:xfrm>
            <a:off x="8155252" y="5240339"/>
            <a:ext cx="1076590" cy="338137"/>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p>
        </p:txBody>
      </p:sp>
      <p:sp>
        <p:nvSpPr>
          <p:cNvPr id="321592" name="Rectangle 56"/>
          <p:cNvSpPr>
            <a:spLocks noChangeArrowheads="1"/>
          </p:cNvSpPr>
          <p:nvPr/>
        </p:nvSpPr>
        <p:spPr bwMode="auto">
          <a:xfrm>
            <a:off x="7618677" y="5283200"/>
            <a:ext cx="536575" cy="255588"/>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p>
        </p:txBody>
      </p:sp>
      <p:sp>
        <p:nvSpPr>
          <p:cNvPr id="321593" name="Rectangle 57"/>
          <p:cNvSpPr>
            <a:spLocks noChangeArrowheads="1"/>
          </p:cNvSpPr>
          <p:nvPr/>
        </p:nvSpPr>
        <p:spPr bwMode="auto">
          <a:xfrm>
            <a:off x="1699155" y="5283200"/>
            <a:ext cx="753269" cy="255588"/>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p>
        </p:txBody>
      </p:sp>
      <p:sp>
        <p:nvSpPr>
          <p:cNvPr id="321594" name="Text Box 58"/>
          <p:cNvSpPr txBox="1">
            <a:spLocks noChangeArrowheads="1"/>
          </p:cNvSpPr>
          <p:nvPr/>
        </p:nvSpPr>
        <p:spPr bwMode="auto">
          <a:xfrm>
            <a:off x="1697435" y="5514976"/>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21595" name="Text Box 59"/>
          <p:cNvSpPr txBox="1">
            <a:spLocks noChangeArrowheads="1"/>
          </p:cNvSpPr>
          <p:nvPr/>
        </p:nvSpPr>
        <p:spPr bwMode="auto">
          <a:xfrm>
            <a:off x="7419182" y="5514976"/>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21596" name="Line 60"/>
          <p:cNvSpPr>
            <a:spLocks noChangeShapeType="1"/>
          </p:cNvSpPr>
          <p:nvPr/>
        </p:nvSpPr>
        <p:spPr bwMode="auto">
          <a:xfrm>
            <a:off x="2454143" y="6256338"/>
            <a:ext cx="5164534" cy="0"/>
          </a:xfrm>
          <a:prstGeom prst="line">
            <a:avLst/>
          </a:prstGeom>
          <a:noFill/>
          <a:ln w="5715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21597" name="Rectangle 61"/>
          <p:cNvSpPr>
            <a:spLocks noChangeArrowheads="1"/>
          </p:cNvSpPr>
          <p:nvPr/>
        </p:nvSpPr>
        <p:spPr bwMode="auto">
          <a:xfrm>
            <a:off x="624285" y="6086475"/>
            <a:ext cx="1076590" cy="338138"/>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p>
        </p:txBody>
      </p:sp>
      <p:sp>
        <p:nvSpPr>
          <p:cNvPr id="321598" name="Rectangle 62"/>
          <p:cNvSpPr>
            <a:spLocks noChangeArrowheads="1"/>
          </p:cNvSpPr>
          <p:nvPr/>
        </p:nvSpPr>
        <p:spPr bwMode="auto">
          <a:xfrm>
            <a:off x="3529012" y="6129338"/>
            <a:ext cx="2904729" cy="254000"/>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DHCPRELEASE</a:t>
            </a:r>
          </a:p>
        </p:txBody>
      </p:sp>
      <p:sp>
        <p:nvSpPr>
          <p:cNvPr id="321599" name="Rectangle 63"/>
          <p:cNvSpPr>
            <a:spLocks noChangeArrowheads="1"/>
          </p:cNvSpPr>
          <p:nvPr/>
        </p:nvSpPr>
        <p:spPr bwMode="auto">
          <a:xfrm>
            <a:off x="8155252" y="6086475"/>
            <a:ext cx="1076590" cy="338138"/>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p>
        </p:txBody>
      </p:sp>
      <p:sp>
        <p:nvSpPr>
          <p:cNvPr id="321600" name="Rectangle 64"/>
          <p:cNvSpPr>
            <a:spLocks noChangeArrowheads="1"/>
          </p:cNvSpPr>
          <p:nvPr/>
        </p:nvSpPr>
        <p:spPr bwMode="auto">
          <a:xfrm>
            <a:off x="7618677" y="6129338"/>
            <a:ext cx="536575" cy="254000"/>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p>
        </p:txBody>
      </p:sp>
      <p:sp>
        <p:nvSpPr>
          <p:cNvPr id="321601" name="Rectangle 65"/>
          <p:cNvSpPr>
            <a:spLocks noChangeArrowheads="1"/>
          </p:cNvSpPr>
          <p:nvPr/>
        </p:nvSpPr>
        <p:spPr bwMode="auto">
          <a:xfrm>
            <a:off x="1700875" y="6129338"/>
            <a:ext cx="753269" cy="254000"/>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p>
        </p:txBody>
      </p:sp>
      <p:sp>
        <p:nvSpPr>
          <p:cNvPr id="321602" name="Text Box 66"/>
          <p:cNvSpPr txBox="1">
            <a:spLocks noChangeArrowheads="1"/>
          </p:cNvSpPr>
          <p:nvPr/>
        </p:nvSpPr>
        <p:spPr bwMode="auto">
          <a:xfrm>
            <a:off x="1697435" y="6361114"/>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21603" name="Text Box 67"/>
          <p:cNvSpPr txBox="1">
            <a:spLocks noChangeArrowheads="1"/>
          </p:cNvSpPr>
          <p:nvPr/>
        </p:nvSpPr>
        <p:spPr bwMode="auto">
          <a:xfrm>
            <a:off x="7419182" y="6361114"/>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21604" name="Rectangle 68"/>
          <p:cNvSpPr>
            <a:spLocks noChangeArrowheads="1"/>
          </p:cNvSpPr>
          <p:nvPr/>
        </p:nvSpPr>
        <p:spPr bwMode="auto">
          <a:xfrm>
            <a:off x="8155252" y="936625"/>
            <a:ext cx="1076590" cy="338138"/>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p>
        </p:txBody>
      </p:sp>
      <p:sp>
        <p:nvSpPr>
          <p:cNvPr id="321605" name="Rectangle 69"/>
          <p:cNvSpPr>
            <a:spLocks noChangeArrowheads="1"/>
          </p:cNvSpPr>
          <p:nvPr/>
        </p:nvSpPr>
        <p:spPr bwMode="auto">
          <a:xfrm>
            <a:off x="7618677" y="977900"/>
            <a:ext cx="536575" cy="254000"/>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p>
        </p:txBody>
      </p:sp>
      <p:sp>
        <p:nvSpPr>
          <p:cNvPr id="321606" name="Text Box 70"/>
          <p:cNvSpPr txBox="1">
            <a:spLocks noChangeArrowheads="1"/>
          </p:cNvSpPr>
          <p:nvPr/>
        </p:nvSpPr>
        <p:spPr bwMode="auto">
          <a:xfrm>
            <a:off x="7419182" y="1209676"/>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21607" name="Text Box 71"/>
          <p:cNvSpPr txBox="1">
            <a:spLocks noChangeArrowheads="1"/>
          </p:cNvSpPr>
          <p:nvPr/>
        </p:nvSpPr>
        <p:spPr bwMode="auto">
          <a:xfrm>
            <a:off x="6218766" y="692151"/>
            <a:ext cx="12105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000" b="1">
                <a:solidFill>
                  <a:srgbClr val="000099"/>
                </a:solidFill>
                <a:latin typeface="Arial" panose="020B0604020202020204" pitchFamily="34" charset="0"/>
                <a:ea typeface="黑体" panose="02010609060101010101" pitchFamily="2" charset="-122"/>
              </a:rPr>
              <a:t>被动打开</a:t>
            </a:r>
          </a:p>
        </p:txBody>
      </p:sp>
      <p:sp>
        <p:nvSpPr>
          <p:cNvPr id="321608" name="Text Box 72"/>
          <p:cNvSpPr txBox="1">
            <a:spLocks noChangeArrowheads="1"/>
          </p:cNvSpPr>
          <p:nvPr/>
        </p:nvSpPr>
        <p:spPr bwMode="auto">
          <a:xfrm>
            <a:off x="9237002" y="820738"/>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p>
        </p:txBody>
      </p:sp>
      <p:sp>
        <p:nvSpPr>
          <p:cNvPr id="321609" name="Text Box 73"/>
          <p:cNvSpPr txBox="1">
            <a:spLocks noChangeArrowheads="1"/>
          </p:cNvSpPr>
          <p:nvPr/>
        </p:nvSpPr>
        <p:spPr bwMode="auto">
          <a:xfrm>
            <a:off x="85990" y="1435101"/>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p>
        </p:txBody>
      </p:sp>
      <p:sp>
        <p:nvSpPr>
          <p:cNvPr id="321610" name="Text Box 74"/>
          <p:cNvSpPr txBox="1">
            <a:spLocks noChangeArrowheads="1"/>
          </p:cNvSpPr>
          <p:nvPr/>
        </p:nvSpPr>
        <p:spPr bwMode="auto">
          <a:xfrm>
            <a:off x="9237002" y="2057401"/>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p>
        </p:txBody>
      </p:sp>
      <p:sp>
        <p:nvSpPr>
          <p:cNvPr id="321611" name="Text Box 75"/>
          <p:cNvSpPr txBox="1">
            <a:spLocks noChangeArrowheads="1"/>
          </p:cNvSpPr>
          <p:nvPr/>
        </p:nvSpPr>
        <p:spPr bwMode="auto">
          <a:xfrm>
            <a:off x="85990" y="2654301"/>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p>
        </p:txBody>
      </p:sp>
      <p:sp>
        <p:nvSpPr>
          <p:cNvPr id="321612" name="Text Box 76"/>
          <p:cNvSpPr txBox="1">
            <a:spLocks noChangeArrowheads="1"/>
          </p:cNvSpPr>
          <p:nvPr/>
        </p:nvSpPr>
        <p:spPr bwMode="auto">
          <a:xfrm>
            <a:off x="9231842" y="3278188"/>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p>
        </p:txBody>
      </p:sp>
      <p:sp>
        <p:nvSpPr>
          <p:cNvPr id="321613" name="Text Box 77"/>
          <p:cNvSpPr txBox="1">
            <a:spLocks noChangeArrowheads="1"/>
          </p:cNvSpPr>
          <p:nvPr/>
        </p:nvSpPr>
        <p:spPr bwMode="auto">
          <a:xfrm>
            <a:off x="85990" y="3902076"/>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p>
        </p:txBody>
      </p:sp>
      <p:sp>
        <p:nvSpPr>
          <p:cNvPr id="321614" name="Text Box 78"/>
          <p:cNvSpPr txBox="1">
            <a:spLocks noChangeArrowheads="1"/>
          </p:cNvSpPr>
          <p:nvPr/>
        </p:nvSpPr>
        <p:spPr bwMode="auto">
          <a:xfrm>
            <a:off x="9231842" y="4486276"/>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p>
        </p:txBody>
      </p:sp>
      <p:sp>
        <p:nvSpPr>
          <p:cNvPr id="321615" name="Text Box 79"/>
          <p:cNvSpPr txBox="1">
            <a:spLocks noChangeArrowheads="1"/>
          </p:cNvSpPr>
          <p:nvPr/>
        </p:nvSpPr>
        <p:spPr bwMode="auto">
          <a:xfrm>
            <a:off x="9231842" y="5110163"/>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p>
        </p:txBody>
      </p:sp>
      <p:sp>
        <p:nvSpPr>
          <p:cNvPr id="321616" name="Text Box 80"/>
          <p:cNvSpPr txBox="1">
            <a:spLocks noChangeArrowheads="1"/>
          </p:cNvSpPr>
          <p:nvPr/>
        </p:nvSpPr>
        <p:spPr bwMode="auto">
          <a:xfrm rot="-5400000">
            <a:off x="4385625" y="5480734"/>
            <a:ext cx="6463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b="1">
                <a:solidFill>
                  <a:srgbClr val="000099"/>
                </a:solidFill>
                <a:latin typeface="Arial" panose="020B0604020202020204" pitchFamily="34" charset="0"/>
                <a:ea typeface="黑体" panose="02010609060101010101" pitchFamily="2" charset="-122"/>
              </a:rPr>
              <a:t>…</a:t>
            </a:r>
          </a:p>
        </p:txBody>
      </p:sp>
      <p:sp>
        <p:nvSpPr>
          <p:cNvPr id="321617" name="Text Box 81"/>
          <p:cNvSpPr txBox="1">
            <a:spLocks noChangeArrowheads="1"/>
          </p:cNvSpPr>
          <p:nvPr/>
        </p:nvSpPr>
        <p:spPr bwMode="auto">
          <a:xfrm>
            <a:off x="85990" y="5892801"/>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p>
        </p:txBody>
      </p:sp>
      <p:grpSp>
        <p:nvGrpSpPr>
          <p:cNvPr id="2" name="组合 1"/>
          <p:cNvGrpSpPr/>
          <p:nvPr/>
        </p:nvGrpSpPr>
        <p:grpSpPr>
          <a:xfrm>
            <a:off x="0" y="765176"/>
            <a:ext cx="9906000" cy="2447925"/>
            <a:chOff x="0" y="765176"/>
            <a:chExt cx="9906000" cy="2447925"/>
          </a:xfrm>
        </p:grpSpPr>
        <p:sp>
          <p:nvSpPr>
            <p:cNvPr id="321618" name="Rectangle 82"/>
            <p:cNvSpPr>
              <a:spLocks noChangeArrowheads="1"/>
            </p:cNvSpPr>
            <p:nvPr/>
          </p:nvSpPr>
          <p:spPr bwMode="auto">
            <a:xfrm>
              <a:off x="0" y="765176"/>
              <a:ext cx="9906000" cy="2447925"/>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zh-CN" sz="2800" b="1">
                <a:solidFill>
                  <a:srgbClr val="000099"/>
                </a:solidFill>
              </a:endParaRPr>
            </a:p>
          </p:txBody>
        </p:sp>
        <p:sp>
          <p:nvSpPr>
            <p:cNvPr id="321619" name="Text Box 84"/>
            <p:cNvSpPr txBox="1">
              <a:spLocks noChangeArrowheads="1"/>
            </p:cNvSpPr>
            <p:nvPr/>
          </p:nvSpPr>
          <p:spPr bwMode="auto">
            <a:xfrm>
              <a:off x="428229" y="908050"/>
              <a:ext cx="9126934" cy="1931988"/>
            </a:xfrm>
            <a:prstGeom prst="rect">
              <a:avLst/>
            </a:prstGeom>
            <a:solidFill>
              <a:srgbClr val="FFFF99"/>
            </a:solidFill>
            <a:ln w="9525">
              <a:solidFill>
                <a:srgbClr val="33339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algn="just" eaLnBrk="1" hangingPunct="1"/>
              <a:r>
                <a:rPr lang="en-US" altLang="zh-CN" b="1" dirty="0">
                  <a:solidFill>
                    <a:srgbClr val="000099"/>
                  </a:solidFill>
                  <a:latin typeface="Arial" panose="020B0604020202020204" pitchFamily="34" charset="0"/>
                  <a:ea typeface="黑体" panose="02010609060101010101" pitchFamily="2" charset="-122"/>
                  <a:sym typeface="Wingdings" panose="05000000000000000000" pitchFamily="2" charset="2"/>
                </a:rPr>
                <a:t></a:t>
              </a:r>
              <a:r>
                <a:rPr lang="zh-CN" altLang="en-US" sz="2800" b="1" dirty="0">
                  <a:solidFill>
                    <a:srgbClr val="000099"/>
                  </a:solidFill>
                  <a:latin typeface="Arial" panose="020B0604020202020204" pitchFamily="34" charset="0"/>
                  <a:ea typeface="黑体" panose="02010609060101010101" pitchFamily="2" charset="-122"/>
                </a:rPr>
                <a:t>：</a:t>
              </a:r>
              <a:r>
                <a:rPr lang="en-US" altLang="zh-CN" sz="2800" b="1" dirty="0">
                  <a:solidFill>
                    <a:srgbClr val="000099"/>
                  </a:solidFill>
                  <a:latin typeface="Arial" panose="020B0604020202020204" pitchFamily="34" charset="0"/>
                  <a:ea typeface="黑体" panose="02010609060101010101" pitchFamily="2" charset="-122"/>
                </a:rPr>
                <a:t>DHCP </a:t>
              </a:r>
              <a:r>
                <a:rPr lang="zh-CN" altLang="en-US" sz="2800" b="1" dirty="0">
                  <a:solidFill>
                    <a:srgbClr val="000099"/>
                  </a:solidFill>
                  <a:latin typeface="Arial" panose="020B0604020202020204" pitchFamily="34" charset="0"/>
                  <a:ea typeface="黑体" panose="02010609060101010101" pitchFamily="2" charset="-122"/>
                </a:rPr>
                <a:t>服务器若不同意，则发回否认报文</a:t>
              </a:r>
            </a:p>
            <a:p>
              <a:pPr algn="just" eaLnBrk="1" hangingPunct="1"/>
              <a:r>
                <a:rPr lang="zh-CN" altLang="en-US" sz="2800" b="1" dirty="0">
                  <a:solidFill>
                    <a:srgbClr val="000099"/>
                  </a:solidFill>
                  <a:latin typeface="Arial" panose="020B0604020202020204" pitchFamily="34" charset="0"/>
                  <a:ea typeface="黑体" panose="02010609060101010101" pitchFamily="2" charset="-122"/>
                </a:rPr>
                <a:t>       </a:t>
              </a:r>
              <a:r>
                <a:rPr lang="en-US" altLang="zh-CN" sz="2800" b="1" dirty="0">
                  <a:solidFill>
                    <a:srgbClr val="000099"/>
                  </a:solidFill>
                  <a:latin typeface="Arial" panose="020B0604020202020204" pitchFamily="34" charset="0"/>
                  <a:ea typeface="黑体" panose="02010609060101010101" pitchFamily="2" charset="-122"/>
                </a:rPr>
                <a:t>DHCP</a:t>
              </a:r>
              <a:r>
                <a:rPr lang="en-US" altLang="zh-CN" sz="2800" b="1" dirty="0">
                  <a:solidFill>
                    <a:srgbClr val="FF0000"/>
                  </a:solidFill>
                  <a:latin typeface="Arial" panose="020B0604020202020204" pitchFamily="34" charset="0"/>
                  <a:ea typeface="黑体" panose="02010609060101010101" pitchFamily="2" charset="-122"/>
                </a:rPr>
                <a:t>NACK</a:t>
              </a:r>
              <a:r>
                <a:rPr lang="zh-CN" altLang="en-US" sz="2800" b="1" dirty="0">
                  <a:solidFill>
                    <a:srgbClr val="000099"/>
                  </a:solidFill>
                  <a:latin typeface="Arial" panose="020B0604020202020204" pitchFamily="34" charset="0"/>
                  <a:ea typeface="黑体" panose="02010609060101010101" pitchFamily="2" charset="-122"/>
                </a:rPr>
                <a:t>。这时 </a:t>
              </a:r>
              <a:r>
                <a:rPr lang="en-US" altLang="zh-CN" sz="2800" b="1" dirty="0">
                  <a:solidFill>
                    <a:srgbClr val="000099"/>
                  </a:solidFill>
                  <a:latin typeface="Arial" panose="020B0604020202020204" pitchFamily="34" charset="0"/>
                  <a:ea typeface="黑体" panose="02010609060101010101" pitchFamily="2" charset="-122"/>
                </a:rPr>
                <a:t>DHCP </a:t>
              </a:r>
              <a:r>
                <a:rPr lang="zh-CN" altLang="en-US" sz="2800" b="1" dirty="0">
                  <a:solidFill>
                    <a:srgbClr val="000099"/>
                  </a:solidFill>
                  <a:latin typeface="Arial" panose="020B0604020202020204" pitchFamily="34" charset="0"/>
                  <a:ea typeface="黑体" panose="02010609060101010101" pitchFamily="2" charset="-122"/>
                </a:rPr>
                <a:t>客户必须立即</a:t>
              </a:r>
            </a:p>
            <a:p>
              <a:pPr algn="just" eaLnBrk="1" hangingPunct="1"/>
              <a:r>
                <a:rPr lang="zh-CN" altLang="en-US" sz="2800" b="1" dirty="0">
                  <a:solidFill>
                    <a:srgbClr val="000099"/>
                  </a:solidFill>
                  <a:latin typeface="Arial" panose="020B0604020202020204" pitchFamily="34" charset="0"/>
                  <a:ea typeface="黑体" panose="02010609060101010101" pitchFamily="2" charset="-122"/>
                </a:rPr>
                <a:t>       停止使用原来的 </a:t>
              </a:r>
              <a:r>
                <a:rPr lang="en-US" altLang="zh-CN" sz="2800" b="1" dirty="0">
                  <a:solidFill>
                    <a:srgbClr val="000099"/>
                  </a:solidFill>
                  <a:latin typeface="Arial" panose="020B0604020202020204" pitchFamily="34" charset="0"/>
                  <a:ea typeface="黑体" panose="02010609060101010101" pitchFamily="2" charset="-122"/>
                </a:rPr>
                <a:t>IP </a:t>
              </a:r>
              <a:r>
                <a:rPr lang="zh-CN" altLang="en-US" sz="2800" b="1" dirty="0">
                  <a:solidFill>
                    <a:srgbClr val="000099"/>
                  </a:solidFill>
                  <a:latin typeface="Arial" panose="020B0604020202020204" pitchFamily="34" charset="0"/>
                  <a:ea typeface="黑体" panose="02010609060101010101" pitchFamily="2" charset="-122"/>
                </a:rPr>
                <a:t>地址，而必须重新申</a:t>
              </a:r>
            </a:p>
            <a:p>
              <a:pPr algn="just" eaLnBrk="1" hangingPunct="1"/>
              <a:r>
                <a:rPr lang="zh-CN" altLang="en-US" sz="2800" b="1" dirty="0">
                  <a:solidFill>
                    <a:srgbClr val="000099"/>
                  </a:solidFill>
                  <a:latin typeface="Arial" panose="020B0604020202020204" pitchFamily="34" charset="0"/>
                  <a:ea typeface="黑体" panose="02010609060101010101" pitchFamily="2" charset="-122"/>
                </a:rPr>
                <a:t>       请 </a:t>
              </a:r>
              <a:r>
                <a:rPr lang="en-US" altLang="zh-CN" sz="2800" b="1" dirty="0">
                  <a:solidFill>
                    <a:srgbClr val="000099"/>
                  </a:solidFill>
                  <a:latin typeface="Arial" panose="020B0604020202020204" pitchFamily="34" charset="0"/>
                  <a:ea typeface="黑体" panose="02010609060101010101" pitchFamily="2" charset="-122"/>
                </a:rPr>
                <a:t>IP </a:t>
              </a:r>
              <a:r>
                <a:rPr lang="zh-CN" altLang="en-US" sz="2800" b="1" dirty="0">
                  <a:solidFill>
                    <a:srgbClr val="000099"/>
                  </a:solidFill>
                  <a:latin typeface="Arial" panose="020B0604020202020204" pitchFamily="34" charset="0"/>
                  <a:ea typeface="黑体" panose="02010609060101010101" pitchFamily="2" charset="-122"/>
                </a:rPr>
                <a:t>地址（回到步骤 </a:t>
              </a:r>
              <a:r>
                <a:rPr lang="zh-CN" altLang="en-US" sz="2800" b="1" dirty="0">
                  <a:solidFill>
                    <a:srgbClr val="000099"/>
                  </a:solidFill>
                  <a:latin typeface="Arial" panose="020B0604020202020204" pitchFamily="34" charset="0"/>
                  <a:ea typeface="黑体" panose="02010609060101010101" pitchFamily="2" charset="-122"/>
                  <a:sym typeface="Wingdings" panose="05000000000000000000" pitchFamily="2" charset="2"/>
                </a:rPr>
                <a:t></a:t>
              </a:r>
              <a:r>
                <a:rPr lang="zh-CN" altLang="en-US" sz="2800" b="1" dirty="0">
                  <a:solidFill>
                    <a:srgbClr val="000099"/>
                  </a:solidFill>
                  <a:latin typeface="Arial" panose="020B0604020202020204" pitchFamily="34" charset="0"/>
                  <a:ea typeface="黑体" panose="02010609060101010101" pitchFamily="2" charset="-122"/>
                </a:rPr>
                <a:t>）。</a:t>
              </a:r>
            </a:p>
          </p:txBody>
        </p:sp>
      </p:grpSp>
      <p:sp>
        <p:nvSpPr>
          <p:cNvPr id="84" name="Rectangle 2"/>
          <p:cNvSpPr txBox="1">
            <a:spLocks noChangeArrowheads="1"/>
          </p:cNvSpPr>
          <p:nvPr/>
        </p:nvSpPr>
        <p:spPr bwMode="auto">
          <a:xfrm>
            <a:off x="704528" y="188913"/>
            <a:ext cx="8442325" cy="539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l" rtl="0" eaLnBrk="1" fontAlgn="base" hangingPunct="1">
              <a:spcBef>
                <a:spcPct val="0"/>
              </a:spcBef>
              <a:spcAft>
                <a:spcPct val="0"/>
              </a:spcAft>
              <a:defRPr lang="zh-CN" altLang="en-US" sz="4400" b="1" smtClean="0">
                <a:solidFill>
                  <a:srgbClr val="333399"/>
                </a:solidFill>
                <a:latin typeface="+mj-lt"/>
                <a:ea typeface="+mj-ea"/>
                <a:cs typeface="+mj-cs"/>
              </a:defRPr>
            </a:lvl1pPr>
            <a:lvl2pPr algn="l" rtl="0" eaLnBrk="1" fontAlgn="base" hangingPunct="1">
              <a:spcBef>
                <a:spcPct val="0"/>
              </a:spcBef>
              <a:spcAft>
                <a:spcPct val="0"/>
              </a:spcAft>
              <a:defRPr sz="4400">
                <a:solidFill>
                  <a:srgbClr val="333399"/>
                </a:solidFill>
                <a:latin typeface="Arial" panose="020B0604020202020204" pitchFamily="34" charset="0"/>
                <a:ea typeface="黑体" panose="02010609060101010101" pitchFamily="2" charset="-122"/>
              </a:defRPr>
            </a:lvl2pPr>
            <a:lvl3pPr algn="l" rtl="0" eaLnBrk="1" fontAlgn="base" hangingPunct="1">
              <a:spcBef>
                <a:spcPct val="0"/>
              </a:spcBef>
              <a:spcAft>
                <a:spcPct val="0"/>
              </a:spcAft>
              <a:defRPr sz="4400">
                <a:solidFill>
                  <a:srgbClr val="333399"/>
                </a:solidFill>
                <a:latin typeface="Arial" panose="020B0604020202020204" pitchFamily="34" charset="0"/>
                <a:ea typeface="黑体" panose="02010609060101010101" pitchFamily="2" charset="-122"/>
              </a:defRPr>
            </a:lvl3pPr>
            <a:lvl4pPr algn="l" rtl="0" eaLnBrk="1" fontAlgn="base" hangingPunct="1">
              <a:spcBef>
                <a:spcPct val="0"/>
              </a:spcBef>
              <a:spcAft>
                <a:spcPct val="0"/>
              </a:spcAft>
              <a:defRPr sz="4400">
                <a:solidFill>
                  <a:srgbClr val="333399"/>
                </a:solidFill>
                <a:latin typeface="Arial" panose="020B0604020202020204" pitchFamily="34" charset="0"/>
                <a:ea typeface="黑体" panose="02010609060101010101" pitchFamily="2" charset="-122"/>
              </a:defRPr>
            </a:lvl4pPr>
            <a:lvl5pPr algn="l" rtl="0" eaLnBrk="1" fontAlgn="base" hangingPunct="1">
              <a:spcBef>
                <a:spcPct val="0"/>
              </a:spcBef>
              <a:spcAft>
                <a:spcPct val="0"/>
              </a:spcAft>
              <a:defRPr sz="4400">
                <a:solidFill>
                  <a:srgbClr val="333399"/>
                </a:solidFill>
                <a:latin typeface="Arial" panose="020B0604020202020204" pitchFamily="34" charset="0"/>
                <a:ea typeface="黑体" panose="02010609060101010101" pitchFamily="2" charset="-122"/>
              </a:defRPr>
            </a:lvl5pPr>
            <a:lvl6pPr marL="457200" algn="l" rtl="0" eaLnBrk="1" fontAlgn="base" hangingPunct="1">
              <a:spcBef>
                <a:spcPct val="0"/>
              </a:spcBef>
              <a:spcAft>
                <a:spcPct val="0"/>
              </a:spcAft>
              <a:defRPr sz="4400">
                <a:solidFill>
                  <a:srgbClr val="333399"/>
                </a:solidFill>
                <a:latin typeface="Arial" panose="020B0604020202020204" pitchFamily="34" charset="0"/>
                <a:ea typeface="黑体" panose="02010609060101010101" pitchFamily="2" charset="-122"/>
              </a:defRPr>
            </a:lvl6pPr>
            <a:lvl7pPr marL="914400" algn="l" rtl="0" eaLnBrk="1" fontAlgn="base" hangingPunct="1">
              <a:spcBef>
                <a:spcPct val="0"/>
              </a:spcBef>
              <a:spcAft>
                <a:spcPct val="0"/>
              </a:spcAft>
              <a:defRPr sz="4400">
                <a:solidFill>
                  <a:srgbClr val="333399"/>
                </a:solidFill>
                <a:latin typeface="Arial" panose="020B0604020202020204" pitchFamily="34" charset="0"/>
                <a:ea typeface="黑体" panose="02010609060101010101" pitchFamily="2" charset="-122"/>
              </a:defRPr>
            </a:lvl7pPr>
            <a:lvl8pPr marL="1371600" algn="l" rtl="0" eaLnBrk="1" fontAlgn="base" hangingPunct="1">
              <a:spcBef>
                <a:spcPct val="0"/>
              </a:spcBef>
              <a:spcAft>
                <a:spcPct val="0"/>
              </a:spcAft>
              <a:defRPr sz="4400">
                <a:solidFill>
                  <a:srgbClr val="333399"/>
                </a:solidFill>
                <a:latin typeface="Arial" panose="020B0604020202020204" pitchFamily="34" charset="0"/>
                <a:ea typeface="黑体" panose="02010609060101010101" pitchFamily="2" charset="-122"/>
              </a:defRPr>
            </a:lvl8pPr>
            <a:lvl9pPr marL="1828800" algn="l" rtl="0" eaLnBrk="1" fontAlgn="base" hangingPunct="1">
              <a:spcBef>
                <a:spcPct val="0"/>
              </a:spcBef>
              <a:spcAft>
                <a:spcPct val="0"/>
              </a:spcAft>
              <a:defRPr sz="4400">
                <a:solidFill>
                  <a:srgbClr val="333399"/>
                </a:solidFill>
                <a:latin typeface="Arial" panose="020B0604020202020204" pitchFamily="34" charset="0"/>
                <a:ea typeface="黑体" panose="02010609060101010101" pitchFamily="2" charset="-122"/>
              </a:defRPr>
            </a:lvl9pPr>
          </a:lstStyle>
          <a:p>
            <a:pPr algn="ctr">
              <a:defRPr/>
            </a:pPr>
            <a:r>
              <a:rPr lang="en-US" altLang="zh-CN" kern="0" dirty="0"/>
              <a:t>DHCP </a:t>
            </a:r>
            <a:r>
              <a:rPr lang="zh-CN" altLang="en-US" kern="0" dirty="0"/>
              <a:t>协议的工作过程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3587" name="Line 3"/>
          <p:cNvSpPr>
            <a:spLocks noChangeShapeType="1"/>
          </p:cNvSpPr>
          <p:nvPr/>
        </p:nvSpPr>
        <p:spPr bwMode="auto">
          <a:xfrm flipH="1">
            <a:off x="6131058" y="1100138"/>
            <a:ext cx="1506538" cy="0"/>
          </a:xfrm>
          <a:prstGeom prst="line">
            <a:avLst/>
          </a:prstGeom>
          <a:noFill/>
          <a:ln w="5715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23588" name="Line 4"/>
          <p:cNvSpPr>
            <a:spLocks noChangeShapeType="1"/>
          </p:cNvSpPr>
          <p:nvPr/>
        </p:nvSpPr>
        <p:spPr bwMode="auto">
          <a:xfrm>
            <a:off x="2454143" y="1747838"/>
            <a:ext cx="5164534" cy="0"/>
          </a:xfrm>
          <a:prstGeom prst="line">
            <a:avLst/>
          </a:prstGeom>
          <a:noFill/>
          <a:ln w="5715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23589" name="Rectangle 5"/>
          <p:cNvSpPr>
            <a:spLocks noChangeArrowheads="1"/>
          </p:cNvSpPr>
          <p:nvPr/>
        </p:nvSpPr>
        <p:spPr bwMode="auto">
          <a:xfrm>
            <a:off x="624285" y="1576388"/>
            <a:ext cx="1076590" cy="341312"/>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p>
        </p:txBody>
      </p:sp>
      <p:sp>
        <p:nvSpPr>
          <p:cNvPr id="323590" name="Rectangle 6"/>
          <p:cNvSpPr>
            <a:spLocks noChangeArrowheads="1"/>
          </p:cNvSpPr>
          <p:nvPr/>
        </p:nvSpPr>
        <p:spPr bwMode="auto">
          <a:xfrm>
            <a:off x="3529012" y="1617664"/>
            <a:ext cx="2904729" cy="257175"/>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DHCPDISCOVER</a:t>
            </a:r>
          </a:p>
        </p:txBody>
      </p:sp>
      <p:sp>
        <p:nvSpPr>
          <p:cNvPr id="323591" name="Rectangle 7"/>
          <p:cNvSpPr>
            <a:spLocks noChangeArrowheads="1"/>
          </p:cNvSpPr>
          <p:nvPr/>
        </p:nvSpPr>
        <p:spPr bwMode="auto">
          <a:xfrm>
            <a:off x="8155252" y="1576388"/>
            <a:ext cx="1076590" cy="341312"/>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p>
        </p:txBody>
      </p:sp>
      <p:sp>
        <p:nvSpPr>
          <p:cNvPr id="323592" name="Rectangle 8"/>
          <p:cNvSpPr>
            <a:spLocks noChangeArrowheads="1"/>
          </p:cNvSpPr>
          <p:nvPr/>
        </p:nvSpPr>
        <p:spPr bwMode="auto">
          <a:xfrm>
            <a:off x="7618677" y="1617664"/>
            <a:ext cx="536575" cy="257175"/>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p>
        </p:txBody>
      </p:sp>
      <p:sp>
        <p:nvSpPr>
          <p:cNvPr id="323593" name="Rectangle 9"/>
          <p:cNvSpPr>
            <a:spLocks noChangeArrowheads="1"/>
          </p:cNvSpPr>
          <p:nvPr/>
        </p:nvSpPr>
        <p:spPr bwMode="auto">
          <a:xfrm>
            <a:off x="1700875" y="1617664"/>
            <a:ext cx="753269" cy="257175"/>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p>
        </p:txBody>
      </p:sp>
      <p:sp>
        <p:nvSpPr>
          <p:cNvPr id="323594" name="Text Box 10"/>
          <p:cNvSpPr txBox="1">
            <a:spLocks noChangeArrowheads="1"/>
          </p:cNvSpPr>
          <p:nvPr/>
        </p:nvSpPr>
        <p:spPr bwMode="auto">
          <a:xfrm>
            <a:off x="1697435" y="1854201"/>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23595" name="Text Box 11"/>
          <p:cNvSpPr txBox="1">
            <a:spLocks noChangeArrowheads="1"/>
          </p:cNvSpPr>
          <p:nvPr/>
        </p:nvSpPr>
        <p:spPr bwMode="auto">
          <a:xfrm>
            <a:off x="7419182" y="1851026"/>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23596" name="Line 12"/>
          <p:cNvSpPr>
            <a:spLocks noChangeShapeType="1"/>
          </p:cNvSpPr>
          <p:nvPr/>
        </p:nvSpPr>
        <p:spPr bwMode="auto">
          <a:xfrm flipH="1">
            <a:off x="2452423" y="2359025"/>
            <a:ext cx="5166254" cy="0"/>
          </a:xfrm>
          <a:prstGeom prst="line">
            <a:avLst/>
          </a:prstGeom>
          <a:noFill/>
          <a:ln w="57150">
            <a:solidFill>
              <a:schemeClr val="hlink"/>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23597" name="Rectangle 13"/>
          <p:cNvSpPr>
            <a:spLocks noChangeArrowheads="1"/>
          </p:cNvSpPr>
          <p:nvPr/>
        </p:nvSpPr>
        <p:spPr bwMode="auto">
          <a:xfrm>
            <a:off x="624286" y="2187576"/>
            <a:ext cx="1074869" cy="339725"/>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p>
        </p:txBody>
      </p:sp>
      <p:sp>
        <p:nvSpPr>
          <p:cNvPr id="323598" name="Rectangle 14"/>
          <p:cNvSpPr>
            <a:spLocks noChangeArrowheads="1"/>
          </p:cNvSpPr>
          <p:nvPr/>
        </p:nvSpPr>
        <p:spPr bwMode="auto">
          <a:xfrm>
            <a:off x="3529012" y="2230439"/>
            <a:ext cx="2904729" cy="255587"/>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DHCPOFFER</a:t>
            </a:r>
          </a:p>
        </p:txBody>
      </p:sp>
      <p:sp>
        <p:nvSpPr>
          <p:cNvPr id="323599" name="Rectangle 15"/>
          <p:cNvSpPr>
            <a:spLocks noChangeArrowheads="1"/>
          </p:cNvSpPr>
          <p:nvPr/>
        </p:nvSpPr>
        <p:spPr bwMode="auto">
          <a:xfrm>
            <a:off x="8155252" y="2187576"/>
            <a:ext cx="1076590" cy="339725"/>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p>
        </p:txBody>
      </p:sp>
      <p:sp>
        <p:nvSpPr>
          <p:cNvPr id="323600" name="Rectangle 16"/>
          <p:cNvSpPr>
            <a:spLocks noChangeArrowheads="1"/>
          </p:cNvSpPr>
          <p:nvPr/>
        </p:nvSpPr>
        <p:spPr bwMode="auto">
          <a:xfrm>
            <a:off x="7618677" y="2230439"/>
            <a:ext cx="536575" cy="255587"/>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p>
        </p:txBody>
      </p:sp>
      <p:sp>
        <p:nvSpPr>
          <p:cNvPr id="323601" name="Rectangle 17"/>
          <p:cNvSpPr>
            <a:spLocks noChangeArrowheads="1"/>
          </p:cNvSpPr>
          <p:nvPr/>
        </p:nvSpPr>
        <p:spPr bwMode="auto">
          <a:xfrm>
            <a:off x="1699155" y="2230439"/>
            <a:ext cx="753269" cy="255587"/>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p>
        </p:txBody>
      </p:sp>
      <p:sp>
        <p:nvSpPr>
          <p:cNvPr id="323602" name="Text Box 18"/>
          <p:cNvSpPr txBox="1">
            <a:spLocks noChangeArrowheads="1"/>
          </p:cNvSpPr>
          <p:nvPr/>
        </p:nvSpPr>
        <p:spPr bwMode="auto">
          <a:xfrm>
            <a:off x="1697435" y="2462214"/>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23603" name="Text Box 19"/>
          <p:cNvSpPr txBox="1">
            <a:spLocks noChangeArrowheads="1"/>
          </p:cNvSpPr>
          <p:nvPr/>
        </p:nvSpPr>
        <p:spPr bwMode="auto">
          <a:xfrm>
            <a:off x="7419182" y="2462214"/>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23604" name="Line 20"/>
          <p:cNvSpPr>
            <a:spLocks noChangeShapeType="1"/>
          </p:cNvSpPr>
          <p:nvPr/>
        </p:nvSpPr>
        <p:spPr bwMode="auto">
          <a:xfrm>
            <a:off x="2454143" y="2968625"/>
            <a:ext cx="5164534" cy="0"/>
          </a:xfrm>
          <a:prstGeom prst="line">
            <a:avLst/>
          </a:prstGeom>
          <a:noFill/>
          <a:ln w="5715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23605" name="Rectangle 21"/>
          <p:cNvSpPr>
            <a:spLocks noChangeArrowheads="1"/>
          </p:cNvSpPr>
          <p:nvPr/>
        </p:nvSpPr>
        <p:spPr bwMode="auto">
          <a:xfrm>
            <a:off x="624285" y="2798763"/>
            <a:ext cx="1076590" cy="341312"/>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p>
        </p:txBody>
      </p:sp>
      <p:sp>
        <p:nvSpPr>
          <p:cNvPr id="323606" name="Rectangle 22"/>
          <p:cNvSpPr>
            <a:spLocks noChangeArrowheads="1"/>
          </p:cNvSpPr>
          <p:nvPr/>
        </p:nvSpPr>
        <p:spPr bwMode="auto">
          <a:xfrm>
            <a:off x="3529012" y="2841625"/>
            <a:ext cx="2904729" cy="255588"/>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DHCPREQUEST</a:t>
            </a:r>
          </a:p>
        </p:txBody>
      </p:sp>
      <p:sp>
        <p:nvSpPr>
          <p:cNvPr id="323607" name="Rectangle 23"/>
          <p:cNvSpPr>
            <a:spLocks noChangeArrowheads="1"/>
          </p:cNvSpPr>
          <p:nvPr/>
        </p:nvSpPr>
        <p:spPr bwMode="auto">
          <a:xfrm>
            <a:off x="8155252" y="2798763"/>
            <a:ext cx="1076590" cy="341312"/>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p>
        </p:txBody>
      </p:sp>
      <p:sp>
        <p:nvSpPr>
          <p:cNvPr id="323608" name="Rectangle 24"/>
          <p:cNvSpPr>
            <a:spLocks noChangeArrowheads="1"/>
          </p:cNvSpPr>
          <p:nvPr/>
        </p:nvSpPr>
        <p:spPr bwMode="auto">
          <a:xfrm>
            <a:off x="7618677" y="2841625"/>
            <a:ext cx="536575" cy="255588"/>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p>
        </p:txBody>
      </p:sp>
      <p:sp>
        <p:nvSpPr>
          <p:cNvPr id="323609" name="Rectangle 25"/>
          <p:cNvSpPr>
            <a:spLocks noChangeArrowheads="1"/>
          </p:cNvSpPr>
          <p:nvPr/>
        </p:nvSpPr>
        <p:spPr bwMode="auto">
          <a:xfrm>
            <a:off x="1700875" y="2841625"/>
            <a:ext cx="753269" cy="255588"/>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p>
        </p:txBody>
      </p:sp>
      <p:sp>
        <p:nvSpPr>
          <p:cNvPr id="323610" name="Text Box 26"/>
          <p:cNvSpPr txBox="1">
            <a:spLocks noChangeArrowheads="1"/>
          </p:cNvSpPr>
          <p:nvPr/>
        </p:nvSpPr>
        <p:spPr bwMode="auto">
          <a:xfrm>
            <a:off x="1697435" y="3074989"/>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23611" name="Text Box 27"/>
          <p:cNvSpPr txBox="1">
            <a:spLocks noChangeArrowheads="1"/>
          </p:cNvSpPr>
          <p:nvPr/>
        </p:nvSpPr>
        <p:spPr bwMode="auto">
          <a:xfrm>
            <a:off x="7419182" y="3074989"/>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23612" name="Line 28"/>
          <p:cNvSpPr>
            <a:spLocks noChangeShapeType="1"/>
          </p:cNvSpPr>
          <p:nvPr/>
        </p:nvSpPr>
        <p:spPr bwMode="auto">
          <a:xfrm flipH="1">
            <a:off x="2452423" y="3579813"/>
            <a:ext cx="5166254" cy="0"/>
          </a:xfrm>
          <a:prstGeom prst="line">
            <a:avLst/>
          </a:prstGeom>
          <a:noFill/>
          <a:ln w="57150">
            <a:solidFill>
              <a:schemeClr val="hlink"/>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23613" name="Rectangle 29"/>
          <p:cNvSpPr>
            <a:spLocks noChangeArrowheads="1"/>
          </p:cNvSpPr>
          <p:nvPr/>
        </p:nvSpPr>
        <p:spPr bwMode="auto">
          <a:xfrm>
            <a:off x="624286" y="3409950"/>
            <a:ext cx="1074869" cy="339725"/>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p>
        </p:txBody>
      </p:sp>
      <p:sp>
        <p:nvSpPr>
          <p:cNvPr id="323614" name="Rectangle 30"/>
          <p:cNvSpPr>
            <a:spLocks noChangeArrowheads="1"/>
          </p:cNvSpPr>
          <p:nvPr/>
        </p:nvSpPr>
        <p:spPr bwMode="auto">
          <a:xfrm>
            <a:off x="3529012" y="3452813"/>
            <a:ext cx="2904729" cy="254000"/>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DHCPACK</a:t>
            </a:r>
          </a:p>
        </p:txBody>
      </p:sp>
      <p:sp>
        <p:nvSpPr>
          <p:cNvPr id="323615" name="Rectangle 31"/>
          <p:cNvSpPr>
            <a:spLocks noChangeArrowheads="1"/>
          </p:cNvSpPr>
          <p:nvPr/>
        </p:nvSpPr>
        <p:spPr bwMode="auto">
          <a:xfrm>
            <a:off x="8155252" y="3409950"/>
            <a:ext cx="1076590" cy="339725"/>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p>
        </p:txBody>
      </p:sp>
      <p:sp>
        <p:nvSpPr>
          <p:cNvPr id="323616" name="Rectangle 32"/>
          <p:cNvSpPr>
            <a:spLocks noChangeArrowheads="1"/>
          </p:cNvSpPr>
          <p:nvPr/>
        </p:nvSpPr>
        <p:spPr bwMode="auto">
          <a:xfrm>
            <a:off x="7618677" y="3452813"/>
            <a:ext cx="536575" cy="254000"/>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p>
        </p:txBody>
      </p:sp>
      <p:sp>
        <p:nvSpPr>
          <p:cNvPr id="323617" name="Rectangle 33"/>
          <p:cNvSpPr>
            <a:spLocks noChangeArrowheads="1"/>
          </p:cNvSpPr>
          <p:nvPr/>
        </p:nvSpPr>
        <p:spPr bwMode="auto">
          <a:xfrm>
            <a:off x="1699155" y="3452813"/>
            <a:ext cx="753269" cy="254000"/>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p>
        </p:txBody>
      </p:sp>
      <p:sp>
        <p:nvSpPr>
          <p:cNvPr id="323618" name="Text Box 34"/>
          <p:cNvSpPr txBox="1">
            <a:spLocks noChangeArrowheads="1"/>
          </p:cNvSpPr>
          <p:nvPr/>
        </p:nvSpPr>
        <p:spPr bwMode="auto">
          <a:xfrm>
            <a:off x="1697435" y="3684589"/>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23619" name="Text Box 35"/>
          <p:cNvSpPr txBox="1">
            <a:spLocks noChangeArrowheads="1"/>
          </p:cNvSpPr>
          <p:nvPr/>
        </p:nvSpPr>
        <p:spPr bwMode="auto">
          <a:xfrm>
            <a:off x="7419182" y="3684589"/>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23620" name="Line 36"/>
          <p:cNvSpPr>
            <a:spLocks noChangeShapeType="1"/>
          </p:cNvSpPr>
          <p:nvPr/>
        </p:nvSpPr>
        <p:spPr bwMode="auto">
          <a:xfrm>
            <a:off x="2454143" y="4187825"/>
            <a:ext cx="5164534" cy="0"/>
          </a:xfrm>
          <a:prstGeom prst="line">
            <a:avLst/>
          </a:prstGeom>
          <a:noFill/>
          <a:ln w="5715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23621" name="Rectangle 37"/>
          <p:cNvSpPr>
            <a:spLocks noChangeArrowheads="1"/>
          </p:cNvSpPr>
          <p:nvPr/>
        </p:nvSpPr>
        <p:spPr bwMode="auto">
          <a:xfrm>
            <a:off x="624285" y="4017964"/>
            <a:ext cx="1076590" cy="338137"/>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p>
        </p:txBody>
      </p:sp>
      <p:sp>
        <p:nvSpPr>
          <p:cNvPr id="323622" name="Rectangle 38"/>
          <p:cNvSpPr>
            <a:spLocks noChangeArrowheads="1"/>
          </p:cNvSpPr>
          <p:nvPr/>
        </p:nvSpPr>
        <p:spPr bwMode="auto">
          <a:xfrm>
            <a:off x="3529012" y="4060825"/>
            <a:ext cx="2904729" cy="254000"/>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DHCPREQUEST</a:t>
            </a:r>
          </a:p>
        </p:txBody>
      </p:sp>
      <p:sp>
        <p:nvSpPr>
          <p:cNvPr id="323623" name="Rectangle 39"/>
          <p:cNvSpPr>
            <a:spLocks noChangeArrowheads="1"/>
          </p:cNvSpPr>
          <p:nvPr/>
        </p:nvSpPr>
        <p:spPr bwMode="auto">
          <a:xfrm>
            <a:off x="8155252" y="4017964"/>
            <a:ext cx="1076590" cy="338137"/>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p>
        </p:txBody>
      </p:sp>
      <p:sp>
        <p:nvSpPr>
          <p:cNvPr id="323624" name="Rectangle 40"/>
          <p:cNvSpPr>
            <a:spLocks noChangeArrowheads="1"/>
          </p:cNvSpPr>
          <p:nvPr/>
        </p:nvSpPr>
        <p:spPr bwMode="auto">
          <a:xfrm>
            <a:off x="7618677" y="4060825"/>
            <a:ext cx="536575" cy="254000"/>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p>
        </p:txBody>
      </p:sp>
      <p:sp>
        <p:nvSpPr>
          <p:cNvPr id="323625" name="Rectangle 41"/>
          <p:cNvSpPr>
            <a:spLocks noChangeArrowheads="1"/>
          </p:cNvSpPr>
          <p:nvPr/>
        </p:nvSpPr>
        <p:spPr bwMode="auto">
          <a:xfrm>
            <a:off x="1700875" y="4060825"/>
            <a:ext cx="753269" cy="254000"/>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p>
        </p:txBody>
      </p:sp>
      <p:sp>
        <p:nvSpPr>
          <p:cNvPr id="323626" name="Text Box 42"/>
          <p:cNvSpPr txBox="1">
            <a:spLocks noChangeArrowheads="1"/>
          </p:cNvSpPr>
          <p:nvPr/>
        </p:nvSpPr>
        <p:spPr bwMode="auto">
          <a:xfrm>
            <a:off x="1697435" y="4292601"/>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23627" name="Text Box 43"/>
          <p:cNvSpPr txBox="1">
            <a:spLocks noChangeArrowheads="1"/>
          </p:cNvSpPr>
          <p:nvPr/>
        </p:nvSpPr>
        <p:spPr bwMode="auto">
          <a:xfrm>
            <a:off x="7419182" y="4292601"/>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23628" name="Line 44"/>
          <p:cNvSpPr>
            <a:spLocks noChangeShapeType="1"/>
          </p:cNvSpPr>
          <p:nvPr/>
        </p:nvSpPr>
        <p:spPr bwMode="auto">
          <a:xfrm flipH="1">
            <a:off x="2452423" y="4800600"/>
            <a:ext cx="5166254" cy="0"/>
          </a:xfrm>
          <a:prstGeom prst="line">
            <a:avLst/>
          </a:prstGeom>
          <a:noFill/>
          <a:ln w="57150">
            <a:solidFill>
              <a:schemeClr val="hlink"/>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23629" name="Rectangle 45"/>
          <p:cNvSpPr>
            <a:spLocks noChangeArrowheads="1"/>
          </p:cNvSpPr>
          <p:nvPr/>
        </p:nvSpPr>
        <p:spPr bwMode="auto">
          <a:xfrm>
            <a:off x="624286" y="4629150"/>
            <a:ext cx="1074869" cy="338138"/>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p>
        </p:txBody>
      </p:sp>
      <p:sp>
        <p:nvSpPr>
          <p:cNvPr id="323630" name="Rectangle 46"/>
          <p:cNvSpPr>
            <a:spLocks noChangeArrowheads="1"/>
          </p:cNvSpPr>
          <p:nvPr/>
        </p:nvSpPr>
        <p:spPr bwMode="auto">
          <a:xfrm>
            <a:off x="3529012" y="4672014"/>
            <a:ext cx="2904729" cy="255587"/>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DHCPACK</a:t>
            </a:r>
          </a:p>
        </p:txBody>
      </p:sp>
      <p:sp>
        <p:nvSpPr>
          <p:cNvPr id="323631" name="Rectangle 47"/>
          <p:cNvSpPr>
            <a:spLocks noChangeArrowheads="1"/>
          </p:cNvSpPr>
          <p:nvPr/>
        </p:nvSpPr>
        <p:spPr bwMode="auto">
          <a:xfrm>
            <a:off x="8155252" y="4629150"/>
            <a:ext cx="1076590" cy="338138"/>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p>
        </p:txBody>
      </p:sp>
      <p:sp>
        <p:nvSpPr>
          <p:cNvPr id="323632" name="Rectangle 48"/>
          <p:cNvSpPr>
            <a:spLocks noChangeArrowheads="1"/>
          </p:cNvSpPr>
          <p:nvPr/>
        </p:nvSpPr>
        <p:spPr bwMode="auto">
          <a:xfrm>
            <a:off x="7618677" y="4672014"/>
            <a:ext cx="536575" cy="255587"/>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p>
        </p:txBody>
      </p:sp>
      <p:sp>
        <p:nvSpPr>
          <p:cNvPr id="323633" name="Rectangle 49"/>
          <p:cNvSpPr>
            <a:spLocks noChangeArrowheads="1"/>
          </p:cNvSpPr>
          <p:nvPr/>
        </p:nvSpPr>
        <p:spPr bwMode="auto">
          <a:xfrm>
            <a:off x="1699155" y="4672014"/>
            <a:ext cx="753269" cy="255587"/>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p>
        </p:txBody>
      </p:sp>
      <p:sp>
        <p:nvSpPr>
          <p:cNvPr id="323634" name="Text Box 50"/>
          <p:cNvSpPr txBox="1">
            <a:spLocks noChangeArrowheads="1"/>
          </p:cNvSpPr>
          <p:nvPr/>
        </p:nvSpPr>
        <p:spPr bwMode="auto">
          <a:xfrm>
            <a:off x="1697435" y="4903789"/>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23635" name="Text Box 51"/>
          <p:cNvSpPr txBox="1">
            <a:spLocks noChangeArrowheads="1"/>
          </p:cNvSpPr>
          <p:nvPr/>
        </p:nvSpPr>
        <p:spPr bwMode="auto">
          <a:xfrm>
            <a:off x="7419182" y="4903789"/>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23636" name="Line 52"/>
          <p:cNvSpPr>
            <a:spLocks noChangeShapeType="1"/>
          </p:cNvSpPr>
          <p:nvPr/>
        </p:nvSpPr>
        <p:spPr bwMode="auto">
          <a:xfrm flipH="1">
            <a:off x="2452423" y="5411788"/>
            <a:ext cx="5166254" cy="0"/>
          </a:xfrm>
          <a:prstGeom prst="line">
            <a:avLst/>
          </a:prstGeom>
          <a:noFill/>
          <a:ln w="57150">
            <a:solidFill>
              <a:schemeClr val="hlink"/>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23637" name="Rectangle 53"/>
          <p:cNvSpPr>
            <a:spLocks noChangeArrowheads="1"/>
          </p:cNvSpPr>
          <p:nvPr/>
        </p:nvSpPr>
        <p:spPr bwMode="auto">
          <a:xfrm>
            <a:off x="624286" y="5240339"/>
            <a:ext cx="1074869" cy="338137"/>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p>
        </p:txBody>
      </p:sp>
      <p:sp>
        <p:nvSpPr>
          <p:cNvPr id="323638" name="Rectangle 54"/>
          <p:cNvSpPr>
            <a:spLocks noChangeArrowheads="1"/>
          </p:cNvSpPr>
          <p:nvPr/>
        </p:nvSpPr>
        <p:spPr bwMode="auto">
          <a:xfrm>
            <a:off x="3529012" y="5283200"/>
            <a:ext cx="2904729" cy="255588"/>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DHCPNACK</a:t>
            </a:r>
          </a:p>
        </p:txBody>
      </p:sp>
      <p:sp>
        <p:nvSpPr>
          <p:cNvPr id="323639" name="Rectangle 55"/>
          <p:cNvSpPr>
            <a:spLocks noChangeArrowheads="1"/>
          </p:cNvSpPr>
          <p:nvPr/>
        </p:nvSpPr>
        <p:spPr bwMode="auto">
          <a:xfrm>
            <a:off x="8155252" y="5240339"/>
            <a:ext cx="1076590" cy="338137"/>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p>
        </p:txBody>
      </p:sp>
      <p:sp>
        <p:nvSpPr>
          <p:cNvPr id="323640" name="Rectangle 56"/>
          <p:cNvSpPr>
            <a:spLocks noChangeArrowheads="1"/>
          </p:cNvSpPr>
          <p:nvPr/>
        </p:nvSpPr>
        <p:spPr bwMode="auto">
          <a:xfrm>
            <a:off x="7618677" y="5283200"/>
            <a:ext cx="536575" cy="255588"/>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p>
        </p:txBody>
      </p:sp>
      <p:sp>
        <p:nvSpPr>
          <p:cNvPr id="323641" name="Rectangle 57"/>
          <p:cNvSpPr>
            <a:spLocks noChangeArrowheads="1"/>
          </p:cNvSpPr>
          <p:nvPr/>
        </p:nvSpPr>
        <p:spPr bwMode="auto">
          <a:xfrm>
            <a:off x="1699155" y="5283200"/>
            <a:ext cx="753269" cy="255588"/>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p>
        </p:txBody>
      </p:sp>
      <p:sp>
        <p:nvSpPr>
          <p:cNvPr id="323642" name="Text Box 58"/>
          <p:cNvSpPr txBox="1">
            <a:spLocks noChangeArrowheads="1"/>
          </p:cNvSpPr>
          <p:nvPr/>
        </p:nvSpPr>
        <p:spPr bwMode="auto">
          <a:xfrm>
            <a:off x="1697435" y="5514976"/>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23643" name="Text Box 59"/>
          <p:cNvSpPr txBox="1">
            <a:spLocks noChangeArrowheads="1"/>
          </p:cNvSpPr>
          <p:nvPr/>
        </p:nvSpPr>
        <p:spPr bwMode="auto">
          <a:xfrm>
            <a:off x="7419182" y="5514976"/>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23644" name="Line 60"/>
          <p:cNvSpPr>
            <a:spLocks noChangeShapeType="1"/>
          </p:cNvSpPr>
          <p:nvPr/>
        </p:nvSpPr>
        <p:spPr bwMode="auto">
          <a:xfrm>
            <a:off x="2454143" y="6256338"/>
            <a:ext cx="5164534" cy="0"/>
          </a:xfrm>
          <a:prstGeom prst="line">
            <a:avLst/>
          </a:prstGeom>
          <a:noFill/>
          <a:ln w="5715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23645" name="Rectangle 61"/>
          <p:cNvSpPr>
            <a:spLocks noChangeArrowheads="1"/>
          </p:cNvSpPr>
          <p:nvPr/>
        </p:nvSpPr>
        <p:spPr bwMode="auto">
          <a:xfrm>
            <a:off x="624285" y="6086475"/>
            <a:ext cx="1076590" cy="338138"/>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p>
        </p:txBody>
      </p:sp>
      <p:sp>
        <p:nvSpPr>
          <p:cNvPr id="323646" name="Rectangle 62"/>
          <p:cNvSpPr>
            <a:spLocks noChangeArrowheads="1"/>
          </p:cNvSpPr>
          <p:nvPr/>
        </p:nvSpPr>
        <p:spPr bwMode="auto">
          <a:xfrm>
            <a:off x="3529012" y="6129338"/>
            <a:ext cx="2904729" cy="254000"/>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DHCPRELEASE</a:t>
            </a:r>
          </a:p>
        </p:txBody>
      </p:sp>
      <p:sp>
        <p:nvSpPr>
          <p:cNvPr id="323647" name="Rectangle 63"/>
          <p:cNvSpPr>
            <a:spLocks noChangeArrowheads="1"/>
          </p:cNvSpPr>
          <p:nvPr/>
        </p:nvSpPr>
        <p:spPr bwMode="auto">
          <a:xfrm>
            <a:off x="8155252" y="6086475"/>
            <a:ext cx="1076590" cy="338138"/>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p>
        </p:txBody>
      </p:sp>
      <p:sp>
        <p:nvSpPr>
          <p:cNvPr id="323648" name="Rectangle 64"/>
          <p:cNvSpPr>
            <a:spLocks noChangeArrowheads="1"/>
          </p:cNvSpPr>
          <p:nvPr/>
        </p:nvSpPr>
        <p:spPr bwMode="auto">
          <a:xfrm>
            <a:off x="7618677" y="6129338"/>
            <a:ext cx="536575" cy="254000"/>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p>
        </p:txBody>
      </p:sp>
      <p:sp>
        <p:nvSpPr>
          <p:cNvPr id="323649" name="Rectangle 65"/>
          <p:cNvSpPr>
            <a:spLocks noChangeArrowheads="1"/>
          </p:cNvSpPr>
          <p:nvPr/>
        </p:nvSpPr>
        <p:spPr bwMode="auto">
          <a:xfrm>
            <a:off x="1700875" y="6129338"/>
            <a:ext cx="753269" cy="254000"/>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p>
        </p:txBody>
      </p:sp>
      <p:sp>
        <p:nvSpPr>
          <p:cNvPr id="323650" name="Text Box 66"/>
          <p:cNvSpPr txBox="1">
            <a:spLocks noChangeArrowheads="1"/>
          </p:cNvSpPr>
          <p:nvPr/>
        </p:nvSpPr>
        <p:spPr bwMode="auto">
          <a:xfrm>
            <a:off x="1697435" y="6361114"/>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23651" name="Text Box 67"/>
          <p:cNvSpPr txBox="1">
            <a:spLocks noChangeArrowheads="1"/>
          </p:cNvSpPr>
          <p:nvPr/>
        </p:nvSpPr>
        <p:spPr bwMode="auto">
          <a:xfrm>
            <a:off x="7419182" y="6361114"/>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23652" name="Rectangle 68"/>
          <p:cNvSpPr>
            <a:spLocks noChangeArrowheads="1"/>
          </p:cNvSpPr>
          <p:nvPr/>
        </p:nvSpPr>
        <p:spPr bwMode="auto">
          <a:xfrm>
            <a:off x="8155252" y="936625"/>
            <a:ext cx="1076590" cy="338138"/>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p>
        </p:txBody>
      </p:sp>
      <p:sp>
        <p:nvSpPr>
          <p:cNvPr id="323653" name="Rectangle 69"/>
          <p:cNvSpPr>
            <a:spLocks noChangeArrowheads="1"/>
          </p:cNvSpPr>
          <p:nvPr/>
        </p:nvSpPr>
        <p:spPr bwMode="auto">
          <a:xfrm>
            <a:off x="7618677" y="977900"/>
            <a:ext cx="536575" cy="254000"/>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p>
        </p:txBody>
      </p:sp>
      <p:sp>
        <p:nvSpPr>
          <p:cNvPr id="323654" name="Text Box 70"/>
          <p:cNvSpPr txBox="1">
            <a:spLocks noChangeArrowheads="1"/>
          </p:cNvSpPr>
          <p:nvPr/>
        </p:nvSpPr>
        <p:spPr bwMode="auto">
          <a:xfrm>
            <a:off x="7419182" y="1209676"/>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23655" name="Text Box 71"/>
          <p:cNvSpPr txBox="1">
            <a:spLocks noChangeArrowheads="1"/>
          </p:cNvSpPr>
          <p:nvPr/>
        </p:nvSpPr>
        <p:spPr bwMode="auto">
          <a:xfrm>
            <a:off x="6218766" y="692151"/>
            <a:ext cx="12105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000" b="1">
                <a:solidFill>
                  <a:srgbClr val="000099"/>
                </a:solidFill>
                <a:latin typeface="Arial" panose="020B0604020202020204" pitchFamily="34" charset="0"/>
                <a:ea typeface="黑体" panose="02010609060101010101" pitchFamily="2" charset="-122"/>
              </a:rPr>
              <a:t>被动打开</a:t>
            </a:r>
          </a:p>
        </p:txBody>
      </p:sp>
      <p:sp>
        <p:nvSpPr>
          <p:cNvPr id="323656" name="Text Box 72"/>
          <p:cNvSpPr txBox="1">
            <a:spLocks noChangeArrowheads="1"/>
          </p:cNvSpPr>
          <p:nvPr/>
        </p:nvSpPr>
        <p:spPr bwMode="auto">
          <a:xfrm>
            <a:off x="9237002" y="820738"/>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p>
        </p:txBody>
      </p:sp>
      <p:sp>
        <p:nvSpPr>
          <p:cNvPr id="323657" name="Text Box 73"/>
          <p:cNvSpPr txBox="1">
            <a:spLocks noChangeArrowheads="1"/>
          </p:cNvSpPr>
          <p:nvPr/>
        </p:nvSpPr>
        <p:spPr bwMode="auto">
          <a:xfrm>
            <a:off x="85990" y="1435101"/>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p>
        </p:txBody>
      </p:sp>
      <p:sp>
        <p:nvSpPr>
          <p:cNvPr id="323658" name="Text Box 74"/>
          <p:cNvSpPr txBox="1">
            <a:spLocks noChangeArrowheads="1"/>
          </p:cNvSpPr>
          <p:nvPr/>
        </p:nvSpPr>
        <p:spPr bwMode="auto">
          <a:xfrm>
            <a:off x="9237002" y="2057401"/>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p>
        </p:txBody>
      </p:sp>
      <p:sp>
        <p:nvSpPr>
          <p:cNvPr id="323659" name="Text Box 75"/>
          <p:cNvSpPr txBox="1">
            <a:spLocks noChangeArrowheads="1"/>
          </p:cNvSpPr>
          <p:nvPr/>
        </p:nvSpPr>
        <p:spPr bwMode="auto">
          <a:xfrm>
            <a:off x="85990" y="2654301"/>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p>
        </p:txBody>
      </p:sp>
      <p:sp>
        <p:nvSpPr>
          <p:cNvPr id="323660" name="Text Box 76"/>
          <p:cNvSpPr txBox="1">
            <a:spLocks noChangeArrowheads="1"/>
          </p:cNvSpPr>
          <p:nvPr/>
        </p:nvSpPr>
        <p:spPr bwMode="auto">
          <a:xfrm>
            <a:off x="9231842" y="3278188"/>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p>
        </p:txBody>
      </p:sp>
      <p:sp>
        <p:nvSpPr>
          <p:cNvPr id="323661" name="Text Box 77"/>
          <p:cNvSpPr txBox="1">
            <a:spLocks noChangeArrowheads="1"/>
          </p:cNvSpPr>
          <p:nvPr/>
        </p:nvSpPr>
        <p:spPr bwMode="auto">
          <a:xfrm>
            <a:off x="85990" y="3902076"/>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p>
        </p:txBody>
      </p:sp>
      <p:sp>
        <p:nvSpPr>
          <p:cNvPr id="323662" name="Text Box 78"/>
          <p:cNvSpPr txBox="1">
            <a:spLocks noChangeArrowheads="1"/>
          </p:cNvSpPr>
          <p:nvPr/>
        </p:nvSpPr>
        <p:spPr bwMode="auto">
          <a:xfrm>
            <a:off x="9231842" y="4486276"/>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p>
        </p:txBody>
      </p:sp>
      <p:sp>
        <p:nvSpPr>
          <p:cNvPr id="323663" name="Text Box 79"/>
          <p:cNvSpPr txBox="1">
            <a:spLocks noChangeArrowheads="1"/>
          </p:cNvSpPr>
          <p:nvPr/>
        </p:nvSpPr>
        <p:spPr bwMode="auto">
          <a:xfrm>
            <a:off x="9231842" y="5110163"/>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p>
        </p:txBody>
      </p:sp>
      <p:sp>
        <p:nvSpPr>
          <p:cNvPr id="323664" name="Text Box 80"/>
          <p:cNvSpPr txBox="1">
            <a:spLocks noChangeArrowheads="1"/>
          </p:cNvSpPr>
          <p:nvPr/>
        </p:nvSpPr>
        <p:spPr bwMode="auto">
          <a:xfrm rot="-5400000">
            <a:off x="4385625" y="5480734"/>
            <a:ext cx="6463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b="1">
                <a:solidFill>
                  <a:srgbClr val="000099"/>
                </a:solidFill>
                <a:latin typeface="Arial" panose="020B0604020202020204" pitchFamily="34" charset="0"/>
                <a:ea typeface="黑体" panose="02010609060101010101" pitchFamily="2" charset="-122"/>
              </a:rPr>
              <a:t>…</a:t>
            </a:r>
          </a:p>
        </p:txBody>
      </p:sp>
      <p:sp>
        <p:nvSpPr>
          <p:cNvPr id="323665" name="Text Box 81"/>
          <p:cNvSpPr txBox="1">
            <a:spLocks noChangeArrowheads="1"/>
          </p:cNvSpPr>
          <p:nvPr/>
        </p:nvSpPr>
        <p:spPr bwMode="auto">
          <a:xfrm>
            <a:off x="85990" y="5892801"/>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p>
        </p:txBody>
      </p:sp>
      <p:sp>
        <p:nvSpPr>
          <p:cNvPr id="323666" name="Rectangle 82"/>
          <p:cNvSpPr>
            <a:spLocks noChangeArrowheads="1"/>
          </p:cNvSpPr>
          <p:nvPr/>
        </p:nvSpPr>
        <p:spPr bwMode="auto">
          <a:xfrm>
            <a:off x="0" y="765176"/>
            <a:ext cx="9906000" cy="2447925"/>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zh-CN" sz="2800" b="1">
              <a:solidFill>
                <a:srgbClr val="000099"/>
              </a:solidFill>
            </a:endParaRPr>
          </a:p>
        </p:txBody>
      </p:sp>
      <p:sp>
        <p:nvSpPr>
          <p:cNvPr id="323667" name="Text Box 84"/>
          <p:cNvSpPr txBox="1">
            <a:spLocks noChangeArrowheads="1"/>
          </p:cNvSpPr>
          <p:nvPr/>
        </p:nvSpPr>
        <p:spPr bwMode="auto">
          <a:xfrm>
            <a:off x="271728" y="1125538"/>
            <a:ext cx="9283435" cy="1809750"/>
          </a:xfrm>
          <a:prstGeom prst="rect">
            <a:avLst/>
          </a:prstGeom>
          <a:solidFill>
            <a:srgbClr val="FFFF99"/>
          </a:solidFill>
          <a:ln w="9525">
            <a:solidFill>
              <a:srgbClr val="33339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lang="zh-CN" altLang="en-US" sz="2800" b="1" dirty="0">
                <a:solidFill>
                  <a:srgbClr val="000099"/>
                </a:solidFill>
                <a:latin typeface="Arial" panose="020B0604020202020204" pitchFamily="34" charset="0"/>
                <a:ea typeface="黑体" panose="02010609060101010101" pitchFamily="2" charset="-122"/>
              </a:rPr>
              <a:t>若</a:t>
            </a:r>
            <a:r>
              <a:rPr lang="en-US" altLang="zh-CN" sz="2800" b="1" dirty="0">
                <a:solidFill>
                  <a:srgbClr val="000099"/>
                </a:solidFill>
                <a:latin typeface="Arial" panose="020B0604020202020204" pitchFamily="34" charset="0"/>
                <a:ea typeface="黑体" panose="02010609060101010101" pitchFamily="2" charset="-122"/>
              </a:rPr>
              <a:t>DHCP</a:t>
            </a:r>
            <a:r>
              <a:rPr lang="zh-CN" altLang="en-US" sz="2800" b="1" dirty="0">
                <a:solidFill>
                  <a:srgbClr val="000099"/>
                </a:solidFill>
                <a:latin typeface="Arial" panose="020B0604020202020204" pitchFamily="34" charset="0"/>
                <a:ea typeface="黑体" panose="02010609060101010101" pitchFamily="2" charset="-122"/>
              </a:rPr>
              <a:t>服务器不响应步骤 </a:t>
            </a:r>
            <a:r>
              <a:rPr lang="zh-CN" altLang="en-US" sz="2800" b="1" dirty="0">
                <a:solidFill>
                  <a:srgbClr val="000099"/>
                </a:solidFill>
                <a:latin typeface="Arial" panose="020B0604020202020204" pitchFamily="34" charset="0"/>
                <a:ea typeface="黑体" panose="02010609060101010101" pitchFamily="2" charset="-122"/>
                <a:sym typeface="Wingdings" panose="05000000000000000000" pitchFamily="2" charset="2"/>
              </a:rPr>
              <a:t> </a:t>
            </a:r>
            <a:r>
              <a:rPr lang="zh-CN" altLang="en-US" sz="2800" b="1" dirty="0">
                <a:solidFill>
                  <a:srgbClr val="000099"/>
                </a:solidFill>
                <a:latin typeface="Arial" panose="020B0604020202020204" pitchFamily="34" charset="0"/>
                <a:ea typeface="黑体" panose="02010609060101010101" pitchFamily="2" charset="-122"/>
              </a:rPr>
              <a:t>的请求报文</a:t>
            </a:r>
            <a:r>
              <a:rPr lang="en-US" altLang="zh-CN" sz="2800" b="1" dirty="0">
                <a:solidFill>
                  <a:srgbClr val="000099"/>
                </a:solidFill>
                <a:latin typeface="Arial" panose="020B0604020202020204" pitchFamily="34" charset="0"/>
                <a:ea typeface="黑体" panose="02010609060101010101" pitchFamily="2" charset="-122"/>
              </a:rPr>
              <a:t>DHCPREQUEST</a:t>
            </a:r>
            <a:r>
              <a:rPr lang="zh-CN" altLang="en-US" sz="2800" b="1" dirty="0">
                <a:solidFill>
                  <a:srgbClr val="000099"/>
                </a:solidFill>
                <a:latin typeface="Arial" panose="020B0604020202020204" pitchFamily="34" charset="0"/>
                <a:ea typeface="黑体" panose="02010609060101010101" pitchFamily="2" charset="-122"/>
              </a:rPr>
              <a:t>，则在租用期过了 </a:t>
            </a:r>
            <a:r>
              <a:rPr lang="en-US" altLang="zh-CN" sz="2800" b="1" dirty="0">
                <a:solidFill>
                  <a:srgbClr val="000099"/>
                </a:solidFill>
                <a:latin typeface="Arial" panose="020B0604020202020204" pitchFamily="34" charset="0"/>
                <a:ea typeface="黑体" panose="02010609060101010101" pitchFamily="2" charset="-122"/>
              </a:rPr>
              <a:t>87.5% </a:t>
            </a:r>
            <a:r>
              <a:rPr lang="zh-CN" altLang="en-US" sz="2800" b="1" dirty="0">
                <a:solidFill>
                  <a:srgbClr val="000099"/>
                </a:solidFill>
                <a:latin typeface="Arial" panose="020B0604020202020204" pitchFamily="34" charset="0"/>
                <a:ea typeface="黑体" panose="02010609060101010101" pitchFamily="2" charset="-122"/>
              </a:rPr>
              <a:t>时，</a:t>
            </a:r>
            <a:r>
              <a:rPr lang="en-US" altLang="zh-CN" sz="2800" b="1" dirty="0">
                <a:solidFill>
                  <a:srgbClr val="000099"/>
                </a:solidFill>
                <a:latin typeface="Arial" panose="020B0604020202020204" pitchFamily="34" charset="0"/>
                <a:ea typeface="黑体" panose="02010609060101010101" pitchFamily="2" charset="-122"/>
              </a:rPr>
              <a:t>DHCP </a:t>
            </a:r>
            <a:r>
              <a:rPr lang="zh-CN" altLang="en-US" sz="2800" b="1" dirty="0">
                <a:solidFill>
                  <a:srgbClr val="000099"/>
                </a:solidFill>
                <a:latin typeface="Arial" panose="020B0604020202020204" pitchFamily="34" charset="0"/>
                <a:ea typeface="黑体" panose="02010609060101010101" pitchFamily="2" charset="-122"/>
              </a:rPr>
              <a:t>客户必须重新发送请求报文 </a:t>
            </a:r>
            <a:r>
              <a:rPr lang="en-US" altLang="zh-CN" sz="2800" b="1" dirty="0">
                <a:solidFill>
                  <a:srgbClr val="000099"/>
                </a:solidFill>
                <a:latin typeface="Arial" panose="020B0604020202020204" pitchFamily="34" charset="0"/>
                <a:ea typeface="黑体" panose="02010609060101010101" pitchFamily="2" charset="-122"/>
              </a:rPr>
              <a:t>DHCPREQUEST</a:t>
            </a:r>
            <a:r>
              <a:rPr lang="zh-CN" altLang="en-US" sz="2800" b="1" dirty="0">
                <a:solidFill>
                  <a:srgbClr val="000099"/>
                </a:solidFill>
                <a:latin typeface="Arial" panose="020B0604020202020204" pitchFamily="34" charset="0"/>
                <a:ea typeface="黑体" panose="02010609060101010101" pitchFamily="2" charset="-122"/>
              </a:rPr>
              <a:t>（重复步骤 </a:t>
            </a:r>
            <a:r>
              <a:rPr lang="zh-CN" altLang="en-US" sz="2800" b="1" dirty="0">
                <a:solidFill>
                  <a:srgbClr val="000099"/>
                </a:solidFill>
                <a:latin typeface="Arial" panose="020B0604020202020204" pitchFamily="34" charset="0"/>
                <a:ea typeface="黑体" panose="02010609060101010101" pitchFamily="2" charset="-122"/>
                <a:sym typeface="Wingdings" panose="05000000000000000000" pitchFamily="2" charset="2"/>
              </a:rPr>
              <a:t></a:t>
            </a:r>
            <a:r>
              <a:rPr lang="zh-CN" altLang="en-US" sz="2800" b="1" dirty="0">
                <a:solidFill>
                  <a:srgbClr val="000099"/>
                </a:solidFill>
                <a:latin typeface="Arial" panose="020B0604020202020204" pitchFamily="34" charset="0"/>
                <a:ea typeface="黑体" panose="02010609060101010101" pitchFamily="2" charset="-122"/>
              </a:rPr>
              <a:t>），然后又继续后面的步骤。 </a:t>
            </a:r>
          </a:p>
        </p:txBody>
      </p:sp>
      <p:sp>
        <p:nvSpPr>
          <p:cNvPr id="84" name="Rectangle 2"/>
          <p:cNvSpPr txBox="1">
            <a:spLocks noChangeArrowheads="1"/>
          </p:cNvSpPr>
          <p:nvPr/>
        </p:nvSpPr>
        <p:spPr bwMode="auto">
          <a:xfrm>
            <a:off x="704528" y="188913"/>
            <a:ext cx="8442325" cy="539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l" rtl="0" eaLnBrk="1" fontAlgn="base" hangingPunct="1">
              <a:spcBef>
                <a:spcPct val="0"/>
              </a:spcBef>
              <a:spcAft>
                <a:spcPct val="0"/>
              </a:spcAft>
              <a:defRPr lang="zh-CN" altLang="en-US" sz="4400" b="1" smtClean="0">
                <a:solidFill>
                  <a:srgbClr val="333399"/>
                </a:solidFill>
                <a:latin typeface="+mj-lt"/>
                <a:ea typeface="+mj-ea"/>
                <a:cs typeface="+mj-cs"/>
              </a:defRPr>
            </a:lvl1pPr>
            <a:lvl2pPr algn="l" rtl="0" eaLnBrk="1" fontAlgn="base" hangingPunct="1">
              <a:spcBef>
                <a:spcPct val="0"/>
              </a:spcBef>
              <a:spcAft>
                <a:spcPct val="0"/>
              </a:spcAft>
              <a:defRPr sz="4400">
                <a:solidFill>
                  <a:srgbClr val="333399"/>
                </a:solidFill>
                <a:latin typeface="Arial" panose="020B0604020202020204" pitchFamily="34" charset="0"/>
                <a:ea typeface="黑体" panose="02010609060101010101" pitchFamily="2" charset="-122"/>
              </a:defRPr>
            </a:lvl2pPr>
            <a:lvl3pPr algn="l" rtl="0" eaLnBrk="1" fontAlgn="base" hangingPunct="1">
              <a:spcBef>
                <a:spcPct val="0"/>
              </a:spcBef>
              <a:spcAft>
                <a:spcPct val="0"/>
              </a:spcAft>
              <a:defRPr sz="4400">
                <a:solidFill>
                  <a:srgbClr val="333399"/>
                </a:solidFill>
                <a:latin typeface="Arial" panose="020B0604020202020204" pitchFamily="34" charset="0"/>
                <a:ea typeface="黑体" panose="02010609060101010101" pitchFamily="2" charset="-122"/>
              </a:defRPr>
            </a:lvl3pPr>
            <a:lvl4pPr algn="l" rtl="0" eaLnBrk="1" fontAlgn="base" hangingPunct="1">
              <a:spcBef>
                <a:spcPct val="0"/>
              </a:spcBef>
              <a:spcAft>
                <a:spcPct val="0"/>
              </a:spcAft>
              <a:defRPr sz="4400">
                <a:solidFill>
                  <a:srgbClr val="333399"/>
                </a:solidFill>
                <a:latin typeface="Arial" panose="020B0604020202020204" pitchFamily="34" charset="0"/>
                <a:ea typeface="黑体" panose="02010609060101010101" pitchFamily="2" charset="-122"/>
              </a:defRPr>
            </a:lvl4pPr>
            <a:lvl5pPr algn="l" rtl="0" eaLnBrk="1" fontAlgn="base" hangingPunct="1">
              <a:spcBef>
                <a:spcPct val="0"/>
              </a:spcBef>
              <a:spcAft>
                <a:spcPct val="0"/>
              </a:spcAft>
              <a:defRPr sz="4400">
                <a:solidFill>
                  <a:srgbClr val="333399"/>
                </a:solidFill>
                <a:latin typeface="Arial" panose="020B0604020202020204" pitchFamily="34" charset="0"/>
                <a:ea typeface="黑体" panose="02010609060101010101" pitchFamily="2" charset="-122"/>
              </a:defRPr>
            </a:lvl5pPr>
            <a:lvl6pPr marL="457200" algn="l" rtl="0" eaLnBrk="1" fontAlgn="base" hangingPunct="1">
              <a:spcBef>
                <a:spcPct val="0"/>
              </a:spcBef>
              <a:spcAft>
                <a:spcPct val="0"/>
              </a:spcAft>
              <a:defRPr sz="4400">
                <a:solidFill>
                  <a:srgbClr val="333399"/>
                </a:solidFill>
                <a:latin typeface="Arial" panose="020B0604020202020204" pitchFamily="34" charset="0"/>
                <a:ea typeface="黑体" panose="02010609060101010101" pitchFamily="2" charset="-122"/>
              </a:defRPr>
            </a:lvl6pPr>
            <a:lvl7pPr marL="914400" algn="l" rtl="0" eaLnBrk="1" fontAlgn="base" hangingPunct="1">
              <a:spcBef>
                <a:spcPct val="0"/>
              </a:spcBef>
              <a:spcAft>
                <a:spcPct val="0"/>
              </a:spcAft>
              <a:defRPr sz="4400">
                <a:solidFill>
                  <a:srgbClr val="333399"/>
                </a:solidFill>
                <a:latin typeface="Arial" panose="020B0604020202020204" pitchFamily="34" charset="0"/>
                <a:ea typeface="黑体" panose="02010609060101010101" pitchFamily="2" charset="-122"/>
              </a:defRPr>
            </a:lvl7pPr>
            <a:lvl8pPr marL="1371600" algn="l" rtl="0" eaLnBrk="1" fontAlgn="base" hangingPunct="1">
              <a:spcBef>
                <a:spcPct val="0"/>
              </a:spcBef>
              <a:spcAft>
                <a:spcPct val="0"/>
              </a:spcAft>
              <a:defRPr sz="4400">
                <a:solidFill>
                  <a:srgbClr val="333399"/>
                </a:solidFill>
                <a:latin typeface="Arial" panose="020B0604020202020204" pitchFamily="34" charset="0"/>
                <a:ea typeface="黑体" panose="02010609060101010101" pitchFamily="2" charset="-122"/>
              </a:defRPr>
            </a:lvl8pPr>
            <a:lvl9pPr marL="1828800" algn="l" rtl="0" eaLnBrk="1" fontAlgn="base" hangingPunct="1">
              <a:spcBef>
                <a:spcPct val="0"/>
              </a:spcBef>
              <a:spcAft>
                <a:spcPct val="0"/>
              </a:spcAft>
              <a:defRPr sz="4400">
                <a:solidFill>
                  <a:srgbClr val="333399"/>
                </a:solidFill>
                <a:latin typeface="Arial" panose="020B0604020202020204" pitchFamily="34" charset="0"/>
                <a:ea typeface="黑体" panose="02010609060101010101" pitchFamily="2" charset="-122"/>
              </a:defRPr>
            </a:lvl9pPr>
          </a:lstStyle>
          <a:p>
            <a:pPr algn="ctr">
              <a:defRPr/>
            </a:pPr>
            <a:r>
              <a:rPr lang="en-US" altLang="zh-CN" kern="0" dirty="0"/>
              <a:t>DHCP </a:t>
            </a:r>
            <a:r>
              <a:rPr lang="zh-CN" altLang="en-US" kern="0" dirty="0"/>
              <a:t>协议的工作过程 </a:t>
            </a:r>
          </a:p>
        </p:txBody>
      </p:sp>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5635" name="Line 3"/>
          <p:cNvSpPr>
            <a:spLocks noChangeShapeType="1"/>
          </p:cNvSpPr>
          <p:nvPr/>
        </p:nvSpPr>
        <p:spPr bwMode="auto">
          <a:xfrm flipH="1">
            <a:off x="6131058" y="1100138"/>
            <a:ext cx="1506538" cy="0"/>
          </a:xfrm>
          <a:prstGeom prst="line">
            <a:avLst/>
          </a:prstGeom>
          <a:noFill/>
          <a:ln w="5715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25636" name="Line 4"/>
          <p:cNvSpPr>
            <a:spLocks noChangeShapeType="1"/>
          </p:cNvSpPr>
          <p:nvPr/>
        </p:nvSpPr>
        <p:spPr bwMode="auto">
          <a:xfrm>
            <a:off x="2454143" y="1747838"/>
            <a:ext cx="5164534" cy="0"/>
          </a:xfrm>
          <a:prstGeom prst="line">
            <a:avLst/>
          </a:prstGeom>
          <a:noFill/>
          <a:ln w="5715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25637" name="Rectangle 5"/>
          <p:cNvSpPr>
            <a:spLocks noChangeArrowheads="1"/>
          </p:cNvSpPr>
          <p:nvPr/>
        </p:nvSpPr>
        <p:spPr bwMode="auto">
          <a:xfrm>
            <a:off x="624285" y="1576388"/>
            <a:ext cx="1076590" cy="341312"/>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p>
        </p:txBody>
      </p:sp>
      <p:sp>
        <p:nvSpPr>
          <p:cNvPr id="325638" name="Rectangle 6"/>
          <p:cNvSpPr>
            <a:spLocks noChangeArrowheads="1"/>
          </p:cNvSpPr>
          <p:nvPr/>
        </p:nvSpPr>
        <p:spPr bwMode="auto">
          <a:xfrm>
            <a:off x="3529012" y="1617664"/>
            <a:ext cx="2904729" cy="257175"/>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DHCPDISCOVER</a:t>
            </a:r>
          </a:p>
        </p:txBody>
      </p:sp>
      <p:sp>
        <p:nvSpPr>
          <p:cNvPr id="325639" name="Rectangle 7"/>
          <p:cNvSpPr>
            <a:spLocks noChangeArrowheads="1"/>
          </p:cNvSpPr>
          <p:nvPr/>
        </p:nvSpPr>
        <p:spPr bwMode="auto">
          <a:xfrm>
            <a:off x="8155252" y="1576388"/>
            <a:ext cx="1076590" cy="341312"/>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p>
        </p:txBody>
      </p:sp>
      <p:sp>
        <p:nvSpPr>
          <p:cNvPr id="325640" name="Rectangle 8"/>
          <p:cNvSpPr>
            <a:spLocks noChangeArrowheads="1"/>
          </p:cNvSpPr>
          <p:nvPr/>
        </p:nvSpPr>
        <p:spPr bwMode="auto">
          <a:xfrm>
            <a:off x="7618677" y="1617664"/>
            <a:ext cx="536575" cy="257175"/>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p>
        </p:txBody>
      </p:sp>
      <p:sp>
        <p:nvSpPr>
          <p:cNvPr id="325641" name="Rectangle 9"/>
          <p:cNvSpPr>
            <a:spLocks noChangeArrowheads="1"/>
          </p:cNvSpPr>
          <p:nvPr/>
        </p:nvSpPr>
        <p:spPr bwMode="auto">
          <a:xfrm>
            <a:off x="1700875" y="1617664"/>
            <a:ext cx="753269" cy="257175"/>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p>
        </p:txBody>
      </p:sp>
      <p:sp>
        <p:nvSpPr>
          <p:cNvPr id="325642" name="Text Box 10"/>
          <p:cNvSpPr txBox="1">
            <a:spLocks noChangeArrowheads="1"/>
          </p:cNvSpPr>
          <p:nvPr/>
        </p:nvSpPr>
        <p:spPr bwMode="auto">
          <a:xfrm>
            <a:off x="1697435" y="1854201"/>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25643" name="Text Box 11"/>
          <p:cNvSpPr txBox="1">
            <a:spLocks noChangeArrowheads="1"/>
          </p:cNvSpPr>
          <p:nvPr/>
        </p:nvSpPr>
        <p:spPr bwMode="auto">
          <a:xfrm>
            <a:off x="7419182" y="1851026"/>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25644" name="Line 12"/>
          <p:cNvSpPr>
            <a:spLocks noChangeShapeType="1"/>
          </p:cNvSpPr>
          <p:nvPr/>
        </p:nvSpPr>
        <p:spPr bwMode="auto">
          <a:xfrm flipH="1">
            <a:off x="2452423" y="2359025"/>
            <a:ext cx="5166254" cy="0"/>
          </a:xfrm>
          <a:prstGeom prst="line">
            <a:avLst/>
          </a:prstGeom>
          <a:noFill/>
          <a:ln w="57150">
            <a:solidFill>
              <a:schemeClr val="hlink"/>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25645" name="Rectangle 13"/>
          <p:cNvSpPr>
            <a:spLocks noChangeArrowheads="1"/>
          </p:cNvSpPr>
          <p:nvPr/>
        </p:nvSpPr>
        <p:spPr bwMode="auto">
          <a:xfrm>
            <a:off x="624286" y="2187576"/>
            <a:ext cx="1074869" cy="339725"/>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p>
        </p:txBody>
      </p:sp>
      <p:sp>
        <p:nvSpPr>
          <p:cNvPr id="325646" name="Rectangle 14"/>
          <p:cNvSpPr>
            <a:spLocks noChangeArrowheads="1"/>
          </p:cNvSpPr>
          <p:nvPr/>
        </p:nvSpPr>
        <p:spPr bwMode="auto">
          <a:xfrm>
            <a:off x="3529012" y="2230439"/>
            <a:ext cx="2904729" cy="255587"/>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DHCPOFFER</a:t>
            </a:r>
          </a:p>
        </p:txBody>
      </p:sp>
      <p:sp>
        <p:nvSpPr>
          <p:cNvPr id="325647" name="Rectangle 15"/>
          <p:cNvSpPr>
            <a:spLocks noChangeArrowheads="1"/>
          </p:cNvSpPr>
          <p:nvPr/>
        </p:nvSpPr>
        <p:spPr bwMode="auto">
          <a:xfrm>
            <a:off x="8155252" y="2187576"/>
            <a:ext cx="1076590" cy="339725"/>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p>
        </p:txBody>
      </p:sp>
      <p:sp>
        <p:nvSpPr>
          <p:cNvPr id="325648" name="Rectangle 16"/>
          <p:cNvSpPr>
            <a:spLocks noChangeArrowheads="1"/>
          </p:cNvSpPr>
          <p:nvPr/>
        </p:nvSpPr>
        <p:spPr bwMode="auto">
          <a:xfrm>
            <a:off x="7618677" y="2230439"/>
            <a:ext cx="536575" cy="255587"/>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p>
        </p:txBody>
      </p:sp>
      <p:sp>
        <p:nvSpPr>
          <p:cNvPr id="325649" name="Rectangle 17"/>
          <p:cNvSpPr>
            <a:spLocks noChangeArrowheads="1"/>
          </p:cNvSpPr>
          <p:nvPr/>
        </p:nvSpPr>
        <p:spPr bwMode="auto">
          <a:xfrm>
            <a:off x="1699155" y="2230439"/>
            <a:ext cx="753269" cy="255587"/>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p>
        </p:txBody>
      </p:sp>
      <p:sp>
        <p:nvSpPr>
          <p:cNvPr id="325650" name="Text Box 18"/>
          <p:cNvSpPr txBox="1">
            <a:spLocks noChangeArrowheads="1"/>
          </p:cNvSpPr>
          <p:nvPr/>
        </p:nvSpPr>
        <p:spPr bwMode="auto">
          <a:xfrm>
            <a:off x="1697435" y="2462214"/>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25651" name="Text Box 19"/>
          <p:cNvSpPr txBox="1">
            <a:spLocks noChangeArrowheads="1"/>
          </p:cNvSpPr>
          <p:nvPr/>
        </p:nvSpPr>
        <p:spPr bwMode="auto">
          <a:xfrm>
            <a:off x="7419182" y="2462214"/>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25652" name="Line 20"/>
          <p:cNvSpPr>
            <a:spLocks noChangeShapeType="1"/>
          </p:cNvSpPr>
          <p:nvPr/>
        </p:nvSpPr>
        <p:spPr bwMode="auto">
          <a:xfrm>
            <a:off x="2454143" y="2968625"/>
            <a:ext cx="5164534" cy="0"/>
          </a:xfrm>
          <a:prstGeom prst="line">
            <a:avLst/>
          </a:prstGeom>
          <a:noFill/>
          <a:ln w="5715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25653" name="Rectangle 21"/>
          <p:cNvSpPr>
            <a:spLocks noChangeArrowheads="1"/>
          </p:cNvSpPr>
          <p:nvPr/>
        </p:nvSpPr>
        <p:spPr bwMode="auto">
          <a:xfrm>
            <a:off x="624285" y="2798763"/>
            <a:ext cx="1076590" cy="341312"/>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p>
        </p:txBody>
      </p:sp>
      <p:sp>
        <p:nvSpPr>
          <p:cNvPr id="325654" name="Rectangle 22"/>
          <p:cNvSpPr>
            <a:spLocks noChangeArrowheads="1"/>
          </p:cNvSpPr>
          <p:nvPr/>
        </p:nvSpPr>
        <p:spPr bwMode="auto">
          <a:xfrm>
            <a:off x="3529012" y="2841625"/>
            <a:ext cx="2904729" cy="255588"/>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DHCPREQUEST</a:t>
            </a:r>
          </a:p>
        </p:txBody>
      </p:sp>
      <p:sp>
        <p:nvSpPr>
          <p:cNvPr id="325655" name="Rectangle 23"/>
          <p:cNvSpPr>
            <a:spLocks noChangeArrowheads="1"/>
          </p:cNvSpPr>
          <p:nvPr/>
        </p:nvSpPr>
        <p:spPr bwMode="auto">
          <a:xfrm>
            <a:off x="8155252" y="2798763"/>
            <a:ext cx="1076590" cy="341312"/>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p>
        </p:txBody>
      </p:sp>
      <p:sp>
        <p:nvSpPr>
          <p:cNvPr id="325656" name="Rectangle 24"/>
          <p:cNvSpPr>
            <a:spLocks noChangeArrowheads="1"/>
          </p:cNvSpPr>
          <p:nvPr/>
        </p:nvSpPr>
        <p:spPr bwMode="auto">
          <a:xfrm>
            <a:off x="7618677" y="2841625"/>
            <a:ext cx="536575" cy="255588"/>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p>
        </p:txBody>
      </p:sp>
      <p:sp>
        <p:nvSpPr>
          <p:cNvPr id="325657" name="Rectangle 25"/>
          <p:cNvSpPr>
            <a:spLocks noChangeArrowheads="1"/>
          </p:cNvSpPr>
          <p:nvPr/>
        </p:nvSpPr>
        <p:spPr bwMode="auto">
          <a:xfrm>
            <a:off x="1700875" y="2841625"/>
            <a:ext cx="753269" cy="255588"/>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p>
        </p:txBody>
      </p:sp>
      <p:sp>
        <p:nvSpPr>
          <p:cNvPr id="325658" name="Text Box 26"/>
          <p:cNvSpPr txBox="1">
            <a:spLocks noChangeArrowheads="1"/>
          </p:cNvSpPr>
          <p:nvPr/>
        </p:nvSpPr>
        <p:spPr bwMode="auto">
          <a:xfrm>
            <a:off x="1697435" y="3074989"/>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25659" name="Text Box 27"/>
          <p:cNvSpPr txBox="1">
            <a:spLocks noChangeArrowheads="1"/>
          </p:cNvSpPr>
          <p:nvPr/>
        </p:nvSpPr>
        <p:spPr bwMode="auto">
          <a:xfrm>
            <a:off x="7419182" y="3074989"/>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25660" name="Line 28"/>
          <p:cNvSpPr>
            <a:spLocks noChangeShapeType="1"/>
          </p:cNvSpPr>
          <p:nvPr/>
        </p:nvSpPr>
        <p:spPr bwMode="auto">
          <a:xfrm flipH="1">
            <a:off x="2452423" y="3579813"/>
            <a:ext cx="5166254" cy="0"/>
          </a:xfrm>
          <a:prstGeom prst="line">
            <a:avLst/>
          </a:prstGeom>
          <a:noFill/>
          <a:ln w="57150">
            <a:solidFill>
              <a:schemeClr val="hlink"/>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25661" name="Rectangle 29"/>
          <p:cNvSpPr>
            <a:spLocks noChangeArrowheads="1"/>
          </p:cNvSpPr>
          <p:nvPr/>
        </p:nvSpPr>
        <p:spPr bwMode="auto">
          <a:xfrm>
            <a:off x="624286" y="3409950"/>
            <a:ext cx="1074869" cy="339725"/>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p>
        </p:txBody>
      </p:sp>
      <p:sp>
        <p:nvSpPr>
          <p:cNvPr id="325662" name="Rectangle 30"/>
          <p:cNvSpPr>
            <a:spLocks noChangeArrowheads="1"/>
          </p:cNvSpPr>
          <p:nvPr/>
        </p:nvSpPr>
        <p:spPr bwMode="auto">
          <a:xfrm>
            <a:off x="3529012" y="3452813"/>
            <a:ext cx="2904729" cy="254000"/>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DHCPACK</a:t>
            </a:r>
          </a:p>
        </p:txBody>
      </p:sp>
      <p:sp>
        <p:nvSpPr>
          <p:cNvPr id="325663" name="Rectangle 31"/>
          <p:cNvSpPr>
            <a:spLocks noChangeArrowheads="1"/>
          </p:cNvSpPr>
          <p:nvPr/>
        </p:nvSpPr>
        <p:spPr bwMode="auto">
          <a:xfrm>
            <a:off x="8155252" y="3409950"/>
            <a:ext cx="1076590" cy="339725"/>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p>
        </p:txBody>
      </p:sp>
      <p:sp>
        <p:nvSpPr>
          <p:cNvPr id="325664" name="Rectangle 32"/>
          <p:cNvSpPr>
            <a:spLocks noChangeArrowheads="1"/>
          </p:cNvSpPr>
          <p:nvPr/>
        </p:nvSpPr>
        <p:spPr bwMode="auto">
          <a:xfrm>
            <a:off x="7618677" y="3452813"/>
            <a:ext cx="536575" cy="254000"/>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p>
        </p:txBody>
      </p:sp>
      <p:sp>
        <p:nvSpPr>
          <p:cNvPr id="325665" name="Rectangle 33"/>
          <p:cNvSpPr>
            <a:spLocks noChangeArrowheads="1"/>
          </p:cNvSpPr>
          <p:nvPr/>
        </p:nvSpPr>
        <p:spPr bwMode="auto">
          <a:xfrm>
            <a:off x="1699155" y="3452813"/>
            <a:ext cx="753269" cy="254000"/>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p>
        </p:txBody>
      </p:sp>
      <p:sp>
        <p:nvSpPr>
          <p:cNvPr id="325666" name="Text Box 34"/>
          <p:cNvSpPr txBox="1">
            <a:spLocks noChangeArrowheads="1"/>
          </p:cNvSpPr>
          <p:nvPr/>
        </p:nvSpPr>
        <p:spPr bwMode="auto">
          <a:xfrm>
            <a:off x="1697435" y="3684589"/>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25667" name="Text Box 35"/>
          <p:cNvSpPr txBox="1">
            <a:spLocks noChangeArrowheads="1"/>
          </p:cNvSpPr>
          <p:nvPr/>
        </p:nvSpPr>
        <p:spPr bwMode="auto">
          <a:xfrm>
            <a:off x="7419182" y="3684589"/>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25668" name="Line 36"/>
          <p:cNvSpPr>
            <a:spLocks noChangeShapeType="1"/>
          </p:cNvSpPr>
          <p:nvPr/>
        </p:nvSpPr>
        <p:spPr bwMode="auto">
          <a:xfrm>
            <a:off x="2454143" y="4187825"/>
            <a:ext cx="5164534" cy="0"/>
          </a:xfrm>
          <a:prstGeom prst="line">
            <a:avLst/>
          </a:prstGeom>
          <a:noFill/>
          <a:ln w="5715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25669" name="Rectangle 37"/>
          <p:cNvSpPr>
            <a:spLocks noChangeArrowheads="1"/>
          </p:cNvSpPr>
          <p:nvPr/>
        </p:nvSpPr>
        <p:spPr bwMode="auto">
          <a:xfrm>
            <a:off x="624285" y="4017964"/>
            <a:ext cx="1076590" cy="338137"/>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p>
        </p:txBody>
      </p:sp>
      <p:sp>
        <p:nvSpPr>
          <p:cNvPr id="325670" name="Rectangle 38"/>
          <p:cNvSpPr>
            <a:spLocks noChangeArrowheads="1"/>
          </p:cNvSpPr>
          <p:nvPr/>
        </p:nvSpPr>
        <p:spPr bwMode="auto">
          <a:xfrm>
            <a:off x="3529012" y="4060825"/>
            <a:ext cx="2904729" cy="254000"/>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DHCPREQUEST</a:t>
            </a:r>
          </a:p>
        </p:txBody>
      </p:sp>
      <p:sp>
        <p:nvSpPr>
          <p:cNvPr id="325671" name="Rectangle 39"/>
          <p:cNvSpPr>
            <a:spLocks noChangeArrowheads="1"/>
          </p:cNvSpPr>
          <p:nvPr/>
        </p:nvSpPr>
        <p:spPr bwMode="auto">
          <a:xfrm>
            <a:off x="8155252" y="4017964"/>
            <a:ext cx="1076590" cy="338137"/>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p>
        </p:txBody>
      </p:sp>
      <p:sp>
        <p:nvSpPr>
          <p:cNvPr id="325672" name="Rectangle 40"/>
          <p:cNvSpPr>
            <a:spLocks noChangeArrowheads="1"/>
          </p:cNvSpPr>
          <p:nvPr/>
        </p:nvSpPr>
        <p:spPr bwMode="auto">
          <a:xfrm>
            <a:off x="7618677" y="4060825"/>
            <a:ext cx="536575" cy="254000"/>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p>
        </p:txBody>
      </p:sp>
      <p:sp>
        <p:nvSpPr>
          <p:cNvPr id="325673" name="Rectangle 41"/>
          <p:cNvSpPr>
            <a:spLocks noChangeArrowheads="1"/>
          </p:cNvSpPr>
          <p:nvPr/>
        </p:nvSpPr>
        <p:spPr bwMode="auto">
          <a:xfrm>
            <a:off x="1700875" y="4060825"/>
            <a:ext cx="753269" cy="254000"/>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p>
        </p:txBody>
      </p:sp>
      <p:sp>
        <p:nvSpPr>
          <p:cNvPr id="325674" name="Text Box 42"/>
          <p:cNvSpPr txBox="1">
            <a:spLocks noChangeArrowheads="1"/>
          </p:cNvSpPr>
          <p:nvPr/>
        </p:nvSpPr>
        <p:spPr bwMode="auto">
          <a:xfrm>
            <a:off x="1697435" y="4292601"/>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25675" name="Text Box 43"/>
          <p:cNvSpPr txBox="1">
            <a:spLocks noChangeArrowheads="1"/>
          </p:cNvSpPr>
          <p:nvPr/>
        </p:nvSpPr>
        <p:spPr bwMode="auto">
          <a:xfrm>
            <a:off x="7419182" y="4292601"/>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25676" name="Line 44"/>
          <p:cNvSpPr>
            <a:spLocks noChangeShapeType="1"/>
          </p:cNvSpPr>
          <p:nvPr/>
        </p:nvSpPr>
        <p:spPr bwMode="auto">
          <a:xfrm flipH="1">
            <a:off x="2452423" y="4800600"/>
            <a:ext cx="5166254" cy="0"/>
          </a:xfrm>
          <a:prstGeom prst="line">
            <a:avLst/>
          </a:prstGeom>
          <a:noFill/>
          <a:ln w="57150">
            <a:solidFill>
              <a:schemeClr val="hlink"/>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25677" name="Rectangle 45"/>
          <p:cNvSpPr>
            <a:spLocks noChangeArrowheads="1"/>
          </p:cNvSpPr>
          <p:nvPr/>
        </p:nvSpPr>
        <p:spPr bwMode="auto">
          <a:xfrm>
            <a:off x="624286" y="4629150"/>
            <a:ext cx="1074869" cy="338138"/>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p>
        </p:txBody>
      </p:sp>
      <p:sp>
        <p:nvSpPr>
          <p:cNvPr id="325678" name="Rectangle 46"/>
          <p:cNvSpPr>
            <a:spLocks noChangeArrowheads="1"/>
          </p:cNvSpPr>
          <p:nvPr/>
        </p:nvSpPr>
        <p:spPr bwMode="auto">
          <a:xfrm>
            <a:off x="3529012" y="4672014"/>
            <a:ext cx="2904729" cy="255587"/>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DHCPACK</a:t>
            </a:r>
          </a:p>
        </p:txBody>
      </p:sp>
      <p:sp>
        <p:nvSpPr>
          <p:cNvPr id="325679" name="Rectangle 47"/>
          <p:cNvSpPr>
            <a:spLocks noChangeArrowheads="1"/>
          </p:cNvSpPr>
          <p:nvPr/>
        </p:nvSpPr>
        <p:spPr bwMode="auto">
          <a:xfrm>
            <a:off x="8155252" y="4629150"/>
            <a:ext cx="1076590" cy="338138"/>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p>
        </p:txBody>
      </p:sp>
      <p:sp>
        <p:nvSpPr>
          <p:cNvPr id="325680" name="Rectangle 48"/>
          <p:cNvSpPr>
            <a:spLocks noChangeArrowheads="1"/>
          </p:cNvSpPr>
          <p:nvPr/>
        </p:nvSpPr>
        <p:spPr bwMode="auto">
          <a:xfrm>
            <a:off x="7618677" y="4672014"/>
            <a:ext cx="536575" cy="255587"/>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p>
        </p:txBody>
      </p:sp>
      <p:sp>
        <p:nvSpPr>
          <p:cNvPr id="325681" name="Rectangle 49"/>
          <p:cNvSpPr>
            <a:spLocks noChangeArrowheads="1"/>
          </p:cNvSpPr>
          <p:nvPr/>
        </p:nvSpPr>
        <p:spPr bwMode="auto">
          <a:xfrm>
            <a:off x="1699155" y="4672014"/>
            <a:ext cx="753269" cy="255587"/>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p>
        </p:txBody>
      </p:sp>
      <p:sp>
        <p:nvSpPr>
          <p:cNvPr id="325682" name="Text Box 50"/>
          <p:cNvSpPr txBox="1">
            <a:spLocks noChangeArrowheads="1"/>
          </p:cNvSpPr>
          <p:nvPr/>
        </p:nvSpPr>
        <p:spPr bwMode="auto">
          <a:xfrm>
            <a:off x="1697435" y="4903789"/>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25683" name="Text Box 51"/>
          <p:cNvSpPr txBox="1">
            <a:spLocks noChangeArrowheads="1"/>
          </p:cNvSpPr>
          <p:nvPr/>
        </p:nvSpPr>
        <p:spPr bwMode="auto">
          <a:xfrm>
            <a:off x="7419182" y="4903789"/>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25684" name="Line 52"/>
          <p:cNvSpPr>
            <a:spLocks noChangeShapeType="1"/>
          </p:cNvSpPr>
          <p:nvPr/>
        </p:nvSpPr>
        <p:spPr bwMode="auto">
          <a:xfrm flipH="1">
            <a:off x="2452423" y="5411788"/>
            <a:ext cx="5166254" cy="0"/>
          </a:xfrm>
          <a:prstGeom prst="line">
            <a:avLst/>
          </a:prstGeom>
          <a:noFill/>
          <a:ln w="57150">
            <a:solidFill>
              <a:schemeClr val="hlink"/>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25685" name="Rectangle 53"/>
          <p:cNvSpPr>
            <a:spLocks noChangeArrowheads="1"/>
          </p:cNvSpPr>
          <p:nvPr/>
        </p:nvSpPr>
        <p:spPr bwMode="auto">
          <a:xfrm>
            <a:off x="624286" y="5240339"/>
            <a:ext cx="1074869" cy="338137"/>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p>
        </p:txBody>
      </p:sp>
      <p:sp>
        <p:nvSpPr>
          <p:cNvPr id="325686" name="Rectangle 54"/>
          <p:cNvSpPr>
            <a:spLocks noChangeArrowheads="1"/>
          </p:cNvSpPr>
          <p:nvPr/>
        </p:nvSpPr>
        <p:spPr bwMode="auto">
          <a:xfrm>
            <a:off x="3529012" y="5283200"/>
            <a:ext cx="2904729" cy="255588"/>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DHCPNACK</a:t>
            </a:r>
          </a:p>
        </p:txBody>
      </p:sp>
      <p:sp>
        <p:nvSpPr>
          <p:cNvPr id="325687" name="Rectangle 55"/>
          <p:cNvSpPr>
            <a:spLocks noChangeArrowheads="1"/>
          </p:cNvSpPr>
          <p:nvPr/>
        </p:nvSpPr>
        <p:spPr bwMode="auto">
          <a:xfrm>
            <a:off x="8155252" y="5240339"/>
            <a:ext cx="1076590" cy="338137"/>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p>
        </p:txBody>
      </p:sp>
      <p:sp>
        <p:nvSpPr>
          <p:cNvPr id="325688" name="Rectangle 56"/>
          <p:cNvSpPr>
            <a:spLocks noChangeArrowheads="1"/>
          </p:cNvSpPr>
          <p:nvPr/>
        </p:nvSpPr>
        <p:spPr bwMode="auto">
          <a:xfrm>
            <a:off x="7618677" y="5283200"/>
            <a:ext cx="536575" cy="255588"/>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p>
        </p:txBody>
      </p:sp>
      <p:sp>
        <p:nvSpPr>
          <p:cNvPr id="325689" name="Rectangle 57"/>
          <p:cNvSpPr>
            <a:spLocks noChangeArrowheads="1"/>
          </p:cNvSpPr>
          <p:nvPr/>
        </p:nvSpPr>
        <p:spPr bwMode="auto">
          <a:xfrm>
            <a:off x="1699155" y="5283200"/>
            <a:ext cx="753269" cy="255588"/>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p>
        </p:txBody>
      </p:sp>
      <p:sp>
        <p:nvSpPr>
          <p:cNvPr id="325690" name="Text Box 58"/>
          <p:cNvSpPr txBox="1">
            <a:spLocks noChangeArrowheads="1"/>
          </p:cNvSpPr>
          <p:nvPr/>
        </p:nvSpPr>
        <p:spPr bwMode="auto">
          <a:xfrm>
            <a:off x="1697435" y="5514976"/>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25691" name="Text Box 59"/>
          <p:cNvSpPr txBox="1">
            <a:spLocks noChangeArrowheads="1"/>
          </p:cNvSpPr>
          <p:nvPr/>
        </p:nvSpPr>
        <p:spPr bwMode="auto">
          <a:xfrm>
            <a:off x="7419182" y="5514976"/>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25692" name="Line 60"/>
          <p:cNvSpPr>
            <a:spLocks noChangeShapeType="1"/>
          </p:cNvSpPr>
          <p:nvPr/>
        </p:nvSpPr>
        <p:spPr bwMode="auto">
          <a:xfrm>
            <a:off x="2454143" y="6256338"/>
            <a:ext cx="5164534" cy="0"/>
          </a:xfrm>
          <a:prstGeom prst="line">
            <a:avLst/>
          </a:prstGeom>
          <a:noFill/>
          <a:ln w="5715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25693" name="Rectangle 61"/>
          <p:cNvSpPr>
            <a:spLocks noChangeArrowheads="1"/>
          </p:cNvSpPr>
          <p:nvPr/>
        </p:nvSpPr>
        <p:spPr bwMode="auto">
          <a:xfrm>
            <a:off x="624285" y="6086475"/>
            <a:ext cx="1076590" cy="338138"/>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客户</a:t>
            </a:r>
          </a:p>
        </p:txBody>
      </p:sp>
      <p:sp>
        <p:nvSpPr>
          <p:cNvPr id="325694" name="Rectangle 62"/>
          <p:cNvSpPr>
            <a:spLocks noChangeArrowheads="1"/>
          </p:cNvSpPr>
          <p:nvPr/>
        </p:nvSpPr>
        <p:spPr bwMode="auto">
          <a:xfrm>
            <a:off x="3529012" y="6129338"/>
            <a:ext cx="2904729" cy="254000"/>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DHCPRELEASE</a:t>
            </a:r>
          </a:p>
        </p:txBody>
      </p:sp>
      <p:sp>
        <p:nvSpPr>
          <p:cNvPr id="325695" name="Rectangle 63"/>
          <p:cNvSpPr>
            <a:spLocks noChangeArrowheads="1"/>
          </p:cNvSpPr>
          <p:nvPr/>
        </p:nvSpPr>
        <p:spPr bwMode="auto">
          <a:xfrm>
            <a:off x="8155252" y="6086475"/>
            <a:ext cx="1076590" cy="338138"/>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p>
        </p:txBody>
      </p:sp>
      <p:sp>
        <p:nvSpPr>
          <p:cNvPr id="325696" name="Rectangle 64"/>
          <p:cNvSpPr>
            <a:spLocks noChangeArrowheads="1"/>
          </p:cNvSpPr>
          <p:nvPr/>
        </p:nvSpPr>
        <p:spPr bwMode="auto">
          <a:xfrm>
            <a:off x="7618677" y="6129338"/>
            <a:ext cx="536575" cy="254000"/>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p>
        </p:txBody>
      </p:sp>
      <p:sp>
        <p:nvSpPr>
          <p:cNvPr id="325697" name="Rectangle 65"/>
          <p:cNvSpPr>
            <a:spLocks noChangeArrowheads="1"/>
          </p:cNvSpPr>
          <p:nvPr/>
        </p:nvSpPr>
        <p:spPr bwMode="auto">
          <a:xfrm>
            <a:off x="1700875" y="6129338"/>
            <a:ext cx="753269" cy="254000"/>
          </a:xfrm>
          <a:prstGeom prst="rect">
            <a:avLst/>
          </a:prstGeom>
          <a:solidFill>
            <a:srgbClr val="CC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68</a:t>
            </a:r>
          </a:p>
        </p:txBody>
      </p:sp>
      <p:sp>
        <p:nvSpPr>
          <p:cNvPr id="325698" name="Text Box 66"/>
          <p:cNvSpPr txBox="1">
            <a:spLocks noChangeArrowheads="1"/>
          </p:cNvSpPr>
          <p:nvPr/>
        </p:nvSpPr>
        <p:spPr bwMode="auto">
          <a:xfrm>
            <a:off x="1697435" y="6361114"/>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25699" name="Text Box 67"/>
          <p:cNvSpPr txBox="1">
            <a:spLocks noChangeArrowheads="1"/>
          </p:cNvSpPr>
          <p:nvPr/>
        </p:nvSpPr>
        <p:spPr bwMode="auto">
          <a:xfrm>
            <a:off x="7419182" y="6361114"/>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25700" name="Rectangle 68"/>
          <p:cNvSpPr>
            <a:spLocks noChangeArrowheads="1"/>
          </p:cNvSpPr>
          <p:nvPr/>
        </p:nvSpPr>
        <p:spPr bwMode="auto">
          <a:xfrm>
            <a:off x="8155252" y="936625"/>
            <a:ext cx="1076590" cy="338138"/>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000099"/>
                </a:solidFill>
                <a:latin typeface="Arial" panose="020B0604020202020204" pitchFamily="34" charset="0"/>
                <a:ea typeface="黑体" panose="02010609060101010101" pitchFamily="2" charset="-122"/>
              </a:rPr>
              <a:t>服务器</a:t>
            </a:r>
          </a:p>
        </p:txBody>
      </p:sp>
      <p:sp>
        <p:nvSpPr>
          <p:cNvPr id="325701" name="Rectangle 69"/>
          <p:cNvSpPr>
            <a:spLocks noChangeArrowheads="1"/>
          </p:cNvSpPr>
          <p:nvPr/>
        </p:nvSpPr>
        <p:spPr bwMode="auto">
          <a:xfrm>
            <a:off x="7618677" y="977900"/>
            <a:ext cx="536575" cy="254000"/>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panose="020B0604020202020204" pitchFamily="34" charset="0"/>
                <a:ea typeface="黑体" panose="02010609060101010101" pitchFamily="2" charset="-122"/>
              </a:rPr>
              <a:t>67</a:t>
            </a:r>
          </a:p>
        </p:txBody>
      </p:sp>
      <p:sp>
        <p:nvSpPr>
          <p:cNvPr id="325702" name="Text Box 70"/>
          <p:cNvSpPr txBox="1">
            <a:spLocks noChangeArrowheads="1"/>
          </p:cNvSpPr>
          <p:nvPr/>
        </p:nvSpPr>
        <p:spPr bwMode="auto">
          <a:xfrm>
            <a:off x="7419182" y="1209676"/>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b="1">
                <a:solidFill>
                  <a:srgbClr val="000099"/>
                </a:solidFill>
                <a:latin typeface="Arial" panose="020B0604020202020204" pitchFamily="34" charset="0"/>
                <a:ea typeface="黑体" panose="02010609060101010101" pitchFamily="2" charset="-122"/>
              </a:rPr>
              <a:t>UDP</a:t>
            </a:r>
          </a:p>
        </p:txBody>
      </p:sp>
      <p:sp>
        <p:nvSpPr>
          <p:cNvPr id="325703" name="Text Box 71"/>
          <p:cNvSpPr txBox="1">
            <a:spLocks noChangeArrowheads="1"/>
          </p:cNvSpPr>
          <p:nvPr/>
        </p:nvSpPr>
        <p:spPr bwMode="auto">
          <a:xfrm>
            <a:off x="6218766" y="692151"/>
            <a:ext cx="12105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000" b="1">
                <a:solidFill>
                  <a:srgbClr val="000099"/>
                </a:solidFill>
                <a:latin typeface="Arial" panose="020B0604020202020204" pitchFamily="34" charset="0"/>
                <a:ea typeface="黑体" panose="02010609060101010101" pitchFamily="2" charset="-122"/>
              </a:rPr>
              <a:t>被动打开</a:t>
            </a:r>
          </a:p>
        </p:txBody>
      </p:sp>
      <p:sp>
        <p:nvSpPr>
          <p:cNvPr id="325704" name="Text Box 72"/>
          <p:cNvSpPr txBox="1">
            <a:spLocks noChangeArrowheads="1"/>
          </p:cNvSpPr>
          <p:nvPr/>
        </p:nvSpPr>
        <p:spPr bwMode="auto">
          <a:xfrm>
            <a:off x="9237002" y="820738"/>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p>
        </p:txBody>
      </p:sp>
      <p:sp>
        <p:nvSpPr>
          <p:cNvPr id="325705" name="Text Box 73"/>
          <p:cNvSpPr txBox="1">
            <a:spLocks noChangeArrowheads="1"/>
          </p:cNvSpPr>
          <p:nvPr/>
        </p:nvSpPr>
        <p:spPr bwMode="auto">
          <a:xfrm>
            <a:off x="85990" y="1435101"/>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p>
        </p:txBody>
      </p:sp>
      <p:sp>
        <p:nvSpPr>
          <p:cNvPr id="325706" name="Text Box 74"/>
          <p:cNvSpPr txBox="1">
            <a:spLocks noChangeArrowheads="1"/>
          </p:cNvSpPr>
          <p:nvPr/>
        </p:nvSpPr>
        <p:spPr bwMode="auto">
          <a:xfrm>
            <a:off x="9237002" y="2057401"/>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p>
        </p:txBody>
      </p:sp>
      <p:sp>
        <p:nvSpPr>
          <p:cNvPr id="325707" name="Text Box 75"/>
          <p:cNvSpPr txBox="1">
            <a:spLocks noChangeArrowheads="1"/>
          </p:cNvSpPr>
          <p:nvPr/>
        </p:nvSpPr>
        <p:spPr bwMode="auto">
          <a:xfrm>
            <a:off x="85990" y="2654301"/>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p>
        </p:txBody>
      </p:sp>
      <p:sp>
        <p:nvSpPr>
          <p:cNvPr id="325708" name="Text Box 76"/>
          <p:cNvSpPr txBox="1">
            <a:spLocks noChangeArrowheads="1"/>
          </p:cNvSpPr>
          <p:nvPr/>
        </p:nvSpPr>
        <p:spPr bwMode="auto">
          <a:xfrm>
            <a:off x="9231842" y="3278188"/>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p>
        </p:txBody>
      </p:sp>
      <p:sp>
        <p:nvSpPr>
          <p:cNvPr id="325709" name="Text Box 77"/>
          <p:cNvSpPr txBox="1">
            <a:spLocks noChangeArrowheads="1"/>
          </p:cNvSpPr>
          <p:nvPr/>
        </p:nvSpPr>
        <p:spPr bwMode="auto">
          <a:xfrm>
            <a:off x="85990" y="3902076"/>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p>
        </p:txBody>
      </p:sp>
      <p:sp>
        <p:nvSpPr>
          <p:cNvPr id="325710" name="Text Box 78"/>
          <p:cNvSpPr txBox="1">
            <a:spLocks noChangeArrowheads="1"/>
          </p:cNvSpPr>
          <p:nvPr/>
        </p:nvSpPr>
        <p:spPr bwMode="auto">
          <a:xfrm>
            <a:off x="9231842" y="4486276"/>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p>
        </p:txBody>
      </p:sp>
      <p:sp>
        <p:nvSpPr>
          <p:cNvPr id="325711" name="Text Box 79"/>
          <p:cNvSpPr txBox="1">
            <a:spLocks noChangeArrowheads="1"/>
          </p:cNvSpPr>
          <p:nvPr/>
        </p:nvSpPr>
        <p:spPr bwMode="auto">
          <a:xfrm>
            <a:off x="9231842" y="5110163"/>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p>
        </p:txBody>
      </p:sp>
      <p:sp>
        <p:nvSpPr>
          <p:cNvPr id="325712" name="Text Box 80"/>
          <p:cNvSpPr txBox="1">
            <a:spLocks noChangeArrowheads="1"/>
          </p:cNvSpPr>
          <p:nvPr/>
        </p:nvSpPr>
        <p:spPr bwMode="auto">
          <a:xfrm rot="-5400000">
            <a:off x="4385625" y="5480734"/>
            <a:ext cx="6463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b="1">
                <a:solidFill>
                  <a:srgbClr val="000099"/>
                </a:solidFill>
                <a:latin typeface="Arial" panose="020B0604020202020204" pitchFamily="34" charset="0"/>
                <a:ea typeface="黑体" panose="02010609060101010101" pitchFamily="2" charset="-122"/>
              </a:rPr>
              <a:t>…</a:t>
            </a:r>
          </a:p>
        </p:txBody>
      </p:sp>
      <p:sp>
        <p:nvSpPr>
          <p:cNvPr id="325713" name="Text Box 81"/>
          <p:cNvSpPr txBox="1">
            <a:spLocks noChangeArrowheads="1"/>
          </p:cNvSpPr>
          <p:nvPr/>
        </p:nvSpPr>
        <p:spPr bwMode="auto">
          <a:xfrm>
            <a:off x="85990" y="5892801"/>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800" b="1">
                <a:solidFill>
                  <a:srgbClr val="000099"/>
                </a:solidFill>
                <a:latin typeface="Arial" panose="020B0604020202020204" pitchFamily="34" charset="0"/>
                <a:ea typeface="黑体" panose="02010609060101010101" pitchFamily="2" charset="-122"/>
                <a:sym typeface="Wingdings" panose="05000000000000000000" pitchFamily="2" charset="2"/>
              </a:rPr>
              <a:t></a:t>
            </a:r>
          </a:p>
        </p:txBody>
      </p:sp>
      <p:sp>
        <p:nvSpPr>
          <p:cNvPr id="325714" name="Rectangle 82"/>
          <p:cNvSpPr>
            <a:spLocks noChangeArrowheads="1"/>
          </p:cNvSpPr>
          <p:nvPr/>
        </p:nvSpPr>
        <p:spPr bwMode="auto">
          <a:xfrm>
            <a:off x="0" y="765176"/>
            <a:ext cx="9906000" cy="2447925"/>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zh-CN" sz="2800" b="1">
              <a:solidFill>
                <a:srgbClr val="000099"/>
              </a:solidFill>
            </a:endParaRPr>
          </a:p>
        </p:txBody>
      </p:sp>
      <p:sp>
        <p:nvSpPr>
          <p:cNvPr id="325715" name="Text Box 84"/>
          <p:cNvSpPr txBox="1">
            <a:spLocks noChangeArrowheads="1"/>
          </p:cNvSpPr>
          <p:nvPr/>
        </p:nvSpPr>
        <p:spPr bwMode="auto">
          <a:xfrm>
            <a:off x="584729" y="1258888"/>
            <a:ext cx="8736542" cy="1508105"/>
          </a:xfrm>
          <a:prstGeom prst="rect">
            <a:avLst/>
          </a:prstGeom>
          <a:solidFill>
            <a:srgbClr val="FFFF99"/>
          </a:solidFill>
          <a:ln w="9525">
            <a:solidFill>
              <a:srgbClr val="33339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algn="just" eaLnBrk="1" hangingPunct="1"/>
            <a:r>
              <a:rPr lang="en-US" altLang="zh-CN" b="1" dirty="0">
                <a:solidFill>
                  <a:srgbClr val="000099"/>
                </a:solidFill>
                <a:latin typeface="Arial" panose="020B0604020202020204" pitchFamily="34" charset="0"/>
                <a:ea typeface="黑体" panose="02010609060101010101" pitchFamily="2" charset="-122"/>
                <a:sym typeface="Wingdings" panose="05000000000000000000" pitchFamily="2" charset="2"/>
              </a:rPr>
              <a:t></a:t>
            </a:r>
            <a:r>
              <a:rPr lang="zh-CN" altLang="en-US" sz="2800" b="1" dirty="0">
                <a:solidFill>
                  <a:srgbClr val="000099"/>
                </a:solidFill>
                <a:latin typeface="Arial" panose="020B0604020202020204" pitchFamily="34" charset="0"/>
                <a:ea typeface="黑体" panose="02010609060101010101" pitchFamily="2" charset="-122"/>
              </a:rPr>
              <a:t>：</a:t>
            </a:r>
            <a:r>
              <a:rPr lang="en-US" altLang="zh-CN" sz="2800" b="1" dirty="0">
                <a:solidFill>
                  <a:srgbClr val="000099"/>
                </a:solidFill>
                <a:latin typeface="Arial" panose="020B0604020202020204" pitchFamily="34" charset="0"/>
                <a:ea typeface="黑体" panose="02010609060101010101" pitchFamily="2" charset="-122"/>
              </a:rPr>
              <a:t>DHCP </a:t>
            </a:r>
            <a:r>
              <a:rPr lang="zh-CN" altLang="en-US" sz="2800" b="1" dirty="0">
                <a:solidFill>
                  <a:srgbClr val="000099"/>
                </a:solidFill>
                <a:latin typeface="Arial" panose="020B0604020202020204" pitchFamily="34" charset="0"/>
                <a:ea typeface="黑体" panose="02010609060101010101" pitchFamily="2" charset="-122"/>
              </a:rPr>
              <a:t>客户可随时提前终止服务器所提供的</a:t>
            </a:r>
          </a:p>
          <a:p>
            <a:pPr algn="just" eaLnBrk="1" hangingPunct="1"/>
            <a:r>
              <a:rPr lang="zh-CN" altLang="en-US" sz="2800" b="1" dirty="0">
                <a:solidFill>
                  <a:srgbClr val="000099"/>
                </a:solidFill>
                <a:latin typeface="Arial" panose="020B0604020202020204" pitchFamily="34" charset="0"/>
                <a:ea typeface="黑体" panose="02010609060101010101" pitchFamily="2" charset="-122"/>
              </a:rPr>
              <a:t>        租用期，这时只需向 </a:t>
            </a:r>
            <a:r>
              <a:rPr lang="en-US" altLang="zh-CN" sz="2800" b="1" dirty="0">
                <a:solidFill>
                  <a:srgbClr val="000099"/>
                </a:solidFill>
                <a:latin typeface="Arial" panose="020B0604020202020204" pitchFamily="34" charset="0"/>
                <a:ea typeface="黑体" panose="02010609060101010101" pitchFamily="2" charset="-122"/>
              </a:rPr>
              <a:t>DHCP </a:t>
            </a:r>
            <a:r>
              <a:rPr lang="zh-CN" altLang="en-US" sz="2800" b="1" dirty="0">
                <a:solidFill>
                  <a:srgbClr val="000099"/>
                </a:solidFill>
                <a:latin typeface="Arial" panose="020B0604020202020204" pitchFamily="34" charset="0"/>
                <a:ea typeface="黑体" panose="02010609060101010101" pitchFamily="2" charset="-122"/>
              </a:rPr>
              <a:t>服务器</a:t>
            </a:r>
            <a:r>
              <a:rPr lang="zh-CN" altLang="en-US" sz="2800" b="1" dirty="0">
                <a:solidFill>
                  <a:srgbClr val="FF0000"/>
                </a:solidFill>
                <a:latin typeface="Arial" panose="020B0604020202020204" pitchFamily="34" charset="0"/>
                <a:ea typeface="黑体" panose="02010609060101010101" pitchFamily="2" charset="-122"/>
              </a:rPr>
              <a:t>发送释</a:t>
            </a:r>
          </a:p>
          <a:p>
            <a:pPr algn="just" eaLnBrk="1" hangingPunct="1"/>
            <a:r>
              <a:rPr lang="zh-CN" altLang="en-US" sz="2800" b="1" dirty="0">
                <a:solidFill>
                  <a:srgbClr val="FF0000"/>
                </a:solidFill>
                <a:latin typeface="Arial" panose="020B0604020202020204" pitchFamily="34" charset="0"/>
                <a:ea typeface="黑体" panose="02010609060101010101" pitchFamily="2" charset="-122"/>
              </a:rPr>
              <a:t>        放报文</a:t>
            </a:r>
            <a:r>
              <a:rPr lang="zh-CN" altLang="en-US" sz="2800" b="1" dirty="0">
                <a:solidFill>
                  <a:srgbClr val="000099"/>
                </a:solidFill>
                <a:latin typeface="Arial" panose="020B0604020202020204" pitchFamily="34" charset="0"/>
                <a:ea typeface="黑体" panose="02010609060101010101" pitchFamily="2" charset="-122"/>
              </a:rPr>
              <a:t> </a:t>
            </a:r>
            <a:r>
              <a:rPr lang="en-US" altLang="zh-CN" sz="2800" b="1" dirty="0">
                <a:solidFill>
                  <a:srgbClr val="000099"/>
                </a:solidFill>
                <a:latin typeface="Arial" panose="020B0604020202020204" pitchFamily="34" charset="0"/>
                <a:ea typeface="黑体" panose="02010609060101010101" pitchFamily="2" charset="-122"/>
              </a:rPr>
              <a:t>DHCP</a:t>
            </a:r>
            <a:r>
              <a:rPr lang="en-US" altLang="zh-CN" sz="2800" b="1" dirty="0">
                <a:solidFill>
                  <a:srgbClr val="FF0000"/>
                </a:solidFill>
                <a:latin typeface="Arial" panose="020B0604020202020204" pitchFamily="34" charset="0"/>
                <a:ea typeface="黑体" panose="02010609060101010101" pitchFamily="2" charset="-122"/>
              </a:rPr>
              <a:t>RELEASE</a:t>
            </a:r>
            <a:r>
              <a:rPr lang="en-US" altLang="zh-CN" sz="2800" b="1" dirty="0">
                <a:solidFill>
                  <a:srgbClr val="000099"/>
                </a:solidFill>
                <a:latin typeface="Arial" panose="020B0604020202020204" pitchFamily="34" charset="0"/>
                <a:ea typeface="黑体" panose="02010609060101010101" pitchFamily="2" charset="-122"/>
              </a:rPr>
              <a:t> </a:t>
            </a:r>
            <a:r>
              <a:rPr lang="zh-CN" altLang="en-US" sz="2800" b="1" dirty="0">
                <a:solidFill>
                  <a:srgbClr val="000099"/>
                </a:solidFill>
                <a:latin typeface="Arial" panose="020B0604020202020204" pitchFamily="34" charset="0"/>
                <a:ea typeface="黑体" panose="02010609060101010101" pitchFamily="2" charset="-122"/>
              </a:rPr>
              <a:t>即可。</a:t>
            </a:r>
          </a:p>
        </p:txBody>
      </p:sp>
      <p:sp>
        <p:nvSpPr>
          <p:cNvPr id="84" name="Rectangle 2"/>
          <p:cNvSpPr txBox="1">
            <a:spLocks noChangeArrowheads="1"/>
          </p:cNvSpPr>
          <p:nvPr/>
        </p:nvSpPr>
        <p:spPr bwMode="auto">
          <a:xfrm>
            <a:off x="704528" y="188913"/>
            <a:ext cx="8442325" cy="539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l" rtl="0" eaLnBrk="1" fontAlgn="base" hangingPunct="1">
              <a:spcBef>
                <a:spcPct val="0"/>
              </a:spcBef>
              <a:spcAft>
                <a:spcPct val="0"/>
              </a:spcAft>
              <a:defRPr lang="zh-CN" altLang="en-US" sz="4400" b="1" smtClean="0">
                <a:solidFill>
                  <a:srgbClr val="333399"/>
                </a:solidFill>
                <a:latin typeface="+mj-lt"/>
                <a:ea typeface="+mj-ea"/>
                <a:cs typeface="+mj-cs"/>
              </a:defRPr>
            </a:lvl1pPr>
            <a:lvl2pPr algn="l" rtl="0" eaLnBrk="1" fontAlgn="base" hangingPunct="1">
              <a:spcBef>
                <a:spcPct val="0"/>
              </a:spcBef>
              <a:spcAft>
                <a:spcPct val="0"/>
              </a:spcAft>
              <a:defRPr sz="4400">
                <a:solidFill>
                  <a:srgbClr val="333399"/>
                </a:solidFill>
                <a:latin typeface="Arial" panose="020B0604020202020204" pitchFamily="34" charset="0"/>
                <a:ea typeface="黑体" panose="02010609060101010101" pitchFamily="2" charset="-122"/>
              </a:defRPr>
            </a:lvl2pPr>
            <a:lvl3pPr algn="l" rtl="0" eaLnBrk="1" fontAlgn="base" hangingPunct="1">
              <a:spcBef>
                <a:spcPct val="0"/>
              </a:spcBef>
              <a:spcAft>
                <a:spcPct val="0"/>
              </a:spcAft>
              <a:defRPr sz="4400">
                <a:solidFill>
                  <a:srgbClr val="333399"/>
                </a:solidFill>
                <a:latin typeface="Arial" panose="020B0604020202020204" pitchFamily="34" charset="0"/>
                <a:ea typeface="黑体" panose="02010609060101010101" pitchFamily="2" charset="-122"/>
              </a:defRPr>
            </a:lvl3pPr>
            <a:lvl4pPr algn="l" rtl="0" eaLnBrk="1" fontAlgn="base" hangingPunct="1">
              <a:spcBef>
                <a:spcPct val="0"/>
              </a:spcBef>
              <a:spcAft>
                <a:spcPct val="0"/>
              </a:spcAft>
              <a:defRPr sz="4400">
                <a:solidFill>
                  <a:srgbClr val="333399"/>
                </a:solidFill>
                <a:latin typeface="Arial" panose="020B0604020202020204" pitchFamily="34" charset="0"/>
                <a:ea typeface="黑体" panose="02010609060101010101" pitchFamily="2" charset="-122"/>
              </a:defRPr>
            </a:lvl4pPr>
            <a:lvl5pPr algn="l" rtl="0" eaLnBrk="1" fontAlgn="base" hangingPunct="1">
              <a:spcBef>
                <a:spcPct val="0"/>
              </a:spcBef>
              <a:spcAft>
                <a:spcPct val="0"/>
              </a:spcAft>
              <a:defRPr sz="4400">
                <a:solidFill>
                  <a:srgbClr val="333399"/>
                </a:solidFill>
                <a:latin typeface="Arial" panose="020B0604020202020204" pitchFamily="34" charset="0"/>
                <a:ea typeface="黑体" panose="02010609060101010101" pitchFamily="2" charset="-122"/>
              </a:defRPr>
            </a:lvl5pPr>
            <a:lvl6pPr marL="457200" algn="l" rtl="0" eaLnBrk="1" fontAlgn="base" hangingPunct="1">
              <a:spcBef>
                <a:spcPct val="0"/>
              </a:spcBef>
              <a:spcAft>
                <a:spcPct val="0"/>
              </a:spcAft>
              <a:defRPr sz="4400">
                <a:solidFill>
                  <a:srgbClr val="333399"/>
                </a:solidFill>
                <a:latin typeface="Arial" panose="020B0604020202020204" pitchFamily="34" charset="0"/>
                <a:ea typeface="黑体" panose="02010609060101010101" pitchFamily="2" charset="-122"/>
              </a:defRPr>
            </a:lvl6pPr>
            <a:lvl7pPr marL="914400" algn="l" rtl="0" eaLnBrk="1" fontAlgn="base" hangingPunct="1">
              <a:spcBef>
                <a:spcPct val="0"/>
              </a:spcBef>
              <a:spcAft>
                <a:spcPct val="0"/>
              </a:spcAft>
              <a:defRPr sz="4400">
                <a:solidFill>
                  <a:srgbClr val="333399"/>
                </a:solidFill>
                <a:latin typeface="Arial" panose="020B0604020202020204" pitchFamily="34" charset="0"/>
                <a:ea typeface="黑体" panose="02010609060101010101" pitchFamily="2" charset="-122"/>
              </a:defRPr>
            </a:lvl7pPr>
            <a:lvl8pPr marL="1371600" algn="l" rtl="0" eaLnBrk="1" fontAlgn="base" hangingPunct="1">
              <a:spcBef>
                <a:spcPct val="0"/>
              </a:spcBef>
              <a:spcAft>
                <a:spcPct val="0"/>
              </a:spcAft>
              <a:defRPr sz="4400">
                <a:solidFill>
                  <a:srgbClr val="333399"/>
                </a:solidFill>
                <a:latin typeface="Arial" panose="020B0604020202020204" pitchFamily="34" charset="0"/>
                <a:ea typeface="黑体" panose="02010609060101010101" pitchFamily="2" charset="-122"/>
              </a:defRPr>
            </a:lvl8pPr>
            <a:lvl9pPr marL="1828800" algn="l" rtl="0" eaLnBrk="1" fontAlgn="base" hangingPunct="1">
              <a:spcBef>
                <a:spcPct val="0"/>
              </a:spcBef>
              <a:spcAft>
                <a:spcPct val="0"/>
              </a:spcAft>
              <a:defRPr sz="4400">
                <a:solidFill>
                  <a:srgbClr val="333399"/>
                </a:solidFill>
                <a:latin typeface="Arial" panose="020B0604020202020204" pitchFamily="34" charset="0"/>
                <a:ea typeface="黑体" panose="02010609060101010101" pitchFamily="2" charset="-122"/>
              </a:defRPr>
            </a:lvl9pPr>
          </a:lstStyle>
          <a:p>
            <a:pPr algn="ctr">
              <a:defRPr/>
            </a:pPr>
            <a:r>
              <a:rPr lang="en-US" altLang="zh-CN" kern="0" dirty="0"/>
              <a:t>DHCP </a:t>
            </a:r>
            <a:r>
              <a:rPr lang="zh-CN" altLang="en-US" kern="0" dirty="0"/>
              <a:t>协议的工作过程 </a:t>
            </a:r>
          </a:p>
        </p:txBody>
      </p:sp>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2658" name="Rectangle 2"/>
          <p:cNvSpPr>
            <a:spLocks noGrp="1" noChangeArrowheads="1"/>
          </p:cNvSpPr>
          <p:nvPr>
            <p:ph type="title"/>
          </p:nvPr>
        </p:nvSpPr>
        <p:spPr/>
        <p:txBody>
          <a:bodyPr/>
          <a:lstStyle/>
          <a:p>
            <a:pPr eaLnBrk="1" hangingPunct="1">
              <a:defRPr/>
            </a:pPr>
            <a:r>
              <a:rPr lang="zh-CN" altLang="en-US" dirty="0"/>
              <a:t>习题</a:t>
            </a:r>
          </a:p>
        </p:txBody>
      </p:sp>
      <p:pic>
        <p:nvPicPr>
          <p:cNvPr id="2" name="图片 1"/>
          <p:cNvPicPr>
            <a:picLocks noChangeAspect="1"/>
          </p:cNvPicPr>
          <p:nvPr/>
        </p:nvPicPr>
        <p:blipFill rotWithShape="1">
          <a:blip r:embed="rId3"/>
          <a:srcRect t="2197" b="2377"/>
          <a:stretch>
            <a:fillRect/>
          </a:stretch>
        </p:blipFill>
        <p:spPr>
          <a:xfrm>
            <a:off x="560512" y="1196752"/>
            <a:ext cx="9006014" cy="3816424"/>
          </a:xfrm>
          <a:prstGeom prst="rect">
            <a:avLst/>
          </a:prstGeom>
        </p:spPr>
      </p:pic>
      <p:sp>
        <p:nvSpPr>
          <p:cNvPr id="14" name="文本框 13"/>
          <p:cNvSpPr txBox="1"/>
          <p:nvPr/>
        </p:nvSpPr>
        <p:spPr>
          <a:xfrm>
            <a:off x="7041232" y="1412776"/>
            <a:ext cx="331447" cy="443443"/>
          </a:xfrm>
          <a:prstGeom prst="rect">
            <a:avLst/>
          </a:prstGeom>
          <a:noFill/>
        </p:spPr>
        <p:txBody>
          <a:bodyPr wrap="square" lIns="0" tIns="0" rIns="0" bIns="0" rtlCol="0">
            <a:spAutoFit/>
          </a:bodyPr>
          <a:lstStyle/>
          <a:p>
            <a:r>
              <a:rPr lang="en-US" altLang="zh-CN" sz="2800" b="1" dirty="0">
                <a:solidFill>
                  <a:srgbClr val="FF0000"/>
                </a:solidFill>
              </a:rPr>
              <a:t>D</a:t>
            </a:r>
            <a:endParaRPr lang="zh-CN" altLang="en-US" sz="2800" b="1"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2658" name="Rectangle 2"/>
          <p:cNvSpPr>
            <a:spLocks noGrp="1" noChangeArrowheads="1"/>
          </p:cNvSpPr>
          <p:nvPr>
            <p:ph type="title"/>
          </p:nvPr>
        </p:nvSpPr>
        <p:spPr/>
        <p:txBody>
          <a:bodyPr/>
          <a:lstStyle/>
          <a:p>
            <a:pPr eaLnBrk="1" hangingPunct="1">
              <a:defRPr/>
            </a:pPr>
            <a:r>
              <a:rPr lang="zh-CN" altLang="en-US" dirty="0"/>
              <a:t>习题</a:t>
            </a:r>
          </a:p>
        </p:txBody>
      </p:sp>
      <p:pic>
        <p:nvPicPr>
          <p:cNvPr id="4" name="图片 3"/>
          <p:cNvPicPr>
            <a:picLocks noChangeAspect="1"/>
          </p:cNvPicPr>
          <p:nvPr/>
        </p:nvPicPr>
        <p:blipFill rotWithShape="1">
          <a:blip r:embed="rId3"/>
          <a:srcRect t="2529" b="4184"/>
          <a:stretch>
            <a:fillRect/>
          </a:stretch>
        </p:blipFill>
        <p:spPr>
          <a:xfrm>
            <a:off x="470539" y="1268760"/>
            <a:ext cx="7885318" cy="3384376"/>
          </a:xfrm>
          <a:prstGeom prst="rect">
            <a:avLst/>
          </a:prstGeom>
        </p:spPr>
      </p:pic>
      <p:sp>
        <p:nvSpPr>
          <p:cNvPr id="5" name="文本框 4"/>
          <p:cNvSpPr txBox="1"/>
          <p:nvPr/>
        </p:nvSpPr>
        <p:spPr>
          <a:xfrm>
            <a:off x="7689304" y="1196752"/>
            <a:ext cx="504056" cy="430887"/>
          </a:xfrm>
          <a:prstGeom prst="rect">
            <a:avLst/>
          </a:prstGeom>
          <a:noFill/>
        </p:spPr>
        <p:txBody>
          <a:bodyPr wrap="square" lIns="0" tIns="0" rIns="0" bIns="0" rtlCol="0">
            <a:spAutoFit/>
          </a:bodyPr>
          <a:lstStyle/>
          <a:p>
            <a:r>
              <a:rPr lang="en-US" altLang="zh-CN" sz="2800" b="1" dirty="0">
                <a:solidFill>
                  <a:srgbClr val="FF0000"/>
                </a:solidFill>
              </a:rPr>
              <a:t>A</a:t>
            </a:r>
            <a:endParaRPr lang="zh-CN" altLang="en-US" sz="2800" b="1"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2658" name="Rectangle 2"/>
          <p:cNvSpPr>
            <a:spLocks noGrp="1" noChangeArrowheads="1"/>
          </p:cNvSpPr>
          <p:nvPr>
            <p:ph type="title"/>
          </p:nvPr>
        </p:nvSpPr>
        <p:spPr/>
        <p:txBody>
          <a:bodyPr/>
          <a:lstStyle/>
          <a:p>
            <a:pPr eaLnBrk="1" hangingPunct="1">
              <a:defRPr/>
            </a:pPr>
            <a:r>
              <a:rPr lang="zh-CN" altLang="en-US" dirty="0"/>
              <a:t>习题</a:t>
            </a:r>
          </a:p>
        </p:txBody>
      </p:sp>
      <p:pic>
        <p:nvPicPr>
          <p:cNvPr id="2" name="图片 1"/>
          <p:cNvPicPr>
            <a:picLocks noChangeAspect="1"/>
          </p:cNvPicPr>
          <p:nvPr/>
        </p:nvPicPr>
        <p:blipFill>
          <a:blip r:embed="rId3"/>
          <a:stretch>
            <a:fillRect/>
          </a:stretch>
        </p:blipFill>
        <p:spPr>
          <a:xfrm>
            <a:off x="560512" y="1201655"/>
            <a:ext cx="9145016" cy="2044180"/>
          </a:xfrm>
          <a:prstGeom prst="rect">
            <a:avLst/>
          </a:prstGeom>
        </p:spPr>
      </p:pic>
      <p:sp>
        <p:nvSpPr>
          <p:cNvPr id="6" name="文本框 5"/>
          <p:cNvSpPr txBox="1"/>
          <p:nvPr/>
        </p:nvSpPr>
        <p:spPr>
          <a:xfrm>
            <a:off x="9129464" y="1268760"/>
            <a:ext cx="331447" cy="443443"/>
          </a:xfrm>
          <a:prstGeom prst="rect">
            <a:avLst/>
          </a:prstGeom>
          <a:noFill/>
        </p:spPr>
        <p:txBody>
          <a:bodyPr wrap="square" lIns="0" tIns="0" rIns="0" bIns="0" rtlCol="0">
            <a:spAutoFit/>
          </a:bodyPr>
          <a:lstStyle/>
          <a:p>
            <a:r>
              <a:rPr lang="en-US" altLang="zh-CN" sz="2800" b="1" dirty="0">
                <a:solidFill>
                  <a:srgbClr val="FF0000"/>
                </a:solidFill>
              </a:rPr>
              <a:t>D</a:t>
            </a:r>
            <a:endParaRPr lang="zh-CN" altLang="en-US" sz="2800" b="1"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theme/theme1.xml><?xml version="1.0" encoding="utf-8"?>
<a:theme xmlns:a="http://schemas.openxmlformats.org/drawingml/2006/main" name="cn920">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Arial"/>
        <a:ea typeface="黑体"/>
        <a:cs typeface=""/>
      </a:majorFont>
      <a:minorFont>
        <a:latin typeface="Arial"/>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N(myzh)Icon">
  <a:themeElements>
    <a:clrScheme name="演示稿（水平） 9">
      <a:dk1>
        <a:srgbClr val="000000"/>
      </a:dk1>
      <a:lt1>
        <a:srgbClr val="FFFFFF"/>
      </a:lt1>
      <a:dk2>
        <a:srgbClr val="666699"/>
      </a:dk2>
      <a:lt2>
        <a:srgbClr val="FFCC00"/>
      </a:lt2>
      <a:accent1>
        <a:srgbClr val="FF9900"/>
      </a:accent1>
      <a:accent2>
        <a:srgbClr val="FF9900"/>
      </a:accent2>
      <a:accent3>
        <a:srgbClr val="FFFFFF"/>
      </a:accent3>
      <a:accent4>
        <a:srgbClr val="000000"/>
      </a:accent4>
      <a:accent5>
        <a:srgbClr val="FFCAAA"/>
      </a:accent5>
      <a:accent6>
        <a:srgbClr val="E78A00"/>
      </a:accent6>
      <a:hlink>
        <a:srgbClr val="666699"/>
      </a:hlink>
      <a:folHlink>
        <a:srgbClr val="999966"/>
      </a:folHlink>
    </a:clrScheme>
    <a:fontScheme name="演示稿（水平）">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演示稿（水平）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演示稿（水平）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演示稿（水平）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演示稿（水平）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演示稿（水平）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演示稿（水平）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演示稿（水平）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演示稿（水平）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
      <a:clrScheme name="演示稿（水平） 9">
        <a:dk1>
          <a:srgbClr val="000000"/>
        </a:dk1>
        <a:lt1>
          <a:srgbClr val="FFFFFF"/>
        </a:lt1>
        <a:dk2>
          <a:srgbClr val="666699"/>
        </a:dk2>
        <a:lt2>
          <a:srgbClr val="FFCC00"/>
        </a:lt2>
        <a:accent1>
          <a:srgbClr val="FF9900"/>
        </a:accent1>
        <a:accent2>
          <a:srgbClr val="FF9900"/>
        </a:accent2>
        <a:accent3>
          <a:srgbClr val="FFFFFF"/>
        </a:accent3>
        <a:accent4>
          <a:srgbClr val="000000"/>
        </a:accent4>
        <a:accent5>
          <a:srgbClr val="FFCAAA"/>
        </a:accent5>
        <a:accent6>
          <a:srgbClr val="E78A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cn920</Template>
  <TotalTime>259</TotalTime>
  <Words>12105</Words>
  <Application>Microsoft Office PowerPoint</Application>
  <PresentationFormat>A4 纸张(210x297 毫米)</PresentationFormat>
  <Paragraphs>2294</Paragraphs>
  <Slides>187</Slides>
  <Notes>114</Notes>
  <HiddenSlides>0</HiddenSlides>
  <MMClips>0</MMClips>
  <ScaleCrop>false</ScaleCrop>
  <HeadingPairs>
    <vt:vector size="8" baseType="variant">
      <vt:variant>
        <vt:lpstr>已用的字体</vt:lpstr>
      </vt:variant>
      <vt:variant>
        <vt:i4>10</vt:i4>
      </vt:variant>
      <vt:variant>
        <vt:lpstr>主题</vt:lpstr>
      </vt:variant>
      <vt:variant>
        <vt:i4>2</vt:i4>
      </vt:variant>
      <vt:variant>
        <vt:lpstr>嵌入 OLE 服务器</vt:lpstr>
      </vt:variant>
      <vt:variant>
        <vt:i4>1</vt:i4>
      </vt:variant>
      <vt:variant>
        <vt:lpstr>幻灯片标题</vt:lpstr>
      </vt:variant>
      <vt:variant>
        <vt:i4>187</vt:i4>
      </vt:variant>
    </vt:vector>
  </HeadingPairs>
  <TitlesOfParts>
    <vt:vector size="200" baseType="lpstr">
      <vt:lpstr>ArialMT</vt:lpstr>
      <vt:lpstr>黑体</vt:lpstr>
      <vt:lpstr>宋体</vt:lpstr>
      <vt:lpstr>微软雅黑</vt:lpstr>
      <vt:lpstr>Arial</vt:lpstr>
      <vt:lpstr>Arial Narrow</vt:lpstr>
      <vt:lpstr>Calibri</vt:lpstr>
      <vt:lpstr>Tahoma</vt:lpstr>
      <vt:lpstr>Times New Roman</vt:lpstr>
      <vt:lpstr>Wingdings</vt:lpstr>
      <vt:lpstr>cn920</vt:lpstr>
      <vt:lpstr>CN(myzh)Icon</vt:lpstr>
      <vt:lpstr>VISIO</vt:lpstr>
      <vt:lpstr>实验课程介绍</vt:lpstr>
      <vt:lpstr>计算机网络原理课程实验</vt:lpstr>
      <vt:lpstr>计算机网络原理课程实验</vt:lpstr>
      <vt:lpstr>计算机网络原理课程实验</vt:lpstr>
      <vt:lpstr>计算机网络原理课程实验</vt:lpstr>
      <vt:lpstr>计算机网络原理课程实验</vt:lpstr>
      <vt:lpstr>期末综合复习</vt:lpstr>
      <vt:lpstr>第 1 章   概述</vt:lpstr>
      <vt:lpstr>1.3  互联网的组成</vt:lpstr>
      <vt:lpstr>互联网的边缘部分与核心部分</vt:lpstr>
      <vt:lpstr>三种交换的比较 </vt:lpstr>
      <vt:lpstr>1.6  计算机网络的性能</vt:lpstr>
      <vt:lpstr>1.6.1  计算机网络的性能指标</vt:lpstr>
      <vt:lpstr>3. 吞吐量</vt:lpstr>
      <vt:lpstr>4. 时延 (delay 或 latency)</vt:lpstr>
      <vt:lpstr>四种时延所产生的地方 </vt:lpstr>
      <vt:lpstr>5. 利用率</vt:lpstr>
      <vt:lpstr>1.7  计算机网络的体系结构</vt:lpstr>
      <vt:lpstr>具有五层协议的体系结构</vt:lpstr>
      <vt:lpstr>第一章 课后作业解析</vt:lpstr>
      <vt:lpstr>第 2 章  物理层</vt:lpstr>
      <vt:lpstr>2.2  数据通信的基础知识</vt:lpstr>
      <vt:lpstr>2.2.1  数据通信系统的模型</vt:lpstr>
      <vt:lpstr>常用术语</vt:lpstr>
      <vt:lpstr>常用术语</vt:lpstr>
      <vt:lpstr>2.2.2  有关信道的几个基本概念</vt:lpstr>
      <vt:lpstr>2.2.2  有关信道的几个基本概念</vt:lpstr>
      <vt:lpstr>2.4  信道复用技术</vt:lpstr>
      <vt:lpstr>2.4  信道复用技术</vt:lpstr>
      <vt:lpstr>2.4.1  频分复用FDM</vt:lpstr>
      <vt:lpstr>2.4.2  波分复用WDM</vt:lpstr>
      <vt:lpstr>2.4.3  时分复用TDM</vt:lpstr>
      <vt:lpstr>2.4.3  时分复用TDM</vt:lpstr>
      <vt:lpstr>2.4.4  码分复用CDM</vt:lpstr>
      <vt:lpstr>CDMA的重要特点</vt:lpstr>
      <vt:lpstr>作业</vt:lpstr>
      <vt:lpstr>第 3 章  数据链路层</vt:lpstr>
      <vt:lpstr>3.3  使用广播信道的数据链路层</vt:lpstr>
      <vt:lpstr>总线网</vt:lpstr>
      <vt:lpstr>CSMA/CD协议（以太网主机协同） </vt:lpstr>
      <vt:lpstr>碰撞检测</vt:lpstr>
      <vt:lpstr>检测到碰撞后</vt:lpstr>
      <vt:lpstr>3.4  扩展的以太网</vt:lpstr>
      <vt:lpstr>3.4.1  在物理层扩展以太网</vt:lpstr>
      <vt:lpstr>3.4.1  在物理层扩展以太网</vt:lpstr>
      <vt:lpstr>PowerPoint 演示文稿</vt:lpstr>
      <vt:lpstr>3.4.2  在数据链路层扩展以太网 </vt:lpstr>
      <vt:lpstr>3.4.2  在数据链路层扩展以太网 </vt:lpstr>
      <vt:lpstr>3.4.3  虚拟局域网（分割广播域）</vt:lpstr>
      <vt:lpstr>3.4.3  虚拟局域网</vt:lpstr>
      <vt:lpstr>3.4.3  虚拟局域网</vt:lpstr>
      <vt:lpstr>3.4.3  虚拟局域网</vt:lpstr>
      <vt:lpstr>作业</vt:lpstr>
      <vt:lpstr>PowerPoint 演示文稿</vt:lpstr>
      <vt:lpstr>PowerPoint 演示文稿</vt:lpstr>
      <vt:lpstr>PowerPoint 演示文稿</vt:lpstr>
      <vt:lpstr>PowerPoint 演示文稿</vt:lpstr>
      <vt:lpstr>第 6 章 应用层</vt:lpstr>
      <vt:lpstr>计算机网络原理课程实验</vt:lpstr>
      <vt:lpstr>应用层的功能定位</vt:lpstr>
      <vt:lpstr>应用层的主要知识点</vt:lpstr>
      <vt:lpstr>6.1  域名系统 DNS</vt:lpstr>
      <vt:lpstr> 6.1.1  域名系统概述</vt:lpstr>
      <vt:lpstr>6.1.2   互联网的域名结构</vt:lpstr>
      <vt:lpstr>域名的特点</vt:lpstr>
      <vt:lpstr>域名的特点</vt:lpstr>
      <vt:lpstr>关于域名的级别</vt:lpstr>
      <vt:lpstr>顶级域名的分类</vt:lpstr>
      <vt:lpstr>顶级域名的分类</vt:lpstr>
      <vt:lpstr>顶级域名的分类</vt:lpstr>
      <vt:lpstr>新增加了下列的通用顶级域名 </vt:lpstr>
      <vt:lpstr>互联网的域名空间 </vt:lpstr>
      <vt:lpstr>6.1.3  域名服务器 </vt:lpstr>
      <vt:lpstr>6.1.3  域名服务器 </vt:lpstr>
      <vt:lpstr>区的不同划分方法举例 </vt:lpstr>
      <vt:lpstr>树状结构的 DNS 域名服务器 </vt:lpstr>
      <vt:lpstr>域名服务器有以下四种类型 </vt:lpstr>
      <vt:lpstr>根域名服务器</vt:lpstr>
      <vt:lpstr>根域名服务器共有 13 套装置</vt:lpstr>
      <vt:lpstr>举例：根域名服务器 L 的地点分布图</vt:lpstr>
      <vt:lpstr>顶级域名服务器</vt:lpstr>
      <vt:lpstr>权限域名服务器 </vt:lpstr>
      <vt:lpstr>本地域名服务器 </vt:lpstr>
      <vt:lpstr>提高域名服务器可靠性的措施</vt:lpstr>
      <vt:lpstr>域名的解析过程 </vt:lpstr>
      <vt:lpstr>本地域名服务器采用迭代查询 </vt:lpstr>
      <vt:lpstr>PowerPoint 演示文稿</vt:lpstr>
      <vt:lpstr>名字的高速缓存 </vt:lpstr>
      <vt:lpstr>习题</vt:lpstr>
      <vt:lpstr>习题</vt:lpstr>
      <vt:lpstr>6.2  文件传送协议</vt:lpstr>
      <vt:lpstr>6.2.1  文件传送协议的作用</vt:lpstr>
      <vt:lpstr>6.2.2  FTP的基本工作原理</vt:lpstr>
      <vt:lpstr>6.2.2  FTP的基本工作原理</vt:lpstr>
      <vt:lpstr>6.3  远程终端TELNET</vt:lpstr>
      <vt:lpstr>6.3  远程终端TELNET</vt:lpstr>
      <vt:lpstr>习题</vt:lpstr>
      <vt:lpstr>习题</vt:lpstr>
      <vt:lpstr>习题</vt:lpstr>
      <vt:lpstr>习题</vt:lpstr>
      <vt:lpstr>课程分隔符</vt:lpstr>
      <vt:lpstr>6.4  万维网 WWW</vt:lpstr>
      <vt:lpstr> 6.4.1  万维网概述</vt:lpstr>
      <vt:lpstr>万维网提供分布式服务 </vt:lpstr>
      <vt:lpstr>超媒体与超文本</vt:lpstr>
      <vt:lpstr>     万维网的工作方式 </vt:lpstr>
      <vt:lpstr>万维网必须解决的问题 </vt:lpstr>
      <vt:lpstr>万维网必须解决的问题 </vt:lpstr>
      <vt:lpstr>万维网必须解决的问题 </vt:lpstr>
      <vt:lpstr>万维网必须解决的问题 </vt:lpstr>
      <vt:lpstr>6.4.2  统一资源定位符 URL</vt:lpstr>
      <vt:lpstr>URL 的一般形式 </vt:lpstr>
      <vt:lpstr>URL 的一般形式 </vt:lpstr>
      <vt:lpstr>URL 的一般形式</vt:lpstr>
      <vt:lpstr>URL 的一般形式</vt:lpstr>
      <vt:lpstr>2. 使用 HTTP 的 URL</vt:lpstr>
      <vt:lpstr>2. 使用 HTTP 的 URL</vt:lpstr>
      <vt:lpstr>2. 使用 HTTP 的 URL</vt:lpstr>
      <vt:lpstr>2. 使用 HTTP 的 URL</vt:lpstr>
      <vt:lpstr>2. 使用 HTTP 的 URL</vt:lpstr>
      <vt:lpstr>2. 使用 HTTP 的 URL</vt:lpstr>
      <vt:lpstr>6.4.3  超文本传送协议 HTTP </vt:lpstr>
      <vt:lpstr>万维网的工作过程 </vt:lpstr>
      <vt:lpstr>用户点击 URL  http://www.tsinghua.edu.cn/chn/yxsz/index.htm 后所发生的事件 </vt:lpstr>
      <vt:lpstr>请求一个万维网文档所需的时间 </vt:lpstr>
      <vt:lpstr>采用持续连接的HTTP/1.1</vt:lpstr>
      <vt:lpstr>2. 代理服务器</vt:lpstr>
      <vt:lpstr>使用代理服务器可减少 访问互联网服务器的时延 </vt:lpstr>
      <vt:lpstr>使用代理服务器的情况</vt:lpstr>
      <vt:lpstr>使用代理服务器的情况</vt:lpstr>
      <vt:lpstr>使用代理服务器的情况</vt:lpstr>
      <vt:lpstr>使用代理服务器的情况</vt:lpstr>
      <vt:lpstr>使用代理服务器的情况</vt:lpstr>
      <vt:lpstr>3. HTTP 的报文结构 </vt:lpstr>
      <vt:lpstr>HTTP 请求报文的一些方法 </vt:lpstr>
      <vt:lpstr>HTTP 的报文结构（请求报文） </vt:lpstr>
      <vt:lpstr>HTTP 的报文结构（请求报文） </vt:lpstr>
      <vt:lpstr>HTTP 的报文结构（响应报文） </vt:lpstr>
      <vt:lpstr>4. 在服务器上存放用户的信息</vt:lpstr>
      <vt:lpstr>6.4.4  万维网的文档</vt:lpstr>
      <vt:lpstr>HTML 文档 </vt:lpstr>
      <vt:lpstr>两种不同的链接</vt:lpstr>
      <vt:lpstr>2. 动态万维网文档 </vt:lpstr>
      <vt:lpstr>6.4.5  万维网的信息检索系统</vt:lpstr>
      <vt:lpstr>一些著名的搜索引擎 </vt:lpstr>
      <vt:lpstr>6.5  电子邮件</vt:lpstr>
      <vt:lpstr> 6.5.1  电子邮件概述</vt:lpstr>
      <vt:lpstr>电子邮件的一些标准</vt:lpstr>
      <vt:lpstr>电子邮件的最主要的组成构件 </vt:lpstr>
      <vt:lpstr>用户代理 UA (User Agent)</vt:lpstr>
      <vt:lpstr>应当注意</vt:lpstr>
      <vt:lpstr>发送和接收电子邮件的几个重要步骤</vt:lpstr>
      <vt:lpstr>发送和接收电子邮件的几个重要步骤</vt:lpstr>
      <vt:lpstr>电子邮件的组成</vt:lpstr>
      <vt:lpstr>电子邮件地址的格式</vt:lpstr>
      <vt:lpstr>6.5.2  简单邮件传送协议 SMTP </vt:lpstr>
      <vt:lpstr>SMTP 通信的三个阶段 </vt:lpstr>
      <vt:lpstr>6.5.3  电子邮件的信息格式 </vt:lpstr>
      <vt:lpstr>邮件内容的首部 </vt:lpstr>
      <vt:lpstr>6.5.4  邮件读取协议POP3 和 IMAP</vt:lpstr>
      <vt:lpstr>IMAP 协议</vt:lpstr>
      <vt:lpstr>IMAP 的特点</vt:lpstr>
      <vt:lpstr>必须注意</vt:lpstr>
      <vt:lpstr>6.5.5  基于万维网的电子邮件</vt:lpstr>
      <vt:lpstr>6.5.6  通用互联网邮件扩充 MIME</vt:lpstr>
      <vt:lpstr>1.  MIME 概述</vt:lpstr>
      <vt:lpstr>MIME 和 SMTP 的关系 </vt:lpstr>
      <vt:lpstr>6.6  动态主机配置协议 DHCP</vt:lpstr>
      <vt:lpstr>协议配置（续）</vt:lpstr>
      <vt:lpstr>DHCP 使用客户服务器方式</vt:lpstr>
      <vt:lpstr>DHCP 中继代理(relay agent) </vt:lpstr>
      <vt:lpstr>DHCP 中继代理 以单播方式转发发现报文 </vt:lpstr>
      <vt:lpstr>租用期 (lease period) </vt:lpstr>
      <vt:lpstr>DHCP 协议的工作过程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习题</vt:lpstr>
      <vt:lpstr>习题</vt:lpstr>
      <vt:lpstr>习题</vt:lpstr>
    </vt:vector>
  </TitlesOfParts>
  <Company>920</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 8 章 互联网上的音频和视频服务</dc:title>
  <dc:creator>920</dc:creator>
  <cp:lastModifiedBy>xu kang</cp:lastModifiedBy>
  <cp:revision>647</cp:revision>
  <dcterms:created xsi:type="dcterms:W3CDTF">2016-10-14T10:01:00Z</dcterms:created>
  <dcterms:modified xsi:type="dcterms:W3CDTF">2025-11-20T09:02:43Z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2052-12.1.0.23542</vt:lpwstr>
  </property>
  <property fmtid="{D5CDD505-2E9C-101B-9397-08002B2CF9AE}" pid="3" name="ICV">
    <vt:lpwstr>8154C67C3E8F444788B78F560F3516E7</vt:lpwstr>
  </property>
</Properties>
</file>